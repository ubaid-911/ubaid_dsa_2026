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4" r:id="rId2"/>
    <p:sldId id="329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76" r:id="rId27"/>
    <p:sldId id="369" r:id="rId28"/>
    <p:sldId id="370" r:id="rId29"/>
    <p:sldId id="371" r:id="rId30"/>
    <p:sldId id="373" r:id="rId31"/>
    <p:sldId id="377" r:id="rId32"/>
    <p:sldId id="374" r:id="rId33"/>
    <p:sldId id="37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1BC18F-F260-4E59-941D-66C855C98315}" v="164" dt="2025-10-23T09:38:15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03" autoAdjust="0"/>
    <p:restoredTop sz="94660"/>
  </p:normalViewPr>
  <p:slideViewPr>
    <p:cSldViewPr snapToGrid="0">
      <p:cViewPr>
        <p:scale>
          <a:sx n="50" d="100"/>
          <a:sy n="50" d="100"/>
        </p:scale>
        <p:origin x="224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custSel addSld delSld modSld sldOrd">
      <pc:chgData name="UBAID QURESHI" userId="dd4ae95d8f7c04fe" providerId="LiveId" clId="{AF920071-46B6-4E4C-A6D8-3E93B456AF12}" dt="2025-10-23T09:38:27.907" v="1088" actId="478"/>
      <pc:docMkLst>
        <pc:docMk/>
      </pc:docMkLst>
      <pc:sldChg chg="del">
        <pc:chgData name="UBAID QURESHI" userId="dd4ae95d8f7c04fe" providerId="LiveId" clId="{AF920071-46B6-4E4C-A6D8-3E93B456AF12}" dt="2025-10-23T06:57:53.777" v="227" actId="47"/>
        <pc:sldMkLst>
          <pc:docMk/>
          <pc:sldMk cId="1774394369" sldId="298"/>
        </pc:sldMkLst>
      </pc:sldChg>
      <pc:sldChg chg="addSp modSp del mod">
        <pc:chgData name="UBAID QURESHI" userId="dd4ae95d8f7c04fe" providerId="LiveId" clId="{AF920071-46B6-4E4C-A6D8-3E93B456AF12}" dt="2025-10-23T04:18:21.113" v="60" actId="47"/>
        <pc:sldMkLst>
          <pc:docMk/>
          <pc:sldMk cId="808775671" sldId="328"/>
        </pc:sldMkLst>
        <pc:spChg chg="mod">
          <ac:chgData name="UBAID QURESHI" userId="dd4ae95d8f7c04fe" providerId="LiveId" clId="{AF920071-46B6-4E4C-A6D8-3E93B456AF12}" dt="2025-10-23T04:16:30.307" v="58" actId="20577"/>
          <ac:spMkLst>
            <pc:docMk/>
            <pc:sldMk cId="808775671" sldId="328"/>
            <ac:spMk id="2" creationId="{A5F6874E-17A3-9FFE-E2F1-E79510436EEA}"/>
          </ac:spMkLst>
        </pc:spChg>
        <pc:spChg chg="add mod">
          <ac:chgData name="UBAID QURESHI" userId="dd4ae95d8f7c04fe" providerId="LiveId" clId="{AF920071-46B6-4E4C-A6D8-3E93B456AF12}" dt="2025-10-23T04:16:28.632" v="54" actId="1076"/>
          <ac:spMkLst>
            <pc:docMk/>
            <pc:sldMk cId="808775671" sldId="328"/>
            <ac:spMk id="3" creationId="{74894C69-3CF9-D216-B451-B6E522C9B0A5}"/>
          </ac:spMkLst>
        </pc:spChg>
      </pc:sldChg>
      <pc:sldChg chg="addSp delSp modSp mod">
        <pc:chgData name="UBAID QURESHI" userId="dd4ae95d8f7c04fe" providerId="LiveId" clId="{AF920071-46B6-4E4C-A6D8-3E93B456AF12}" dt="2025-10-23T06:59:01.819" v="271" actId="478"/>
        <pc:sldMkLst>
          <pc:docMk/>
          <pc:sldMk cId="4056609644" sldId="329"/>
        </pc:sldMkLst>
        <pc:spChg chg="add del mod">
          <ac:chgData name="UBAID QURESHI" userId="dd4ae95d8f7c04fe" providerId="LiveId" clId="{AF920071-46B6-4E4C-A6D8-3E93B456AF12}" dt="2025-10-23T06:58:33.270" v="255" actId="478"/>
          <ac:spMkLst>
            <pc:docMk/>
            <pc:sldMk cId="4056609644" sldId="329"/>
            <ac:spMk id="5" creationId="{75FB2352-720C-10D9-9B58-6859293CE8AD}"/>
          </ac:spMkLst>
        </pc:spChg>
        <pc:spChg chg="mod">
          <ac:chgData name="UBAID QURESHI" userId="dd4ae95d8f7c04fe" providerId="LiveId" clId="{AF920071-46B6-4E4C-A6D8-3E93B456AF12}" dt="2025-10-23T04:19:09.029" v="65" actId="207"/>
          <ac:spMkLst>
            <pc:docMk/>
            <pc:sldMk cId="4056609644" sldId="329"/>
            <ac:spMk id="6" creationId="{DB11A087-6215-D80A-0459-0A484259FD4F}"/>
          </ac:spMkLst>
        </pc:spChg>
        <pc:spChg chg="add del mod">
          <ac:chgData name="UBAID QURESHI" userId="dd4ae95d8f7c04fe" providerId="LiveId" clId="{AF920071-46B6-4E4C-A6D8-3E93B456AF12}" dt="2025-10-23T06:58:14.467" v="241" actId="478"/>
          <ac:spMkLst>
            <pc:docMk/>
            <pc:sldMk cId="4056609644" sldId="329"/>
            <ac:spMk id="7" creationId="{0218F571-DAEC-32C4-5C23-9E00C0C11743}"/>
          </ac:spMkLst>
        </pc:spChg>
        <pc:spChg chg="add del mod">
          <ac:chgData name="UBAID QURESHI" userId="dd4ae95d8f7c04fe" providerId="LiveId" clId="{AF920071-46B6-4E4C-A6D8-3E93B456AF12}" dt="2025-10-23T04:24:27.462" v="77" actId="478"/>
          <ac:spMkLst>
            <pc:docMk/>
            <pc:sldMk cId="4056609644" sldId="329"/>
            <ac:spMk id="9" creationId="{17D37C70-89C2-96B2-1DCD-D4E0D6748CCE}"/>
          </ac:spMkLst>
        </pc:spChg>
        <pc:spChg chg="add mod">
          <ac:chgData name="UBAID QURESHI" userId="dd4ae95d8f7c04fe" providerId="LiveId" clId="{AF920071-46B6-4E4C-A6D8-3E93B456AF12}" dt="2025-10-23T04:42:29.061" v="150" actId="164"/>
          <ac:spMkLst>
            <pc:docMk/>
            <pc:sldMk cId="4056609644" sldId="329"/>
            <ac:spMk id="10" creationId="{99258A38-0A62-F8EC-C1CE-C5BAC9AF5E7B}"/>
          </ac:spMkLst>
        </pc:spChg>
        <pc:spChg chg="add mod">
          <ac:chgData name="UBAID QURESHI" userId="dd4ae95d8f7c04fe" providerId="LiveId" clId="{AF920071-46B6-4E4C-A6D8-3E93B456AF12}" dt="2025-10-23T04:42:29.061" v="150" actId="164"/>
          <ac:spMkLst>
            <pc:docMk/>
            <pc:sldMk cId="4056609644" sldId="329"/>
            <ac:spMk id="11" creationId="{FAF3570F-C292-A20E-E4BC-E0CBDBA6A7DF}"/>
          </ac:spMkLst>
        </pc:spChg>
        <pc:spChg chg="add mod">
          <ac:chgData name="UBAID QURESHI" userId="dd4ae95d8f7c04fe" providerId="LiveId" clId="{AF920071-46B6-4E4C-A6D8-3E93B456AF12}" dt="2025-10-23T04:42:29.061" v="150" actId="164"/>
          <ac:spMkLst>
            <pc:docMk/>
            <pc:sldMk cId="4056609644" sldId="329"/>
            <ac:spMk id="13" creationId="{9DA52127-1468-4621-462B-94DE4BEF6726}"/>
          </ac:spMkLst>
        </pc:spChg>
        <pc:spChg chg="add del mod">
          <ac:chgData name="UBAID QURESHI" userId="dd4ae95d8f7c04fe" providerId="LiveId" clId="{AF920071-46B6-4E4C-A6D8-3E93B456AF12}" dt="2025-10-23T06:58:44.830" v="262" actId="478"/>
          <ac:spMkLst>
            <pc:docMk/>
            <pc:sldMk cId="4056609644" sldId="329"/>
            <ac:spMk id="25" creationId="{4E1AC40D-4EED-2ADD-0736-32AD547AD163}"/>
          </ac:spMkLst>
        </pc:spChg>
        <pc:spChg chg="add del mod">
          <ac:chgData name="UBAID QURESHI" userId="dd4ae95d8f7c04fe" providerId="LiveId" clId="{AF920071-46B6-4E4C-A6D8-3E93B456AF12}" dt="2025-10-23T06:58:17.603" v="244" actId="478"/>
          <ac:spMkLst>
            <pc:docMk/>
            <pc:sldMk cId="4056609644" sldId="329"/>
            <ac:spMk id="26" creationId="{C6FBDEFE-5F76-9DCE-9EF0-FB9EC71B96B4}"/>
          </ac:spMkLst>
        </pc:spChg>
        <pc:spChg chg="add del mod">
          <ac:chgData name="UBAID QURESHI" userId="dd4ae95d8f7c04fe" providerId="LiveId" clId="{AF920071-46B6-4E4C-A6D8-3E93B456AF12}" dt="2025-10-23T06:58:43.906" v="261" actId="478"/>
          <ac:spMkLst>
            <pc:docMk/>
            <pc:sldMk cId="4056609644" sldId="329"/>
            <ac:spMk id="30" creationId="{61A84EE6-2A6D-EEEF-E0D4-57C6EAA29FCD}"/>
          </ac:spMkLst>
        </pc:spChg>
        <pc:spChg chg="add del mod">
          <ac:chgData name="UBAID QURESHI" userId="dd4ae95d8f7c04fe" providerId="LiveId" clId="{AF920071-46B6-4E4C-A6D8-3E93B456AF12}" dt="2025-10-23T06:58:19.064" v="245" actId="478"/>
          <ac:spMkLst>
            <pc:docMk/>
            <pc:sldMk cId="4056609644" sldId="329"/>
            <ac:spMk id="32" creationId="{4C0F22D7-67D4-8430-F81B-197516E87891}"/>
          </ac:spMkLst>
        </pc:spChg>
        <pc:spChg chg="add mod">
          <ac:chgData name="UBAID QURESHI" userId="dd4ae95d8f7c04fe" providerId="LiveId" clId="{AF920071-46B6-4E4C-A6D8-3E93B456AF12}" dt="2025-10-23T04:42:02.560" v="149" actId="1076"/>
          <ac:spMkLst>
            <pc:docMk/>
            <pc:sldMk cId="4056609644" sldId="329"/>
            <ac:spMk id="33" creationId="{A329D67C-1FAC-22B1-D231-24E1F6CB0F1C}"/>
          </ac:spMkLst>
        </pc:spChg>
        <pc:spChg chg="mod">
          <ac:chgData name="UBAID QURESHI" userId="dd4ae95d8f7c04fe" providerId="LiveId" clId="{AF920071-46B6-4E4C-A6D8-3E93B456AF12}" dt="2025-10-23T04:42:39.686" v="151"/>
          <ac:spMkLst>
            <pc:docMk/>
            <pc:sldMk cId="4056609644" sldId="329"/>
            <ac:spMk id="36" creationId="{304F2D78-BE35-296D-5154-723292940226}"/>
          </ac:spMkLst>
        </pc:spChg>
        <pc:spChg chg="mod">
          <ac:chgData name="UBAID QURESHI" userId="dd4ae95d8f7c04fe" providerId="LiveId" clId="{AF920071-46B6-4E4C-A6D8-3E93B456AF12}" dt="2025-10-23T04:42:39.686" v="151"/>
          <ac:spMkLst>
            <pc:docMk/>
            <pc:sldMk cId="4056609644" sldId="329"/>
            <ac:spMk id="37" creationId="{4729C40E-B6BE-6DA3-EF38-FBF51E25C4E6}"/>
          </ac:spMkLst>
        </pc:spChg>
        <pc:spChg chg="mod">
          <ac:chgData name="UBAID QURESHI" userId="dd4ae95d8f7c04fe" providerId="LiveId" clId="{AF920071-46B6-4E4C-A6D8-3E93B456AF12}" dt="2025-10-23T04:43:17.704" v="157" actId="1076"/>
          <ac:spMkLst>
            <pc:docMk/>
            <pc:sldMk cId="4056609644" sldId="329"/>
            <ac:spMk id="38" creationId="{F2DF3BC7-A1EF-E564-722B-66093345E714}"/>
          </ac:spMkLst>
        </pc:spChg>
        <pc:spChg chg="add del mod">
          <ac:chgData name="UBAID QURESHI" userId="dd4ae95d8f7c04fe" providerId="LiveId" clId="{AF920071-46B6-4E4C-A6D8-3E93B456AF12}" dt="2025-10-23T06:58:51.996" v="265" actId="478"/>
          <ac:spMkLst>
            <pc:docMk/>
            <pc:sldMk cId="4056609644" sldId="329"/>
            <ac:spMk id="39" creationId="{E19F6CCD-F01C-7B27-BE67-22DD1552A293}"/>
          </ac:spMkLst>
        </pc:spChg>
        <pc:spChg chg="mod">
          <ac:chgData name="UBAID QURESHI" userId="dd4ae95d8f7c04fe" providerId="LiveId" clId="{AF920071-46B6-4E4C-A6D8-3E93B456AF12}" dt="2025-10-23T04:43:32.696" v="160"/>
          <ac:spMkLst>
            <pc:docMk/>
            <pc:sldMk cId="4056609644" sldId="329"/>
            <ac:spMk id="41" creationId="{F2403D76-79D0-B34D-22AA-E6EA194D7991}"/>
          </ac:spMkLst>
        </pc:spChg>
        <pc:spChg chg="del mod">
          <ac:chgData name="UBAID QURESHI" userId="dd4ae95d8f7c04fe" providerId="LiveId" clId="{AF920071-46B6-4E4C-A6D8-3E93B456AF12}" dt="2025-10-23T06:58:21.989" v="247" actId="478"/>
          <ac:spMkLst>
            <pc:docMk/>
            <pc:sldMk cId="4056609644" sldId="329"/>
            <ac:spMk id="42" creationId="{4CFA8639-B7C1-6C26-DCB3-52AB39C0C864}"/>
          </ac:spMkLst>
        </pc:spChg>
        <pc:spChg chg="mod">
          <ac:chgData name="UBAID QURESHI" userId="dd4ae95d8f7c04fe" providerId="LiveId" clId="{AF920071-46B6-4E4C-A6D8-3E93B456AF12}" dt="2025-10-23T04:44:06.181" v="165" actId="1076"/>
          <ac:spMkLst>
            <pc:docMk/>
            <pc:sldMk cId="4056609644" sldId="329"/>
            <ac:spMk id="43" creationId="{EA2C82A2-A99A-4117-276C-37408FC04339}"/>
          </ac:spMkLst>
        </pc:spChg>
        <pc:spChg chg="mod">
          <ac:chgData name="UBAID QURESHI" userId="dd4ae95d8f7c04fe" providerId="LiveId" clId="{AF920071-46B6-4E4C-A6D8-3E93B456AF12}" dt="2025-10-23T04:43:41.340" v="162"/>
          <ac:spMkLst>
            <pc:docMk/>
            <pc:sldMk cId="4056609644" sldId="329"/>
            <ac:spMk id="45" creationId="{0742105A-3220-C05E-7607-A4E4B5285D5C}"/>
          </ac:spMkLst>
        </pc:spChg>
        <pc:spChg chg="mod">
          <ac:chgData name="UBAID QURESHI" userId="dd4ae95d8f7c04fe" providerId="LiveId" clId="{AF920071-46B6-4E4C-A6D8-3E93B456AF12}" dt="2025-10-23T04:43:41.340" v="162"/>
          <ac:spMkLst>
            <pc:docMk/>
            <pc:sldMk cId="4056609644" sldId="329"/>
            <ac:spMk id="46" creationId="{0E370F4A-55CA-4CB2-498D-B4A6F65B128F}"/>
          </ac:spMkLst>
        </pc:spChg>
        <pc:spChg chg="mod">
          <ac:chgData name="UBAID QURESHI" userId="dd4ae95d8f7c04fe" providerId="LiveId" clId="{AF920071-46B6-4E4C-A6D8-3E93B456AF12}" dt="2025-10-23T04:43:41.340" v="162"/>
          <ac:spMkLst>
            <pc:docMk/>
            <pc:sldMk cId="4056609644" sldId="329"/>
            <ac:spMk id="47" creationId="{D7B9BBF3-A681-639D-2AF2-8C35C452B581}"/>
          </ac:spMkLst>
        </pc:spChg>
        <pc:spChg chg="add del mod">
          <ac:chgData name="UBAID QURESHI" userId="dd4ae95d8f7c04fe" providerId="LiveId" clId="{AF920071-46B6-4E4C-A6D8-3E93B456AF12}" dt="2025-10-23T06:58:30.774" v="253" actId="478"/>
          <ac:spMkLst>
            <pc:docMk/>
            <pc:sldMk cId="4056609644" sldId="329"/>
            <ac:spMk id="48" creationId="{5079219D-5267-7ADF-0715-E7F2C1A3A310}"/>
          </ac:spMkLst>
        </pc:spChg>
        <pc:spChg chg="add del mod">
          <ac:chgData name="UBAID QURESHI" userId="dd4ae95d8f7c04fe" providerId="LiveId" clId="{AF920071-46B6-4E4C-A6D8-3E93B456AF12}" dt="2025-10-23T06:58:39.242" v="258" actId="478"/>
          <ac:spMkLst>
            <pc:docMk/>
            <pc:sldMk cId="4056609644" sldId="329"/>
            <ac:spMk id="50" creationId="{C224A4A5-C1FE-002A-FB8D-FC238F9419A7}"/>
          </ac:spMkLst>
        </pc:spChg>
        <pc:spChg chg="add del mod">
          <ac:chgData name="UBAID QURESHI" userId="dd4ae95d8f7c04fe" providerId="LiveId" clId="{AF920071-46B6-4E4C-A6D8-3E93B456AF12}" dt="2025-10-23T06:58:54.987" v="268" actId="478"/>
          <ac:spMkLst>
            <pc:docMk/>
            <pc:sldMk cId="4056609644" sldId="329"/>
            <ac:spMk id="52" creationId="{4BBD073A-5FB1-DF8C-8863-D543872D3C08}"/>
          </ac:spMkLst>
        </pc:spChg>
        <pc:spChg chg="mod">
          <ac:chgData name="UBAID QURESHI" userId="dd4ae95d8f7c04fe" providerId="LiveId" clId="{AF920071-46B6-4E4C-A6D8-3E93B456AF12}" dt="2025-10-23T04:47:25.161" v="181"/>
          <ac:spMkLst>
            <pc:docMk/>
            <pc:sldMk cId="4056609644" sldId="329"/>
            <ac:spMk id="54" creationId="{1987EE74-193D-507D-E376-9ACCE59A4F2D}"/>
          </ac:spMkLst>
        </pc:spChg>
        <pc:spChg chg="mod">
          <ac:chgData name="UBAID QURESHI" userId="dd4ae95d8f7c04fe" providerId="LiveId" clId="{AF920071-46B6-4E4C-A6D8-3E93B456AF12}" dt="2025-10-23T04:47:25.161" v="181"/>
          <ac:spMkLst>
            <pc:docMk/>
            <pc:sldMk cId="4056609644" sldId="329"/>
            <ac:spMk id="55" creationId="{94576323-E73A-1E30-ABE2-3E65B9FE829E}"/>
          </ac:spMkLst>
        </pc:spChg>
        <pc:spChg chg="mod">
          <ac:chgData name="UBAID QURESHI" userId="dd4ae95d8f7c04fe" providerId="LiveId" clId="{AF920071-46B6-4E4C-A6D8-3E93B456AF12}" dt="2025-10-23T04:47:25.161" v="181"/>
          <ac:spMkLst>
            <pc:docMk/>
            <pc:sldMk cId="4056609644" sldId="329"/>
            <ac:spMk id="56" creationId="{4994DEB7-96CF-5C42-8F0B-D4B1147D3DBE}"/>
          </ac:spMkLst>
        </pc:spChg>
        <pc:spChg chg="mod">
          <ac:chgData name="UBAID QURESHI" userId="dd4ae95d8f7c04fe" providerId="LiveId" clId="{AF920071-46B6-4E4C-A6D8-3E93B456AF12}" dt="2025-10-23T04:47:38.023" v="183"/>
          <ac:spMkLst>
            <pc:docMk/>
            <pc:sldMk cId="4056609644" sldId="329"/>
            <ac:spMk id="58" creationId="{A4F21196-337C-BAF7-75C3-F7EC61228F77}"/>
          </ac:spMkLst>
        </pc:spChg>
        <pc:spChg chg="mod">
          <ac:chgData name="UBAID QURESHI" userId="dd4ae95d8f7c04fe" providerId="LiveId" clId="{AF920071-46B6-4E4C-A6D8-3E93B456AF12}" dt="2025-10-23T04:47:38.023" v="183"/>
          <ac:spMkLst>
            <pc:docMk/>
            <pc:sldMk cId="4056609644" sldId="329"/>
            <ac:spMk id="59" creationId="{2FF78533-3F8B-2A38-3BE9-29DC8AED7FBB}"/>
          </ac:spMkLst>
        </pc:spChg>
        <pc:spChg chg="mod">
          <ac:chgData name="UBAID QURESHI" userId="dd4ae95d8f7c04fe" providerId="LiveId" clId="{AF920071-46B6-4E4C-A6D8-3E93B456AF12}" dt="2025-10-23T04:47:38.023" v="183"/>
          <ac:spMkLst>
            <pc:docMk/>
            <pc:sldMk cId="4056609644" sldId="329"/>
            <ac:spMk id="60" creationId="{94DCBCC6-1D13-0BC8-B5E0-F7827005C344}"/>
          </ac:spMkLst>
        </pc:spChg>
        <pc:spChg chg="add del mod">
          <ac:chgData name="UBAID QURESHI" userId="dd4ae95d8f7c04fe" providerId="LiveId" clId="{AF920071-46B6-4E4C-A6D8-3E93B456AF12}" dt="2025-10-23T06:58:57.967" v="269" actId="478"/>
          <ac:spMkLst>
            <pc:docMk/>
            <pc:sldMk cId="4056609644" sldId="329"/>
            <ac:spMk id="61" creationId="{60D46B79-ED8B-2425-DB5E-C17FCFD186A3}"/>
          </ac:spMkLst>
        </pc:spChg>
        <pc:spChg chg="add del mod">
          <ac:chgData name="UBAID QURESHI" userId="dd4ae95d8f7c04fe" providerId="LiveId" clId="{AF920071-46B6-4E4C-A6D8-3E93B456AF12}" dt="2025-10-23T06:59:00.727" v="270" actId="478"/>
          <ac:spMkLst>
            <pc:docMk/>
            <pc:sldMk cId="4056609644" sldId="329"/>
            <ac:spMk id="62" creationId="{7EB91971-1233-F083-6A65-7E1D414760C4}"/>
          </ac:spMkLst>
        </pc:spChg>
        <pc:spChg chg="add del mod">
          <ac:chgData name="UBAID QURESHI" userId="dd4ae95d8f7c04fe" providerId="LiveId" clId="{AF920071-46B6-4E4C-A6D8-3E93B456AF12}" dt="2025-10-23T06:58:37.801" v="257" actId="478"/>
          <ac:spMkLst>
            <pc:docMk/>
            <pc:sldMk cId="4056609644" sldId="329"/>
            <ac:spMk id="77" creationId="{9A53AE59-CF82-E411-3FA8-D96F2A19AE03}"/>
          </ac:spMkLst>
        </pc:spChg>
        <pc:grpChg chg="add del mod">
          <ac:chgData name="UBAID QURESHI" userId="dd4ae95d8f7c04fe" providerId="LiveId" clId="{AF920071-46B6-4E4C-A6D8-3E93B456AF12}" dt="2025-10-23T06:58:13.492" v="240" actId="478"/>
          <ac:grpSpMkLst>
            <pc:docMk/>
            <pc:sldMk cId="4056609644" sldId="329"/>
            <ac:grpSpMk id="34" creationId="{543084D7-DEEC-D838-DC3C-2E8475A7F117}"/>
          </ac:grpSpMkLst>
        </pc:grpChg>
        <pc:grpChg chg="add del mod">
          <ac:chgData name="UBAID QURESHI" userId="dd4ae95d8f7c04fe" providerId="LiveId" clId="{AF920071-46B6-4E4C-A6D8-3E93B456AF12}" dt="2025-10-23T06:58:49.305" v="264" actId="478"/>
          <ac:grpSpMkLst>
            <pc:docMk/>
            <pc:sldMk cId="4056609644" sldId="329"/>
            <ac:grpSpMk id="35" creationId="{D98DFFC6-98C1-4F9E-877E-81A3034F4520}"/>
          </ac:grpSpMkLst>
        </pc:grpChg>
        <pc:grpChg chg="add del mod">
          <ac:chgData name="UBAID QURESHI" userId="dd4ae95d8f7c04fe" providerId="LiveId" clId="{AF920071-46B6-4E4C-A6D8-3E93B456AF12}" dt="2025-10-23T06:58:26.202" v="250" actId="478"/>
          <ac:grpSpMkLst>
            <pc:docMk/>
            <pc:sldMk cId="4056609644" sldId="329"/>
            <ac:grpSpMk id="40" creationId="{FE8883B9-9B01-FED3-4DE7-EBD82E7E87B9}"/>
          </ac:grpSpMkLst>
        </pc:grpChg>
        <pc:grpChg chg="add del mod">
          <ac:chgData name="UBAID QURESHI" userId="dd4ae95d8f7c04fe" providerId="LiveId" clId="{AF920071-46B6-4E4C-A6D8-3E93B456AF12}" dt="2025-10-23T04:43:44.057" v="163" actId="478"/>
          <ac:grpSpMkLst>
            <pc:docMk/>
            <pc:sldMk cId="4056609644" sldId="329"/>
            <ac:grpSpMk id="44" creationId="{F1D26BE9-EB88-031D-4595-2BD7D6F59015}"/>
          </ac:grpSpMkLst>
        </pc:grpChg>
        <pc:grpChg chg="add del mod">
          <ac:chgData name="UBAID QURESHI" userId="dd4ae95d8f7c04fe" providerId="LiveId" clId="{AF920071-46B6-4E4C-A6D8-3E93B456AF12}" dt="2025-10-23T06:59:01.819" v="271" actId="478"/>
          <ac:grpSpMkLst>
            <pc:docMk/>
            <pc:sldMk cId="4056609644" sldId="329"/>
            <ac:grpSpMk id="53" creationId="{CB1E19F8-6D11-124A-57E4-99F504C3B47B}"/>
          </ac:grpSpMkLst>
        </pc:grpChg>
        <pc:grpChg chg="add mod">
          <ac:chgData name="UBAID QURESHI" userId="dd4ae95d8f7c04fe" providerId="LiveId" clId="{AF920071-46B6-4E4C-A6D8-3E93B456AF12}" dt="2025-10-23T04:47:38.023" v="183"/>
          <ac:grpSpMkLst>
            <pc:docMk/>
            <pc:sldMk cId="4056609644" sldId="329"/>
            <ac:grpSpMk id="57" creationId="{98E3B5AD-71DC-8212-DB34-A13293E92D21}"/>
          </ac:grpSpMkLst>
        </pc:grpChg>
        <pc:cxnChg chg="add del mod">
          <ac:chgData name="UBAID QURESHI" userId="dd4ae95d8f7c04fe" providerId="LiveId" clId="{AF920071-46B6-4E4C-A6D8-3E93B456AF12}" dt="2025-10-23T06:58:12.212" v="239" actId="478"/>
          <ac:cxnSpMkLst>
            <pc:docMk/>
            <pc:sldMk cId="4056609644" sldId="329"/>
            <ac:cxnSpMk id="2" creationId="{1BA16A23-5191-C1B2-BE7A-E6F223857752}"/>
          </ac:cxnSpMkLst>
        </pc:cxnChg>
        <pc:cxnChg chg="add del mod">
          <ac:chgData name="UBAID QURESHI" userId="dd4ae95d8f7c04fe" providerId="LiveId" clId="{AF920071-46B6-4E4C-A6D8-3E93B456AF12}" dt="2025-10-23T04:34:36.007" v="101" actId="478"/>
          <ac:cxnSpMkLst>
            <pc:docMk/>
            <pc:sldMk cId="4056609644" sldId="329"/>
            <ac:cxnSpMk id="17" creationId="{3DE617E4-4888-E2AB-FCB1-FB3765E30F61}"/>
          </ac:cxnSpMkLst>
        </pc:cxnChg>
        <pc:cxnChg chg="add del mod">
          <ac:chgData name="UBAID QURESHI" userId="dd4ae95d8f7c04fe" providerId="LiveId" clId="{AF920071-46B6-4E4C-A6D8-3E93B456AF12}" dt="2025-10-23T04:34:34.739" v="100" actId="478"/>
          <ac:cxnSpMkLst>
            <pc:docMk/>
            <pc:sldMk cId="4056609644" sldId="329"/>
            <ac:cxnSpMk id="18" creationId="{DD770903-35B5-6B1D-5707-6C0E20C50A0E}"/>
          </ac:cxnSpMkLst>
        </pc:cxnChg>
        <pc:cxnChg chg="add del mod">
          <ac:chgData name="UBAID QURESHI" userId="dd4ae95d8f7c04fe" providerId="LiveId" clId="{AF920071-46B6-4E4C-A6D8-3E93B456AF12}" dt="2025-10-23T06:58:15.669" v="242" actId="478"/>
          <ac:cxnSpMkLst>
            <pc:docMk/>
            <pc:sldMk cId="4056609644" sldId="329"/>
            <ac:cxnSpMk id="20" creationId="{AC53CEEA-58B2-0B07-03FD-D3D5D9B388C1}"/>
          </ac:cxnSpMkLst>
        </pc:cxnChg>
        <pc:cxnChg chg="add del mod">
          <ac:chgData name="UBAID QURESHI" userId="dd4ae95d8f7c04fe" providerId="LiveId" clId="{AF920071-46B6-4E4C-A6D8-3E93B456AF12}" dt="2025-10-23T06:58:16.884" v="243" actId="478"/>
          <ac:cxnSpMkLst>
            <pc:docMk/>
            <pc:sldMk cId="4056609644" sldId="329"/>
            <ac:cxnSpMk id="21" creationId="{0A631B0E-392F-8551-353A-CAE3249BB928}"/>
          </ac:cxnSpMkLst>
        </pc:cxnChg>
        <pc:cxnChg chg="add del mod">
          <ac:chgData name="UBAID QURESHI" userId="dd4ae95d8f7c04fe" providerId="LiveId" clId="{AF920071-46B6-4E4C-A6D8-3E93B456AF12}" dt="2025-10-23T06:58:46.901" v="263" actId="478"/>
          <ac:cxnSpMkLst>
            <pc:docMk/>
            <pc:sldMk cId="4056609644" sldId="329"/>
            <ac:cxnSpMk id="28" creationId="{C63B472B-F634-EEDD-D75D-12A0D7793515}"/>
          </ac:cxnSpMkLst>
        </pc:cxnChg>
        <pc:cxnChg chg="add del mod">
          <ac:chgData name="UBAID QURESHI" userId="dd4ae95d8f7c04fe" providerId="LiveId" clId="{AF920071-46B6-4E4C-A6D8-3E93B456AF12}" dt="2025-10-23T06:58:20.045" v="246" actId="478"/>
          <ac:cxnSpMkLst>
            <pc:docMk/>
            <pc:sldMk cId="4056609644" sldId="329"/>
            <ac:cxnSpMk id="31" creationId="{E8615334-3968-B349-D87B-7C95DB977745}"/>
          </ac:cxnSpMkLst>
        </pc:cxnChg>
        <pc:cxnChg chg="add del mod">
          <ac:chgData name="UBAID QURESHI" userId="dd4ae95d8f7c04fe" providerId="LiveId" clId="{AF920071-46B6-4E4C-A6D8-3E93B456AF12}" dt="2025-10-23T06:58:53.088" v="266" actId="478"/>
          <ac:cxnSpMkLst>
            <pc:docMk/>
            <pc:sldMk cId="4056609644" sldId="329"/>
            <ac:cxnSpMk id="49" creationId="{712D416B-31AB-DFB8-B4A3-98A2BEF3A821}"/>
          </ac:cxnSpMkLst>
        </pc:cxnChg>
        <pc:cxnChg chg="add del mod">
          <ac:chgData name="UBAID QURESHI" userId="dd4ae95d8f7c04fe" providerId="LiveId" clId="{AF920071-46B6-4E4C-A6D8-3E93B456AF12}" dt="2025-10-23T06:58:53.851" v="267" actId="478"/>
          <ac:cxnSpMkLst>
            <pc:docMk/>
            <pc:sldMk cId="4056609644" sldId="329"/>
            <ac:cxnSpMk id="51" creationId="{3E664280-9DBB-D77E-4722-EFF9E335DD58}"/>
          </ac:cxnSpMkLst>
        </pc:cxnChg>
        <pc:cxnChg chg="add del mod">
          <ac:chgData name="UBAID QURESHI" userId="dd4ae95d8f7c04fe" providerId="LiveId" clId="{AF920071-46B6-4E4C-A6D8-3E93B456AF12}" dt="2025-10-23T06:58:40.206" v="259" actId="478"/>
          <ac:cxnSpMkLst>
            <pc:docMk/>
            <pc:sldMk cId="4056609644" sldId="329"/>
            <ac:cxnSpMk id="64" creationId="{93E5874F-A631-726D-9D66-B7320D15DFD9}"/>
          </ac:cxnSpMkLst>
        </pc:cxnChg>
        <pc:cxnChg chg="add del mod">
          <ac:chgData name="UBAID QURESHI" userId="dd4ae95d8f7c04fe" providerId="LiveId" clId="{AF920071-46B6-4E4C-A6D8-3E93B456AF12}" dt="2025-10-23T06:58:41.935" v="260" actId="478"/>
          <ac:cxnSpMkLst>
            <pc:docMk/>
            <pc:sldMk cId="4056609644" sldId="329"/>
            <ac:cxnSpMk id="68" creationId="{B35075ED-4151-E881-2874-41680FE8601E}"/>
          </ac:cxnSpMkLst>
        </pc:cxnChg>
        <pc:cxnChg chg="add del mod">
          <ac:chgData name="UBAID QURESHI" userId="dd4ae95d8f7c04fe" providerId="LiveId" clId="{AF920071-46B6-4E4C-A6D8-3E93B456AF12}" dt="2025-10-23T06:58:27.329" v="251" actId="478"/>
          <ac:cxnSpMkLst>
            <pc:docMk/>
            <pc:sldMk cId="4056609644" sldId="329"/>
            <ac:cxnSpMk id="70" creationId="{7BC15C71-2C82-92D7-1A92-33BBF6FCDE5C}"/>
          </ac:cxnSpMkLst>
        </pc:cxnChg>
      </pc:sldChg>
      <pc:sldChg chg="del">
        <pc:chgData name="UBAID QURESHI" userId="dd4ae95d8f7c04fe" providerId="LiveId" clId="{AF920071-46B6-4E4C-A6D8-3E93B456AF12}" dt="2025-10-23T06:57:53.013" v="226" actId="47"/>
        <pc:sldMkLst>
          <pc:docMk/>
          <pc:sldMk cId="661084391" sldId="330"/>
        </pc:sldMkLst>
      </pc:sldChg>
      <pc:sldChg chg="del">
        <pc:chgData name="UBAID QURESHI" userId="dd4ae95d8f7c04fe" providerId="LiveId" clId="{AF920071-46B6-4E4C-A6D8-3E93B456AF12}" dt="2025-10-23T06:57:52.262" v="225" actId="47"/>
        <pc:sldMkLst>
          <pc:docMk/>
          <pc:sldMk cId="2479702379" sldId="331"/>
        </pc:sldMkLst>
      </pc:sldChg>
      <pc:sldChg chg="del">
        <pc:chgData name="UBAID QURESHI" userId="dd4ae95d8f7c04fe" providerId="LiveId" clId="{AF920071-46B6-4E4C-A6D8-3E93B456AF12}" dt="2025-10-23T06:57:52.056" v="224" actId="47"/>
        <pc:sldMkLst>
          <pc:docMk/>
          <pc:sldMk cId="3364690638" sldId="334"/>
        </pc:sldMkLst>
      </pc:sldChg>
      <pc:sldChg chg="del">
        <pc:chgData name="UBAID QURESHI" userId="dd4ae95d8f7c04fe" providerId="LiveId" clId="{AF920071-46B6-4E4C-A6D8-3E93B456AF12}" dt="2025-10-23T06:57:51.761" v="223" actId="47"/>
        <pc:sldMkLst>
          <pc:docMk/>
          <pc:sldMk cId="3368950019" sldId="335"/>
        </pc:sldMkLst>
      </pc:sldChg>
      <pc:sldChg chg="del">
        <pc:chgData name="UBAID QURESHI" userId="dd4ae95d8f7c04fe" providerId="LiveId" clId="{AF920071-46B6-4E4C-A6D8-3E93B456AF12}" dt="2025-10-23T06:57:50.935" v="222" actId="47"/>
        <pc:sldMkLst>
          <pc:docMk/>
          <pc:sldMk cId="1045871034" sldId="336"/>
        </pc:sldMkLst>
      </pc:sldChg>
      <pc:sldChg chg="del">
        <pc:chgData name="UBAID QURESHI" userId="dd4ae95d8f7c04fe" providerId="LiveId" clId="{AF920071-46B6-4E4C-A6D8-3E93B456AF12}" dt="2025-10-23T06:57:50.658" v="221" actId="47"/>
        <pc:sldMkLst>
          <pc:docMk/>
          <pc:sldMk cId="2068008745" sldId="337"/>
        </pc:sldMkLst>
      </pc:sldChg>
      <pc:sldChg chg="del">
        <pc:chgData name="UBAID QURESHI" userId="dd4ae95d8f7c04fe" providerId="LiveId" clId="{AF920071-46B6-4E4C-A6D8-3E93B456AF12}" dt="2025-10-23T06:57:50.450" v="220" actId="47"/>
        <pc:sldMkLst>
          <pc:docMk/>
          <pc:sldMk cId="151270067" sldId="338"/>
        </pc:sldMkLst>
      </pc:sldChg>
      <pc:sldChg chg="del">
        <pc:chgData name="UBAID QURESHI" userId="dd4ae95d8f7c04fe" providerId="LiveId" clId="{AF920071-46B6-4E4C-A6D8-3E93B456AF12}" dt="2025-10-23T06:57:50.228" v="219" actId="47"/>
        <pc:sldMkLst>
          <pc:docMk/>
          <pc:sldMk cId="1595469795" sldId="339"/>
        </pc:sldMkLst>
      </pc:sldChg>
      <pc:sldChg chg="modSp del mod">
        <pc:chgData name="UBAID QURESHI" userId="dd4ae95d8f7c04fe" providerId="LiveId" clId="{AF920071-46B6-4E4C-A6D8-3E93B456AF12}" dt="2025-10-23T06:57:50.017" v="218" actId="47"/>
        <pc:sldMkLst>
          <pc:docMk/>
          <pc:sldMk cId="1917244886" sldId="340"/>
        </pc:sldMkLst>
        <pc:spChg chg="mod">
          <ac:chgData name="UBAID QURESHI" userId="dd4ae95d8f7c04fe" providerId="LiveId" clId="{AF920071-46B6-4E4C-A6D8-3E93B456AF12}" dt="2025-10-22T15:51:22.846" v="1" actId="20577"/>
          <ac:spMkLst>
            <pc:docMk/>
            <pc:sldMk cId="1917244886" sldId="340"/>
            <ac:spMk id="32" creationId="{E29F67D3-80BB-7BF3-183F-9B8E66E53FE6}"/>
          </ac:spMkLst>
        </pc:spChg>
      </pc:sldChg>
      <pc:sldChg chg="del">
        <pc:chgData name="UBAID QURESHI" userId="dd4ae95d8f7c04fe" providerId="LiveId" clId="{AF920071-46B6-4E4C-A6D8-3E93B456AF12}" dt="2025-10-23T06:57:49.811" v="217" actId="47"/>
        <pc:sldMkLst>
          <pc:docMk/>
          <pc:sldMk cId="3304279313" sldId="342"/>
        </pc:sldMkLst>
      </pc:sldChg>
      <pc:sldChg chg="del">
        <pc:chgData name="UBAID QURESHI" userId="dd4ae95d8f7c04fe" providerId="LiveId" clId="{AF920071-46B6-4E4C-A6D8-3E93B456AF12}" dt="2025-10-23T06:57:49.650" v="216" actId="47"/>
        <pc:sldMkLst>
          <pc:docMk/>
          <pc:sldMk cId="1826778848" sldId="343"/>
        </pc:sldMkLst>
      </pc:sldChg>
      <pc:sldChg chg="add">
        <pc:chgData name="UBAID QURESHI" userId="dd4ae95d8f7c04fe" providerId="LiveId" clId="{AF920071-46B6-4E4C-A6D8-3E93B456AF12}" dt="2025-10-23T04:18:18.274" v="59"/>
        <pc:sldMkLst>
          <pc:docMk/>
          <pc:sldMk cId="3048661621" sldId="344"/>
        </pc:sldMkLst>
      </pc:sldChg>
      <pc:sldChg chg="addSp delSp modSp add mod">
        <pc:chgData name="UBAID QURESHI" userId="dd4ae95d8f7c04fe" providerId="LiveId" clId="{AF920071-46B6-4E4C-A6D8-3E93B456AF12}" dt="2025-10-23T06:59:59.634" v="299" actId="478"/>
        <pc:sldMkLst>
          <pc:docMk/>
          <pc:sldMk cId="1809563311" sldId="345"/>
        </pc:sldMkLst>
        <pc:spChg chg="add del">
          <ac:chgData name="UBAID QURESHI" userId="dd4ae95d8f7c04fe" providerId="LiveId" clId="{AF920071-46B6-4E4C-A6D8-3E93B456AF12}" dt="2025-10-23T06:59:48.334" v="294" actId="478"/>
          <ac:spMkLst>
            <pc:docMk/>
            <pc:sldMk cId="1809563311" sldId="345"/>
            <ac:spMk id="5" creationId="{EAE2435C-83A9-A149-EA39-4C5844799B4C}"/>
          </ac:spMkLst>
        </pc:spChg>
        <pc:spChg chg="del">
          <ac:chgData name="UBAID QURESHI" userId="dd4ae95d8f7c04fe" providerId="LiveId" clId="{AF920071-46B6-4E4C-A6D8-3E93B456AF12}" dt="2025-10-23T06:59:23.136" v="274" actId="478"/>
          <ac:spMkLst>
            <pc:docMk/>
            <pc:sldMk cId="1809563311" sldId="345"/>
            <ac:spMk id="25" creationId="{A20DC485-8670-B27F-C605-204476E1E757}"/>
          </ac:spMkLst>
        </pc:spChg>
        <pc:spChg chg="del">
          <ac:chgData name="UBAID QURESHI" userId="dd4ae95d8f7c04fe" providerId="LiveId" clId="{AF920071-46B6-4E4C-A6D8-3E93B456AF12}" dt="2025-10-23T06:59:23.990" v="275" actId="478"/>
          <ac:spMkLst>
            <pc:docMk/>
            <pc:sldMk cId="1809563311" sldId="345"/>
            <ac:spMk id="26" creationId="{5305755B-2CF9-3C38-C54A-2A4F9973A931}"/>
          </ac:spMkLst>
        </pc:spChg>
        <pc:spChg chg="del">
          <ac:chgData name="UBAID QURESHI" userId="dd4ae95d8f7c04fe" providerId="LiveId" clId="{AF920071-46B6-4E4C-A6D8-3E93B456AF12}" dt="2025-10-23T06:59:26.814" v="278" actId="478"/>
          <ac:spMkLst>
            <pc:docMk/>
            <pc:sldMk cId="1809563311" sldId="345"/>
            <ac:spMk id="30" creationId="{FFC96768-A562-8F69-5F4D-836231929562}"/>
          </ac:spMkLst>
        </pc:spChg>
        <pc:spChg chg="del">
          <ac:chgData name="UBAID QURESHI" userId="dd4ae95d8f7c04fe" providerId="LiveId" clId="{AF920071-46B6-4E4C-A6D8-3E93B456AF12}" dt="2025-10-23T06:59:38.639" v="287" actId="478"/>
          <ac:spMkLst>
            <pc:docMk/>
            <pc:sldMk cId="1809563311" sldId="345"/>
            <ac:spMk id="32" creationId="{51BE9857-BE00-9B49-2ABE-63A1874BC9DC}"/>
          </ac:spMkLst>
        </pc:spChg>
        <pc:spChg chg="del">
          <ac:chgData name="UBAID QURESHI" userId="dd4ae95d8f7c04fe" providerId="LiveId" clId="{AF920071-46B6-4E4C-A6D8-3E93B456AF12}" dt="2025-10-23T06:59:30.793" v="280" actId="478"/>
          <ac:spMkLst>
            <pc:docMk/>
            <pc:sldMk cId="1809563311" sldId="345"/>
            <ac:spMk id="37" creationId="{F44D9D46-C50C-1C87-CB63-C1A7EA539B14}"/>
          </ac:spMkLst>
        </pc:spChg>
        <pc:spChg chg="del">
          <ac:chgData name="UBAID QURESHI" userId="dd4ae95d8f7c04fe" providerId="LiveId" clId="{AF920071-46B6-4E4C-A6D8-3E93B456AF12}" dt="2025-10-23T06:59:27.551" v="279" actId="478"/>
          <ac:spMkLst>
            <pc:docMk/>
            <pc:sldMk cId="1809563311" sldId="345"/>
            <ac:spMk id="39" creationId="{950F33C5-D478-D0F9-725C-660B1CC8AF84}"/>
          </ac:spMkLst>
        </pc:spChg>
        <pc:spChg chg="del mod">
          <ac:chgData name="UBAID QURESHI" userId="dd4ae95d8f7c04fe" providerId="LiveId" clId="{AF920071-46B6-4E4C-A6D8-3E93B456AF12}" dt="2025-10-23T06:59:40.806" v="289" actId="478"/>
          <ac:spMkLst>
            <pc:docMk/>
            <pc:sldMk cId="1809563311" sldId="345"/>
            <ac:spMk id="43" creationId="{AE82F3D6-D7F0-C76D-EE74-AD932FEA3F6B}"/>
          </ac:spMkLst>
        </pc:spChg>
        <pc:spChg chg="del">
          <ac:chgData name="UBAID QURESHI" userId="dd4ae95d8f7c04fe" providerId="LiveId" clId="{AF920071-46B6-4E4C-A6D8-3E93B456AF12}" dt="2025-10-23T06:59:43.599" v="291" actId="478"/>
          <ac:spMkLst>
            <pc:docMk/>
            <pc:sldMk cId="1809563311" sldId="345"/>
            <ac:spMk id="48" creationId="{9E040D95-9FF6-6E19-5A46-0BEDBD678ED4}"/>
          </ac:spMkLst>
        </pc:spChg>
        <pc:spChg chg="del">
          <ac:chgData name="UBAID QURESHI" userId="dd4ae95d8f7c04fe" providerId="LiveId" clId="{AF920071-46B6-4E4C-A6D8-3E93B456AF12}" dt="2025-10-23T06:59:33.603" v="283" actId="478"/>
          <ac:spMkLst>
            <pc:docMk/>
            <pc:sldMk cId="1809563311" sldId="345"/>
            <ac:spMk id="50" creationId="{974D138C-F155-3E72-FEE6-FF9672BCA24C}"/>
          </ac:spMkLst>
        </pc:spChg>
        <pc:spChg chg="del">
          <ac:chgData name="UBAID QURESHI" userId="dd4ae95d8f7c04fe" providerId="LiveId" clId="{AF920071-46B6-4E4C-A6D8-3E93B456AF12}" dt="2025-10-23T06:59:52.157" v="295" actId="478"/>
          <ac:spMkLst>
            <pc:docMk/>
            <pc:sldMk cId="1809563311" sldId="345"/>
            <ac:spMk id="52" creationId="{356FE527-A0B2-6585-FE08-ED26BE81BFB6}"/>
          </ac:spMkLst>
        </pc:spChg>
        <pc:spChg chg="del">
          <ac:chgData name="UBAID QURESHI" userId="dd4ae95d8f7c04fe" providerId="LiveId" clId="{AF920071-46B6-4E4C-A6D8-3E93B456AF12}" dt="2025-10-23T06:59:56.131" v="297" actId="478"/>
          <ac:spMkLst>
            <pc:docMk/>
            <pc:sldMk cId="1809563311" sldId="345"/>
            <ac:spMk id="61" creationId="{346A4542-CED6-362A-AB56-9DFC80B669B4}"/>
          </ac:spMkLst>
        </pc:spChg>
        <pc:spChg chg="del">
          <ac:chgData name="UBAID QURESHI" userId="dd4ae95d8f7c04fe" providerId="LiveId" clId="{AF920071-46B6-4E4C-A6D8-3E93B456AF12}" dt="2025-10-23T06:59:53.540" v="296" actId="478"/>
          <ac:spMkLst>
            <pc:docMk/>
            <pc:sldMk cId="1809563311" sldId="345"/>
            <ac:spMk id="62" creationId="{4E3C189F-1ECC-A5E5-AC48-5D9A9909F681}"/>
          </ac:spMkLst>
        </pc:spChg>
        <pc:spChg chg="del">
          <ac:chgData name="UBAID QURESHI" userId="dd4ae95d8f7c04fe" providerId="LiveId" clId="{AF920071-46B6-4E4C-A6D8-3E93B456AF12}" dt="2025-10-23T06:59:45.922" v="292" actId="478"/>
          <ac:spMkLst>
            <pc:docMk/>
            <pc:sldMk cId="1809563311" sldId="345"/>
            <ac:spMk id="77" creationId="{AD9D6C36-74DC-31D3-1539-5E8BBF6696A6}"/>
          </ac:spMkLst>
        </pc:spChg>
        <pc:grpChg chg="del">
          <ac:chgData name="UBAID QURESHI" userId="dd4ae95d8f7c04fe" providerId="LiveId" clId="{AF920071-46B6-4E4C-A6D8-3E93B456AF12}" dt="2025-10-23T06:59:31.761" v="281" actId="478"/>
          <ac:grpSpMkLst>
            <pc:docMk/>
            <pc:sldMk cId="1809563311" sldId="345"/>
            <ac:grpSpMk id="35" creationId="{913596F9-4B5B-8870-F893-C06025430430}"/>
          </ac:grpSpMkLst>
        </pc:grpChg>
        <pc:grpChg chg="del">
          <ac:chgData name="UBAID QURESHI" userId="dd4ae95d8f7c04fe" providerId="LiveId" clId="{AF920071-46B6-4E4C-A6D8-3E93B456AF12}" dt="2025-10-23T06:59:41.888" v="290" actId="478"/>
          <ac:grpSpMkLst>
            <pc:docMk/>
            <pc:sldMk cId="1809563311" sldId="345"/>
            <ac:grpSpMk id="40" creationId="{F9712EB4-A928-17AD-9A7E-B2588A9A0199}"/>
          </ac:grpSpMkLst>
        </pc:grpChg>
        <pc:grpChg chg="del">
          <ac:chgData name="UBAID QURESHI" userId="dd4ae95d8f7c04fe" providerId="LiveId" clId="{AF920071-46B6-4E4C-A6D8-3E93B456AF12}" dt="2025-10-23T06:59:58.241" v="298" actId="478"/>
          <ac:grpSpMkLst>
            <pc:docMk/>
            <pc:sldMk cId="1809563311" sldId="345"/>
            <ac:grpSpMk id="53" creationId="{FE8CD4F2-101B-D0EC-B24C-4612B521DEE6}"/>
          </ac:grpSpMkLst>
        </pc:grpChg>
        <pc:cxnChg chg="del">
          <ac:chgData name="UBAID QURESHI" userId="dd4ae95d8f7c04fe" providerId="LiveId" clId="{AF920071-46B6-4E4C-A6D8-3E93B456AF12}" dt="2025-10-23T06:59:20.925" v="272" actId="478"/>
          <ac:cxnSpMkLst>
            <pc:docMk/>
            <pc:sldMk cId="1809563311" sldId="345"/>
            <ac:cxnSpMk id="20" creationId="{B40F1B6A-66C9-858D-DE51-A37B37D5731B}"/>
          </ac:cxnSpMkLst>
        </pc:cxnChg>
        <pc:cxnChg chg="del">
          <ac:chgData name="UBAID QURESHI" userId="dd4ae95d8f7c04fe" providerId="LiveId" clId="{AF920071-46B6-4E4C-A6D8-3E93B456AF12}" dt="2025-10-23T06:59:22.091" v="273" actId="478"/>
          <ac:cxnSpMkLst>
            <pc:docMk/>
            <pc:sldMk cId="1809563311" sldId="345"/>
            <ac:cxnSpMk id="21" creationId="{D2CB42F8-5C01-5FB2-3BB0-B644E6AC1A2D}"/>
          </ac:cxnSpMkLst>
        </pc:cxnChg>
        <pc:cxnChg chg="del">
          <ac:chgData name="UBAID QURESHI" userId="dd4ae95d8f7c04fe" providerId="LiveId" clId="{AF920071-46B6-4E4C-A6D8-3E93B456AF12}" dt="2025-10-23T06:59:26.096" v="277" actId="478"/>
          <ac:cxnSpMkLst>
            <pc:docMk/>
            <pc:sldMk cId="1809563311" sldId="345"/>
            <ac:cxnSpMk id="28" creationId="{DDF4410A-DC26-EDE8-1737-A86A0B9AE5A3}"/>
          </ac:cxnSpMkLst>
        </pc:cxnChg>
        <pc:cxnChg chg="del">
          <ac:chgData name="UBAID QURESHI" userId="dd4ae95d8f7c04fe" providerId="LiveId" clId="{AF920071-46B6-4E4C-A6D8-3E93B456AF12}" dt="2025-10-23T06:59:24.915" v="276" actId="478"/>
          <ac:cxnSpMkLst>
            <pc:docMk/>
            <pc:sldMk cId="1809563311" sldId="345"/>
            <ac:cxnSpMk id="31" creationId="{374793FF-474C-5337-5688-9460D81C0F4E}"/>
          </ac:cxnSpMkLst>
        </pc:cxnChg>
        <pc:cxnChg chg="del">
          <ac:chgData name="UBAID QURESHI" userId="dd4ae95d8f7c04fe" providerId="LiveId" clId="{AF920071-46B6-4E4C-A6D8-3E93B456AF12}" dt="2025-10-23T06:59:32.837" v="282" actId="478"/>
          <ac:cxnSpMkLst>
            <pc:docMk/>
            <pc:sldMk cId="1809563311" sldId="345"/>
            <ac:cxnSpMk id="49" creationId="{A1A19617-1357-4464-09EA-C528A9E5E3EC}"/>
          </ac:cxnSpMkLst>
        </pc:cxnChg>
        <pc:cxnChg chg="del">
          <ac:chgData name="UBAID QURESHI" userId="dd4ae95d8f7c04fe" providerId="LiveId" clId="{AF920071-46B6-4E4C-A6D8-3E93B456AF12}" dt="2025-10-23T06:59:59.634" v="299" actId="478"/>
          <ac:cxnSpMkLst>
            <pc:docMk/>
            <pc:sldMk cId="1809563311" sldId="345"/>
            <ac:cxnSpMk id="51" creationId="{4F9E7013-75D9-2404-C903-367BEAF2E4E1}"/>
          </ac:cxnSpMkLst>
        </pc:cxnChg>
        <pc:cxnChg chg="del">
          <ac:chgData name="UBAID QURESHI" userId="dd4ae95d8f7c04fe" providerId="LiveId" clId="{AF920071-46B6-4E4C-A6D8-3E93B456AF12}" dt="2025-10-23T06:59:34.674" v="284" actId="478"/>
          <ac:cxnSpMkLst>
            <pc:docMk/>
            <pc:sldMk cId="1809563311" sldId="345"/>
            <ac:cxnSpMk id="64" creationId="{21B13D71-662F-E57B-8403-DD8F1846C86B}"/>
          </ac:cxnSpMkLst>
        </pc:cxnChg>
        <pc:cxnChg chg="del">
          <ac:chgData name="UBAID QURESHI" userId="dd4ae95d8f7c04fe" providerId="LiveId" clId="{AF920071-46B6-4E4C-A6D8-3E93B456AF12}" dt="2025-10-23T06:59:35.485" v="285" actId="478"/>
          <ac:cxnSpMkLst>
            <pc:docMk/>
            <pc:sldMk cId="1809563311" sldId="345"/>
            <ac:cxnSpMk id="68" creationId="{7B61297D-4818-F7F4-6371-49A9E574F790}"/>
          </ac:cxnSpMkLst>
        </pc:cxnChg>
        <pc:cxnChg chg="del">
          <ac:chgData name="UBAID QURESHI" userId="dd4ae95d8f7c04fe" providerId="LiveId" clId="{AF920071-46B6-4E4C-A6D8-3E93B456AF12}" dt="2025-10-23T06:59:37.205" v="286" actId="478"/>
          <ac:cxnSpMkLst>
            <pc:docMk/>
            <pc:sldMk cId="1809563311" sldId="345"/>
            <ac:cxnSpMk id="70" creationId="{EB80D70D-5593-F78F-9719-4DC8258E020C}"/>
          </ac:cxnSpMkLst>
        </pc:cxnChg>
      </pc:sldChg>
      <pc:sldChg chg="delSp modSp add mod">
        <pc:chgData name="UBAID QURESHI" userId="dd4ae95d8f7c04fe" providerId="LiveId" clId="{AF920071-46B6-4E4C-A6D8-3E93B456AF12}" dt="2025-10-23T07:00:52.536" v="320" actId="478"/>
        <pc:sldMkLst>
          <pc:docMk/>
          <pc:sldMk cId="482190884" sldId="346"/>
        </pc:sldMkLst>
        <pc:spChg chg="del">
          <ac:chgData name="UBAID QURESHI" userId="dd4ae95d8f7c04fe" providerId="LiveId" clId="{AF920071-46B6-4E4C-A6D8-3E93B456AF12}" dt="2025-10-23T07:00:32.793" v="305" actId="478"/>
          <ac:spMkLst>
            <pc:docMk/>
            <pc:sldMk cId="482190884" sldId="346"/>
            <ac:spMk id="30" creationId="{E6FFE5DD-A1CB-BDAC-17BC-F46CBF1EA2C1}"/>
          </ac:spMkLst>
        </pc:spChg>
        <pc:spChg chg="del">
          <ac:chgData name="UBAID QURESHI" userId="dd4ae95d8f7c04fe" providerId="LiveId" clId="{AF920071-46B6-4E4C-A6D8-3E93B456AF12}" dt="2025-10-23T07:00:27.750" v="302" actId="478"/>
          <ac:spMkLst>
            <pc:docMk/>
            <pc:sldMk cId="482190884" sldId="346"/>
            <ac:spMk id="32" creationId="{67E42EF8-AA70-7529-9CA9-D45CC7E8AFFF}"/>
          </ac:spMkLst>
        </pc:spChg>
        <pc:spChg chg="del">
          <ac:chgData name="UBAID QURESHI" userId="dd4ae95d8f7c04fe" providerId="LiveId" clId="{AF920071-46B6-4E4C-A6D8-3E93B456AF12}" dt="2025-10-23T07:00:39.419" v="310" actId="478"/>
          <ac:spMkLst>
            <pc:docMk/>
            <pc:sldMk cId="482190884" sldId="346"/>
            <ac:spMk id="39" creationId="{14FACD08-652C-02D4-ED77-F80D7985E37E}"/>
          </ac:spMkLst>
        </pc:spChg>
        <pc:spChg chg="del">
          <ac:chgData name="UBAID QURESHI" userId="dd4ae95d8f7c04fe" providerId="LiveId" clId="{AF920071-46B6-4E4C-A6D8-3E93B456AF12}" dt="2025-10-23T07:00:31.381" v="304" actId="478"/>
          <ac:spMkLst>
            <pc:docMk/>
            <pc:sldMk cId="482190884" sldId="346"/>
            <ac:spMk id="48" creationId="{4C7A2394-BF1D-969B-2C77-1613301BBED4}"/>
          </ac:spMkLst>
        </pc:spChg>
        <pc:spChg chg="del">
          <ac:chgData name="UBAID QURESHI" userId="dd4ae95d8f7c04fe" providerId="LiveId" clId="{AF920071-46B6-4E4C-A6D8-3E93B456AF12}" dt="2025-10-23T07:00:40.560" v="311" actId="478"/>
          <ac:spMkLst>
            <pc:docMk/>
            <pc:sldMk cId="482190884" sldId="346"/>
            <ac:spMk id="50" creationId="{695F6BA2-B8CB-3679-2477-773AAA728A6A}"/>
          </ac:spMkLst>
        </pc:spChg>
        <pc:spChg chg="del">
          <ac:chgData name="UBAID QURESHI" userId="dd4ae95d8f7c04fe" providerId="LiveId" clId="{AF920071-46B6-4E4C-A6D8-3E93B456AF12}" dt="2025-10-23T07:00:49.631" v="318" actId="478"/>
          <ac:spMkLst>
            <pc:docMk/>
            <pc:sldMk cId="482190884" sldId="346"/>
            <ac:spMk id="52" creationId="{19068486-8BFF-16D6-7FDA-96EA83C78AEA}"/>
          </ac:spMkLst>
        </pc:spChg>
        <pc:spChg chg="del mod">
          <ac:chgData name="UBAID QURESHI" userId="dd4ae95d8f7c04fe" providerId="LiveId" clId="{AF920071-46B6-4E4C-A6D8-3E93B456AF12}" dt="2025-10-23T07:00:46.993" v="316" actId="478"/>
          <ac:spMkLst>
            <pc:docMk/>
            <pc:sldMk cId="482190884" sldId="346"/>
            <ac:spMk id="56" creationId="{F175AA53-EAB0-C844-2366-F57D1F75477D}"/>
          </ac:spMkLst>
        </pc:spChg>
        <pc:spChg chg="del">
          <ac:chgData name="UBAID QURESHI" userId="dd4ae95d8f7c04fe" providerId="LiveId" clId="{AF920071-46B6-4E4C-A6D8-3E93B456AF12}" dt="2025-10-23T07:00:44.536" v="314" actId="478"/>
          <ac:spMkLst>
            <pc:docMk/>
            <pc:sldMk cId="482190884" sldId="346"/>
            <ac:spMk id="61" creationId="{213FAFD0-A7A1-FBC8-3275-45E98B158F12}"/>
          </ac:spMkLst>
        </pc:spChg>
        <pc:spChg chg="del">
          <ac:chgData name="UBAID QURESHI" userId="dd4ae95d8f7c04fe" providerId="LiveId" clId="{AF920071-46B6-4E4C-A6D8-3E93B456AF12}" dt="2025-10-23T07:00:51.439" v="319" actId="478"/>
          <ac:spMkLst>
            <pc:docMk/>
            <pc:sldMk cId="482190884" sldId="346"/>
            <ac:spMk id="62" creationId="{DBABDF53-E297-20C0-E8D1-36C8A6032079}"/>
          </ac:spMkLst>
        </pc:spChg>
        <pc:spChg chg="del">
          <ac:chgData name="UBAID QURESHI" userId="dd4ae95d8f7c04fe" providerId="LiveId" clId="{AF920071-46B6-4E4C-A6D8-3E93B456AF12}" dt="2025-10-23T07:00:52.536" v="320" actId="478"/>
          <ac:spMkLst>
            <pc:docMk/>
            <pc:sldMk cId="482190884" sldId="346"/>
            <ac:spMk id="77" creationId="{F8498C65-8045-10B5-7E2E-A34027BD05C0}"/>
          </ac:spMkLst>
        </pc:spChg>
        <pc:grpChg chg="del">
          <ac:chgData name="UBAID QURESHI" userId="dd4ae95d8f7c04fe" providerId="LiveId" clId="{AF920071-46B6-4E4C-A6D8-3E93B456AF12}" dt="2025-10-23T07:00:37.408" v="309" actId="478"/>
          <ac:grpSpMkLst>
            <pc:docMk/>
            <pc:sldMk cId="482190884" sldId="346"/>
            <ac:grpSpMk id="35" creationId="{EAFB9BE8-B97F-4F1F-F900-721CB9FF78E3}"/>
          </ac:grpSpMkLst>
        </pc:grpChg>
        <pc:grpChg chg="del">
          <ac:chgData name="UBAID QURESHI" userId="dd4ae95d8f7c04fe" providerId="LiveId" clId="{AF920071-46B6-4E4C-A6D8-3E93B456AF12}" dt="2025-10-23T07:00:28.546" v="303" actId="478"/>
          <ac:grpSpMkLst>
            <pc:docMk/>
            <pc:sldMk cId="482190884" sldId="346"/>
            <ac:grpSpMk id="40" creationId="{C013B9AF-3121-583D-F500-C7197E056728}"/>
          </ac:grpSpMkLst>
        </pc:grpChg>
        <pc:grpChg chg="del">
          <ac:chgData name="UBAID QURESHI" userId="dd4ae95d8f7c04fe" providerId="LiveId" clId="{AF920071-46B6-4E4C-A6D8-3E93B456AF12}" dt="2025-10-23T07:00:48.238" v="317" actId="478"/>
          <ac:grpSpMkLst>
            <pc:docMk/>
            <pc:sldMk cId="482190884" sldId="346"/>
            <ac:grpSpMk id="53" creationId="{F4D76A9C-3710-18D1-932F-E0B9E112B700}"/>
          </ac:grpSpMkLst>
        </pc:grpChg>
        <pc:cxnChg chg="del">
          <ac:chgData name="UBAID QURESHI" userId="dd4ae95d8f7c04fe" providerId="LiveId" clId="{AF920071-46B6-4E4C-A6D8-3E93B456AF12}" dt="2025-10-23T07:00:25.717" v="300" actId="478"/>
          <ac:cxnSpMkLst>
            <pc:docMk/>
            <pc:sldMk cId="482190884" sldId="346"/>
            <ac:cxnSpMk id="28" creationId="{6EB1A3E1-9188-7E8B-4F05-6E673D9F59BE}"/>
          </ac:cxnSpMkLst>
        </pc:cxnChg>
        <pc:cxnChg chg="del">
          <ac:chgData name="UBAID QURESHI" userId="dd4ae95d8f7c04fe" providerId="LiveId" clId="{AF920071-46B6-4E4C-A6D8-3E93B456AF12}" dt="2025-10-23T07:00:27.110" v="301" actId="478"/>
          <ac:cxnSpMkLst>
            <pc:docMk/>
            <pc:sldMk cId="482190884" sldId="346"/>
            <ac:cxnSpMk id="31" creationId="{E4B0F34E-3350-1157-38A3-56FDF7D03F4C}"/>
          </ac:cxnSpMkLst>
        </pc:cxnChg>
        <pc:cxnChg chg="del">
          <ac:chgData name="UBAID QURESHI" userId="dd4ae95d8f7c04fe" providerId="LiveId" clId="{AF920071-46B6-4E4C-A6D8-3E93B456AF12}" dt="2025-10-23T07:00:41.517" v="312" actId="478"/>
          <ac:cxnSpMkLst>
            <pc:docMk/>
            <pc:sldMk cId="482190884" sldId="346"/>
            <ac:cxnSpMk id="49" creationId="{CF1532FC-392F-3766-D6B4-56417A4A56A4}"/>
          </ac:cxnSpMkLst>
        </pc:cxnChg>
        <pc:cxnChg chg="del">
          <ac:chgData name="UBAID QURESHI" userId="dd4ae95d8f7c04fe" providerId="LiveId" clId="{AF920071-46B6-4E4C-A6D8-3E93B456AF12}" dt="2025-10-23T07:00:42.790" v="313" actId="478"/>
          <ac:cxnSpMkLst>
            <pc:docMk/>
            <pc:sldMk cId="482190884" sldId="346"/>
            <ac:cxnSpMk id="51" creationId="{BD7E08D1-EBB8-A393-25E2-9CEED490D570}"/>
          </ac:cxnSpMkLst>
        </pc:cxnChg>
        <pc:cxnChg chg="del">
          <ac:chgData name="UBAID QURESHI" userId="dd4ae95d8f7c04fe" providerId="LiveId" clId="{AF920071-46B6-4E4C-A6D8-3E93B456AF12}" dt="2025-10-23T07:00:36.584" v="308" actId="478"/>
          <ac:cxnSpMkLst>
            <pc:docMk/>
            <pc:sldMk cId="482190884" sldId="346"/>
            <ac:cxnSpMk id="64" creationId="{F0072A72-B205-DAA4-2051-E152B9901C9C}"/>
          </ac:cxnSpMkLst>
        </pc:cxnChg>
        <pc:cxnChg chg="del">
          <ac:chgData name="UBAID QURESHI" userId="dd4ae95d8f7c04fe" providerId="LiveId" clId="{AF920071-46B6-4E4C-A6D8-3E93B456AF12}" dt="2025-10-23T07:00:34.566" v="306" actId="478"/>
          <ac:cxnSpMkLst>
            <pc:docMk/>
            <pc:sldMk cId="482190884" sldId="346"/>
            <ac:cxnSpMk id="68" creationId="{BC6E6C7E-3B31-B002-7B91-0E9F43768266}"/>
          </ac:cxnSpMkLst>
        </pc:cxnChg>
        <pc:cxnChg chg="del">
          <ac:chgData name="UBAID QURESHI" userId="dd4ae95d8f7c04fe" providerId="LiveId" clId="{AF920071-46B6-4E4C-A6D8-3E93B456AF12}" dt="2025-10-23T07:00:35.602" v="307" actId="478"/>
          <ac:cxnSpMkLst>
            <pc:docMk/>
            <pc:sldMk cId="482190884" sldId="346"/>
            <ac:cxnSpMk id="70" creationId="{6C3AF118-C65E-1B10-4E44-DE2CDF427CB2}"/>
          </ac:cxnSpMkLst>
        </pc:cxnChg>
      </pc:sldChg>
      <pc:sldChg chg="delSp modSp add mod">
        <pc:chgData name="UBAID QURESHI" userId="dd4ae95d8f7c04fe" providerId="LiveId" clId="{AF920071-46B6-4E4C-A6D8-3E93B456AF12}" dt="2025-10-23T07:01:42.775" v="336" actId="478"/>
        <pc:sldMkLst>
          <pc:docMk/>
          <pc:sldMk cId="216719614" sldId="347"/>
        </pc:sldMkLst>
        <pc:spChg chg="del">
          <ac:chgData name="UBAID QURESHI" userId="dd4ae95d8f7c04fe" providerId="LiveId" clId="{AF920071-46B6-4E4C-A6D8-3E93B456AF12}" dt="2025-10-23T07:01:03.954" v="324" actId="478"/>
          <ac:spMkLst>
            <pc:docMk/>
            <pc:sldMk cId="216719614" sldId="347"/>
            <ac:spMk id="32" creationId="{741DCC9E-8706-81BE-52EA-51998B48916B}"/>
          </ac:spMkLst>
        </pc:spChg>
        <pc:spChg chg="del">
          <ac:chgData name="UBAID QURESHI" userId="dd4ae95d8f7c04fe" providerId="LiveId" clId="{AF920071-46B6-4E4C-A6D8-3E93B456AF12}" dt="2025-10-23T07:01:06.012" v="325" actId="478"/>
          <ac:spMkLst>
            <pc:docMk/>
            <pc:sldMk cId="216719614" sldId="347"/>
            <ac:spMk id="48" creationId="{C3518D0F-78F4-8D10-79B0-4E5354C8E662}"/>
          </ac:spMkLst>
        </pc:spChg>
        <pc:spChg chg="del">
          <ac:chgData name="UBAID QURESHI" userId="dd4ae95d8f7c04fe" providerId="LiveId" clId="{AF920071-46B6-4E4C-A6D8-3E93B456AF12}" dt="2025-10-23T07:01:41.022" v="335" actId="478"/>
          <ac:spMkLst>
            <pc:docMk/>
            <pc:sldMk cId="216719614" sldId="347"/>
            <ac:spMk id="50" creationId="{E5AC9050-96CD-4D53-7FAF-97C893045D11}"/>
          </ac:spMkLst>
        </pc:spChg>
        <pc:spChg chg="del">
          <ac:chgData name="UBAID QURESHI" userId="dd4ae95d8f7c04fe" providerId="LiveId" clId="{AF920071-46B6-4E4C-A6D8-3E93B456AF12}" dt="2025-10-23T07:01:17.981" v="332" actId="478"/>
          <ac:spMkLst>
            <pc:docMk/>
            <pc:sldMk cId="216719614" sldId="347"/>
            <ac:spMk id="52" creationId="{ED0A054B-A83E-E654-7D06-5F3267B2BF6A}"/>
          </ac:spMkLst>
        </pc:spChg>
        <pc:spChg chg="del mod">
          <ac:chgData name="UBAID QURESHI" userId="dd4ae95d8f7c04fe" providerId="LiveId" clId="{AF920071-46B6-4E4C-A6D8-3E93B456AF12}" dt="2025-10-23T07:01:14.545" v="330" actId="478"/>
          <ac:spMkLst>
            <pc:docMk/>
            <pc:sldMk cId="216719614" sldId="347"/>
            <ac:spMk id="61" creationId="{DE4A2173-AAF1-6B2D-6EE6-6CD11E32AAC2}"/>
          </ac:spMkLst>
        </pc:spChg>
        <pc:spChg chg="del">
          <ac:chgData name="UBAID QURESHI" userId="dd4ae95d8f7c04fe" providerId="LiveId" clId="{AF920071-46B6-4E4C-A6D8-3E93B456AF12}" dt="2025-10-23T07:01:12.513" v="328" actId="478"/>
          <ac:spMkLst>
            <pc:docMk/>
            <pc:sldMk cId="216719614" sldId="347"/>
            <ac:spMk id="62" creationId="{FC8B19E8-6277-C5AB-0E0C-79A2628562B0}"/>
          </ac:spMkLst>
        </pc:spChg>
        <pc:spChg chg="del">
          <ac:chgData name="UBAID QURESHI" userId="dd4ae95d8f7c04fe" providerId="LiveId" clId="{AF920071-46B6-4E4C-A6D8-3E93B456AF12}" dt="2025-10-23T07:01:08.899" v="327" actId="478"/>
          <ac:spMkLst>
            <pc:docMk/>
            <pc:sldMk cId="216719614" sldId="347"/>
            <ac:spMk id="77" creationId="{8DBB3C3D-1794-3423-4963-58CCA3BF4B77}"/>
          </ac:spMkLst>
        </pc:spChg>
        <pc:grpChg chg="del">
          <ac:chgData name="UBAID QURESHI" userId="dd4ae95d8f7c04fe" providerId="LiveId" clId="{AF920071-46B6-4E4C-A6D8-3E93B456AF12}" dt="2025-10-23T07:01:02.818" v="323" actId="478"/>
          <ac:grpSpMkLst>
            <pc:docMk/>
            <pc:sldMk cId="216719614" sldId="347"/>
            <ac:grpSpMk id="40" creationId="{EEECF1D8-4943-D3C6-C555-AE969490C9A9}"/>
          </ac:grpSpMkLst>
        </pc:grpChg>
        <pc:grpChg chg="del">
          <ac:chgData name="UBAID QURESHI" userId="dd4ae95d8f7c04fe" providerId="LiveId" clId="{AF920071-46B6-4E4C-A6D8-3E93B456AF12}" dt="2025-10-23T07:01:15.382" v="331" actId="478"/>
          <ac:grpSpMkLst>
            <pc:docMk/>
            <pc:sldMk cId="216719614" sldId="347"/>
            <ac:grpSpMk id="53" creationId="{39C8E346-3F57-B957-89C8-B7092FEB0468}"/>
          </ac:grpSpMkLst>
        </pc:grpChg>
        <pc:cxnChg chg="del">
          <ac:chgData name="UBAID QURESHI" userId="dd4ae95d8f7c04fe" providerId="LiveId" clId="{AF920071-46B6-4E4C-A6D8-3E93B456AF12}" dt="2025-10-23T07:01:01.954" v="322" actId="478"/>
          <ac:cxnSpMkLst>
            <pc:docMk/>
            <pc:sldMk cId="216719614" sldId="347"/>
            <ac:cxnSpMk id="31" creationId="{2458FE68-5D33-7AD3-E0FE-7ADF1E362C18}"/>
          </ac:cxnSpMkLst>
        </pc:cxnChg>
        <pc:cxnChg chg="del">
          <ac:chgData name="UBAID QURESHI" userId="dd4ae95d8f7c04fe" providerId="LiveId" clId="{AF920071-46B6-4E4C-A6D8-3E93B456AF12}" dt="2025-10-23T07:01:42.775" v="336" actId="478"/>
          <ac:cxnSpMkLst>
            <pc:docMk/>
            <pc:sldMk cId="216719614" sldId="347"/>
            <ac:cxnSpMk id="49" creationId="{2955AD23-4A6F-D507-4861-6B70A39AAB1C}"/>
          </ac:cxnSpMkLst>
        </pc:cxnChg>
        <pc:cxnChg chg="del">
          <ac:chgData name="UBAID QURESHI" userId="dd4ae95d8f7c04fe" providerId="LiveId" clId="{AF920071-46B6-4E4C-A6D8-3E93B456AF12}" dt="2025-10-23T07:01:19.062" v="333" actId="478"/>
          <ac:cxnSpMkLst>
            <pc:docMk/>
            <pc:sldMk cId="216719614" sldId="347"/>
            <ac:cxnSpMk id="51" creationId="{18007223-E344-82E8-A457-AE9C86C8F035}"/>
          </ac:cxnSpMkLst>
        </pc:cxnChg>
        <pc:cxnChg chg="del">
          <ac:chgData name="UBAID QURESHI" userId="dd4ae95d8f7c04fe" providerId="LiveId" clId="{AF920071-46B6-4E4C-A6D8-3E93B456AF12}" dt="2025-10-23T07:01:20.244" v="334" actId="478"/>
          <ac:cxnSpMkLst>
            <pc:docMk/>
            <pc:sldMk cId="216719614" sldId="347"/>
            <ac:cxnSpMk id="64" creationId="{0B97DC7E-D144-72B6-679A-1AC26174071E}"/>
          </ac:cxnSpMkLst>
        </pc:cxnChg>
        <pc:cxnChg chg="del">
          <ac:chgData name="UBAID QURESHI" userId="dd4ae95d8f7c04fe" providerId="LiveId" clId="{AF920071-46B6-4E4C-A6D8-3E93B456AF12}" dt="2025-10-23T07:01:01.018" v="321" actId="478"/>
          <ac:cxnSpMkLst>
            <pc:docMk/>
            <pc:sldMk cId="216719614" sldId="347"/>
            <ac:cxnSpMk id="68" creationId="{10FD65AB-5F30-0F93-4518-FA281F73D4DD}"/>
          </ac:cxnSpMkLst>
        </pc:cxnChg>
        <pc:cxnChg chg="del">
          <ac:chgData name="UBAID QURESHI" userId="dd4ae95d8f7c04fe" providerId="LiveId" clId="{AF920071-46B6-4E4C-A6D8-3E93B456AF12}" dt="2025-10-23T07:01:07.454" v="326" actId="478"/>
          <ac:cxnSpMkLst>
            <pc:docMk/>
            <pc:sldMk cId="216719614" sldId="347"/>
            <ac:cxnSpMk id="70" creationId="{59A87B28-97D9-4708-6C52-8222E6BB58F4}"/>
          </ac:cxnSpMkLst>
        </pc:cxnChg>
      </pc:sldChg>
      <pc:sldChg chg="delSp modSp add mod">
        <pc:chgData name="UBAID QURESHI" userId="dd4ae95d8f7c04fe" providerId="LiveId" clId="{AF920071-46B6-4E4C-A6D8-3E93B456AF12}" dt="2025-10-23T07:03:09.247" v="348" actId="478"/>
        <pc:sldMkLst>
          <pc:docMk/>
          <pc:sldMk cId="2598301185" sldId="348"/>
        </pc:sldMkLst>
        <pc:spChg chg="del mod">
          <ac:chgData name="UBAID QURESHI" userId="dd4ae95d8f7c04fe" providerId="LiveId" clId="{AF920071-46B6-4E4C-A6D8-3E93B456AF12}" dt="2025-10-23T07:03:07.053" v="347" actId="478"/>
          <ac:spMkLst>
            <pc:docMk/>
            <pc:sldMk cId="2598301185" sldId="348"/>
            <ac:spMk id="50" creationId="{FE3AC525-916B-FC77-6C59-4F14CE6AD64D}"/>
          </ac:spMkLst>
        </pc:spChg>
        <pc:spChg chg="del">
          <ac:chgData name="UBAID QURESHI" userId="dd4ae95d8f7c04fe" providerId="LiveId" clId="{AF920071-46B6-4E4C-A6D8-3E93B456AF12}" dt="2025-10-23T07:02:52.496" v="344" actId="478"/>
          <ac:spMkLst>
            <pc:docMk/>
            <pc:sldMk cId="2598301185" sldId="348"/>
            <ac:spMk id="52" creationId="{DA0F393E-83DE-1C3B-B0FE-11061D36B1BC}"/>
          </ac:spMkLst>
        </pc:spChg>
        <pc:spChg chg="del">
          <ac:chgData name="UBAID QURESHI" userId="dd4ae95d8f7c04fe" providerId="LiveId" clId="{AF920071-46B6-4E4C-A6D8-3E93B456AF12}" dt="2025-10-23T07:02:42.497" v="342" actId="478"/>
          <ac:spMkLst>
            <pc:docMk/>
            <pc:sldMk cId="2598301185" sldId="348"/>
            <ac:spMk id="61" creationId="{5E21D6F4-3285-FB2F-B7F9-4AC3394227A7}"/>
          </ac:spMkLst>
        </pc:spChg>
        <pc:spChg chg="del">
          <ac:chgData name="UBAID QURESHI" userId="dd4ae95d8f7c04fe" providerId="LiveId" clId="{AF920071-46B6-4E4C-A6D8-3E93B456AF12}" dt="2025-10-23T07:02:41.425" v="341" actId="478"/>
          <ac:spMkLst>
            <pc:docMk/>
            <pc:sldMk cId="2598301185" sldId="348"/>
            <ac:spMk id="62" creationId="{391D78B5-F3A4-36EC-089E-79A9D385C7BD}"/>
          </ac:spMkLst>
        </pc:spChg>
        <pc:spChg chg="del">
          <ac:chgData name="UBAID QURESHI" userId="dd4ae95d8f7c04fe" providerId="LiveId" clId="{AF920071-46B6-4E4C-A6D8-3E93B456AF12}" dt="2025-10-23T07:02:37.336" v="340" actId="478"/>
          <ac:spMkLst>
            <pc:docMk/>
            <pc:sldMk cId="2598301185" sldId="348"/>
            <ac:spMk id="77" creationId="{AAE642C8-06E7-4DB7-160A-D432F8A50C65}"/>
          </ac:spMkLst>
        </pc:spChg>
        <pc:grpChg chg="del">
          <ac:chgData name="UBAID QURESHI" userId="dd4ae95d8f7c04fe" providerId="LiveId" clId="{AF920071-46B6-4E4C-A6D8-3E93B456AF12}" dt="2025-10-23T07:02:46.035" v="343" actId="478"/>
          <ac:grpSpMkLst>
            <pc:docMk/>
            <pc:sldMk cId="2598301185" sldId="348"/>
            <ac:grpSpMk id="53" creationId="{E3A8CE48-11BC-9B3D-9C8F-1A04368DE8D7}"/>
          </ac:grpSpMkLst>
        </pc:grpChg>
        <pc:cxnChg chg="del">
          <ac:chgData name="UBAID QURESHI" userId="dd4ae95d8f7c04fe" providerId="LiveId" clId="{AF920071-46B6-4E4C-A6D8-3E93B456AF12}" dt="2025-10-23T07:03:09.247" v="348" actId="478"/>
          <ac:cxnSpMkLst>
            <pc:docMk/>
            <pc:sldMk cId="2598301185" sldId="348"/>
            <ac:cxnSpMk id="49" creationId="{4D87ACD7-6C09-1387-3E68-71D8C6B87F05}"/>
          </ac:cxnSpMkLst>
        </pc:cxnChg>
        <pc:cxnChg chg="del">
          <ac:chgData name="UBAID QURESHI" userId="dd4ae95d8f7c04fe" providerId="LiveId" clId="{AF920071-46B6-4E4C-A6D8-3E93B456AF12}" dt="2025-10-23T07:02:53.738" v="345" actId="478"/>
          <ac:cxnSpMkLst>
            <pc:docMk/>
            <pc:sldMk cId="2598301185" sldId="348"/>
            <ac:cxnSpMk id="51" creationId="{8768A1E7-BD7A-E64A-4877-76E3C199A340}"/>
          </ac:cxnSpMkLst>
        </pc:cxnChg>
        <pc:cxnChg chg="del">
          <ac:chgData name="UBAID QURESHI" userId="dd4ae95d8f7c04fe" providerId="LiveId" clId="{AF920071-46B6-4E4C-A6D8-3E93B456AF12}" dt="2025-10-23T07:02:35.248" v="338" actId="478"/>
          <ac:cxnSpMkLst>
            <pc:docMk/>
            <pc:sldMk cId="2598301185" sldId="348"/>
            <ac:cxnSpMk id="64" creationId="{32496FAB-AE15-9D5D-08CC-9E0EFA91F44C}"/>
          </ac:cxnSpMkLst>
        </pc:cxnChg>
        <pc:cxnChg chg="del">
          <ac:chgData name="UBAID QURESHI" userId="dd4ae95d8f7c04fe" providerId="LiveId" clId="{AF920071-46B6-4E4C-A6D8-3E93B456AF12}" dt="2025-10-23T07:02:36.085" v="339" actId="478"/>
          <ac:cxnSpMkLst>
            <pc:docMk/>
            <pc:sldMk cId="2598301185" sldId="348"/>
            <ac:cxnSpMk id="68" creationId="{4E99868A-B444-4217-3526-ECAC3A85D18D}"/>
          </ac:cxnSpMkLst>
        </pc:cxnChg>
        <pc:cxnChg chg="del">
          <ac:chgData name="UBAID QURESHI" userId="dd4ae95d8f7c04fe" providerId="LiveId" clId="{AF920071-46B6-4E4C-A6D8-3E93B456AF12}" dt="2025-10-23T07:02:34.171" v="337" actId="478"/>
          <ac:cxnSpMkLst>
            <pc:docMk/>
            <pc:sldMk cId="2598301185" sldId="348"/>
            <ac:cxnSpMk id="70" creationId="{9114228E-1CFE-4827-755C-D4B48DEEA23B}"/>
          </ac:cxnSpMkLst>
        </pc:cxnChg>
      </pc:sldChg>
      <pc:sldChg chg="delSp modSp add mod">
        <pc:chgData name="UBAID QURESHI" userId="dd4ae95d8f7c04fe" providerId="LiveId" clId="{AF920071-46B6-4E4C-A6D8-3E93B456AF12}" dt="2025-10-23T07:03:56.124" v="361" actId="478"/>
        <pc:sldMkLst>
          <pc:docMk/>
          <pc:sldMk cId="2210047875" sldId="349"/>
        </pc:sldMkLst>
        <pc:spChg chg="del">
          <ac:chgData name="UBAID QURESHI" userId="dd4ae95d8f7c04fe" providerId="LiveId" clId="{AF920071-46B6-4E4C-A6D8-3E93B456AF12}" dt="2025-10-23T07:03:46.420" v="353" actId="478"/>
          <ac:spMkLst>
            <pc:docMk/>
            <pc:sldMk cId="2210047875" sldId="349"/>
            <ac:spMk id="52" creationId="{242E0B13-7741-D9E8-C88A-AB1987779946}"/>
          </ac:spMkLst>
        </pc:spChg>
        <pc:spChg chg="del mod">
          <ac:chgData name="UBAID QURESHI" userId="dd4ae95d8f7c04fe" providerId="LiveId" clId="{AF920071-46B6-4E4C-A6D8-3E93B456AF12}" dt="2025-10-23T07:03:52.678" v="357" actId="478"/>
          <ac:spMkLst>
            <pc:docMk/>
            <pc:sldMk cId="2210047875" sldId="349"/>
            <ac:spMk id="56" creationId="{DF48A06A-1A97-5FDE-131D-F5795B8B46B5}"/>
          </ac:spMkLst>
        </pc:spChg>
        <pc:spChg chg="del mod">
          <ac:chgData name="UBAID QURESHI" userId="dd4ae95d8f7c04fe" providerId="LiveId" clId="{AF920071-46B6-4E4C-A6D8-3E93B456AF12}" dt="2025-10-23T07:03:52.684" v="359"/>
          <ac:spMkLst>
            <pc:docMk/>
            <pc:sldMk cId="2210047875" sldId="349"/>
            <ac:spMk id="61" creationId="{929A8C61-CF2E-BA3D-1DC6-319A312855FE}"/>
          </ac:spMkLst>
        </pc:spChg>
        <pc:spChg chg="del">
          <ac:chgData name="UBAID QURESHI" userId="dd4ae95d8f7c04fe" providerId="LiveId" clId="{AF920071-46B6-4E4C-A6D8-3E93B456AF12}" dt="2025-10-23T07:03:48.652" v="354" actId="478"/>
          <ac:spMkLst>
            <pc:docMk/>
            <pc:sldMk cId="2210047875" sldId="349"/>
            <ac:spMk id="62" creationId="{43BE1F54-86EF-8DC9-F77F-618EC2A4528A}"/>
          </ac:spMkLst>
        </pc:spChg>
        <pc:spChg chg="del">
          <ac:chgData name="UBAID QURESHI" userId="dd4ae95d8f7c04fe" providerId="LiveId" clId="{AF920071-46B6-4E4C-A6D8-3E93B456AF12}" dt="2025-10-23T07:03:42.707" v="352" actId="478"/>
          <ac:spMkLst>
            <pc:docMk/>
            <pc:sldMk cId="2210047875" sldId="349"/>
            <ac:spMk id="77" creationId="{F7BC5804-3BD6-B330-FA70-E75E61CDD808}"/>
          </ac:spMkLst>
        </pc:spChg>
        <pc:grpChg chg="del">
          <ac:chgData name="UBAID QURESHI" userId="dd4ae95d8f7c04fe" providerId="LiveId" clId="{AF920071-46B6-4E4C-A6D8-3E93B456AF12}" dt="2025-10-23T07:03:53.764" v="360" actId="478"/>
          <ac:grpSpMkLst>
            <pc:docMk/>
            <pc:sldMk cId="2210047875" sldId="349"/>
            <ac:grpSpMk id="53" creationId="{903ED167-BD60-2309-376A-BA2B72318147}"/>
          </ac:grpSpMkLst>
        </pc:grpChg>
        <pc:cxnChg chg="del">
          <ac:chgData name="UBAID QURESHI" userId="dd4ae95d8f7c04fe" providerId="LiveId" clId="{AF920071-46B6-4E4C-A6D8-3E93B456AF12}" dt="2025-10-23T07:03:56.124" v="361" actId="478"/>
          <ac:cxnSpMkLst>
            <pc:docMk/>
            <pc:sldMk cId="2210047875" sldId="349"/>
            <ac:cxnSpMk id="51" creationId="{77863F77-81FB-5130-059A-648A3C13AB11}"/>
          </ac:cxnSpMkLst>
        </pc:cxnChg>
        <pc:cxnChg chg="del">
          <ac:chgData name="UBAID QURESHI" userId="dd4ae95d8f7c04fe" providerId="LiveId" clId="{AF920071-46B6-4E4C-A6D8-3E93B456AF12}" dt="2025-10-23T07:03:37.474" v="349" actId="478"/>
          <ac:cxnSpMkLst>
            <pc:docMk/>
            <pc:sldMk cId="2210047875" sldId="349"/>
            <ac:cxnSpMk id="64" creationId="{20364E11-7CDA-0193-E68E-9B9B50D08CE1}"/>
          </ac:cxnSpMkLst>
        </pc:cxnChg>
        <pc:cxnChg chg="del">
          <ac:chgData name="UBAID QURESHI" userId="dd4ae95d8f7c04fe" providerId="LiveId" clId="{AF920071-46B6-4E4C-A6D8-3E93B456AF12}" dt="2025-10-23T07:03:38.335" v="350" actId="478"/>
          <ac:cxnSpMkLst>
            <pc:docMk/>
            <pc:sldMk cId="2210047875" sldId="349"/>
            <ac:cxnSpMk id="68" creationId="{80B326C1-D34A-9AAA-04C2-10EE9C11FC7C}"/>
          </ac:cxnSpMkLst>
        </pc:cxnChg>
        <pc:cxnChg chg="del">
          <ac:chgData name="UBAID QURESHI" userId="dd4ae95d8f7c04fe" providerId="LiveId" clId="{AF920071-46B6-4E4C-A6D8-3E93B456AF12}" dt="2025-10-23T07:03:40.070" v="351" actId="478"/>
          <ac:cxnSpMkLst>
            <pc:docMk/>
            <pc:sldMk cId="2210047875" sldId="349"/>
            <ac:cxnSpMk id="70" creationId="{5AD51FA2-8878-A74C-DDD1-6E24A5D7802C}"/>
          </ac:cxnSpMkLst>
        </pc:cxnChg>
      </pc:sldChg>
      <pc:sldChg chg="delSp add mod">
        <pc:chgData name="UBAID QURESHI" userId="dd4ae95d8f7c04fe" providerId="LiveId" clId="{AF920071-46B6-4E4C-A6D8-3E93B456AF12}" dt="2025-10-23T07:04:13.844" v="365" actId="478"/>
        <pc:sldMkLst>
          <pc:docMk/>
          <pc:sldMk cId="1264327740" sldId="350"/>
        </pc:sldMkLst>
        <pc:spChg chg="del">
          <ac:chgData name="UBAID QURESHI" userId="dd4ae95d8f7c04fe" providerId="LiveId" clId="{AF920071-46B6-4E4C-A6D8-3E93B456AF12}" dt="2025-10-23T07:04:13.844" v="365" actId="478"/>
          <ac:spMkLst>
            <pc:docMk/>
            <pc:sldMk cId="1264327740" sldId="350"/>
            <ac:spMk id="77" creationId="{4E006200-A278-3281-112E-55222052B47B}"/>
          </ac:spMkLst>
        </pc:spChg>
        <pc:cxnChg chg="del">
          <ac:chgData name="UBAID QURESHI" userId="dd4ae95d8f7c04fe" providerId="LiveId" clId="{AF920071-46B6-4E4C-A6D8-3E93B456AF12}" dt="2025-10-23T07:04:09.993" v="362" actId="478"/>
          <ac:cxnSpMkLst>
            <pc:docMk/>
            <pc:sldMk cId="1264327740" sldId="350"/>
            <ac:cxnSpMk id="64" creationId="{4FA83D2E-A5D3-3A00-6055-5B8E1CDF96B3}"/>
          </ac:cxnSpMkLst>
        </pc:cxnChg>
        <pc:cxnChg chg="del">
          <ac:chgData name="UBAID QURESHI" userId="dd4ae95d8f7c04fe" providerId="LiveId" clId="{AF920071-46B6-4E4C-A6D8-3E93B456AF12}" dt="2025-10-23T07:04:11.390" v="363" actId="478"/>
          <ac:cxnSpMkLst>
            <pc:docMk/>
            <pc:sldMk cId="1264327740" sldId="350"/>
            <ac:cxnSpMk id="68" creationId="{B6021F81-EFA1-01D1-A514-A457C3F3E445}"/>
          </ac:cxnSpMkLst>
        </pc:cxnChg>
        <pc:cxnChg chg="del">
          <ac:chgData name="UBAID QURESHI" userId="dd4ae95d8f7c04fe" providerId="LiveId" clId="{AF920071-46B6-4E4C-A6D8-3E93B456AF12}" dt="2025-10-23T07:04:12.781" v="364" actId="478"/>
          <ac:cxnSpMkLst>
            <pc:docMk/>
            <pc:sldMk cId="1264327740" sldId="350"/>
            <ac:cxnSpMk id="70" creationId="{7EF33B5C-1A83-3E36-895D-F9949C580B95}"/>
          </ac:cxnSpMkLst>
        </pc:cxnChg>
      </pc:sldChg>
      <pc:sldChg chg="add">
        <pc:chgData name="UBAID QURESHI" userId="dd4ae95d8f7c04fe" providerId="LiveId" clId="{AF920071-46B6-4E4C-A6D8-3E93B456AF12}" dt="2025-10-23T06:58:01.068" v="234"/>
        <pc:sldMkLst>
          <pc:docMk/>
          <pc:sldMk cId="2763597498" sldId="351"/>
        </pc:sldMkLst>
      </pc:sldChg>
      <pc:sldChg chg="addSp delSp modSp add mod">
        <pc:chgData name="UBAID QURESHI" userId="dd4ae95d8f7c04fe" providerId="LiveId" clId="{AF920071-46B6-4E4C-A6D8-3E93B456AF12}" dt="2025-10-23T07:07:24.993" v="399" actId="478"/>
        <pc:sldMkLst>
          <pc:docMk/>
          <pc:sldMk cId="648706597" sldId="352"/>
        </pc:sldMkLst>
        <pc:spChg chg="add mod">
          <ac:chgData name="UBAID QURESHI" userId="dd4ae95d8f7c04fe" providerId="LiveId" clId="{AF920071-46B6-4E4C-A6D8-3E93B456AF12}" dt="2025-10-23T07:05:48.041" v="380" actId="1076"/>
          <ac:spMkLst>
            <pc:docMk/>
            <pc:sldMk cId="648706597" sldId="352"/>
            <ac:spMk id="4" creationId="{AE4C02A7-C0F3-76F7-EDA3-4AC9AC03E6E1}"/>
          </ac:spMkLst>
        </pc:spChg>
        <pc:spChg chg="add del mod">
          <ac:chgData name="UBAID QURESHI" userId="dd4ae95d8f7c04fe" providerId="LiveId" clId="{AF920071-46B6-4E4C-A6D8-3E93B456AF12}" dt="2025-10-23T07:07:23.617" v="398" actId="478"/>
          <ac:spMkLst>
            <pc:docMk/>
            <pc:sldMk cId="648706597" sldId="352"/>
            <ac:spMk id="12" creationId="{2E2A9ED0-B2C5-8E70-77FF-821B1CC3A199}"/>
          </ac:spMkLst>
        </pc:spChg>
        <pc:spChg chg="mod">
          <ac:chgData name="UBAID QURESHI" userId="dd4ae95d8f7c04fe" providerId="LiveId" clId="{AF920071-46B6-4E4C-A6D8-3E93B456AF12}" dt="2025-10-23T07:06:45.238" v="390"/>
          <ac:spMkLst>
            <pc:docMk/>
            <pc:sldMk cId="648706597" sldId="352"/>
            <ac:spMk id="16" creationId="{C55C4EDD-2A79-1316-5DDA-E2D08E47E67A}"/>
          </ac:spMkLst>
        </pc:spChg>
        <pc:spChg chg="mod">
          <ac:chgData name="UBAID QURESHI" userId="dd4ae95d8f7c04fe" providerId="LiveId" clId="{AF920071-46B6-4E4C-A6D8-3E93B456AF12}" dt="2025-10-23T07:06:45.238" v="390"/>
          <ac:spMkLst>
            <pc:docMk/>
            <pc:sldMk cId="648706597" sldId="352"/>
            <ac:spMk id="17" creationId="{FECDAA87-29BF-BE6B-5CC0-4268A8B1FCB6}"/>
          </ac:spMkLst>
        </pc:spChg>
        <pc:spChg chg="del mod">
          <ac:chgData name="UBAID QURESHI" userId="dd4ae95d8f7c04fe" providerId="LiveId" clId="{AF920071-46B6-4E4C-A6D8-3E93B456AF12}" dt="2025-10-23T07:07:13.079" v="394" actId="478"/>
          <ac:spMkLst>
            <pc:docMk/>
            <pc:sldMk cId="648706597" sldId="352"/>
            <ac:spMk id="18" creationId="{816506E8-6730-9B27-2014-EB164A868B5C}"/>
          </ac:spMkLst>
        </pc:spChg>
        <pc:spChg chg="add del mod">
          <ac:chgData name="UBAID QURESHI" userId="dd4ae95d8f7c04fe" providerId="LiveId" clId="{AF920071-46B6-4E4C-A6D8-3E93B456AF12}" dt="2025-10-23T07:07:18.134" v="396" actId="478"/>
          <ac:spMkLst>
            <pc:docMk/>
            <pc:sldMk cId="648706597" sldId="352"/>
            <ac:spMk id="19" creationId="{09907A31-2459-98BF-AB8E-9E66CAAF0A00}"/>
          </ac:spMkLst>
        </pc:spChg>
        <pc:spChg chg="add del mod">
          <ac:chgData name="UBAID QURESHI" userId="dd4ae95d8f7c04fe" providerId="LiveId" clId="{AF920071-46B6-4E4C-A6D8-3E93B456AF12}" dt="2025-10-23T07:07:19.855" v="397" actId="478"/>
          <ac:spMkLst>
            <pc:docMk/>
            <pc:sldMk cId="648706597" sldId="352"/>
            <ac:spMk id="22" creationId="{B0147C03-5E86-19E7-AEED-84C734A4826B}"/>
          </ac:spMkLst>
        </pc:spChg>
        <pc:spChg chg="del">
          <ac:chgData name="UBAID QURESHI" userId="dd4ae95d8f7c04fe" providerId="LiveId" clId="{AF920071-46B6-4E4C-A6D8-3E93B456AF12}" dt="2025-10-23T07:04:40.261" v="366" actId="478"/>
          <ac:spMkLst>
            <pc:docMk/>
            <pc:sldMk cId="648706597" sldId="352"/>
            <ac:spMk id="77" creationId="{EB7A8EEB-4CDB-6329-4AA3-4DBA507AB649}"/>
          </ac:spMkLst>
        </pc:spChg>
        <pc:grpChg chg="add del mod">
          <ac:chgData name="UBAID QURESHI" userId="dd4ae95d8f7c04fe" providerId="LiveId" clId="{AF920071-46B6-4E4C-A6D8-3E93B456AF12}" dt="2025-10-23T07:07:15.687" v="395" actId="478"/>
          <ac:grpSpMkLst>
            <pc:docMk/>
            <pc:sldMk cId="648706597" sldId="352"/>
            <ac:grpSpMk id="14" creationId="{93A29B43-8CB1-5299-BCDF-831453717408}"/>
          </ac:grpSpMkLst>
        </pc:grpChg>
        <pc:cxnChg chg="add mod">
          <ac:chgData name="UBAID QURESHI" userId="dd4ae95d8f7c04fe" providerId="LiveId" clId="{AF920071-46B6-4E4C-A6D8-3E93B456AF12}" dt="2025-10-23T07:05:43.366" v="379" actId="14100"/>
          <ac:cxnSpMkLst>
            <pc:docMk/>
            <pc:sldMk cId="648706597" sldId="352"/>
            <ac:cxnSpMk id="3" creationId="{1DD1B757-0636-E6D4-B16E-9A53E1869FBE}"/>
          </ac:cxnSpMkLst>
        </pc:cxnChg>
        <pc:cxnChg chg="add del mod">
          <ac:chgData name="UBAID QURESHI" userId="dd4ae95d8f7c04fe" providerId="LiveId" clId="{AF920071-46B6-4E4C-A6D8-3E93B456AF12}" dt="2025-10-23T07:07:24.993" v="399" actId="478"/>
          <ac:cxnSpMkLst>
            <pc:docMk/>
            <pc:sldMk cId="648706597" sldId="352"/>
            <ac:cxnSpMk id="9" creationId="{853F39CF-5215-319F-3F1B-88442C844E7C}"/>
          </ac:cxnSpMkLst>
        </pc:cxnChg>
        <pc:cxnChg chg="del">
          <ac:chgData name="UBAID QURESHI" userId="dd4ae95d8f7c04fe" providerId="LiveId" clId="{AF920071-46B6-4E4C-A6D8-3E93B456AF12}" dt="2025-10-23T07:04:43.398" v="369" actId="478"/>
          <ac:cxnSpMkLst>
            <pc:docMk/>
            <pc:sldMk cId="648706597" sldId="352"/>
            <ac:cxnSpMk id="64" creationId="{52BB55E9-A689-8C8F-965F-D21A1E7F1A2C}"/>
          </ac:cxnSpMkLst>
        </pc:cxnChg>
        <pc:cxnChg chg="del">
          <ac:chgData name="UBAID QURESHI" userId="dd4ae95d8f7c04fe" providerId="LiveId" clId="{AF920071-46B6-4E4C-A6D8-3E93B456AF12}" dt="2025-10-23T07:04:42.462" v="368" actId="478"/>
          <ac:cxnSpMkLst>
            <pc:docMk/>
            <pc:sldMk cId="648706597" sldId="352"/>
            <ac:cxnSpMk id="68" creationId="{B3699A85-5E7C-ADEE-72B5-E0C4C6A90441}"/>
          </ac:cxnSpMkLst>
        </pc:cxnChg>
        <pc:cxnChg chg="del">
          <ac:chgData name="UBAID QURESHI" userId="dd4ae95d8f7c04fe" providerId="LiveId" clId="{AF920071-46B6-4E4C-A6D8-3E93B456AF12}" dt="2025-10-23T07:04:41.596" v="367" actId="478"/>
          <ac:cxnSpMkLst>
            <pc:docMk/>
            <pc:sldMk cId="648706597" sldId="352"/>
            <ac:cxnSpMk id="70" creationId="{052B1316-87CD-3115-5251-4B3AC22D6B0A}"/>
          </ac:cxnSpMkLst>
        </pc:cxnChg>
      </pc:sldChg>
      <pc:sldChg chg="delSp add del mod">
        <pc:chgData name="UBAID QURESHI" userId="dd4ae95d8f7c04fe" providerId="LiveId" clId="{AF920071-46B6-4E4C-A6D8-3E93B456AF12}" dt="2025-10-23T07:07:54.200" v="403" actId="47"/>
        <pc:sldMkLst>
          <pc:docMk/>
          <pc:sldMk cId="2503901053" sldId="353"/>
        </pc:sldMkLst>
        <pc:spChg chg="del">
          <ac:chgData name="UBAID QURESHI" userId="dd4ae95d8f7c04fe" providerId="LiveId" clId="{AF920071-46B6-4E4C-A6D8-3E93B456AF12}" dt="2025-10-23T07:07:29.688" v="400" actId="478"/>
          <ac:spMkLst>
            <pc:docMk/>
            <pc:sldMk cId="2503901053" sldId="353"/>
            <ac:spMk id="19" creationId="{0CE40464-9C62-54B9-193C-ADF09B9B8F03}"/>
          </ac:spMkLst>
        </pc:spChg>
        <pc:spChg chg="del">
          <ac:chgData name="UBAID QURESHI" userId="dd4ae95d8f7c04fe" providerId="LiveId" clId="{AF920071-46B6-4E4C-A6D8-3E93B456AF12}" dt="2025-10-23T07:07:33.919" v="402" actId="478"/>
          <ac:spMkLst>
            <pc:docMk/>
            <pc:sldMk cId="2503901053" sldId="353"/>
            <ac:spMk id="22" creationId="{CD26A50E-D056-4B09-F03E-3326009AD9BA}"/>
          </ac:spMkLst>
        </pc:spChg>
        <pc:grpChg chg="del">
          <ac:chgData name="UBAID QURESHI" userId="dd4ae95d8f7c04fe" providerId="LiveId" clId="{AF920071-46B6-4E4C-A6D8-3E93B456AF12}" dt="2025-10-23T07:07:31.569" v="401" actId="478"/>
          <ac:grpSpMkLst>
            <pc:docMk/>
            <pc:sldMk cId="2503901053" sldId="353"/>
            <ac:grpSpMk id="14" creationId="{710DF1B2-4D9F-F0A2-1AEC-C89896E88950}"/>
          </ac:grpSpMkLst>
        </pc:grpChg>
      </pc:sldChg>
      <pc:sldChg chg="add del">
        <pc:chgData name="UBAID QURESHI" userId="dd4ae95d8f7c04fe" providerId="LiveId" clId="{AF920071-46B6-4E4C-A6D8-3E93B456AF12}" dt="2025-10-23T07:04:52.994" v="372" actId="47"/>
        <pc:sldMkLst>
          <pc:docMk/>
          <pc:sldMk cId="3843701784" sldId="353"/>
        </pc:sldMkLst>
      </pc:sldChg>
      <pc:sldChg chg="add">
        <pc:chgData name="UBAID QURESHI" userId="dd4ae95d8f7c04fe" providerId="LiveId" clId="{AF920071-46B6-4E4C-A6D8-3E93B456AF12}" dt="2025-10-23T07:07:00.716" v="393"/>
        <pc:sldMkLst>
          <pc:docMk/>
          <pc:sldMk cId="2964044226" sldId="354"/>
        </pc:sldMkLst>
      </pc:sldChg>
      <pc:sldChg chg="add del">
        <pc:chgData name="UBAID QURESHI" userId="dd4ae95d8f7c04fe" providerId="LiveId" clId="{AF920071-46B6-4E4C-A6D8-3E93B456AF12}" dt="2025-10-23T07:04:52.237" v="371" actId="47"/>
        <pc:sldMkLst>
          <pc:docMk/>
          <pc:sldMk cId="3672171135" sldId="354"/>
        </pc:sldMkLst>
      </pc:sldChg>
      <pc:sldChg chg="addSp delSp modSp add mod">
        <pc:chgData name="UBAID QURESHI" userId="dd4ae95d8f7c04fe" providerId="LiveId" clId="{AF920071-46B6-4E4C-A6D8-3E93B456AF12}" dt="2025-10-23T07:10:59.765" v="417" actId="207"/>
        <pc:sldMkLst>
          <pc:docMk/>
          <pc:sldMk cId="3678845844" sldId="355"/>
        </pc:sldMkLst>
        <pc:spChg chg="add mod">
          <ac:chgData name="UBAID QURESHI" userId="dd4ae95d8f7c04fe" providerId="LiveId" clId="{AF920071-46B6-4E4C-A6D8-3E93B456AF12}" dt="2025-10-23T07:10:59.765" v="417" actId="207"/>
          <ac:spMkLst>
            <pc:docMk/>
            <pc:sldMk cId="3678845844" sldId="355"/>
            <ac:spMk id="47" creationId="{6C08B5C5-5A04-B58C-3B71-570EA12244F4}"/>
          </ac:spMkLst>
        </pc:spChg>
        <pc:cxnChg chg="add mod">
          <ac:chgData name="UBAID QURESHI" userId="dd4ae95d8f7c04fe" providerId="LiveId" clId="{AF920071-46B6-4E4C-A6D8-3E93B456AF12}" dt="2025-10-23T07:09:48.271" v="407" actId="17032"/>
          <ac:cxnSpMkLst>
            <pc:docMk/>
            <pc:sldMk cId="3678845844" sldId="355"/>
            <ac:cxnSpMk id="23" creationId="{CDFA903B-4A10-312E-FC24-B9B077ECFA95}"/>
          </ac:cxnSpMkLst>
        </pc:cxnChg>
        <pc:cxnChg chg="add mod">
          <ac:chgData name="UBAID QURESHI" userId="dd4ae95d8f7c04fe" providerId="LiveId" clId="{AF920071-46B6-4E4C-A6D8-3E93B456AF12}" dt="2025-10-23T07:10:26.162" v="412" actId="14100"/>
          <ac:cxnSpMkLst>
            <pc:docMk/>
            <pc:sldMk cId="3678845844" sldId="355"/>
            <ac:cxnSpMk id="27" creationId="{30AF5685-08F3-FB21-C91D-B9AD2FE13D8C}"/>
          </ac:cxnSpMkLst>
        </pc:cxnChg>
        <pc:cxnChg chg="add del">
          <ac:chgData name="UBAID QURESHI" userId="dd4ae95d8f7c04fe" providerId="LiveId" clId="{AF920071-46B6-4E4C-A6D8-3E93B456AF12}" dt="2025-10-23T07:10:19.750" v="411" actId="478"/>
          <ac:cxnSpMkLst>
            <pc:docMk/>
            <pc:sldMk cId="3678845844" sldId="355"/>
            <ac:cxnSpMk id="33" creationId="{76EF0358-6047-AF21-F0F9-39AB0014C366}"/>
          </ac:cxnSpMkLst>
        </pc:cxnChg>
        <pc:cxnChg chg="add mod">
          <ac:chgData name="UBAID QURESHI" userId="dd4ae95d8f7c04fe" providerId="LiveId" clId="{AF920071-46B6-4E4C-A6D8-3E93B456AF12}" dt="2025-10-23T07:10:40.554" v="414" actId="17032"/>
          <ac:cxnSpMkLst>
            <pc:docMk/>
            <pc:sldMk cId="3678845844" sldId="355"/>
            <ac:cxnSpMk id="46" creationId="{605C2A1F-578C-4B06-8DAE-09673A052E84}"/>
          </ac:cxnSpMkLst>
        </pc:cxnChg>
      </pc:sldChg>
      <pc:sldChg chg="add del">
        <pc:chgData name="UBAID QURESHI" userId="dd4ae95d8f7c04fe" providerId="LiveId" clId="{AF920071-46B6-4E4C-A6D8-3E93B456AF12}" dt="2025-10-23T07:04:51.374" v="370" actId="47"/>
        <pc:sldMkLst>
          <pc:docMk/>
          <pc:sldMk cId="3776113048" sldId="355"/>
        </pc:sldMkLst>
      </pc:sldChg>
      <pc:sldChg chg="addSp delSp modSp add mod ord">
        <pc:chgData name="UBAID QURESHI" userId="dd4ae95d8f7c04fe" providerId="LiveId" clId="{AF920071-46B6-4E4C-A6D8-3E93B456AF12}" dt="2025-10-23T07:16:47.894" v="450" actId="478"/>
        <pc:sldMkLst>
          <pc:docMk/>
          <pc:sldMk cId="2210161818" sldId="356"/>
        </pc:sldMkLst>
        <pc:spChg chg="mod">
          <ac:chgData name="UBAID QURESHI" userId="dd4ae95d8f7c04fe" providerId="LiveId" clId="{AF920071-46B6-4E4C-A6D8-3E93B456AF12}" dt="2025-10-23T07:13:59.527" v="426" actId="1076"/>
          <ac:spMkLst>
            <pc:docMk/>
            <pc:sldMk cId="2210161818" sldId="356"/>
            <ac:spMk id="5" creationId="{E4D3CB04-34EC-19FA-8747-4B59931E99AF}"/>
          </ac:spMkLst>
        </pc:spChg>
        <pc:spChg chg="mod">
          <ac:chgData name="UBAID QURESHI" userId="dd4ae95d8f7c04fe" providerId="LiveId" clId="{AF920071-46B6-4E4C-A6D8-3E93B456AF12}" dt="2025-10-23T07:15:48.470" v="441" actId="207"/>
          <ac:spMkLst>
            <pc:docMk/>
            <pc:sldMk cId="2210161818" sldId="356"/>
            <ac:spMk id="6" creationId="{9564180B-B926-FF13-D70E-E02A8D8287B1}"/>
          </ac:spMkLst>
        </pc:spChg>
        <pc:spChg chg="add mod">
          <ac:chgData name="UBAID QURESHI" userId="dd4ae95d8f7c04fe" providerId="LiveId" clId="{AF920071-46B6-4E4C-A6D8-3E93B456AF12}" dt="2025-10-23T07:14:49.056" v="436" actId="207"/>
          <ac:spMkLst>
            <pc:docMk/>
            <pc:sldMk cId="2210161818" sldId="356"/>
            <ac:spMk id="24" creationId="{F65621D0-93D8-8166-1D89-5A4098AD0EEA}"/>
          </ac:spMkLst>
        </pc:spChg>
        <pc:spChg chg="mod">
          <ac:chgData name="UBAID QURESHI" userId="dd4ae95d8f7c04fe" providerId="LiveId" clId="{AF920071-46B6-4E4C-A6D8-3E93B456AF12}" dt="2025-10-23T07:14:20.733" v="431"/>
          <ac:spMkLst>
            <pc:docMk/>
            <pc:sldMk cId="2210161818" sldId="356"/>
            <ac:spMk id="29" creationId="{E8D8C0FD-43F0-60C4-1BEC-A7E79CD8696A}"/>
          </ac:spMkLst>
        </pc:spChg>
        <pc:spChg chg="mod">
          <ac:chgData name="UBAID QURESHI" userId="dd4ae95d8f7c04fe" providerId="LiveId" clId="{AF920071-46B6-4E4C-A6D8-3E93B456AF12}" dt="2025-10-23T07:14:20.733" v="431"/>
          <ac:spMkLst>
            <pc:docMk/>
            <pc:sldMk cId="2210161818" sldId="356"/>
            <ac:spMk id="33" creationId="{2E9C210E-AFB0-786B-0C83-1C5812E93840}"/>
          </ac:spMkLst>
        </pc:spChg>
        <pc:spChg chg="mod">
          <ac:chgData name="UBAID QURESHI" userId="dd4ae95d8f7c04fe" providerId="LiveId" clId="{AF920071-46B6-4E4C-A6D8-3E93B456AF12}" dt="2025-10-23T07:14:34.580" v="433" actId="1076"/>
          <ac:spMkLst>
            <pc:docMk/>
            <pc:sldMk cId="2210161818" sldId="356"/>
            <ac:spMk id="44" creationId="{9CC3C9D3-A018-523C-B4E2-82675E6AA061}"/>
          </ac:spMkLst>
        </pc:spChg>
        <pc:grpChg chg="add mod">
          <ac:chgData name="UBAID QURESHI" userId="dd4ae95d8f7c04fe" providerId="LiveId" clId="{AF920071-46B6-4E4C-A6D8-3E93B456AF12}" dt="2025-10-23T07:14:24.688" v="432" actId="1076"/>
          <ac:grpSpMkLst>
            <pc:docMk/>
            <pc:sldMk cId="2210161818" sldId="356"/>
            <ac:grpSpMk id="27" creationId="{72FE7124-19E5-B4CD-2B27-A4347B0B2A13}"/>
          </ac:grpSpMkLst>
        </pc:grpChg>
        <pc:cxnChg chg="del mod">
          <ac:chgData name="UBAID QURESHI" userId="dd4ae95d8f7c04fe" providerId="LiveId" clId="{AF920071-46B6-4E4C-A6D8-3E93B456AF12}" dt="2025-10-23T07:16:47.894" v="450" actId="478"/>
          <ac:cxnSpMkLst>
            <pc:docMk/>
            <pc:sldMk cId="2210161818" sldId="356"/>
            <ac:cxnSpMk id="21" creationId="{5D6EE912-FF85-3E32-135A-D63D5C99AC22}"/>
          </ac:cxnSpMkLst>
        </pc:cxnChg>
        <pc:cxnChg chg="add mod">
          <ac:chgData name="UBAID QURESHI" userId="dd4ae95d8f7c04fe" providerId="LiveId" clId="{AF920071-46B6-4E4C-A6D8-3E93B456AF12}" dt="2025-10-23T07:13:40.311" v="422" actId="13822"/>
          <ac:cxnSpMkLst>
            <pc:docMk/>
            <pc:sldMk cId="2210161818" sldId="356"/>
            <ac:cxnSpMk id="23" creationId="{37319F30-5D5A-7324-099F-5DE7A2A000D8}"/>
          </ac:cxnSpMkLst>
        </pc:cxnChg>
        <pc:cxnChg chg="add del mod">
          <ac:chgData name="UBAID QURESHI" userId="dd4ae95d8f7c04fe" providerId="LiveId" clId="{AF920071-46B6-4E4C-A6D8-3E93B456AF12}" dt="2025-10-23T07:16:46.683" v="449" actId="478"/>
          <ac:cxnSpMkLst>
            <pc:docMk/>
            <pc:sldMk cId="2210161818" sldId="356"/>
            <ac:cxnSpMk id="45" creationId="{82D88AA6-93F5-A304-3897-6DA0BAC8F831}"/>
          </ac:cxnSpMkLst>
        </pc:cxnChg>
        <pc:cxnChg chg="add mod">
          <ac:chgData name="UBAID QURESHI" userId="dd4ae95d8f7c04fe" providerId="LiveId" clId="{AF920071-46B6-4E4C-A6D8-3E93B456AF12}" dt="2025-10-23T07:16:33.446" v="447" actId="1076"/>
          <ac:cxnSpMkLst>
            <pc:docMk/>
            <pc:sldMk cId="2210161818" sldId="356"/>
            <ac:cxnSpMk id="46" creationId="{67C93858-611F-6795-77A6-94BEAD1F419A}"/>
          </ac:cxnSpMkLst>
        </pc:cxnChg>
      </pc:sldChg>
      <pc:sldChg chg="addSp delSp modSp add mod">
        <pc:chgData name="UBAID QURESHI" userId="dd4ae95d8f7c04fe" providerId="LiveId" clId="{AF920071-46B6-4E4C-A6D8-3E93B456AF12}" dt="2025-10-23T07:19:25.063" v="477" actId="478"/>
        <pc:sldMkLst>
          <pc:docMk/>
          <pc:sldMk cId="3485604307" sldId="357"/>
        </pc:sldMkLst>
        <pc:spChg chg="add mod">
          <ac:chgData name="UBAID QURESHI" userId="dd4ae95d8f7c04fe" providerId="LiveId" clId="{AF920071-46B6-4E4C-A6D8-3E93B456AF12}" dt="2025-10-23T07:17:35.777" v="456" actId="20577"/>
          <ac:spMkLst>
            <pc:docMk/>
            <pc:sldMk cId="3485604307" sldId="357"/>
            <ac:spMk id="8" creationId="{43D1BE42-FB1F-649B-7619-BB2967235F59}"/>
          </ac:spMkLst>
        </pc:spChg>
        <pc:spChg chg="add mod">
          <ac:chgData name="UBAID QURESHI" userId="dd4ae95d8f7c04fe" providerId="LiveId" clId="{AF920071-46B6-4E4C-A6D8-3E93B456AF12}" dt="2025-10-23T07:17:47.424" v="461" actId="20577"/>
          <ac:spMkLst>
            <pc:docMk/>
            <pc:sldMk cId="3485604307" sldId="357"/>
            <ac:spMk id="47" creationId="{536309C0-C95D-6FD8-F052-0620A68E1E7D}"/>
          </ac:spMkLst>
        </pc:spChg>
        <pc:spChg chg="add del mod">
          <ac:chgData name="UBAID QURESHI" userId="dd4ae95d8f7c04fe" providerId="LiveId" clId="{AF920071-46B6-4E4C-A6D8-3E93B456AF12}" dt="2025-10-23T07:19:23.241" v="476" actId="478"/>
          <ac:spMkLst>
            <pc:docMk/>
            <pc:sldMk cId="3485604307" sldId="357"/>
            <ac:spMk id="59" creationId="{EDF461AE-F2BC-FC71-4161-D6AEF2E48DC6}"/>
          </ac:spMkLst>
        </pc:spChg>
        <pc:cxnChg chg="mod">
          <ac:chgData name="UBAID QURESHI" userId="dd4ae95d8f7c04fe" providerId="LiveId" clId="{AF920071-46B6-4E4C-A6D8-3E93B456AF12}" dt="2025-10-23T07:18:06.229" v="463" actId="208"/>
          <ac:cxnSpMkLst>
            <pc:docMk/>
            <pc:sldMk cId="3485604307" sldId="357"/>
            <ac:cxnSpMk id="21" creationId="{1FE7AED4-FAE6-0C9C-3AD1-97896368E225}"/>
          </ac:cxnSpMkLst>
        </pc:cxnChg>
        <pc:cxnChg chg="mod">
          <ac:chgData name="UBAID QURESHI" userId="dd4ae95d8f7c04fe" providerId="LiveId" clId="{AF920071-46B6-4E4C-A6D8-3E93B456AF12}" dt="2025-10-23T07:18:02.902" v="462" actId="208"/>
          <ac:cxnSpMkLst>
            <pc:docMk/>
            <pc:sldMk cId="3485604307" sldId="357"/>
            <ac:cxnSpMk id="45" creationId="{CEB2949B-61BA-0D82-19A3-512D22A5AB66}"/>
          </ac:cxnSpMkLst>
        </pc:cxnChg>
        <pc:cxnChg chg="add del mod">
          <ac:chgData name="UBAID QURESHI" userId="dd4ae95d8f7c04fe" providerId="LiveId" clId="{AF920071-46B6-4E4C-A6D8-3E93B456AF12}" dt="2025-10-23T07:19:25.063" v="477" actId="478"/>
          <ac:cxnSpMkLst>
            <pc:docMk/>
            <pc:sldMk cId="3485604307" sldId="357"/>
            <ac:cxnSpMk id="57" creationId="{61CC4FE0-B92F-E77D-006C-FC01E160E72B}"/>
          </ac:cxnSpMkLst>
        </pc:cxnChg>
      </pc:sldChg>
      <pc:sldChg chg="addSp delSp modSp add mod">
        <pc:chgData name="UBAID QURESHI" userId="dd4ae95d8f7c04fe" providerId="LiveId" clId="{AF920071-46B6-4E4C-A6D8-3E93B456AF12}" dt="2025-10-23T07:21:41.054" v="639" actId="478"/>
        <pc:sldMkLst>
          <pc:docMk/>
          <pc:sldMk cId="113625218" sldId="358"/>
        </pc:sldMkLst>
        <pc:spChg chg="mod">
          <ac:chgData name="UBAID QURESHI" userId="dd4ae95d8f7c04fe" providerId="LiveId" clId="{AF920071-46B6-4E4C-A6D8-3E93B456AF12}" dt="2025-10-23T07:21:18.374" v="632" actId="20577"/>
          <ac:spMkLst>
            <pc:docMk/>
            <pc:sldMk cId="113625218" sldId="358"/>
            <ac:spMk id="59" creationId="{96DD1F4D-3191-1EE3-009D-9E94C98C4FB3}"/>
          </ac:spMkLst>
        </pc:spChg>
        <pc:spChg chg="mod">
          <ac:chgData name="UBAID QURESHI" userId="dd4ae95d8f7c04fe" providerId="LiveId" clId="{AF920071-46B6-4E4C-A6D8-3E93B456AF12}" dt="2025-10-23T07:19:57.171" v="478"/>
          <ac:spMkLst>
            <pc:docMk/>
            <pc:sldMk cId="113625218" sldId="358"/>
            <ac:spMk id="60" creationId="{07541952-20C3-CF37-961A-C090922F1D7F}"/>
          </ac:spMkLst>
        </pc:spChg>
        <pc:spChg chg="mod">
          <ac:chgData name="UBAID QURESHI" userId="dd4ae95d8f7c04fe" providerId="LiveId" clId="{AF920071-46B6-4E4C-A6D8-3E93B456AF12}" dt="2025-10-23T07:19:57.171" v="478"/>
          <ac:spMkLst>
            <pc:docMk/>
            <pc:sldMk cId="113625218" sldId="358"/>
            <ac:spMk id="63" creationId="{79B0B66F-8BFF-2508-B5BF-1CCA17B193CB}"/>
          </ac:spMkLst>
        </pc:spChg>
        <pc:spChg chg="mod">
          <ac:chgData name="UBAID QURESHI" userId="dd4ae95d8f7c04fe" providerId="LiveId" clId="{AF920071-46B6-4E4C-A6D8-3E93B456AF12}" dt="2025-10-23T07:19:57.171" v="478"/>
          <ac:spMkLst>
            <pc:docMk/>
            <pc:sldMk cId="113625218" sldId="358"/>
            <ac:spMk id="64" creationId="{7A4E6792-56D4-7B63-3C0B-1B9C73E1B66E}"/>
          </ac:spMkLst>
        </pc:spChg>
        <pc:spChg chg="add mod">
          <ac:chgData name="UBAID QURESHI" userId="dd4ae95d8f7c04fe" providerId="LiveId" clId="{AF920071-46B6-4E4C-A6D8-3E93B456AF12}" dt="2025-10-23T07:20:11.530" v="481" actId="1076"/>
          <ac:spMkLst>
            <pc:docMk/>
            <pc:sldMk cId="113625218" sldId="358"/>
            <ac:spMk id="65" creationId="{A2140A9A-6228-4860-B809-2D976EE47678}"/>
          </ac:spMkLst>
        </pc:spChg>
        <pc:spChg chg="add del mod">
          <ac:chgData name="UBAID QURESHI" userId="dd4ae95d8f7c04fe" providerId="LiveId" clId="{AF920071-46B6-4E4C-A6D8-3E93B456AF12}" dt="2025-10-23T07:21:39.557" v="638" actId="478"/>
          <ac:spMkLst>
            <pc:docMk/>
            <pc:sldMk cId="113625218" sldId="358"/>
            <ac:spMk id="67" creationId="{0667DA1A-63E8-946C-8087-6F771C2F818A}"/>
          </ac:spMkLst>
        </pc:spChg>
        <pc:grpChg chg="add mod">
          <ac:chgData name="UBAID QURESHI" userId="dd4ae95d8f7c04fe" providerId="LiveId" clId="{AF920071-46B6-4E4C-A6D8-3E93B456AF12}" dt="2025-10-23T07:20:03.060" v="479" actId="1076"/>
          <ac:grpSpMkLst>
            <pc:docMk/>
            <pc:sldMk cId="113625218" sldId="358"/>
            <ac:grpSpMk id="58" creationId="{4B8629F9-05AD-C5C8-940E-160C480A47A5}"/>
          </ac:grpSpMkLst>
        </pc:grpChg>
        <pc:cxnChg chg="add del mod">
          <ac:chgData name="UBAID QURESHI" userId="dd4ae95d8f7c04fe" providerId="LiveId" clId="{AF920071-46B6-4E4C-A6D8-3E93B456AF12}" dt="2025-10-23T07:21:41.054" v="639" actId="478"/>
          <ac:cxnSpMkLst>
            <pc:docMk/>
            <pc:sldMk cId="113625218" sldId="358"/>
            <ac:cxnSpMk id="66" creationId="{BB336AEA-749C-F686-07D7-CBC74B814D55}"/>
          </ac:cxnSpMkLst>
        </pc:cxnChg>
      </pc:sldChg>
      <pc:sldChg chg="addSp delSp modSp add mod">
        <pc:chgData name="UBAID QURESHI" userId="dd4ae95d8f7c04fe" providerId="LiveId" clId="{AF920071-46B6-4E4C-A6D8-3E93B456AF12}" dt="2025-10-23T07:22:56.934" v="650" actId="478"/>
        <pc:sldMkLst>
          <pc:docMk/>
          <pc:sldMk cId="1490925995" sldId="359"/>
        </pc:sldMkLst>
        <pc:spChg chg="mod">
          <ac:chgData name="UBAID QURESHI" userId="dd4ae95d8f7c04fe" providerId="LiveId" clId="{AF920071-46B6-4E4C-A6D8-3E93B456AF12}" dt="2025-10-23T07:21:48.601" v="640"/>
          <ac:spMkLst>
            <pc:docMk/>
            <pc:sldMk cId="1490925995" sldId="359"/>
            <ac:spMk id="69" creationId="{8B85DEB9-56A0-0DD3-6D79-F7585CBFA4FB}"/>
          </ac:spMkLst>
        </pc:spChg>
        <pc:spChg chg="mod">
          <ac:chgData name="UBAID QURESHI" userId="dd4ae95d8f7c04fe" providerId="LiveId" clId="{AF920071-46B6-4E4C-A6D8-3E93B456AF12}" dt="2025-10-23T07:21:48.601" v="640"/>
          <ac:spMkLst>
            <pc:docMk/>
            <pc:sldMk cId="1490925995" sldId="359"/>
            <ac:spMk id="70" creationId="{6FA6E05B-8E62-D978-CAFD-A0EE824CD1C6}"/>
          </ac:spMkLst>
        </pc:spChg>
        <pc:spChg chg="mod">
          <ac:chgData name="UBAID QURESHI" userId="dd4ae95d8f7c04fe" providerId="LiveId" clId="{AF920071-46B6-4E4C-A6D8-3E93B456AF12}" dt="2025-10-23T07:22:22.829" v="645" actId="1076"/>
          <ac:spMkLst>
            <pc:docMk/>
            <pc:sldMk cId="1490925995" sldId="359"/>
            <ac:spMk id="71" creationId="{CAAC7942-6045-A9D5-81D0-C5D1A2BFB087}"/>
          </ac:spMkLst>
        </pc:spChg>
        <pc:spChg chg="mod">
          <ac:chgData name="UBAID QURESHI" userId="dd4ae95d8f7c04fe" providerId="LiveId" clId="{AF920071-46B6-4E4C-A6D8-3E93B456AF12}" dt="2025-10-23T07:22:00.108" v="642"/>
          <ac:spMkLst>
            <pc:docMk/>
            <pc:sldMk cId="1490925995" sldId="359"/>
            <ac:spMk id="73" creationId="{813494E7-3B0B-A97C-9397-285BF63D6724}"/>
          </ac:spMkLst>
        </pc:spChg>
        <pc:spChg chg="mod">
          <ac:chgData name="UBAID QURESHI" userId="dd4ae95d8f7c04fe" providerId="LiveId" clId="{AF920071-46B6-4E4C-A6D8-3E93B456AF12}" dt="2025-10-23T07:22:00.108" v="642"/>
          <ac:spMkLst>
            <pc:docMk/>
            <pc:sldMk cId="1490925995" sldId="359"/>
            <ac:spMk id="74" creationId="{AF7974CB-603D-DB02-0F55-9EC4ED6ED919}"/>
          </ac:spMkLst>
        </pc:spChg>
        <pc:spChg chg="mod">
          <ac:chgData name="UBAID QURESHI" userId="dd4ae95d8f7c04fe" providerId="LiveId" clId="{AF920071-46B6-4E4C-A6D8-3E93B456AF12}" dt="2025-10-23T07:22:00.108" v="642"/>
          <ac:spMkLst>
            <pc:docMk/>
            <pc:sldMk cId="1490925995" sldId="359"/>
            <ac:spMk id="75" creationId="{73227796-DAD3-4EC6-0022-6A4313019EE3}"/>
          </ac:spMkLst>
        </pc:spChg>
        <pc:spChg chg="add mod">
          <ac:chgData name="UBAID QURESHI" userId="dd4ae95d8f7c04fe" providerId="LiveId" clId="{AF920071-46B6-4E4C-A6D8-3E93B456AF12}" dt="2025-10-23T07:22:17.175" v="644" actId="1076"/>
          <ac:spMkLst>
            <pc:docMk/>
            <pc:sldMk cId="1490925995" sldId="359"/>
            <ac:spMk id="76" creationId="{7AB85E1D-2ED5-9313-4C2E-40BA2DA18EBC}"/>
          </ac:spMkLst>
        </pc:spChg>
        <pc:grpChg chg="add mod">
          <ac:chgData name="UBAID QURESHI" userId="dd4ae95d8f7c04fe" providerId="LiveId" clId="{AF920071-46B6-4E4C-A6D8-3E93B456AF12}" dt="2025-10-23T07:21:52.615" v="641" actId="1076"/>
          <ac:grpSpMkLst>
            <pc:docMk/>
            <pc:sldMk cId="1490925995" sldId="359"/>
            <ac:grpSpMk id="68" creationId="{BFC7127B-6F22-FE92-5798-1A3A26873BD2}"/>
          </ac:grpSpMkLst>
        </pc:grpChg>
        <pc:grpChg chg="add mod">
          <ac:chgData name="UBAID QURESHI" userId="dd4ae95d8f7c04fe" providerId="LiveId" clId="{AF920071-46B6-4E4C-A6D8-3E93B456AF12}" dt="2025-10-23T07:22:00.108" v="642"/>
          <ac:grpSpMkLst>
            <pc:docMk/>
            <pc:sldMk cId="1490925995" sldId="359"/>
            <ac:grpSpMk id="72" creationId="{A4FE7E7D-56D4-10BB-935F-5AD5430BD638}"/>
          </ac:grpSpMkLst>
        </pc:grpChg>
        <pc:cxnChg chg="add del mod">
          <ac:chgData name="UBAID QURESHI" userId="dd4ae95d8f7c04fe" providerId="LiveId" clId="{AF920071-46B6-4E4C-A6D8-3E93B456AF12}" dt="2025-10-23T07:22:56.934" v="650" actId="478"/>
          <ac:cxnSpMkLst>
            <pc:docMk/>
            <pc:sldMk cId="1490925995" sldId="359"/>
            <ac:cxnSpMk id="77" creationId="{5B176544-A645-3116-0B5C-D67486475620}"/>
          </ac:cxnSpMkLst>
        </pc:cxnChg>
      </pc:sldChg>
      <pc:sldChg chg="addSp delSp modSp add mod">
        <pc:chgData name="UBAID QURESHI" userId="dd4ae95d8f7c04fe" providerId="LiveId" clId="{AF920071-46B6-4E4C-A6D8-3E93B456AF12}" dt="2025-10-23T07:24:55.174" v="657" actId="478"/>
        <pc:sldMkLst>
          <pc:docMk/>
          <pc:sldMk cId="1131583377" sldId="360"/>
        </pc:sldMkLst>
        <pc:spChg chg="add mod">
          <ac:chgData name="UBAID QURESHI" userId="dd4ae95d8f7c04fe" providerId="LiveId" clId="{AF920071-46B6-4E4C-A6D8-3E93B456AF12}" dt="2025-10-23T07:24:25.225" v="653" actId="20577"/>
          <ac:spMkLst>
            <pc:docMk/>
            <pc:sldMk cId="1131583377" sldId="360"/>
            <ac:spMk id="72" creationId="{BD26E9CE-4831-61C0-7E9F-C2E806A51B4D}"/>
          </ac:spMkLst>
        </pc:spChg>
        <pc:cxnChg chg="add del mod">
          <ac:chgData name="UBAID QURESHI" userId="dd4ae95d8f7c04fe" providerId="LiveId" clId="{AF920071-46B6-4E4C-A6D8-3E93B456AF12}" dt="2025-10-23T07:24:55.174" v="657" actId="478"/>
          <ac:cxnSpMkLst>
            <pc:docMk/>
            <pc:sldMk cId="1131583377" sldId="360"/>
            <ac:cxnSpMk id="73" creationId="{6D672D8B-AD63-5B8A-61B4-509996BCEF05}"/>
          </ac:cxnSpMkLst>
        </pc:cxnChg>
      </pc:sldChg>
      <pc:sldChg chg="addSp delSp modSp add mod">
        <pc:chgData name="UBAID QURESHI" userId="dd4ae95d8f7c04fe" providerId="LiveId" clId="{AF920071-46B6-4E4C-A6D8-3E93B456AF12}" dt="2025-10-23T07:33:18.482" v="713" actId="207"/>
        <pc:sldMkLst>
          <pc:docMk/>
          <pc:sldMk cId="3290321768" sldId="361"/>
        </pc:sldMkLst>
        <pc:spChg chg="add mod">
          <ac:chgData name="UBAID QURESHI" userId="dd4ae95d8f7c04fe" providerId="LiveId" clId="{AF920071-46B6-4E4C-A6D8-3E93B456AF12}" dt="2025-10-23T07:33:18.482" v="713" actId="207"/>
          <ac:spMkLst>
            <pc:docMk/>
            <pc:sldMk cId="3290321768" sldId="361"/>
            <ac:spMk id="74" creationId="{089B7C1F-1DC1-777F-263C-E382A47E4F93}"/>
          </ac:spMkLst>
        </pc:spChg>
        <pc:spChg chg="mod">
          <ac:chgData name="UBAID QURESHI" userId="dd4ae95d8f7c04fe" providerId="LiveId" clId="{AF920071-46B6-4E4C-A6D8-3E93B456AF12}" dt="2025-10-23T07:25:43.398" v="663"/>
          <ac:spMkLst>
            <pc:docMk/>
            <pc:sldMk cId="3290321768" sldId="361"/>
            <ac:spMk id="78" creationId="{3B6ABFA1-42AB-008E-9561-AFDA480E0156}"/>
          </ac:spMkLst>
        </pc:spChg>
        <pc:spChg chg="mod">
          <ac:chgData name="UBAID QURESHI" userId="dd4ae95d8f7c04fe" providerId="LiveId" clId="{AF920071-46B6-4E4C-A6D8-3E93B456AF12}" dt="2025-10-23T07:25:43.398" v="663"/>
          <ac:spMkLst>
            <pc:docMk/>
            <pc:sldMk cId="3290321768" sldId="361"/>
            <ac:spMk id="79" creationId="{7A395198-F219-34FB-BA3E-07BE41F17760}"/>
          </ac:spMkLst>
        </pc:spChg>
        <pc:spChg chg="mod">
          <ac:chgData name="UBAID QURESHI" userId="dd4ae95d8f7c04fe" providerId="LiveId" clId="{AF920071-46B6-4E4C-A6D8-3E93B456AF12}" dt="2025-10-23T07:25:43.398" v="663"/>
          <ac:spMkLst>
            <pc:docMk/>
            <pc:sldMk cId="3290321768" sldId="361"/>
            <ac:spMk id="80" creationId="{7C1123D9-01BA-1F4E-F82C-B8EF63046B61}"/>
          </ac:spMkLst>
        </pc:spChg>
        <pc:spChg chg="add mod">
          <ac:chgData name="UBAID QURESHI" userId="dd4ae95d8f7c04fe" providerId="LiveId" clId="{AF920071-46B6-4E4C-A6D8-3E93B456AF12}" dt="2025-10-23T07:25:49.917" v="664" actId="1076"/>
          <ac:spMkLst>
            <pc:docMk/>
            <pc:sldMk cId="3290321768" sldId="361"/>
            <ac:spMk id="81" creationId="{5E5F719F-3D09-8EDE-9D79-50991D98D84D}"/>
          </ac:spMkLst>
        </pc:spChg>
        <pc:spChg chg="add mod">
          <ac:chgData name="UBAID QURESHI" userId="dd4ae95d8f7c04fe" providerId="LiveId" clId="{AF920071-46B6-4E4C-A6D8-3E93B456AF12}" dt="2025-10-23T07:25:49.917" v="664" actId="1076"/>
          <ac:spMkLst>
            <pc:docMk/>
            <pc:sldMk cId="3290321768" sldId="361"/>
            <ac:spMk id="82" creationId="{081C2CAD-411B-2D7C-6B9E-28F555873FF0}"/>
          </ac:spMkLst>
        </pc:spChg>
        <pc:grpChg chg="add mod">
          <ac:chgData name="UBAID QURESHI" userId="dd4ae95d8f7c04fe" providerId="LiveId" clId="{AF920071-46B6-4E4C-A6D8-3E93B456AF12}" dt="2025-10-23T07:25:49.917" v="664" actId="1076"/>
          <ac:grpSpMkLst>
            <pc:docMk/>
            <pc:sldMk cId="3290321768" sldId="361"/>
            <ac:grpSpMk id="75" creationId="{B8B168B7-6E94-3CC1-93B6-5D985A33AE8F}"/>
          </ac:grpSpMkLst>
        </pc:grpChg>
        <pc:cxnChg chg="add del mod">
          <ac:chgData name="UBAID QURESHI" userId="dd4ae95d8f7c04fe" providerId="LiveId" clId="{AF920071-46B6-4E4C-A6D8-3E93B456AF12}" dt="2025-10-23T07:27:04.018" v="677" actId="478"/>
          <ac:cxnSpMkLst>
            <pc:docMk/>
            <pc:sldMk cId="3290321768" sldId="361"/>
            <ac:cxnSpMk id="84" creationId="{2B901472-3CAB-AFCB-295D-5507EA8A0E9B}"/>
          </ac:cxnSpMkLst>
        </pc:cxnChg>
        <pc:cxnChg chg="add del mod">
          <ac:chgData name="UBAID QURESHI" userId="dd4ae95d8f7c04fe" providerId="LiveId" clId="{AF920071-46B6-4E4C-A6D8-3E93B456AF12}" dt="2025-10-23T07:27:07.838" v="678" actId="478"/>
          <ac:cxnSpMkLst>
            <pc:docMk/>
            <pc:sldMk cId="3290321768" sldId="361"/>
            <ac:cxnSpMk id="85" creationId="{0410C452-35E0-70A3-C69A-DA70FC774C9F}"/>
          </ac:cxnSpMkLst>
        </pc:cxnChg>
        <pc:cxnChg chg="add del mod">
          <ac:chgData name="UBAID QURESHI" userId="dd4ae95d8f7c04fe" providerId="LiveId" clId="{AF920071-46B6-4E4C-A6D8-3E93B456AF12}" dt="2025-10-23T07:27:10.528" v="679" actId="478"/>
          <ac:cxnSpMkLst>
            <pc:docMk/>
            <pc:sldMk cId="3290321768" sldId="361"/>
            <ac:cxnSpMk id="87" creationId="{E49C88B3-A970-91DB-E776-1AA36DD7EE00}"/>
          </ac:cxnSpMkLst>
        </pc:cxnChg>
      </pc:sldChg>
      <pc:sldChg chg="addSp modSp add mod">
        <pc:chgData name="UBAID QURESHI" userId="dd4ae95d8f7c04fe" providerId="LiveId" clId="{AF920071-46B6-4E4C-A6D8-3E93B456AF12}" dt="2025-10-23T07:33:23.215" v="714" actId="207"/>
        <pc:sldMkLst>
          <pc:docMk/>
          <pc:sldMk cId="775875361" sldId="362"/>
        </pc:sldMkLst>
        <pc:spChg chg="mod">
          <ac:chgData name="UBAID QURESHI" userId="dd4ae95d8f7c04fe" providerId="LiveId" clId="{AF920071-46B6-4E4C-A6D8-3E93B456AF12}" dt="2025-10-23T07:33:23.215" v="714" actId="207"/>
          <ac:spMkLst>
            <pc:docMk/>
            <pc:sldMk cId="775875361" sldId="362"/>
            <ac:spMk id="74" creationId="{73452093-31EF-65EF-1C56-E02276255626}"/>
          </ac:spMkLst>
        </pc:spChg>
        <pc:spChg chg="add mod">
          <ac:chgData name="UBAID QURESHI" userId="dd4ae95d8f7c04fe" providerId="LiveId" clId="{AF920071-46B6-4E4C-A6D8-3E93B456AF12}" dt="2025-10-23T07:28:02.066" v="685" actId="1076"/>
          <ac:spMkLst>
            <pc:docMk/>
            <pc:sldMk cId="775875361" sldId="362"/>
            <ac:spMk id="83" creationId="{A04DC171-9765-F9D2-ACF0-3BFCD731A763}"/>
          </ac:spMkLst>
        </pc:spChg>
        <pc:cxnChg chg="mod">
          <ac:chgData name="UBAID QURESHI" userId="dd4ae95d8f7c04fe" providerId="LiveId" clId="{AF920071-46B6-4E4C-A6D8-3E93B456AF12}" dt="2025-10-23T07:27:26.359" v="682" actId="14100"/>
          <ac:cxnSpMkLst>
            <pc:docMk/>
            <pc:sldMk cId="775875361" sldId="362"/>
            <ac:cxnSpMk id="85" creationId="{EA20E470-2F40-A720-CC77-B91E9B8312B9}"/>
          </ac:cxnSpMkLst>
        </pc:cxnChg>
      </pc:sldChg>
      <pc:sldChg chg="addSp delSp modSp add mod ord">
        <pc:chgData name="UBAID QURESHI" userId="dd4ae95d8f7c04fe" providerId="LiveId" clId="{AF920071-46B6-4E4C-A6D8-3E93B456AF12}" dt="2025-10-23T07:32:36.201" v="712" actId="478"/>
        <pc:sldMkLst>
          <pc:docMk/>
          <pc:sldMk cId="1959320164" sldId="363"/>
        </pc:sldMkLst>
        <pc:spChg chg="mod">
          <ac:chgData name="UBAID QURESHI" userId="dd4ae95d8f7c04fe" providerId="LiveId" clId="{AF920071-46B6-4E4C-A6D8-3E93B456AF12}" dt="2025-10-23T07:30:46.594" v="696" actId="207"/>
          <ac:spMkLst>
            <pc:docMk/>
            <pc:sldMk cId="1959320164" sldId="363"/>
            <ac:spMk id="74" creationId="{88317CC9-0F1C-EC23-5750-DBB54BF233E6}"/>
          </ac:spMkLst>
        </pc:spChg>
        <pc:spChg chg="mod">
          <ac:chgData name="UBAID QURESHI" userId="dd4ae95d8f7c04fe" providerId="LiveId" clId="{AF920071-46B6-4E4C-A6D8-3E93B456AF12}" dt="2025-10-23T07:31:43.346" v="704" actId="1076"/>
          <ac:spMkLst>
            <pc:docMk/>
            <pc:sldMk cId="1959320164" sldId="363"/>
            <ac:spMk id="81" creationId="{F4137CD7-3543-D5C9-C590-D1F95BE964C5}"/>
          </ac:spMkLst>
        </pc:spChg>
        <pc:spChg chg="mod">
          <ac:chgData name="UBAID QURESHI" userId="dd4ae95d8f7c04fe" providerId="LiveId" clId="{AF920071-46B6-4E4C-A6D8-3E93B456AF12}" dt="2025-10-23T07:31:43.346" v="704" actId="1076"/>
          <ac:spMkLst>
            <pc:docMk/>
            <pc:sldMk cId="1959320164" sldId="363"/>
            <ac:spMk id="82" creationId="{CF18CEDA-20B8-905D-F879-554DA9841447}"/>
          </ac:spMkLst>
        </pc:spChg>
        <pc:spChg chg="add mod">
          <ac:chgData name="UBAID QURESHI" userId="dd4ae95d8f7c04fe" providerId="LiveId" clId="{AF920071-46B6-4E4C-A6D8-3E93B456AF12}" dt="2025-10-23T07:30:27.231" v="693" actId="20577"/>
          <ac:spMkLst>
            <pc:docMk/>
            <pc:sldMk cId="1959320164" sldId="363"/>
            <ac:spMk id="84" creationId="{283B7862-68DE-3A52-DCC9-62DC83A8770C}"/>
          </ac:spMkLst>
        </pc:spChg>
        <pc:spChg chg="add del mod">
          <ac:chgData name="UBAID QURESHI" userId="dd4ae95d8f7c04fe" providerId="LiveId" clId="{AF920071-46B6-4E4C-A6D8-3E93B456AF12}" dt="2025-10-23T07:32:35.269" v="711" actId="478"/>
          <ac:spMkLst>
            <pc:docMk/>
            <pc:sldMk cId="1959320164" sldId="363"/>
            <ac:spMk id="85" creationId="{91321916-716C-BE02-5101-AB0F564EF4E4}"/>
          </ac:spMkLst>
        </pc:spChg>
        <pc:spChg chg="mod">
          <ac:chgData name="UBAID QURESHI" userId="dd4ae95d8f7c04fe" providerId="LiveId" clId="{AF920071-46B6-4E4C-A6D8-3E93B456AF12}" dt="2025-10-23T07:31:31.878" v="703"/>
          <ac:spMkLst>
            <pc:docMk/>
            <pc:sldMk cId="1959320164" sldId="363"/>
            <ac:spMk id="88" creationId="{59D2136B-813F-0FAE-13F9-F533C1C72254}"/>
          </ac:spMkLst>
        </pc:spChg>
        <pc:spChg chg="mod">
          <ac:chgData name="UBAID QURESHI" userId="dd4ae95d8f7c04fe" providerId="LiveId" clId="{AF920071-46B6-4E4C-A6D8-3E93B456AF12}" dt="2025-10-23T07:31:31.878" v="703"/>
          <ac:spMkLst>
            <pc:docMk/>
            <pc:sldMk cId="1959320164" sldId="363"/>
            <ac:spMk id="89" creationId="{987CB7F9-4556-A67B-EFDB-DDF430E398CB}"/>
          </ac:spMkLst>
        </pc:spChg>
        <pc:spChg chg="mod">
          <ac:chgData name="UBAID QURESHI" userId="dd4ae95d8f7c04fe" providerId="LiveId" clId="{AF920071-46B6-4E4C-A6D8-3E93B456AF12}" dt="2025-10-23T07:31:31.878" v="703"/>
          <ac:spMkLst>
            <pc:docMk/>
            <pc:sldMk cId="1959320164" sldId="363"/>
            <ac:spMk id="90" creationId="{46B8FDEC-31B9-7FD1-F3E1-B22FBFD548B7}"/>
          </ac:spMkLst>
        </pc:spChg>
        <pc:spChg chg="add mod">
          <ac:chgData name="UBAID QURESHI" userId="dd4ae95d8f7c04fe" providerId="LiveId" clId="{AF920071-46B6-4E4C-A6D8-3E93B456AF12}" dt="2025-10-23T07:31:31.878" v="703"/>
          <ac:spMkLst>
            <pc:docMk/>
            <pc:sldMk cId="1959320164" sldId="363"/>
            <ac:spMk id="91" creationId="{C72F837B-734E-3010-81F8-3E41D163C343}"/>
          </ac:spMkLst>
        </pc:spChg>
        <pc:spChg chg="add mod">
          <ac:chgData name="UBAID QURESHI" userId="dd4ae95d8f7c04fe" providerId="LiveId" clId="{AF920071-46B6-4E4C-A6D8-3E93B456AF12}" dt="2025-10-23T07:31:31.878" v="703"/>
          <ac:spMkLst>
            <pc:docMk/>
            <pc:sldMk cId="1959320164" sldId="363"/>
            <ac:spMk id="92" creationId="{2FDAAC81-B516-DFE3-FCE7-856CD0C8AF3C}"/>
          </ac:spMkLst>
        </pc:spChg>
        <pc:spChg chg="mod">
          <ac:chgData name="UBAID QURESHI" userId="dd4ae95d8f7c04fe" providerId="LiveId" clId="{AF920071-46B6-4E4C-A6D8-3E93B456AF12}" dt="2025-10-23T07:31:45.495" v="705"/>
          <ac:spMkLst>
            <pc:docMk/>
            <pc:sldMk cId="1959320164" sldId="363"/>
            <ac:spMk id="94" creationId="{EC20F6F9-716B-2D05-4AB5-EA9DC5F33900}"/>
          </ac:spMkLst>
        </pc:spChg>
        <pc:spChg chg="mod">
          <ac:chgData name="UBAID QURESHI" userId="dd4ae95d8f7c04fe" providerId="LiveId" clId="{AF920071-46B6-4E4C-A6D8-3E93B456AF12}" dt="2025-10-23T07:31:45.495" v="705"/>
          <ac:spMkLst>
            <pc:docMk/>
            <pc:sldMk cId="1959320164" sldId="363"/>
            <ac:spMk id="95" creationId="{8F87D6EA-489E-7819-6493-DAAEFF47B021}"/>
          </ac:spMkLst>
        </pc:spChg>
        <pc:spChg chg="mod">
          <ac:chgData name="UBAID QURESHI" userId="dd4ae95d8f7c04fe" providerId="LiveId" clId="{AF920071-46B6-4E4C-A6D8-3E93B456AF12}" dt="2025-10-23T07:31:45.495" v="705"/>
          <ac:spMkLst>
            <pc:docMk/>
            <pc:sldMk cId="1959320164" sldId="363"/>
            <ac:spMk id="96" creationId="{ADA14C2B-74E8-CC52-A060-E4B2769EE87E}"/>
          </ac:spMkLst>
        </pc:spChg>
        <pc:spChg chg="add del mod">
          <ac:chgData name="UBAID QURESHI" userId="dd4ae95d8f7c04fe" providerId="LiveId" clId="{AF920071-46B6-4E4C-A6D8-3E93B456AF12}" dt="2025-10-23T07:32:31.785" v="708" actId="478"/>
          <ac:spMkLst>
            <pc:docMk/>
            <pc:sldMk cId="1959320164" sldId="363"/>
            <ac:spMk id="97" creationId="{BE1990C0-5972-E944-19CB-5BE694ED079D}"/>
          </ac:spMkLst>
        </pc:spChg>
        <pc:spChg chg="add del mod">
          <ac:chgData name="UBAID QURESHI" userId="dd4ae95d8f7c04fe" providerId="LiveId" clId="{AF920071-46B6-4E4C-A6D8-3E93B456AF12}" dt="2025-10-23T07:32:33.816" v="709" actId="478"/>
          <ac:spMkLst>
            <pc:docMk/>
            <pc:sldMk cId="1959320164" sldId="363"/>
            <ac:spMk id="98" creationId="{29CB7493-2500-B43E-724C-ABB77F4F4A20}"/>
          </ac:spMkLst>
        </pc:spChg>
        <pc:grpChg chg="mod">
          <ac:chgData name="UBAID QURESHI" userId="dd4ae95d8f7c04fe" providerId="LiveId" clId="{AF920071-46B6-4E4C-A6D8-3E93B456AF12}" dt="2025-10-23T07:31:43.346" v="704" actId="1076"/>
          <ac:grpSpMkLst>
            <pc:docMk/>
            <pc:sldMk cId="1959320164" sldId="363"/>
            <ac:grpSpMk id="75" creationId="{2F151BFD-7EE0-32B7-B68C-80A9A5498BE8}"/>
          </ac:grpSpMkLst>
        </pc:grpChg>
        <pc:grpChg chg="add mod">
          <ac:chgData name="UBAID QURESHI" userId="dd4ae95d8f7c04fe" providerId="LiveId" clId="{AF920071-46B6-4E4C-A6D8-3E93B456AF12}" dt="2025-10-23T07:31:31.878" v="703"/>
          <ac:grpSpMkLst>
            <pc:docMk/>
            <pc:sldMk cId="1959320164" sldId="363"/>
            <ac:grpSpMk id="87" creationId="{2DF325E3-5249-560B-04F9-4E54B65E1EB4}"/>
          </ac:grpSpMkLst>
        </pc:grpChg>
        <pc:grpChg chg="add del mod">
          <ac:chgData name="UBAID QURESHI" userId="dd4ae95d8f7c04fe" providerId="LiveId" clId="{AF920071-46B6-4E4C-A6D8-3E93B456AF12}" dt="2025-10-23T07:32:34.579" v="710" actId="478"/>
          <ac:grpSpMkLst>
            <pc:docMk/>
            <pc:sldMk cId="1959320164" sldId="363"/>
            <ac:grpSpMk id="93" creationId="{B4CEE67D-111D-F7D9-8AF5-1A10F1C352AA}"/>
          </ac:grpSpMkLst>
        </pc:grpChg>
        <pc:cxnChg chg="add mod">
          <ac:chgData name="UBAID QURESHI" userId="dd4ae95d8f7c04fe" providerId="LiveId" clId="{AF920071-46B6-4E4C-A6D8-3E93B456AF12}" dt="2025-10-23T07:30:08.989" v="690" actId="1076"/>
          <ac:cxnSpMkLst>
            <pc:docMk/>
            <pc:sldMk cId="1959320164" sldId="363"/>
            <ac:cxnSpMk id="83" creationId="{CD71A1C2-C95E-B533-D01B-749C2B2E4241}"/>
          </ac:cxnSpMkLst>
        </pc:cxnChg>
        <pc:cxnChg chg="add del mod">
          <ac:chgData name="UBAID QURESHI" userId="dd4ae95d8f7c04fe" providerId="LiveId" clId="{AF920071-46B6-4E4C-A6D8-3E93B456AF12}" dt="2025-10-23T07:32:36.201" v="712" actId="478"/>
          <ac:cxnSpMkLst>
            <pc:docMk/>
            <pc:sldMk cId="1959320164" sldId="363"/>
            <ac:cxnSpMk id="86" creationId="{F03C5988-FBD2-0715-8437-E73136361AF3}"/>
          </ac:cxnSpMkLst>
        </pc:cxnChg>
      </pc:sldChg>
      <pc:sldChg chg="modSp add mod">
        <pc:chgData name="UBAID QURESHI" userId="dd4ae95d8f7c04fe" providerId="LiveId" clId="{AF920071-46B6-4E4C-A6D8-3E93B456AF12}" dt="2025-10-23T07:33:38.355" v="717" actId="14100"/>
        <pc:sldMkLst>
          <pc:docMk/>
          <pc:sldMk cId="3369376607" sldId="364"/>
        </pc:sldMkLst>
        <pc:spChg chg="mod">
          <ac:chgData name="UBAID QURESHI" userId="dd4ae95d8f7c04fe" providerId="LiveId" clId="{AF920071-46B6-4E4C-A6D8-3E93B456AF12}" dt="2025-10-23T07:33:38.355" v="717" actId="14100"/>
          <ac:spMkLst>
            <pc:docMk/>
            <pc:sldMk cId="3369376607" sldId="364"/>
            <ac:spMk id="85" creationId="{B7DB2599-72D0-D549-4969-E7EBDD1CD1BE}"/>
          </ac:spMkLst>
        </pc:spChg>
      </pc:sldChg>
      <pc:sldChg chg="addSp modSp add mod">
        <pc:chgData name="UBAID QURESHI" userId="dd4ae95d8f7c04fe" providerId="LiveId" clId="{AF920071-46B6-4E4C-A6D8-3E93B456AF12}" dt="2025-10-23T07:35:02.727" v="730" actId="207"/>
        <pc:sldMkLst>
          <pc:docMk/>
          <pc:sldMk cId="1222459563" sldId="365"/>
        </pc:sldMkLst>
        <pc:spChg chg="add mod">
          <ac:chgData name="UBAID QURESHI" userId="dd4ae95d8f7c04fe" providerId="LiveId" clId="{AF920071-46B6-4E4C-A6D8-3E93B456AF12}" dt="2025-10-23T07:35:02.727" v="730" actId="207"/>
          <ac:spMkLst>
            <pc:docMk/>
            <pc:sldMk cId="1222459563" sldId="365"/>
            <ac:spMk id="99" creationId="{FB6279CB-D630-4125-BC12-F1536720A939}"/>
          </ac:spMkLst>
        </pc:spChg>
        <pc:cxnChg chg="add mod">
          <ac:chgData name="UBAID QURESHI" userId="dd4ae95d8f7c04fe" providerId="LiveId" clId="{AF920071-46B6-4E4C-A6D8-3E93B456AF12}" dt="2025-10-23T07:34:22.396" v="721" actId="208"/>
          <ac:cxnSpMkLst>
            <pc:docMk/>
            <pc:sldMk cId="1222459563" sldId="365"/>
            <ac:cxnSpMk id="88" creationId="{4869F514-04F6-4082-6723-4E77348AB97E}"/>
          </ac:cxnSpMkLst>
        </pc:cxnChg>
        <pc:cxnChg chg="add mod">
          <ac:chgData name="UBAID QURESHI" userId="dd4ae95d8f7c04fe" providerId="LiveId" clId="{AF920071-46B6-4E4C-A6D8-3E93B456AF12}" dt="2025-10-23T07:34:33.206" v="724" actId="14100"/>
          <ac:cxnSpMkLst>
            <pc:docMk/>
            <pc:sldMk cId="1222459563" sldId="365"/>
            <ac:cxnSpMk id="89" creationId="{6B13E5EA-61CA-120F-4C10-CA660C6661F8}"/>
          </ac:cxnSpMkLst>
        </pc:cxnChg>
        <pc:cxnChg chg="add mod">
          <ac:chgData name="UBAID QURESHI" userId="dd4ae95d8f7c04fe" providerId="LiveId" clId="{AF920071-46B6-4E4C-A6D8-3E93B456AF12}" dt="2025-10-23T07:34:48.225" v="727" actId="14100"/>
          <ac:cxnSpMkLst>
            <pc:docMk/>
            <pc:sldMk cId="1222459563" sldId="365"/>
            <ac:cxnSpMk id="91" creationId="{222F14C2-CEDA-0906-95D5-1307565270BC}"/>
          </ac:cxnSpMkLst>
        </pc:cxnChg>
      </pc:sldChg>
      <pc:sldChg chg="addSp delSp modSp add mod ord">
        <pc:chgData name="UBAID QURESHI" userId="dd4ae95d8f7c04fe" providerId="LiveId" clId="{AF920071-46B6-4E4C-A6D8-3E93B456AF12}" dt="2025-10-23T08:23:42.712" v="916" actId="478"/>
        <pc:sldMkLst>
          <pc:docMk/>
          <pc:sldMk cId="3601562663" sldId="366"/>
        </pc:sldMkLst>
        <pc:spChg chg="mod">
          <ac:chgData name="UBAID QURESHI" userId="dd4ae95d8f7c04fe" providerId="LiveId" clId="{AF920071-46B6-4E4C-A6D8-3E93B456AF12}" dt="2025-10-23T07:35:58.395" v="738" actId="207"/>
          <ac:spMkLst>
            <pc:docMk/>
            <pc:sldMk cId="3601562663" sldId="366"/>
            <ac:spMk id="6" creationId="{83D61589-4811-0A77-2F45-A1DDE39E2308}"/>
          </ac:spMkLst>
        </pc:spChg>
        <pc:spChg chg="add mod">
          <ac:chgData name="UBAID QURESHI" userId="dd4ae95d8f7c04fe" providerId="LiveId" clId="{AF920071-46B6-4E4C-A6D8-3E93B456AF12}" dt="2025-10-23T08:13:57.797" v="823" actId="20577"/>
          <ac:spMkLst>
            <pc:docMk/>
            <pc:sldMk cId="3601562663" sldId="366"/>
            <ac:spMk id="92" creationId="{79B9D84B-24DE-5AF3-85A5-6632EDD7560C}"/>
          </ac:spMkLst>
        </pc:spChg>
        <pc:spChg chg="add del mod">
          <ac:chgData name="UBAID QURESHI" userId="dd4ae95d8f7c04fe" providerId="LiveId" clId="{AF920071-46B6-4E4C-A6D8-3E93B456AF12}" dt="2025-10-23T08:23:13.941" v="896" actId="478"/>
          <ac:spMkLst>
            <pc:docMk/>
            <pc:sldMk cId="3601562663" sldId="366"/>
            <ac:spMk id="101" creationId="{FB733EDE-DFC1-624D-9477-BCFA99856079}"/>
          </ac:spMkLst>
        </pc:spChg>
        <pc:spChg chg="add del mod">
          <ac:chgData name="UBAID QURESHI" userId="dd4ae95d8f7c04fe" providerId="LiveId" clId="{AF920071-46B6-4E4C-A6D8-3E93B456AF12}" dt="2025-10-23T08:23:18.552" v="899" actId="478"/>
          <ac:spMkLst>
            <pc:docMk/>
            <pc:sldMk cId="3601562663" sldId="366"/>
            <ac:spMk id="102" creationId="{ECC3C21E-2A9C-CFA6-7151-C553F6F04E82}"/>
          </ac:spMkLst>
        </pc:spChg>
        <pc:spChg chg="add del mod">
          <ac:chgData name="UBAID QURESHI" userId="dd4ae95d8f7c04fe" providerId="LiveId" clId="{AF920071-46B6-4E4C-A6D8-3E93B456AF12}" dt="2025-10-23T08:23:41.406" v="915" actId="478"/>
          <ac:spMkLst>
            <pc:docMk/>
            <pc:sldMk cId="3601562663" sldId="366"/>
            <ac:spMk id="105" creationId="{77F2F73F-849B-5D7C-BD7B-1BFC23C65B17}"/>
          </ac:spMkLst>
        </pc:spChg>
        <pc:spChg chg="add del mod">
          <ac:chgData name="UBAID QURESHI" userId="dd4ae95d8f7c04fe" providerId="LiveId" clId="{AF920071-46B6-4E4C-A6D8-3E93B456AF12}" dt="2025-10-23T08:23:20.853" v="901" actId="478"/>
          <ac:spMkLst>
            <pc:docMk/>
            <pc:sldMk cId="3601562663" sldId="366"/>
            <ac:spMk id="106" creationId="{828E144F-0ACC-7B1E-3CD7-DDA2EF32F112}"/>
          </ac:spMkLst>
        </pc:spChg>
        <pc:spChg chg="mod">
          <ac:chgData name="UBAID QURESHI" userId="dd4ae95d8f7c04fe" providerId="LiveId" clId="{AF920071-46B6-4E4C-A6D8-3E93B456AF12}" dt="2025-10-23T08:17:40.892" v="848"/>
          <ac:spMkLst>
            <pc:docMk/>
            <pc:sldMk cId="3601562663" sldId="366"/>
            <ac:spMk id="108" creationId="{1E7636CA-F23E-8C2D-FFFA-48430A23CA8A}"/>
          </ac:spMkLst>
        </pc:spChg>
        <pc:spChg chg="mod">
          <ac:chgData name="UBAID QURESHI" userId="dd4ae95d8f7c04fe" providerId="LiveId" clId="{AF920071-46B6-4E4C-A6D8-3E93B456AF12}" dt="2025-10-23T08:17:40.892" v="848"/>
          <ac:spMkLst>
            <pc:docMk/>
            <pc:sldMk cId="3601562663" sldId="366"/>
            <ac:spMk id="109" creationId="{F25378C0-7292-D470-8AF6-3F006C9FF69E}"/>
          </ac:spMkLst>
        </pc:spChg>
        <pc:spChg chg="mod">
          <ac:chgData name="UBAID QURESHI" userId="dd4ae95d8f7c04fe" providerId="LiveId" clId="{AF920071-46B6-4E4C-A6D8-3E93B456AF12}" dt="2025-10-23T08:17:40.892" v="848"/>
          <ac:spMkLst>
            <pc:docMk/>
            <pc:sldMk cId="3601562663" sldId="366"/>
            <ac:spMk id="110" creationId="{7C6092DC-0275-FE6B-EBC8-5163D234BE69}"/>
          </ac:spMkLst>
        </pc:spChg>
        <pc:spChg chg="mod">
          <ac:chgData name="UBAID QURESHI" userId="dd4ae95d8f7c04fe" providerId="LiveId" clId="{AF920071-46B6-4E4C-A6D8-3E93B456AF12}" dt="2025-10-23T08:18:04.434" v="850"/>
          <ac:spMkLst>
            <pc:docMk/>
            <pc:sldMk cId="3601562663" sldId="366"/>
            <ac:spMk id="112" creationId="{AB36702A-93CD-2FD2-52CA-769B6CB91CE6}"/>
          </ac:spMkLst>
        </pc:spChg>
        <pc:spChg chg="mod">
          <ac:chgData name="UBAID QURESHI" userId="dd4ae95d8f7c04fe" providerId="LiveId" clId="{AF920071-46B6-4E4C-A6D8-3E93B456AF12}" dt="2025-10-23T08:18:04.434" v="850"/>
          <ac:spMkLst>
            <pc:docMk/>
            <pc:sldMk cId="3601562663" sldId="366"/>
            <ac:spMk id="113" creationId="{4755C0F9-9F77-88D9-AA41-FC8EB701BB9A}"/>
          </ac:spMkLst>
        </pc:spChg>
        <pc:spChg chg="mod">
          <ac:chgData name="UBAID QURESHI" userId="dd4ae95d8f7c04fe" providerId="LiveId" clId="{AF920071-46B6-4E4C-A6D8-3E93B456AF12}" dt="2025-10-23T08:18:15.849" v="852" actId="1076"/>
          <ac:spMkLst>
            <pc:docMk/>
            <pc:sldMk cId="3601562663" sldId="366"/>
            <ac:spMk id="114" creationId="{22525641-8395-0676-1E91-B335E37E675C}"/>
          </ac:spMkLst>
        </pc:spChg>
        <pc:spChg chg="add del mod">
          <ac:chgData name="UBAID QURESHI" userId="dd4ae95d8f7c04fe" providerId="LiveId" clId="{AF920071-46B6-4E4C-A6D8-3E93B456AF12}" dt="2025-10-23T08:23:40.069" v="914" actId="478"/>
          <ac:spMkLst>
            <pc:docMk/>
            <pc:sldMk cId="3601562663" sldId="366"/>
            <ac:spMk id="115" creationId="{B4CEED8B-9A7F-EBB1-2FA5-314D60B51AA0}"/>
          </ac:spMkLst>
        </pc:spChg>
        <pc:spChg chg="add del mod">
          <ac:chgData name="UBAID QURESHI" userId="dd4ae95d8f7c04fe" providerId="LiveId" clId="{AF920071-46B6-4E4C-A6D8-3E93B456AF12}" dt="2025-10-23T08:23:25.903" v="906" actId="478"/>
          <ac:spMkLst>
            <pc:docMk/>
            <pc:sldMk cId="3601562663" sldId="366"/>
            <ac:spMk id="117" creationId="{81CDD56C-9226-54E5-3542-A4E1D567D179}"/>
          </ac:spMkLst>
        </pc:spChg>
        <pc:spChg chg="add del mod">
          <ac:chgData name="UBAID QURESHI" userId="dd4ae95d8f7c04fe" providerId="LiveId" clId="{AF920071-46B6-4E4C-A6D8-3E93B456AF12}" dt="2025-10-23T08:23:26.650" v="907" actId="478"/>
          <ac:spMkLst>
            <pc:docMk/>
            <pc:sldMk cId="3601562663" sldId="366"/>
            <ac:spMk id="119" creationId="{E8B8947D-F29F-5851-C4E2-A5BF0B0F5B3E}"/>
          </ac:spMkLst>
        </pc:spChg>
        <pc:spChg chg="mod">
          <ac:chgData name="UBAID QURESHI" userId="dd4ae95d8f7c04fe" providerId="LiveId" clId="{AF920071-46B6-4E4C-A6D8-3E93B456AF12}" dt="2025-10-23T08:20:20.623" v="870"/>
          <ac:spMkLst>
            <pc:docMk/>
            <pc:sldMk cId="3601562663" sldId="366"/>
            <ac:spMk id="121" creationId="{A938C6F9-8CD4-AD60-E206-F6E5618AB163}"/>
          </ac:spMkLst>
        </pc:spChg>
        <pc:spChg chg="mod">
          <ac:chgData name="UBAID QURESHI" userId="dd4ae95d8f7c04fe" providerId="LiveId" clId="{AF920071-46B6-4E4C-A6D8-3E93B456AF12}" dt="2025-10-23T08:20:20.623" v="870"/>
          <ac:spMkLst>
            <pc:docMk/>
            <pc:sldMk cId="3601562663" sldId="366"/>
            <ac:spMk id="122" creationId="{7E7FA3DA-913F-3844-7CA9-5E666045EBA8}"/>
          </ac:spMkLst>
        </pc:spChg>
        <pc:spChg chg="mod">
          <ac:chgData name="UBAID QURESHI" userId="dd4ae95d8f7c04fe" providerId="LiveId" clId="{AF920071-46B6-4E4C-A6D8-3E93B456AF12}" dt="2025-10-23T08:20:20.623" v="870"/>
          <ac:spMkLst>
            <pc:docMk/>
            <pc:sldMk cId="3601562663" sldId="366"/>
            <ac:spMk id="123" creationId="{4689B098-522C-CBFB-1A53-49CA44DB848F}"/>
          </ac:spMkLst>
        </pc:spChg>
        <pc:spChg chg="add del mod">
          <ac:chgData name="UBAID QURESHI" userId="dd4ae95d8f7c04fe" providerId="LiveId" clId="{AF920071-46B6-4E4C-A6D8-3E93B456AF12}" dt="2025-10-23T08:23:30.487" v="909" actId="478"/>
          <ac:spMkLst>
            <pc:docMk/>
            <pc:sldMk cId="3601562663" sldId="366"/>
            <ac:spMk id="124" creationId="{39ED2315-23B3-E06C-829D-94094D393E49}"/>
          </ac:spMkLst>
        </pc:spChg>
        <pc:spChg chg="add del mod">
          <ac:chgData name="UBAID QURESHI" userId="dd4ae95d8f7c04fe" providerId="LiveId" clId="{AF920071-46B6-4E4C-A6D8-3E93B456AF12}" dt="2025-10-23T08:23:32.868" v="910" actId="478"/>
          <ac:spMkLst>
            <pc:docMk/>
            <pc:sldMk cId="3601562663" sldId="366"/>
            <ac:spMk id="125" creationId="{5EF78A2F-3E7E-6020-8A75-262416D8E038}"/>
          </ac:spMkLst>
        </pc:spChg>
        <pc:spChg chg="add del mod">
          <ac:chgData name="UBAID QURESHI" userId="dd4ae95d8f7c04fe" providerId="LiveId" clId="{AF920071-46B6-4E4C-A6D8-3E93B456AF12}" dt="2025-10-23T08:23:25.216" v="905" actId="478"/>
          <ac:spMkLst>
            <pc:docMk/>
            <pc:sldMk cId="3601562663" sldId="366"/>
            <ac:spMk id="132" creationId="{253D5C78-7F46-E087-B3B3-981597D9D669}"/>
          </ac:spMkLst>
        </pc:spChg>
        <pc:grpChg chg="add del">
          <ac:chgData name="UBAID QURESHI" userId="dd4ae95d8f7c04fe" providerId="LiveId" clId="{AF920071-46B6-4E4C-A6D8-3E93B456AF12}" dt="2025-10-23T08:17:39.313" v="847" actId="21"/>
          <ac:grpSpMkLst>
            <pc:docMk/>
            <pc:sldMk cId="3601562663" sldId="366"/>
            <ac:grpSpMk id="35" creationId="{74CDE816-4B91-D2F7-55E0-C5390E53CB82}"/>
          </ac:grpSpMkLst>
        </pc:grpChg>
        <pc:grpChg chg="add del mod">
          <ac:chgData name="UBAID QURESHI" userId="dd4ae95d8f7c04fe" providerId="LiveId" clId="{AF920071-46B6-4E4C-A6D8-3E93B456AF12}" dt="2025-10-23T08:23:37.470" v="913" actId="478"/>
          <ac:grpSpMkLst>
            <pc:docMk/>
            <pc:sldMk cId="3601562663" sldId="366"/>
            <ac:grpSpMk id="107" creationId="{4E451066-A19C-0EC7-3908-5F6469FF1C69}"/>
          </ac:grpSpMkLst>
        </pc:grpChg>
        <pc:grpChg chg="add mod">
          <ac:chgData name="UBAID QURESHI" userId="dd4ae95d8f7c04fe" providerId="LiveId" clId="{AF920071-46B6-4E4C-A6D8-3E93B456AF12}" dt="2025-10-23T08:18:08.360" v="851" actId="1076"/>
          <ac:grpSpMkLst>
            <pc:docMk/>
            <pc:sldMk cId="3601562663" sldId="366"/>
            <ac:grpSpMk id="111" creationId="{398CBAC4-4B44-3936-8EB9-547F15C64493}"/>
          </ac:grpSpMkLst>
        </pc:grpChg>
        <pc:grpChg chg="add del mod">
          <ac:chgData name="UBAID QURESHI" userId="dd4ae95d8f7c04fe" providerId="LiveId" clId="{AF920071-46B6-4E4C-A6D8-3E93B456AF12}" dt="2025-10-23T08:23:33.914" v="911" actId="478"/>
          <ac:grpSpMkLst>
            <pc:docMk/>
            <pc:sldMk cId="3601562663" sldId="366"/>
            <ac:grpSpMk id="120" creationId="{1DAE2D6B-71AF-C004-46FA-D21ECAA66B4D}"/>
          </ac:grpSpMkLst>
        </pc:grpChg>
        <pc:cxnChg chg="add del mod">
          <ac:chgData name="UBAID QURESHI" userId="dd4ae95d8f7c04fe" providerId="LiveId" clId="{AF920071-46B6-4E4C-A6D8-3E93B456AF12}" dt="2025-10-23T08:08:57.805" v="743" actId="478"/>
          <ac:cxnSpMkLst>
            <pc:docMk/>
            <pc:sldMk cId="3601562663" sldId="366"/>
            <ac:cxnSpMk id="87" creationId="{25585315-7A8A-DE6F-C909-7F04104EE1B6}"/>
          </ac:cxnSpMkLst>
        </pc:cxnChg>
        <pc:cxnChg chg="add del mod">
          <ac:chgData name="UBAID QURESHI" userId="dd4ae95d8f7c04fe" providerId="LiveId" clId="{AF920071-46B6-4E4C-A6D8-3E93B456AF12}" dt="2025-10-23T08:10:38.379" v="804" actId="478"/>
          <ac:cxnSpMkLst>
            <pc:docMk/>
            <pc:sldMk cId="3601562663" sldId="366"/>
            <ac:cxnSpMk id="89" creationId="{D0FC969E-4CDC-00E9-ACCC-DC9CFBA1D243}"/>
          </ac:cxnSpMkLst>
        </pc:cxnChg>
        <pc:cxnChg chg="add mod">
          <ac:chgData name="UBAID QURESHI" userId="dd4ae95d8f7c04fe" providerId="LiveId" clId="{AF920071-46B6-4E4C-A6D8-3E93B456AF12}" dt="2025-10-23T08:12:29.530" v="812" actId="208"/>
          <ac:cxnSpMkLst>
            <pc:docMk/>
            <pc:sldMk cId="3601562663" sldId="366"/>
            <ac:cxnSpMk id="90" creationId="{B2202AE2-AF75-4E6F-D21D-8BA0743C93DF}"/>
          </ac:cxnSpMkLst>
        </pc:cxnChg>
        <pc:cxnChg chg="add del mod">
          <ac:chgData name="UBAID QURESHI" userId="dd4ae95d8f7c04fe" providerId="LiveId" clId="{AF920071-46B6-4E4C-A6D8-3E93B456AF12}" dt="2025-10-23T08:23:15.496" v="897" actId="478"/>
          <ac:cxnSpMkLst>
            <pc:docMk/>
            <pc:sldMk cId="3601562663" sldId="366"/>
            <ac:cxnSpMk id="99" creationId="{4A141CA7-A2FC-5E01-D091-D41DABB4F403}"/>
          </ac:cxnSpMkLst>
        </pc:cxnChg>
        <pc:cxnChg chg="add del mod">
          <ac:chgData name="UBAID QURESHI" userId="dd4ae95d8f7c04fe" providerId="LiveId" clId="{AF920071-46B6-4E4C-A6D8-3E93B456AF12}" dt="2025-10-23T08:23:17.124" v="898" actId="478"/>
          <ac:cxnSpMkLst>
            <pc:docMk/>
            <pc:sldMk cId="3601562663" sldId="366"/>
            <ac:cxnSpMk id="100" creationId="{DF9C0CEE-265C-3404-CF75-F49B3A917B07}"/>
          </ac:cxnSpMkLst>
        </pc:cxnChg>
        <pc:cxnChg chg="add del mod">
          <ac:chgData name="UBAID QURESHI" userId="dd4ae95d8f7c04fe" providerId="LiveId" clId="{AF920071-46B6-4E4C-A6D8-3E93B456AF12}" dt="2025-10-23T08:23:42.712" v="916" actId="478"/>
          <ac:cxnSpMkLst>
            <pc:docMk/>
            <pc:sldMk cId="3601562663" sldId="366"/>
            <ac:cxnSpMk id="103" creationId="{39E74114-570C-A553-A8DE-2F1B6A1CEC67}"/>
          </ac:cxnSpMkLst>
        </pc:cxnChg>
        <pc:cxnChg chg="add del mod">
          <ac:chgData name="UBAID QURESHI" userId="dd4ae95d8f7c04fe" providerId="LiveId" clId="{AF920071-46B6-4E4C-A6D8-3E93B456AF12}" dt="2025-10-23T08:23:19.335" v="900" actId="478"/>
          <ac:cxnSpMkLst>
            <pc:docMk/>
            <pc:sldMk cId="3601562663" sldId="366"/>
            <ac:cxnSpMk id="104" creationId="{15F7635C-16B0-7118-C31C-A58F87216625}"/>
          </ac:cxnSpMkLst>
        </pc:cxnChg>
        <pc:cxnChg chg="add del mod">
          <ac:chgData name="UBAID QURESHI" userId="dd4ae95d8f7c04fe" providerId="LiveId" clId="{AF920071-46B6-4E4C-A6D8-3E93B456AF12}" dt="2025-10-23T08:23:36.467" v="912" actId="478"/>
          <ac:cxnSpMkLst>
            <pc:docMk/>
            <pc:sldMk cId="3601562663" sldId="366"/>
            <ac:cxnSpMk id="116" creationId="{7CEE4B39-69CD-DA1C-C3E3-829D848DECB0}"/>
          </ac:cxnSpMkLst>
        </pc:cxnChg>
        <pc:cxnChg chg="add del mod">
          <ac:chgData name="UBAID QURESHI" userId="dd4ae95d8f7c04fe" providerId="LiveId" clId="{AF920071-46B6-4E4C-A6D8-3E93B456AF12}" dt="2025-10-23T08:23:28.561" v="908" actId="478"/>
          <ac:cxnSpMkLst>
            <pc:docMk/>
            <pc:sldMk cId="3601562663" sldId="366"/>
            <ac:cxnSpMk id="118" creationId="{576DB37E-FF49-8235-AF8D-71BAFE14AB32}"/>
          </ac:cxnSpMkLst>
        </pc:cxnChg>
        <pc:cxnChg chg="add del mod">
          <ac:chgData name="UBAID QURESHI" userId="dd4ae95d8f7c04fe" providerId="LiveId" clId="{AF920071-46B6-4E4C-A6D8-3E93B456AF12}" dt="2025-10-23T08:23:23.429" v="903" actId="478"/>
          <ac:cxnSpMkLst>
            <pc:docMk/>
            <pc:sldMk cId="3601562663" sldId="366"/>
            <ac:cxnSpMk id="127" creationId="{350738DF-98BB-71CF-A28C-621DCA752C32}"/>
          </ac:cxnSpMkLst>
        </pc:cxnChg>
        <pc:cxnChg chg="add del mod">
          <ac:chgData name="UBAID QURESHI" userId="dd4ae95d8f7c04fe" providerId="LiveId" clId="{AF920071-46B6-4E4C-A6D8-3E93B456AF12}" dt="2025-10-23T08:23:22.433" v="902" actId="478"/>
          <ac:cxnSpMkLst>
            <pc:docMk/>
            <pc:sldMk cId="3601562663" sldId="366"/>
            <ac:cxnSpMk id="128" creationId="{017739DB-07A6-6A0B-93A2-7909B3514027}"/>
          </ac:cxnSpMkLst>
        </pc:cxnChg>
        <pc:cxnChg chg="add del mod">
          <ac:chgData name="UBAID QURESHI" userId="dd4ae95d8f7c04fe" providerId="LiveId" clId="{AF920071-46B6-4E4C-A6D8-3E93B456AF12}" dt="2025-10-23T08:23:24.195" v="904" actId="478"/>
          <ac:cxnSpMkLst>
            <pc:docMk/>
            <pc:sldMk cId="3601562663" sldId="366"/>
            <ac:cxnSpMk id="130" creationId="{DF9CBFB9-5B55-8747-B654-6915AC28145D}"/>
          </ac:cxnSpMkLst>
        </pc:cxnChg>
      </pc:sldChg>
      <pc:sldChg chg="addSp delSp add mod">
        <pc:chgData name="UBAID QURESHI" userId="dd4ae95d8f7c04fe" providerId="LiveId" clId="{AF920071-46B6-4E4C-A6D8-3E93B456AF12}" dt="2025-10-23T08:24:18.420" v="935" actId="478"/>
        <pc:sldMkLst>
          <pc:docMk/>
          <pc:sldMk cId="2853777599" sldId="367"/>
        </pc:sldMkLst>
        <pc:spChg chg="add del">
          <ac:chgData name="UBAID QURESHI" userId="dd4ae95d8f7c04fe" providerId="LiveId" clId="{AF920071-46B6-4E4C-A6D8-3E93B456AF12}" dt="2025-10-23T08:24:02.419" v="926" actId="478"/>
          <ac:spMkLst>
            <pc:docMk/>
            <pc:sldMk cId="2853777599" sldId="367"/>
            <ac:spMk id="5" creationId="{011FB513-6D38-C1B9-9CD9-B8EA8EDC4F9A}"/>
          </ac:spMkLst>
        </pc:spChg>
        <pc:spChg chg="del">
          <ac:chgData name="UBAID QURESHI" userId="dd4ae95d8f7c04fe" providerId="LiveId" clId="{AF920071-46B6-4E4C-A6D8-3E93B456AF12}" dt="2025-10-23T08:23:50.946" v="918" actId="478"/>
          <ac:spMkLst>
            <pc:docMk/>
            <pc:sldMk cId="2853777599" sldId="367"/>
            <ac:spMk id="105" creationId="{D5E2A77E-AD44-11DB-FFEC-73D59670FF13}"/>
          </ac:spMkLst>
        </pc:spChg>
        <pc:spChg chg="del">
          <ac:chgData name="UBAID QURESHI" userId="dd4ae95d8f7c04fe" providerId="LiveId" clId="{AF920071-46B6-4E4C-A6D8-3E93B456AF12}" dt="2025-10-23T08:23:49.474" v="917" actId="478"/>
          <ac:spMkLst>
            <pc:docMk/>
            <pc:sldMk cId="2853777599" sldId="367"/>
            <ac:spMk id="106" creationId="{5CEB51C9-8FEE-8997-0008-F6D01B3546A7}"/>
          </ac:spMkLst>
        </pc:spChg>
        <pc:spChg chg="del">
          <ac:chgData name="UBAID QURESHI" userId="dd4ae95d8f7c04fe" providerId="LiveId" clId="{AF920071-46B6-4E4C-A6D8-3E93B456AF12}" dt="2025-10-23T08:23:52.340" v="919" actId="478"/>
          <ac:spMkLst>
            <pc:docMk/>
            <pc:sldMk cId="2853777599" sldId="367"/>
            <ac:spMk id="115" creationId="{C6A9B4D7-6511-E38B-CE8E-CA9F93B11B8D}"/>
          </ac:spMkLst>
        </pc:spChg>
        <pc:spChg chg="del">
          <ac:chgData name="UBAID QURESHI" userId="dd4ae95d8f7c04fe" providerId="LiveId" clId="{AF920071-46B6-4E4C-A6D8-3E93B456AF12}" dt="2025-10-23T08:24:07.337" v="928" actId="478"/>
          <ac:spMkLst>
            <pc:docMk/>
            <pc:sldMk cId="2853777599" sldId="367"/>
            <ac:spMk id="117" creationId="{E6D292D1-85A7-FD27-B5A7-9E44D01454C8}"/>
          </ac:spMkLst>
        </pc:spChg>
        <pc:spChg chg="del">
          <ac:chgData name="UBAID QURESHI" userId="dd4ae95d8f7c04fe" providerId="LiveId" clId="{AF920071-46B6-4E4C-A6D8-3E93B456AF12}" dt="2025-10-23T08:24:09.205" v="930" actId="478"/>
          <ac:spMkLst>
            <pc:docMk/>
            <pc:sldMk cId="2853777599" sldId="367"/>
            <ac:spMk id="119" creationId="{3BF5B699-6439-D577-4DB9-E7FF3B7513D5}"/>
          </ac:spMkLst>
        </pc:spChg>
        <pc:spChg chg="del">
          <ac:chgData name="UBAID QURESHI" userId="dd4ae95d8f7c04fe" providerId="LiveId" clId="{AF920071-46B6-4E4C-A6D8-3E93B456AF12}" dt="2025-10-23T08:24:11.690" v="931" actId="478"/>
          <ac:spMkLst>
            <pc:docMk/>
            <pc:sldMk cId="2853777599" sldId="367"/>
            <ac:spMk id="124" creationId="{CF299F31-D674-A496-8FD9-B784A4112F99}"/>
          </ac:spMkLst>
        </pc:spChg>
        <pc:spChg chg="del">
          <ac:chgData name="UBAID QURESHI" userId="dd4ae95d8f7c04fe" providerId="LiveId" clId="{AF920071-46B6-4E4C-A6D8-3E93B456AF12}" dt="2025-10-23T08:24:13.686" v="932" actId="478"/>
          <ac:spMkLst>
            <pc:docMk/>
            <pc:sldMk cId="2853777599" sldId="367"/>
            <ac:spMk id="125" creationId="{5BC0979F-66D6-560D-2350-A1B5ABB3C134}"/>
          </ac:spMkLst>
        </pc:spChg>
        <pc:spChg chg="del">
          <ac:chgData name="UBAID QURESHI" userId="dd4ae95d8f7c04fe" providerId="LiveId" clId="{AF920071-46B6-4E4C-A6D8-3E93B456AF12}" dt="2025-10-23T08:24:06.322" v="927" actId="478"/>
          <ac:spMkLst>
            <pc:docMk/>
            <pc:sldMk cId="2853777599" sldId="367"/>
            <ac:spMk id="132" creationId="{0C0E939A-F3D4-20B8-9025-9292BD96C321}"/>
          </ac:spMkLst>
        </pc:spChg>
        <pc:grpChg chg="del">
          <ac:chgData name="UBAID QURESHI" userId="dd4ae95d8f7c04fe" providerId="LiveId" clId="{AF920071-46B6-4E4C-A6D8-3E93B456AF12}" dt="2025-10-23T08:23:53.291" v="920" actId="478"/>
          <ac:grpSpMkLst>
            <pc:docMk/>
            <pc:sldMk cId="2853777599" sldId="367"/>
            <ac:grpSpMk id="107" creationId="{2013B1D7-F1D4-E6BF-697F-38B73FA85722}"/>
          </ac:grpSpMkLst>
        </pc:grpChg>
        <pc:grpChg chg="del">
          <ac:chgData name="UBAID QURESHI" userId="dd4ae95d8f7c04fe" providerId="LiveId" clId="{AF920071-46B6-4E4C-A6D8-3E93B456AF12}" dt="2025-10-23T08:24:14.965" v="933" actId="478"/>
          <ac:grpSpMkLst>
            <pc:docMk/>
            <pc:sldMk cId="2853777599" sldId="367"/>
            <ac:grpSpMk id="120" creationId="{EAFC83DF-5BEC-F6C0-9A6B-E9C2BC47260C}"/>
          </ac:grpSpMkLst>
        </pc:grpChg>
        <pc:cxnChg chg="del">
          <ac:chgData name="UBAID QURESHI" userId="dd4ae95d8f7c04fe" providerId="LiveId" clId="{AF920071-46B6-4E4C-A6D8-3E93B456AF12}" dt="2025-10-23T08:24:18.420" v="935" actId="478"/>
          <ac:cxnSpMkLst>
            <pc:docMk/>
            <pc:sldMk cId="2853777599" sldId="367"/>
            <ac:cxnSpMk id="103" creationId="{C95CFF5C-8D24-81E9-3B09-68A307B816B2}"/>
          </ac:cxnSpMkLst>
        </pc:cxnChg>
        <pc:cxnChg chg="del">
          <ac:chgData name="UBAID QURESHI" userId="dd4ae95d8f7c04fe" providerId="LiveId" clId="{AF920071-46B6-4E4C-A6D8-3E93B456AF12}" dt="2025-10-23T08:24:16.896" v="934" actId="478"/>
          <ac:cxnSpMkLst>
            <pc:docMk/>
            <pc:sldMk cId="2853777599" sldId="367"/>
            <ac:cxnSpMk id="104" creationId="{8538E592-F705-2AF8-D944-5F2A1C197339}"/>
          </ac:cxnSpMkLst>
        </pc:cxnChg>
        <pc:cxnChg chg="del">
          <ac:chgData name="UBAID QURESHI" userId="dd4ae95d8f7c04fe" providerId="LiveId" clId="{AF920071-46B6-4E4C-A6D8-3E93B456AF12}" dt="2025-10-23T08:23:54.214" v="921" actId="478"/>
          <ac:cxnSpMkLst>
            <pc:docMk/>
            <pc:sldMk cId="2853777599" sldId="367"/>
            <ac:cxnSpMk id="116" creationId="{C7A75E13-92E8-4956-9C23-20E37D83CFA1}"/>
          </ac:cxnSpMkLst>
        </pc:cxnChg>
        <pc:cxnChg chg="del">
          <ac:chgData name="UBAID QURESHI" userId="dd4ae95d8f7c04fe" providerId="LiveId" clId="{AF920071-46B6-4E4C-A6D8-3E93B456AF12}" dt="2025-10-23T08:24:08.453" v="929" actId="478"/>
          <ac:cxnSpMkLst>
            <pc:docMk/>
            <pc:sldMk cId="2853777599" sldId="367"/>
            <ac:cxnSpMk id="118" creationId="{41D8ECBF-311B-71F2-E6D7-93747AB19C05}"/>
          </ac:cxnSpMkLst>
        </pc:cxnChg>
        <pc:cxnChg chg="del">
          <ac:chgData name="UBAID QURESHI" userId="dd4ae95d8f7c04fe" providerId="LiveId" clId="{AF920071-46B6-4E4C-A6D8-3E93B456AF12}" dt="2025-10-23T08:23:55.877" v="922" actId="478"/>
          <ac:cxnSpMkLst>
            <pc:docMk/>
            <pc:sldMk cId="2853777599" sldId="367"/>
            <ac:cxnSpMk id="127" creationId="{D85853B6-243F-E550-D5E6-1691E98AE33C}"/>
          </ac:cxnSpMkLst>
        </pc:cxnChg>
        <pc:cxnChg chg="del">
          <ac:chgData name="UBAID QURESHI" userId="dd4ae95d8f7c04fe" providerId="LiveId" clId="{AF920071-46B6-4E4C-A6D8-3E93B456AF12}" dt="2025-10-23T08:23:57.160" v="924" actId="478"/>
          <ac:cxnSpMkLst>
            <pc:docMk/>
            <pc:sldMk cId="2853777599" sldId="367"/>
            <ac:cxnSpMk id="128" creationId="{7C3CB162-CA75-742A-A915-EFE03DFBE278}"/>
          </ac:cxnSpMkLst>
        </pc:cxnChg>
        <pc:cxnChg chg="del">
          <ac:chgData name="UBAID QURESHI" userId="dd4ae95d8f7c04fe" providerId="LiveId" clId="{AF920071-46B6-4E4C-A6D8-3E93B456AF12}" dt="2025-10-23T08:23:56.473" v="923" actId="478"/>
          <ac:cxnSpMkLst>
            <pc:docMk/>
            <pc:sldMk cId="2853777599" sldId="367"/>
            <ac:cxnSpMk id="130" creationId="{B334F371-D198-B195-D252-BEABEB549BB8}"/>
          </ac:cxnSpMkLst>
        </pc:cxnChg>
      </pc:sldChg>
      <pc:sldChg chg="addSp delSp modSp add mod">
        <pc:chgData name="UBAID QURESHI" userId="dd4ae95d8f7c04fe" providerId="LiveId" clId="{AF920071-46B6-4E4C-A6D8-3E93B456AF12}" dt="2025-10-23T09:36:21.163" v="1082" actId="478"/>
        <pc:sldMkLst>
          <pc:docMk/>
          <pc:sldMk cId="246148829" sldId="368"/>
        </pc:sldMkLst>
        <pc:spChg chg="mod">
          <ac:chgData name="UBAID QURESHI" userId="dd4ae95d8f7c04fe" providerId="LiveId" clId="{AF920071-46B6-4E4C-A6D8-3E93B456AF12}" dt="2025-10-23T08:25:24.423" v="948"/>
          <ac:spMkLst>
            <pc:docMk/>
            <pc:sldMk cId="246148829" sldId="368"/>
            <ac:spMk id="88" creationId="{50CB02D1-6C01-FB86-E246-E4DE9182F869}"/>
          </ac:spMkLst>
        </pc:spChg>
        <pc:spChg chg="mod">
          <ac:chgData name="UBAID QURESHI" userId="dd4ae95d8f7c04fe" providerId="LiveId" clId="{AF920071-46B6-4E4C-A6D8-3E93B456AF12}" dt="2025-10-23T08:25:24.423" v="948"/>
          <ac:spMkLst>
            <pc:docMk/>
            <pc:sldMk cId="246148829" sldId="368"/>
            <ac:spMk id="89" creationId="{E74D7F97-EC2E-C950-7DAF-74511307940C}"/>
          </ac:spMkLst>
        </pc:spChg>
        <pc:spChg chg="mod">
          <ac:chgData name="UBAID QURESHI" userId="dd4ae95d8f7c04fe" providerId="LiveId" clId="{AF920071-46B6-4E4C-A6D8-3E93B456AF12}" dt="2025-10-23T08:25:36.276" v="951" actId="1076"/>
          <ac:spMkLst>
            <pc:docMk/>
            <pc:sldMk cId="246148829" sldId="368"/>
            <ac:spMk id="91" creationId="{9C3A2DC7-2C68-68FD-CB81-1130D08B924B}"/>
          </ac:spMkLst>
        </pc:spChg>
        <pc:spChg chg="del">
          <ac:chgData name="UBAID QURESHI" userId="dd4ae95d8f7c04fe" providerId="LiveId" clId="{AF920071-46B6-4E4C-A6D8-3E93B456AF12}" dt="2025-10-23T09:36:19.838" v="1081" actId="478"/>
          <ac:spMkLst>
            <pc:docMk/>
            <pc:sldMk cId="246148829" sldId="368"/>
            <ac:spMk id="106" creationId="{21AAA2A0-1924-A7CF-200A-CE2EDC1BB0D4}"/>
          </ac:spMkLst>
        </pc:spChg>
        <pc:spChg chg="del">
          <ac:chgData name="UBAID QURESHI" userId="dd4ae95d8f7c04fe" providerId="LiveId" clId="{AF920071-46B6-4E4C-A6D8-3E93B456AF12}" dt="2025-10-23T08:25:01.789" v="940" actId="478"/>
          <ac:spMkLst>
            <pc:docMk/>
            <pc:sldMk cId="246148829" sldId="368"/>
            <ac:spMk id="117" creationId="{A41C79CC-D860-BDC0-8FF2-D2FE1C2F89B5}"/>
          </ac:spMkLst>
        </pc:spChg>
        <pc:spChg chg="del">
          <ac:chgData name="UBAID QURESHI" userId="dd4ae95d8f7c04fe" providerId="LiveId" clId="{AF920071-46B6-4E4C-A6D8-3E93B456AF12}" dt="2025-10-23T08:25:03.381" v="941" actId="478"/>
          <ac:spMkLst>
            <pc:docMk/>
            <pc:sldMk cId="246148829" sldId="368"/>
            <ac:spMk id="119" creationId="{1B4ADCAB-D58D-90D0-8307-3D03806BA20A}"/>
          </ac:spMkLst>
        </pc:spChg>
        <pc:spChg chg="del mod">
          <ac:chgData name="UBAID QURESHI" userId="dd4ae95d8f7c04fe" providerId="LiveId" clId="{AF920071-46B6-4E4C-A6D8-3E93B456AF12}" dt="2025-10-23T08:25:16.598" v="945" actId="478"/>
          <ac:spMkLst>
            <pc:docMk/>
            <pc:sldMk cId="246148829" sldId="368"/>
            <ac:spMk id="124" creationId="{1062948B-7612-D9E0-9A4C-A3BC2DDC93B6}"/>
          </ac:spMkLst>
        </pc:spChg>
        <pc:spChg chg="del">
          <ac:chgData name="UBAID QURESHI" userId="dd4ae95d8f7c04fe" providerId="LiveId" clId="{AF920071-46B6-4E4C-A6D8-3E93B456AF12}" dt="2025-10-23T08:25:07.251" v="942" actId="478"/>
          <ac:spMkLst>
            <pc:docMk/>
            <pc:sldMk cId="246148829" sldId="368"/>
            <ac:spMk id="125" creationId="{89CDAB12-DE9B-C430-0286-D671C399CCAE}"/>
          </ac:spMkLst>
        </pc:spChg>
        <pc:spChg chg="add del mod">
          <ac:chgData name="UBAID QURESHI" userId="dd4ae95d8f7c04fe" providerId="LiveId" clId="{AF920071-46B6-4E4C-A6D8-3E93B456AF12}" dt="2025-10-23T09:36:02.075" v="1079" actId="478"/>
          <ac:spMkLst>
            <pc:docMk/>
            <pc:sldMk cId="246148829" sldId="368"/>
            <ac:spMk id="126" creationId="{253706B7-EA29-66EF-396C-5E51D8338986}"/>
          </ac:spMkLst>
        </pc:spChg>
        <pc:spChg chg="del">
          <ac:chgData name="UBAID QURESHI" userId="dd4ae95d8f7c04fe" providerId="LiveId" clId="{AF920071-46B6-4E4C-A6D8-3E93B456AF12}" dt="2025-10-23T08:24:57.022" v="936" actId="478"/>
          <ac:spMkLst>
            <pc:docMk/>
            <pc:sldMk cId="246148829" sldId="368"/>
            <ac:spMk id="132" creationId="{FCEC75F9-A80A-20A6-CCB5-C53402F69F72}"/>
          </ac:spMkLst>
        </pc:spChg>
        <pc:grpChg chg="add del mod">
          <ac:chgData name="UBAID QURESHI" userId="dd4ae95d8f7c04fe" providerId="LiveId" clId="{AF920071-46B6-4E4C-A6D8-3E93B456AF12}" dt="2025-10-23T09:36:03.126" v="1080" actId="478"/>
          <ac:grpSpMkLst>
            <pc:docMk/>
            <pc:sldMk cId="246148829" sldId="368"/>
            <ac:grpSpMk id="87" creationId="{D373D874-C60D-87F8-FC47-3659A0B4E0BB}"/>
          </ac:grpSpMkLst>
        </pc:grpChg>
        <pc:grpChg chg="del">
          <ac:chgData name="UBAID QURESHI" userId="dd4ae95d8f7c04fe" providerId="LiveId" clId="{AF920071-46B6-4E4C-A6D8-3E93B456AF12}" dt="2025-10-23T08:25:08.034" v="943" actId="478"/>
          <ac:grpSpMkLst>
            <pc:docMk/>
            <pc:sldMk cId="246148829" sldId="368"/>
            <ac:grpSpMk id="120" creationId="{28811447-D124-F110-B384-2E03D22CD9E0}"/>
          </ac:grpSpMkLst>
        </pc:grpChg>
        <pc:cxnChg chg="del">
          <ac:chgData name="UBAID QURESHI" userId="dd4ae95d8f7c04fe" providerId="LiveId" clId="{AF920071-46B6-4E4C-A6D8-3E93B456AF12}" dt="2025-10-23T09:36:21.163" v="1082" actId="478"/>
          <ac:cxnSpMkLst>
            <pc:docMk/>
            <pc:sldMk cId="246148829" sldId="368"/>
            <ac:cxnSpMk id="104" creationId="{FF864423-7D10-B59F-51B3-17A101321A1F}"/>
          </ac:cxnSpMkLst>
        </pc:cxnChg>
        <pc:cxnChg chg="del">
          <ac:chgData name="UBAID QURESHI" userId="dd4ae95d8f7c04fe" providerId="LiveId" clId="{AF920071-46B6-4E4C-A6D8-3E93B456AF12}" dt="2025-10-23T08:25:20.934" v="947" actId="478"/>
          <ac:cxnSpMkLst>
            <pc:docMk/>
            <pc:sldMk cId="246148829" sldId="368"/>
            <ac:cxnSpMk id="116" creationId="{1EC0CCB5-867E-325E-8A91-09A090128826}"/>
          </ac:cxnSpMkLst>
        </pc:cxnChg>
        <pc:cxnChg chg="del">
          <ac:chgData name="UBAID QURESHI" userId="dd4ae95d8f7c04fe" providerId="LiveId" clId="{AF920071-46B6-4E4C-A6D8-3E93B456AF12}" dt="2025-10-23T08:25:19.197" v="946" actId="478"/>
          <ac:cxnSpMkLst>
            <pc:docMk/>
            <pc:sldMk cId="246148829" sldId="368"/>
            <ac:cxnSpMk id="118" creationId="{A4171057-BC54-E031-1280-724E752DE269}"/>
          </ac:cxnSpMkLst>
        </pc:cxnChg>
        <pc:cxnChg chg="del">
          <ac:chgData name="UBAID QURESHI" userId="dd4ae95d8f7c04fe" providerId="LiveId" clId="{AF920071-46B6-4E4C-A6D8-3E93B456AF12}" dt="2025-10-23T08:24:59.924" v="938" actId="478"/>
          <ac:cxnSpMkLst>
            <pc:docMk/>
            <pc:sldMk cId="246148829" sldId="368"/>
            <ac:cxnSpMk id="127" creationId="{534A45B4-6B8D-6FA2-A290-135F2777221C}"/>
          </ac:cxnSpMkLst>
        </pc:cxnChg>
        <pc:cxnChg chg="del">
          <ac:chgData name="UBAID QURESHI" userId="dd4ae95d8f7c04fe" providerId="LiveId" clId="{AF920071-46B6-4E4C-A6D8-3E93B456AF12}" dt="2025-10-23T08:24:58.854" v="937" actId="478"/>
          <ac:cxnSpMkLst>
            <pc:docMk/>
            <pc:sldMk cId="246148829" sldId="368"/>
            <ac:cxnSpMk id="128" creationId="{D9EA9401-AD63-60ED-59A7-02B27949D704}"/>
          </ac:cxnSpMkLst>
        </pc:cxnChg>
        <pc:cxnChg chg="del">
          <ac:chgData name="UBAID QURESHI" userId="dd4ae95d8f7c04fe" providerId="LiveId" clId="{AF920071-46B6-4E4C-A6D8-3E93B456AF12}" dt="2025-10-23T08:25:00.626" v="939" actId="478"/>
          <ac:cxnSpMkLst>
            <pc:docMk/>
            <pc:sldMk cId="246148829" sldId="368"/>
            <ac:cxnSpMk id="130" creationId="{F57D36BE-2625-86F8-CFC5-28044662E297}"/>
          </ac:cxnSpMkLst>
        </pc:cxnChg>
      </pc:sldChg>
      <pc:sldChg chg="addSp delSp modSp add mod">
        <pc:chgData name="UBAID QURESHI" userId="dd4ae95d8f7c04fe" providerId="LiveId" clId="{AF920071-46B6-4E4C-A6D8-3E93B456AF12}" dt="2025-10-23T08:26:38.460" v="963" actId="478"/>
        <pc:sldMkLst>
          <pc:docMk/>
          <pc:sldMk cId="1243372928" sldId="369"/>
        </pc:sldMkLst>
        <pc:spChg chg="mod">
          <ac:chgData name="UBAID QURESHI" userId="dd4ae95d8f7c04fe" providerId="LiveId" clId="{AF920071-46B6-4E4C-A6D8-3E93B456AF12}" dt="2025-10-23T08:26:24.201" v="954"/>
          <ac:spMkLst>
            <pc:docMk/>
            <pc:sldMk cId="1243372928" sldId="369"/>
            <ac:spMk id="88" creationId="{54D92E78-ADA7-9068-7A76-5306ED5DB89B}"/>
          </ac:spMkLst>
        </pc:spChg>
        <pc:spChg chg="mod">
          <ac:chgData name="UBAID QURESHI" userId="dd4ae95d8f7c04fe" providerId="LiveId" clId="{AF920071-46B6-4E4C-A6D8-3E93B456AF12}" dt="2025-10-23T08:26:24.201" v="954"/>
          <ac:spMkLst>
            <pc:docMk/>
            <pc:sldMk cId="1243372928" sldId="369"/>
            <ac:spMk id="89" creationId="{7759BB82-20CA-3DC6-BAC5-0E48E36AE487}"/>
          </ac:spMkLst>
        </pc:spChg>
        <pc:spChg chg="mod">
          <ac:chgData name="UBAID QURESHI" userId="dd4ae95d8f7c04fe" providerId="LiveId" clId="{AF920071-46B6-4E4C-A6D8-3E93B456AF12}" dt="2025-10-23T08:26:24.201" v="954"/>
          <ac:spMkLst>
            <pc:docMk/>
            <pc:sldMk cId="1243372928" sldId="369"/>
            <ac:spMk id="91" creationId="{32AEE1AC-0965-F843-2F4C-04EDA58D0A70}"/>
          </ac:spMkLst>
        </pc:spChg>
        <pc:spChg chg="del">
          <ac:chgData name="UBAID QURESHI" userId="dd4ae95d8f7c04fe" providerId="LiveId" clId="{AF920071-46B6-4E4C-A6D8-3E93B456AF12}" dt="2025-10-23T08:26:32.975" v="959" actId="478"/>
          <ac:spMkLst>
            <pc:docMk/>
            <pc:sldMk cId="1243372928" sldId="369"/>
            <ac:spMk id="119" creationId="{6614B50F-C2D2-E22D-997D-4BB19E60227A}"/>
          </ac:spMkLst>
        </pc:spChg>
        <pc:spChg chg="del">
          <ac:chgData name="UBAID QURESHI" userId="dd4ae95d8f7c04fe" providerId="LiveId" clId="{AF920071-46B6-4E4C-A6D8-3E93B456AF12}" dt="2025-10-23T08:26:37.572" v="962" actId="478"/>
          <ac:spMkLst>
            <pc:docMk/>
            <pc:sldMk cId="1243372928" sldId="369"/>
            <ac:spMk id="124" creationId="{1E74F24B-50E3-9713-EF9A-ABCDA5E45EEB}"/>
          </ac:spMkLst>
        </pc:spChg>
        <pc:spChg chg="del">
          <ac:chgData name="UBAID QURESHI" userId="dd4ae95d8f7c04fe" providerId="LiveId" clId="{AF920071-46B6-4E4C-A6D8-3E93B456AF12}" dt="2025-10-23T08:26:34.839" v="961" actId="478"/>
          <ac:spMkLst>
            <pc:docMk/>
            <pc:sldMk cId="1243372928" sldId="369"/>
            <ac:spMk id="125" creationId="{751B91A6-1C2B-35D7-F642-D285E58E15DB}"/>
          </ac:spMkLst>
        </pc:spChg>
        <pc:spChg chg="add mod">
          <ac:chgData name="UBAID QURESHI" userId="dd4ae95d8f7c04fe" providerId="LiveId" clId="{AF920071-46B6-4E4C-A6D8-3E93B456AF12}" dt="2025-10-23T08:26:24.201" v="954"/>
          <ac:spMkLst>
            <pc:docMk/>
            <pc:sldMk cId="1243372928" sldId="369"/>
            <ac:spMk id="126" creationId="{2C4F5FC9-BB10-9476-D889-48D82148F30F}"/>
          </ac:spMkLst>
        </pc:spChg>
        <pc:spChg chg="del">
          <ac:chgData name="UBAID QURESHI" userId="dd4ae95d8f7c04fe" providerId="LiveId" clId="{AF920071-46B6-4E4C-A6D8-3E93B456AF12}" dt="2025-10-23T08:26:29.046" v="955" actId="478"/>
          <ac:spMkLst>
            <pc:docMk/>
            <pc:sldMk cId="1243372928" sldId="369"/>
            <ac:spMk id="132" creationId="{F4ED4256-C89E-5CBF-3D91-B9A1C0F4321F}"/>
          </ac:spMkLst>
        </pc:spChg>
        <pc:grpChg chg="add mod">
          <ac:chgData name="UBAID QURESHI" userId="dd4ae95d8f7c04fe" providerId="LiveId" clId="{AF920071-46B6-4E4C-A6D8-3E93B456AF12}" dt="2025-10-23T08:26:24.201" v="954"/>
          <ac:grpSpMkLst>
            <pc:docMk/>
            <pc:sldMk cId="1243372928" sldId="369"/>
            <ac:grpSpMk id="87" creationId="{876F2F4C-5012-B928-E80B-43821216585B}"/>
          </ac:grpSpMkLst>
        </pc:grpChg>
        <pc:grpChg chg="del">
          <ac:chgData name="UBAID QURESHI" userId="dd4ae95d8f7c04fe" providerId="LiveId" clId="{AF920071-46B6-4E4C-A6D8-3E93B456AF12}" dt="2025-10-23T08:26:38.460" v="963" actId="478"/>
          <ac:grpSpMkLst>
            <pc:docMk/>
            <pc:sldMk cId="1243372928" sldId="369"/>
            <ac:grpSpMk id="120" creationId="{39FD497B-5710-2A97-6CA8-5E24635CB3C1}"/>
          </ac:grpSpMkLst>
        </pc:grpChg>
        <pc:cxnChg chg="del">
          <ac:chgData name="UBAID QURESHI" userId="dd4ae95d8f7c04fe" providerId="LiveId" clId="{AF920071-46B6-4E4C-A6D8-3E93B456AF12}" dt="2025-10-23T08:26:34.012" v="960" actId="478"/>
          <ac:cxnSpMkLst>
            <pc:docMk/>
            <pc:sldMk cId="1243372928" sldId="369"/>
            <ac:cxnSpMk id="118" creationId="{B0C91582-FF5E-C3C6-C6C6-701EB637A5AF}"/>
          </ac:cxnSpMkLst>
        </pc:cxnChg>
        <pc:cxnChg chg="del">
          <ac:chgData name="UBAID QURESHI" userId="dd4ae95d8f7c04fe" providerId="LiveId" clId="{AF920071-46B6-4E4C-A6D8-3E93B456AF12}" dt="2025-10-23T08:26:31.920" v="958" actId="478"/>
          <ac:cxnSpMkLst>
            <pc:docMk/>
            <pc:sldMk cId="1243372928" sldId="369"/>
            <ac:cxnSpMk id="127" creationId="{EE17B331-9214-9323-A8BC-8B93B24F271A}"/>
          </ac:cxnSpMkLst>
        </pc:cxnChg>
        <pc:cxnChg chg="del">
          <ac:chgData name="UBAID QURESHI" userId="dd4ae95d8f7c04fe" providerId="LiveId" clId="{AF920071-46B6-4E4C-A6D8-3E93B456AF12}" dt="2025-10-23T08:26:29.883" v="956" actId="478"/>
          <ac:cxnSpMkLst>
            <pc:docMk/>
            <pc:sldMk cId="1243372928" sldId="369"/>
            <ac:cxnSpMk id="128" creationId="{93D2AFF0-9AC8-3FEF-5982-442DFBE33293}"/>
          </ac:cxnSpMkLst>
        </pc:cxnChg>
        <pc:cxnChg chg="del">
          <ac:chgData name="UBAID QURESHI" userId="dd4ae95d8f7c04fe" providerId="LiveId" clId="{AF920071-46B6-4E4C-A6D8-3E93B456AF12}" dt="2025-10-23T08:26:31.002" v="957" actId="478"/>
          <ac:cxnSpMkLst>
            <pc:docMk/>
            <pc:sldMk cId="1243372928" sldId="369"/>
            <ac:cxnSpMk id="130" creationId="{8645D569-2F62-B665-CE29-6758C24D30B0}"/>
          </ac:cxnSpMkLst>
        </pc:cxnChg>
      </pc:sldChg>
      <pc:sldChg chg="addSp delSp modSp add mod">
        <pc:chgData name="UBAID QURESHI" userId="dd4ae95d8f7c04fe" providerId="LiveId" clId="{AF920071-46B6-4E4C-A6D8-3E93B456AF12}" dt="2025-10-23T08:26:49.564" v="968"/>
        <pc:sldMkLst>
          <pc:docMk/>
          <pc:sldMk cId="903980220" sldId="370"/>
        </pc:sldMkLst>
        <pc:spChg chg="mod">
          <ac:chgData name="UBAID QURESHI" userId="dd4ae95d8f7c04fe" providerId="LiveId" clId="{AF920071-46B6-4E4C-A6D8-3E93B456AF12}" dt="2025-10-23T08:26:49.564" v="968"/>
          <ac:spMkLst>
            <pc:docMk/>
            <pc:sldMk cId="903980220" sldId="370"/>
            <ac:spMk id="88" creationId="{21A145C4-FCEE-EBB2-08DD-FB816A7663BB}"/>
          </ac:spMkLst>
        </pc:spChg>
        <pc:spChg chg="mod">
          <ac:chgData name="UBAID QURESHI" userId="dd4ae95d8f7c04fe" providerId="LiveId" clId="{AF920071-46B6-4E4C-A6D8-3E93B456AF12}" dt="2025-10-23T08:26:49.564" v="968"/>
          <ac:spMkLst>
            <pc:docMk/>
            <pc:sldMk cId="903980220" sldId="370"/>
            <ac:spMk id="89" creationId="{DAF68C64-E7A0-1D56-5FA9-01FA53322345}"/>
          </ac:spMkLst>
        </pc:spChg>
        <pc:spChg chg="mod">
          <ac:chgData name="UBAID QURESHI" userId="dd4ae95d8f7c04fe" providerId="LiveId" clId="{AF920071-46B6-4E4C-A6D8-3E93B456AF12}" dt="2025-10-23T08:26:49.564" v="968"/>
          <ac:spMkLst>
            <pc:docMk/>
            <pc:sldMk cId="903980220" sldId="370"/>
            <ac:spMk id="91" creationId="{6B1267AB-B0D2-D5F6-B7A3-8F1289CCF09B}"/>
          </ac:spMkLst>
        </pc:spChg>
        <pc:spChg chg="add mod">
          <ac:chgData name="UBAID QURESHI" userId="dd4ae95d8f7c04fe" providerId="LiveId" clId="{AF920071-46B6-4E4C-A6D8-3E93B456AF12}" dt="2025-10-23T08:26:49.564" v="968"/>
          <ac:spMkLst>
            <pc:docMk/>
            <pc:sldMk cId="903980220" sldId="370"/>
            <ac:spMk id="126" creationId="{66131A14-6035-C2EE-E82B-E87D76B0C97B}"/>
          </ac:spMkLst>
        </pc:spChg>
        <pc:spChg chg="del">
          <ac:chgData name="UBAID QURESHI" userId="dd4ae95d8f7c04fe" providerId="LiveId" clId="{AF920071-46B6-4E4C-A6D8-3E93B456AF12}" dt="2025-10-23T08:26:48.039" v="967" actId="478"/>
          <ac:spMkLst>
            <pc:docMk/>
            <pc:sldMk cId="903980220" sldId="370"/>
            <ac:spMk id="132" creationId="{5F5BF61B-1E83-6212-751C-446724FF7CAA}"/>
          </ac:spMkLst>
        </pc:spChg>
        <pc:grpChg chg="add mod">
          <ac:chgData name="UBAID QURESHI" userId="dd4ae95d8f7c04fe" providerId="LiveId" clId="{AF920071-46B6-4E4C-A6D8-3E93B456AF12}" dt="2025-10-23T08:26:49.564" v="968"/>
          <ac:grpSpMkLst>
            <pc:docMk/>
            <pc:sldMk cId="903980220" sldId="370"/>
            <ac:grpSpMk id="87" creationId="{317723E9-DBFD-D306-0A5C-E06FB8BCC585}"/>
          </ac:grpSpMkLst>
        </pc:grpChg>
        <pc:cxnChg chg="del">
          <ac:chgData name="UBAID QURESHI" userId="dd4ae95d8f7c04fe" providerId="LiveId" clId="{AF920071-46B6-4E4C-A6D8-3E93B456AF12}" dt="2025-10-23T08:26:44.630" v="964" actId="478"/>
          <ac:cxnSpMkLst>
            <pc:docMk/>
            <pc:sldMk cId="903980220" sldId="370"/>
            <ac:cxnSpMk id="127" creationId="{7895E604-FCF7-C01B-3E16-85EB3ACDEE9D}"/>
          </ac:cxnSpMkLst>
        </pc:cxnChg>
        <pc:cxnChg chg="del">
          <ac:chgData name="UBAID QURESHI" userId="dd4ae95d8f7c04fe" providerId="LiveId" clId="{AF920071-46B6-4E4C-A6D8-3E93B456AF12}" dt="2025-10-23T08:26:47.328" v="966" actId="478"/>
          <ac:cxnSpMkLst>
            <pc:docMk/>
            <pc:sldMk cId="903980220" sldId="370"/>
            <ac:cxnSpMk id="128" creationId="{A8872884-14AD-5B76-2E6B-93D7FC2AB4EF}"/>
          </ac:cxnSpMkLst>
        </pc:cxnChg>
        <pc:cxnChg chg="del">
          <ac:chgData name="UBAID QURESHI" userId="dd4ae95d8f7c04fe" providerId="LiveId" clId="{AF920071-46B6-4E4C-A6D8-3E93B456AF12}" dt="2025-10-23T08:26:45.951" v="965" actId="478"/>
          <ac:cxnSpMkLst>
            <pc:docMk/>
            <pc:sldMk cId="903980220" sldId="370"/>
            <ac:cxnSpMk id="130" creationId="{445BBB95-7B24-1582-F0FA-808707A81EBB}"/>
          </ac:cxnSpMkLst>
        </pc:cxnChg>
      </pc:sldChg>
      <pc:sldChg chg="addSp modSp add">
        <pc:chgData name="UBAID QURESHI" userId="dd4ae95d8f7c04fe" providerId="LiveId" clId="{AF920071-46B6-4E4C-A6D8-3E93B456AF12}" dt="2025-10-23T08:26:57.641" v="969"/>
        <pc:sldMkLst>
          <pc:docMk/>
          <pc:sldMk cId="369806067" sldId="371"/>
        </pc:sldMkLst>
        <pc:spChg chg="mod">
          <ac:chgData name="UBAID QURESHI" userId="dd4ae95d8f7c04fe" providerId="LiveId" clId="{AF920071-46B6-4E4C-A6D8-3E93B456AF12}" dt="2025-10-23T08:26:57.641" v="969"/>
          <ac:spMkLst>
            <pc:docMk/>
            <pc:sldMk cId="369806067" sldId="371"/>
            <ac:spMk id="88" creationId="{2EFA9B83-9686-47ED-3AB8-D22F44FE98EF}"/>
          </ac:spMkLst>
        </pc:spChg>
        <pc:spChg chg="mod">
          <ac:chgData name="UBAID QURESHI" userId="dd4ae95d8f7c04fe" providerId="LiveId" clId="{AF920071-46B6-4E4C-A6D8-3E93B456AF12}" dt="2025-10-23T08:26:57.641" v="969"/>
          <ac:spMkLst>
            <pc:docMk/>
            <pc:sldMk cId="369806067" sldId="371"/>
            <ac:spMk id="89" creationId="{1073F6C1-D150-B36F-4F32-ACF4E70B3B8C}"/>
          </ac:spMkLst>
        </pc:spChg>
        <pc:spChg chg="mod">
          <ac:chgData name="UBAID QURESHI" userId="dd4ae95d8f7c04fe" providerId="LiveId" clId="{AF920071-46B6-4E4C-A6D8-3E93B456AF12}" dt="2025-10-23T08:26:57.641" v="969"/>
          <ac:spMkLst>
            <pc:docMk/>
            <pc:sldMk cId="369806067" sldId="371"/>
            <ac:spMk id="91" creationId="{7F7C3A28-5B89-46FB-A288-85158F831E32}"/>
          </ac:spMkLst>
        </pc:spChg>
        <pc:spChg chg="add mod">
          <ac:chgData name="UBAID QURESHI" userId="dd4ae95d8f7c04fe" providerId="LiveId" clId="{AF920071-46B6-4E4C-A6D8-3E93B456AF12}" dt="2025-10-23T08:26:57.641" v="969"/>
          <ac:spMkLst>
            <pc:docMk/>
            <pc:sldMk cId="369806067" sldId="371"/>
            <ac:spMk id="126" creationId="{A85E36F4-87A4-9677-DA6A-EC0F1CCB98D3}"/>
          </ac:spMkLst>
        </pc:spChg>
        <pc:grpChg chg="add mod">
          <ac:chgData name="UBAID QURESHI" userId="dd4ae95d8f7c04fe" providerId="LiveId" clId="{AF920071-46B6-4E4C-A6D8-3E93B456AF12}" dt="2025-10-23T08:26:57.641" v="969"/>
          <ac:grpSpMkLst>
            <pc:docMk/>
            <pc:sldMk cId="369806067" sldId="371"/>
            <ac:grpSpMk id="87" creationId="{90E99C4C-D11D-590A-BD1A-7A57B1539D4E}"/>
          </ac:grpSpMkLst>
        </pc:grpChg>
      </pc:sldChg>
      <pc:sldChg chg="add del">
        <pc:chgData name="UBAID QURESHI" userId="dd4ae95d8f7c04fe" providerId="LiveId" clId="{AF920071-46B6-4E4C-A6D8-3E93B456AF12}" dt="2025-10-23T09:11:00.867" v="970" actId="47"/>
        <pc:sldMkLst>
          <pc:docMk/>
          <pc:sldMk cId="3448582975" sldId="372"/>
        </pc:sldMkLst>
      </pc:sldChg>
      <pc:sldChg chg="addSp delSp modSp add mod">
        <pc:chgData name="UBAID QURESHI" userId="dd4ae95d8f7c04fe" providerId="LiveId" clId="{AF920071-46B6-4E4C-A6D8-3E93B456AF12}" dt="2025-10-23T09:38:27.907" v="1088" actId="478"/>
        <pc:sldMkLst>
          <pc:docMk/>
          <pc:sldMk cId="2541808035" sldId="373"/>
        </pc:sldMkLst>
        <pc:spChg chg="mod">
          <ac:chgData name="UBAID QURESHI" userId="dd4ae95d8f7c04fe" providerId="LiveId" clId="{AF920071-46B6-4E4C-A6D8-3E93B456AF12}" dt="2025-10-23T09:11:09.435" v="971"/>
          <ac:spMkLst>
            <pc:docMk/>
            <pc:sldMk cId="2541808035" sldId="373"/>
            <ac:spMk id="88" creationId="{74F3C23C-E90E-4707-2517-4316D4B0D940}"/>
          </ac:spMkLst>
        </pc:spChg>
        <pc:spChg chg="mod">
          <ac:chgData name="UBAID QURESHI" userId="dd4ae95d8f7c04fe" providerId="LiveId" clId="{AF920071-46B6-4E4C-A6D8-3E93B456AF12}" dt="2025-10-23T09:11:09.435" v="971"/>
          <ac:spMkLst>
            <pc:docMk/>
            <pc:sldMk cId="2541808035" sldId="373"/>
            <ac:spMk id="89" creationId="{C29D6405-FF5E-031C-1206-AD5922772F54}"/>
          </ac:spMkLst>
        </pc:spChg>
        <pc:spChg chg="mod">
          <ac:chgData name="UBAID QURESHI" userId="dd4ae95d8f7c04fe" providerId="LiveId" clId="{AF920071-46B6-4E4C-A6D8-3E93B456AF12}" dt="2025-10-23T09:11:09.435" v="971"/>
          <ac:spMkLst>
            <pc:docMk/>
            <pc:sldMk cId="2541808035" sldId="373"/>
            <ac:spMk id="91" creationId="{9438246F-8659-DE8C-EE22-A4C0EFB9C726}"/>
          </ac:spMkLst>
        </pc:spChg>
        <pc:spChg chg="add mod">
          <ac:chgData name="UBAID QURESHI" userId="dd4ae95d8f7c04fe" providerId="LiveId" clId="{AF920071-46B6-4E4C-A6D8-3E93B456AF12}" dt="2025-10-23T09:11:09.435" v="971"/>
          <ac:spMkLst>
            <pc:docMk/>
            <pc:sldMk cId="2541808035" sldId="373"/>
            <ac:spMk id="126" creationId="{8561FF25-9A69-763D-D33C-D988FFB464DA}"/>
          </ac:spMkLst>
        </pc:spChg>
        <pc:spChg chg="add mod">
          <ac:chgData name="UBAID QURESHI" userId="dd4ae95d8f7c04fe" providerId="LiveId" clId="{AF920071-46B6-4E4C-A6D8-3E93B456AF12}" dt="2025-10-23T09:12:45.414" v="980" actId="20577"/>
          <ac:spMkLst>
            <pc:docMk/>
            <pc:sldMk cId="2541808035" sldId="373"/>
            <ac:spMk id="131" creationId="{224E96B6-1C52-3939-6327-3C8E13723B53}"/>
          </ac:spMkLst>
        </pc:spChg>
        <pc:spChg chg="del">
          <ac:chgData name="UBAID QURESHI" userId="dd4ae95d8f7c04fe" providerId="LiveId" clId="{AF920071-46B6-4E4C-A6D8-3E93B456AF12}" dt="2025-10-23T09:11:28.462" v="972" actId="478"/>
          <ac:spMkLst>
            <pc:docMk/>
            <pc:sldMk cId="2541808035" sldId="373"/>
            <ac:spMk id="132" creationId="{60EB2850-43AC-291E-B574-FE13BCE34995}"/>
          </ac:spMkLst>
        </pc:spChg>
        <pc:spChg chg="add del mod">
          <ac:chgData name="UBAID QURESHI" userId="dd4ae95d8f7c04fe" providerId="LiveId" clId="{AF920071-46B6-4E4C-A6D8-3E93B456AF12}" dt="2025-10-23T09:38:26.856" v="1087" actId="478"/>
          <ac:spMkLst>
            <pc:docMk/>
            <pc:sldMk cId="2541808035" sldId="373"/>
            <ac:spMk id="134" creationId="{A6349EAA-80B3-7ADA-FCD9-DF27D6524F22}"/>
          </ac:spMkLst>
        </pc:spChg>
        <pc:spChg chg="mod">
          <ac:chgData name="UBAID QURESHI" userId="dd4ae95d8f7c04fe" providerId="LiveId" clId="{AF920071-46B6-4E4C-A6D8-3E93B456AF12}" dt="2025-10-23T09:13:31.286" v="991"/>
          <ac:spMkLst>
            <pc:docMk/>
            <pc:sldMk cId="2541808035" sldId="373"/>
            <ac:spMk id="136" creationId="{72AC6DAF-843C-9369-9669-482B8931C9F2}"/>
          </ac:spMkLst>
        </pc:spChg>
        <pc:spChg chg="mod">
          <ac:chgData name="UBAID QURESHI" userId="dd4ae95d8f7c04fe" providerId="LiveId" clId="{AF920071-46B6-4E4C-A6D8-3E93B456AF12}" dt="2025-10-23T09:13:31.286" v="991"/>
          <ac:spMkLst>
            <pc:docMk/>
            <pc:sldMk cId="2541808035" sldId="373"/>
            <ac:spMk id="137" creationId="{E895524B-003F-82B0-688D-0D9E02DAD2E7}"/>
          </ac:spMkLst>
        </pc:spChg>
        <pc:spChg chg="mod">
          <ac:chgData name="UBAID QURESHI" userId="dd4ae95d8f7c04fe" providerId="LiveId" clId="{AF920071-46B6-4E4C-A6D8-3E93B456AF12}" dt="2025-10-23T09:13:31.286" v="991"/>
          <ac:spMkLst>
            <pc:docMk/>
            <pc:sldMk cId="2541808035" sldId="373"/>
            <ac:spMk id="138" creationId="{B64BF5E2-03A5-F4B6-FCF4-564FECF81A85}"/>
          </ac:spMkLst>
        </pc:spChg>
        <pc:spChg chg="add del mod">
          <ac:chgData name="UBAID QURESHI" userId="dd4ae95d8f7c04fe" providerId="LiveId" clId="{AF920071-46B6-4E4C-A6D8-3E93B456AF12}" dt="2025-10-23T09:38:22.984" v="1085" actId="478"/>
          <ac:spMkLst>
            <pc:docMk/>
            <pc:sldMk cId="2541808035" sldId="373"/>
            <ac:spMk id="139" creationId="{7D896444-8840-09ED-7335-38B97002F2F3}"/>
          </ac:spMkLst>
        </pc:spChg>
        <pc:spChg chg="add del mod">
          <ac:chgData name="UBAID QURESHI" userId="dd4ae95d8f7c04fe" providerId="LiveId" clId="{AF920071-46B6-4E4C-A6D8-3E93B456AF12}" dt="2025-10-23T09:38:21.417" v="1084" actId="478"/>
          <ac:spMkLst>
            <pc:docMk/>
            <pc:sldMk cId="2541808035" sldId="373"/>
            <ac:spMk id="140" creationId="{B9CE3406-58A0-A7B1-80FA-906301014609}"/>
          </ac:spMkLst>
        </pc:spChg>
        <pc:grpChg chg="add mod">
          <ac:chgData name="UBAID QURESHI" userId="dd4ae95d8f7c04fe" providerId="LiveId" clId="{AF920071-46B6-4E4C-A6D8-3E93B456AF12}" dt="2025-10-23T09:11:09.435" v="971"/>
          <ac:grpSpMkLst>
            <pc:docMk/>
            <pc:sldMk cId="2541808035" sldId="373"/>
            <ac:grpSpMk id="87" creationId="{B918158D-85C6-A301-FC79-A0938EB8B6F0}"/>
          </ac:grpSpMkLst>
        </pc:grpChg>
        <pc:grpChg chg="add del mod">
          <ac:chgData name="UBAID QURESHI" userId="dd4ae95d8f7c04fe" providerId="LiveId" clId="{AF920071-46B6-4E4C-A6D8-3E93B456AF12}" dt="2025-10-23T09:38:24.970" v="1086" actId="478"/>
          <ac:grpSpMkLst>
            <pc:docMk/>
            <pc:sldMk cId="2541808035" sldId="373"/>
            <ac:grpSpMk id="135" creationId="{2E64D192-D3B0-AA18-6C72-3E62D3E724BE}"/>
          </ac:grpSpMkLst>
        </pc:grpChg>
        <pc:cxnChg chg="del">
          <ac:chgData name="UBAID QURESHI" userId="dd4ae95d8f7c04fe" providerId="LiveId" clId="{AF920071-46B6-4E4C-A6D8-3E93B456AF12}" dt="2025-10-23T09:11:32.119" v="974" actId="478"/>
          <ac:cxnSpMkLst>
            <pc:docMk/>
            <pc:sldMk cId="2541808035" sldId="373"/>
            <ac:cxnSpMk id="127" creationId="{72C1F7E1-4583-A740-3F12-26BA761404E3}"/>
          </ac:cxnSpMkLst>
        </pc:cxnChg>
        <pc:cxnChg chg="del">
          <ac:chgData name="UBAID QURESHI" userId="dd4ae95d8f7c04fe" providerId="LiveId" clId="{AF920071-46B6-4E4C-A6D8-3E93B456AF12}" dt="2025-10-23T09:11:30.406" v="973" actId="478"/>
          <ac:cxnSpMkLst>
            <pc:docMk/>
            <pc:sldMk cId="2541808035" sldId="373"/>
            <ac:cxnSpMk id="128" creationId="{C7A52ED3-9844-8F18-AB0D-E0204AEE921F}"/>
          </ac:cxnSpMkLst>
        </pc:cxnChg>
        <pc:cxnChg chg="add mod">
          <ac:chgData name="UBAID QURESHI" userId="dd4ae95d8f7c04fe" providerId="LiveId" clId="{AF920071-46B6-4E4C-A6D8-3E93B456AF12}" dt="2025-10-23T09:11:53.783" v="977" actId="1076"/>
          <ac:cxnSpMkLst>
            <pc:docMk/>
            <pc:sldMk cId="2541808035" sldId="373"/>
            <ac:cxnSpMk id="129" creationId="{8214AC0D-66F6-87EE-608F-85A2F1AF024C}"/>
          </ac:cxnSpMkLst>
        </pc:cxnChg>
        <pc:cxnChg chg="del">
          <ac:chgData name="UBAID QURESHI" userId="dd4ae95d8f7c04fe" providerId="LiveId" clId="{AF920071-46B6-4E4C-A6D8-3E93B456AF12}" dt="2025-10-23T09:11:33.040" v="975" actId="478"/>
          <ac:cxnSpMkLst>
            <pc:docMk/>
            <pc:sldMk cId="2541808035" sldId="373"/>
            <ac:cxnSpMk id="130" creationId="{BC061D76-DE03-64B9-92F8-4F14634AA027}"/>
          </ac:cxnSpMkLst>
        </pc:cxnChg>
        <pc:cxnChg chg="add del mod">
          <ac:chgData name="UBAID QURESHI" userId="dd4ae95d8f7c04fe" providerId="LiveId" clId="{AF920071-46B6-4E4C-A6D8-3E93B456AF12}" dt="2025-10-23T09:38:27.907" v="1088" actId="478"/>
          <ac:cxnSpMkLst>
            <pc:docMk/>
            <pc:sldMk cId="2541808035" sldId="373"/>
            <ac:cxnSpMk id="133" creationId="{E9531F7E-05E3-BD68-B427-A32D4125EB04}"/>
          </ac:cxnSpMkLst>
        </pc:cxnChg>
      </pc:sldChg>
      <pc:sldChg chg="addSp modSp add mod">
        <pc:chgData name="UBAID QURESHI" userId="dd4ae95d8f7c04fe" providerId="LiveId" clId="{AF920071-46B6-4E4C-A6D8-3E93B456AF12}" dt="2025-10-23T09:16:39.738" v="1011" actId="207"/>
        <pc:sldMkLst>
          <pc:docMk/>
          <pc:sldMk cId="773096506" sldId="374"/>
        </pc:sldMkLst>
        <pc:spChg chg="mod">
          <ac:chgData name="UBAID QURESHI" userId="dd4ae95d8f7c04fe" providerId="LiveId" clId="{AF920071-46B6-4E4C-A6D8-3E93B456AF12}" dt="2025-10-23T09:15:23.543" v="998" actId="14100"/>
          <ac:spMkLst>
            <pc:docMk/>
            <pc:sldMk cId="773096506" sldId="374"/>
            <ac:spMk id="5" creationId="{80BA68B8-5E1C-5E59-0457-0CDD1FF46FBD}"/>
          </ac:spMkLst>
        </pc:spChg>
        <pc:spChg chg="add mod">
          <ac:chgData name="UBAID QURESHI" userId="dd4ae95d8f7c04fe" providerId="LiveId" clId="{AF920071-46B6-4E4C-A6D8-3E93B456AF12}" dt="2025-10-23T09:16:39.738" v="1011" actId="207"/>
          <ac:spMkLst>
            <pc:docMk/>
            <pc:sldMk cId="773096506" sldId="374"/>
            <ac:spMk id="143" creationId="{5EDA32FF-735A-E66B-C10E-008CD1879957}"/>
          </ac:spMkLst>
        </pc:spChg>
        <pc:cxnChg chg="add mod">
          <ac:chgData name="UBAID QURESHI" userId="dd4ae95d8f7c04fe" providerId="LiveId" clId="{AF920071-46B6-4E4C-A6D8-3E93B456AF12}" dt="2025-10-23T09:15:41.889" v="1001" actId="208"/>
          <ac:cxnSpMkLst>
            <pc:docMk/>
            <pc:sldMk cId="773096506" sldId="374"/>
            <ac:cxnSpMk id="128" creationId="{E993103B-742B-56BB-42C0-67896F1B9B67}"/>
          </ac:cxnSpMkLst>
        </pc:cxnChg>
        <pc:cxnChg chg="add mod">
          <ac:chgData name="UBAID QURESHI" userId="dd4ae95d8f7c04fe" providerId="LiveId" clId="{AF920071-46B6-4E4C-A6D8-3E93B456AF12}" dt="2025-10-23T09:16:17.169" v="1008" actId="1076"/>
          <ac:cxnSpMkLst>
            <pc:docMk/>
            <pc:sldMk cId="773096506" sldId="374"/>
            <ac:cxnSpMk id="130" creationId="{8473BB23-80C2-77CD-0E5C-C72CFE2442B8}"/>
          </ac:cxnSpMkLst>
        </pc:cxnChg>
        <pc:cxnChg chg="add mod">
          <ac:chgData name="UBAID QURESHI" userId="dd4ae95d8f7c04fe" providerId="LiveId" clId="{AF920071-46B6-4E4C-A6D8-3E93B456AF12}" dt="2025-10-23T09:16:08.206" v="1007" actId="14100"/>
          <ac:cxnSpMkLst>
            <pc:docMk/>
            <pc:sldMk cId="773096506" sldId="374"/>
            <ac:cxnSpMk id="141" creationId="{D5F4F4F9-BFE0-5A78-70B8-23554DFD4D17}"/>
          </ac:cxnSpMkLst>
        </pc:cxnChg>
      </pc:sldChg>
      <pc:sldChg chg="addSp modSp add mod ord">
        <pc:chgData name="UBAID QURESHI" userId="dd4ae95d8f7c04fe" providerId="LiveId" clId="{AF920071-46B6-4E4C-A6D8-3E93B456AF12}" dt="2025-10-23T09:23:27.784" v="1073" actId="255"/>
        <pc:sldMkLst>
          <pc:docMk/>
          <pc:sldMk cId="3775321387" sldId="375"/>
        </pc:sldMkLst>
        <pc:spChg chg="mod">
          <ac:chgData name="UBAID QURESHI" userId="dd4ae95d8f7c04fe" providerId="LiveId" clId="{AF920071-46B6-4E4C-A6D8-3E93B456AF12}" dt="2025-10-23T09:20:09.650" v="1020" actId="208"/>
          <ac:spMkLst>
            <pc:docMk/>
            <pc:sldMk cId="3775321387" sldId="375"/>
            <ac:spMk id="5" creationId="{DCBD4639-201B-E9E9-5A29-58BEB5F573ED}"/>
          </ac:spMkLst>
        </pc:spChg>
        <pc:spChg chg="mod">
          <ac:chgData name="UBAID QURESHI" userId="dd4ae95d8f7c04fe" providerId="LiveId" clId="{AF920071-46B6-4E4C-A6D8-3E93B456AF12}" dt="2025-10-23T09:19:42.398" v="1018" actId="1076"/>
          <ac:spMkLst>
            <pc:docMk/>
            <pc:sldMk cId="3775321387" sldId="375"/>
            <ac:spMk id="8" creationId="{985216FE-8C63-7B38-EA4A-5635F75033B9}"/>
          </ac:spMkLst>
        </pc:spChg>
        <pc:spChg chg="mod">
          <ac:chgData name="UBAID QURESHI" userId="dd4ae95d8f7c04fe" providerId="LiveId" clId="{AF920071-46B6-4E4C-A6D8-3E93B456AF12}" dt="2025-10-23T09:19:42.398" v="1018" actId="1076"/>
          <ac:spMkLst>
            <pc:docMk/>
            <pc:sldMk cId="3775321387" sldId="375"/>
            <ac:spMk id="25" creationId="{159222E1-0922-7CA2-708D-F41424FC9EAC}"/>
          </ac:spMkLst>
        </pc:spChg>
        <pc:spChg chg="mod">
          <ac:chgData name="UBAID QURESHI" userId="dd4ae95d8f7c04fe" providerId="LiveId" clId="{AF920071-46B6-4E4C-A6D8-3E93B456AF12}" dt="2025-10-23T09:19:42.398" v="1018" actId="1076"/>
          <ac:spMkLst>
            <pc:docMk/>
            <pc:sldMk cId="3775321387" sldId="375"/>
            <ac:spMk id="26" creationId="{4768FF46-F5E2-F584-1C19-74060841E870}"/>
          </ac:spMkLst>
        </pc:spChg>
        <pc:spChg chg="mod">
          <ac:chgData name="UBAID QURESHI" userId="dd4ae95d8f7c04fe" providerId="LiveId" clId="{AF920071-46B6-4E4C-A6D8-3E93B456AF12}" dt="2025-10-23T09:19:42.398" v="1018" actId="1076"/>
          <ac:spMkLst>
            <pc:docMk/>
            <pc:sldMk cId="3775321387" sldId="375"/>
            <ac:spMk id="52" creationId="{098CED01-4D52-648D-3F46-AD536314C58C}"/>
          </ac:spMkLst>
        </pc:spChg>
        <pc:spChg chg="mod">
          <ac:chgData name="UBAID QURESHI" userId="dd4ae95d8f7c04fe" providerId="LiveId" clId="{AF920071-46B6-4E4C-A6D8-3E93B456AF12}" dt="2025-10-23T09:19:42.398" v="1018" actId="1076"/>
          <ac:spMkLst>
            <pc:docMk/>
            <pc:sldMk cId="3775321387" sldId="375"/>
            <ac:spMk id="65" creationId="{19BD2178-6881-8139-C822-1F8832E61168}"/>
          </ac:spMkLst>
        </pc:spChg>
        <pc:spChg chg="mod">
          <ac:chgData name="UBAID QURESHI" userId="dd4ae95d8f7c04fe" providerId="LiveId" clId="{AF920071-46B6-4E4C-A6D8-3E93B456AF12}" dt="2025-10-23T09:19:42.398" v="1018" actId="1076"/>
          <ac:spMkLst>
            <pc:docMk/>
            <pc:sldMk cId="3775321387" sldId="375"/>
            <ac:spMk id="82" creationId="{4F913F71-B60A-3895-C63F-5F83A0F2575C}"/>
          </ac:spMkLst>
        </pc:spChg>
        <pc:spChg chg="mod">
          <ac:chgData name="UBAID QURESHI" userId="dd4ae95d8f7c04fe" providerId="LiveId" clId="{AF920071-46B6-4E4C-A6D8-3E93B456AF12}" dt="2025-10-23T09:19:42.398" v="1018" actId="1076"/>
          <ac:spMkLst>
            <pc:docMk/>
            <pc:sldMk cId="3775321387" sldId="375"/>
            <ac:spMk id="115" creationId="{BE63D73A-821D-E902-0ACA-AA62B86F1595}"/>
          </ac:spMkLst>
        </pc:spChg>
        <pc:spChg chg="mod">
          <ac:chgData name="UBAID QURESHI" userId="dd4ae95d8f7c04fe" providerId="LiveId" clId="{AF920071-46B6-4E4C-A6D8-3E93B456AF12}" dt="2025-10-23T09:19:42.398" v="1018" actId="1076"/>
          <ac:spMkLst>
            <pc:docMk/>
            <pc:sldMk cId="3775321387" sldId="375"/>
            <ac:spMk id="124" creationId="{8B271EB4-E588-B375-90C5-851D42A9B622}"/>
          </ac:spMkLst>
        </pc:spChg>
        <pc:spChg chg="mod">
          <ac:chgData name="UBAID QURESHI" userId="dd4ae95d8f7c04fe" providerId="LiveId" clId="{AF920071-46B6-4E4C-A6D8-3E93B456AF12}" dt="2025-10-23T09:19:42.398" v="1018" actId="1076"/>
          <ac:spMkLst>
            <pc:docMk/>
            <pc:sldMk cId="3775321387" sldId="375"/>
            <ac:spMk id="126" creationId="{F1880BA2-F143-8785-3EFA-5D03D2610C8B}"/>
          </ac:spMkLst>
        </pc:spChg>
        <pc:spChg chg="add mod">
          <ac:chgData name="UBAID QURESHI" userId="dd4ae95d8f7c04fe" providerId="LiveId" clId="{AF920071-46B6-4E4C-A6D8-3E93B456AF12}" dt="2025-10-23T09:22:32.178" v="1046" actId="20577"/>
          <ac:spMkLst>
            <pc:docMk/>
            <pc:sldMk cId="3775321387" sldId="375"/>
            <ac:spMk id="127" creationId="{4B67DA56-0194-FEFB-AABE-D0C6765C3FDF}"/>
          </ac:spMkLst>
        </pc:spChg>
        <pc:spChg chg="add mod">
          <ac:chgData name="UBAID QURESHI" userId="dd4ae95d8f7c04fe" providerId="LiveId" clId="{AF920071-46B6-4E4C-A6D8-3E93B456AF12}" dt="2025-10-23T09:22:36.934" v="1049" actId="20577"/>
          <ac:spMkLst>
            <pc:docMk/>
            <pc:sldMk cId="3775321387" sldId="375"/>
            <ac:spMk id="128" creationId="{1665AA5B-B1A0-3E83-3D47-97BAD627107A}"/>
          </ac:spMkLst>
        </pc:spChg>
        <pc:spChg chg="add mod">
          <ac:chgData name="UBAID QURESHI" userId="dd4ae95d8f7c04fe" providerId="LiveId" clId="{AF920071-46B6-4E4C-A6D8-3E93B456AF12}" dt="2025-10-23T09:22:39.225" v="1052" actId="20577"/>
          <ac:spMkLst>
            <pc:docMk/>
            <pc:sldMk cId="3775321387" sldId="375"/>
            <ac:spMk id="130" creationId="{522BDB5D-7718-E21C-8A53-09DA049BD6FA}"/>
          </ac:spMkLst>
        </pc:spChg>
        <pc:spChg chg="add mod">
          <ac:chgData name="UBAID QURESHI" userId="dd4ae95d8f7c04fe" providerId="LiveId" clId="{AF920071-46B6-4E4C-A6D8-3E93B456AF12}" dt="2025-10-23T09:22:43.792" v="1055" actId="20577"/>
          <ac:spMkLst>
            <pc:docMk/>
            <pc:sldMk cId="3775321387" sldId="375"/>
            <ac:spMk id="132" creationId="{167DA537-1C92-39DF-D340-831ED214BB78}"/>
          </ac:spMkLst>
        </pc:spChg>
        <pc:spChg chg="mod">
          <ac:chgData name="UBAID QURESHI" userId="dd4ae95d8f7c04fe" providerId="LiveId" clId="{AF920071-46B6-4E4C-A6D8-3E93B456AF12}" dt="2025-10-23T09:19:42.398" v="1018" actId="1076"/>
          <ac:spMkLst>
            <pc:docMk/>
            <pc:sldMk cId="3775321387" sldId="375"/>
            <ac:spMk id="139" creationId="{8EF4CD58-9502-C05F-A0C3-24EFE5DA9B28}"/>
          </ac:spMkLst>
        </pc:spChg>
        <pc:spChg chg="add mod">
          <ac:chgData name="UBAID QURESHI" userId="dd4ae95d8f7c04fe" providerId="LiveId" clId="{AF920071-46B6-4E4C-A6D8-3E93B456AF12}" dt="2025-10-23T09:22:46.936" v="1058" actId="20577"/>
          <ac:spMkLst>
            <pc:docMk/>
            <pc:sldMk cId="3775321387" sldId="375"/>
            <ac:spMk id="141" creationId="{461FDD4E-DE49-3391-3B12-3BE0E305E852}"/>
          </ac:spMkLst>
        </pc:spChg>
        <pc:spChg chg="add mod">
          <ac:chgData name="UBAID QURESHI" userId="dd4ae95d8f7c04fe" providerId="LiveId" clId="{AF920071-46B6-4E4C-A6D8-3E93B456AF12}" dt="2025-10-23T09:22:50.690" v="1061" actId="20577"/>
          <ac:spMkLst>
            <pc:docMk/>
            <pc:sldMk cId="3775321387" sldId="375"/>
            <ac:spMk id="142" creationId="{7FF69A49-2A82-D065-A234-C3EC7EAD07A8}"/>
          </ac:spMkLst>
        </pc:spChg>
        <pc:spChg chg="add mod">
          <ac:chgData name="UBAID QURESHI" userId="dd4ae95d8f7c04fe" providerId="LiveId" clId="{AF920071-46B6-4E4C-A6D8-3E93B456AF12}" dt="2025-10-23T09:23:27.784" v="1073" actId="255"/>
          <ac:spMkLst>
            <pc:docMk/>
            <pc:sldMk cId="3775321387" sldId="375"/>
            <ac:spMk id="143" creationId="{A86FC337-F888-05F6-150F-B10015808BDB}"/>
          </ac:spMkLst>
        </pc:spChg>
      </pc:sldChg>
      <pc:sldChg chg="add">
        <pc:chgData name="UBAID QURESHI" userId="dd4ae95d8f7c04fe" providerId="LiveId" clId="{AF920071-46B6-4E4C-A6D8-3E93B456AF12}" dt="2025-10-23T09:35:57.582" v="1078"/>
        <pc:sldMkLst>
          <pc:docMk/>
          <pc:sldMk cId="1616866861" sldId="376"/>
        </pc:sldMkLst>
      </pc:sldChg>
      <pc:sldChg chg="add">
        <pc:chgData name="UBAID QURESHI" userId="dd4ae95d8f7c04fe" providerId="LiveId" clId="{AF920071-46B6-4E4C-A6D8-3E93B456AF12}" dt="2025-10-23T09:38:15.618" v="1083"/>
        <pc:sldMkLst>
          <pc:docMk/>
          <pc:sldMk cId="506407164" sldId="3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92A79-7B53-D499-2CE3-10A68FDCB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451E0-2FC9-19C0-1A77-4F20E386F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3AE3F-5302-C54B-13E1-5468B8841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1C5E4-6C53-E86A-8BD6-025F437C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3DF41-2B99-74C3-ED79-1E747A68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466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79D-F98B-3038-9236-8163A3D9D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5D58A-B5CD-2400-3686-29FB6CE5E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A1FED-121A-307F-8DD1-E925C299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ECBA-035B-2C4F-7497-CC58EB1CD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39239-0D5E-5E27-2C3D-BB6E90C8C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904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533E-41D5-AB33-E27E-6040FF396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89D2C-A28B-C57D-5F59-51FCD19AD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11B9E-79B5-78AF-2AD4-5FE80352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95137-D960-6BAD-FE59-E8F319D4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57403-FC5A-57CE-EDD4-C22F2BE9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86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DE34-5243-9ADF-F362-D3B0EC8CD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DCB5-926E-F006-047B-3EFD6AB075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BA1E8-7847-283E-A8EE-11424DB82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DE77B-6543-ABEF-F1A4-D9413C90D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2C89E-6C90-99CC-4154-FAF2EB34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3F3EC-B0AF-6BDD-3ABE-9CCFE655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2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BC09-AED7-6A9B-DECA-72FAB2DC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D4985-A53B-68C2-2273-8FAEEAA25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9768D-796B-C72F-D172-835A1A623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FE650-4B64-0344-8749-C8414B764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9B30F3-034D-17EC-4215-1BC824DDF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AAF94-E75A-E6DA-D503-3B1C3CFCD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CE857D-0BFC-3FE8-F9F0-6D7134DD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90AB9-F362-8038-6DC2-81327E6EB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896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F198-8759-0A6B-AB3A-327C18511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BF09D-8855-C30F-ADE3-DE691BA81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3F6AE-40A8-2B92-FC81-01A4390E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642EB-4799-3FF3-C389-4C2F2FCC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58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3A3D05-5B3B-24EA-D775-04630BA6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CF2E8-1711-AE17-6B54-0B4C06599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7FA99-DDAC-93ED-E118-423F9D24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81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C95A-D078-E3D2-7CB9-60ABA279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F2629-73EE-3EE2-FED8-3ECD98837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D6F00-C296-BDB2-05D3-F1A4D0B5E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0565D-C821-A425-2E7D-9591B86A8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63228-B660-251B-9CAD-B7B6A6DA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5271B-E5CD-ADF6-02EA-897DBFEB7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271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1118-9749-0337-5F21-AAAB1547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AB0C6F-F2AE-8234-EAD5-9E32C121B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F840A-8958-80B0-BA10-41A559D54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285FA-B464-40F2-A3C9-4918DF12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7665B-C300-6F39-A730-62A563DF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666C3-A208-AB16-4A33-BB82167E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14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37B9-A9FD-BD7D-E5D1-D8627484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C4E5B9-AF94-BF0C-DE1B-8C54FF626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D08BF-2C77-BE22-D2D1-6A5C7D78D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55306-0519-276A-109C-53B48F15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D01FC-CDB1-D672-ACBA-81586432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22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484951-9850-2CBB-9EF8-37469F44B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10295-D042-8553-E544-843E3AE12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885C6-7C1D-ACCF-9E4D-F6ABCC4E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F4670-23B4-A8E9-764A-167D56F57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8FE46-DFA0-E072-CFCE-12C3AEE8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54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585E7-87C4-2F34-1A12-5C03A1E57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9C67B-7FA0-9203-67E2-43DF83A10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CF7C9-5948-6C31-3411-ED4DF9A6A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4CF62-9AA9-4903-958F-F47F736AF8E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B635A-44A9-9520-9EB6-DAFCEF5C8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87755-9299-E749-D7EB-8721228B3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BCBEE-2A66-4BCA-9FA4-72F6EEDEA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84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2B02-2ADB-0D98-1585-26CB56F0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1B4635-01B6-E961-9133-01AE857AD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6874E-17A3-9FFE-E2F1-E79510436EEA}"/>
              </a:ext>
            </a:extLst>
          </p:cNvPr>
          <p:cNvSpPr txBox="1"/>
          <p:nvPr/>
        </p:nvSpPr>
        <p:spPr>
          <a:xfrm>
            <a:off x="2592832" y="2644170"/>
            <a:ext cx="11866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Approach </a:t>
            </a:r>
            <a:r>
              <a:rPr lang="en-IN" sz="9600" b="1" dirty="0">
                <a:solidFill>
                  <a:schemeClr val="bg1"/>
                </a:solidFill>
                <a:latin typeface="Bahnschrift" panose="020B0502040204020203" pitchFamily="34" charset="0"/>
              </a:rPr>
              <a:t>- 1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94C69-3CF9-D216-B451-B6E522C9B0A5}"/>
              </a:ext>
            </a:extLst>
          </p:cNvPr>
          <p:cNvSpPr txBox="1"/>
          <p:nvPr/>
        </p:nvSpPr>
        <p:spPr>
          <a:xfrm>
            <a:off x="1672213" y="4689691"/>
            <a:ext cx="11866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/>
                </a:solidFill>
              </a:rPr>
              <a:t> Print all Permutations of a String/Array</a:t>
            </a:r>
          </a:p>
        </p:txBody>
      </p:sp>
    </p:spTree>
    <p:extLst>
      <p:ext uri="{BB962C8B-B14F-4D97-AF65-F5344CB8AC3E}">
        <p14:creationId xmlns:p14="http://schemas.microsoft.com/office/powerpoint/2010/main" val="3048661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104E-1A1C-DDC2-5539-DD34EECE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FB2352-720C-10D9-9B58-6859293CE8A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11A087-6215-D80A-0459-0A484259FD4F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2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777BA-7AA4-F484-0ABD-852FCD6733CC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</p:spTree>
    <p:extLst>
      <p:ext uri="{BB962C8B-B14F-4D97-AF65-F5344CB8AC3E}">
        <p14:creationId xmlns:p14="http://schemas.microsoft.com/office/powerpoint/2010/main" val="405660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A013C-EECB-60C1-082C-9F33E830A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E2435C-83A9-A149-EA39-4C5844799B4C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F5BA40-787A-0A70-ADA9-FD654364110F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2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C1FAB7-8672-DC0C-E0A3-7CB698728342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DBE6F5B2-CBAB-734A-780E-9E17E6D82389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92B65B-0601-CF88-F9CC-7C2ADD65AFE8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5CBF587-A9B4-066A-B192-43DCC48955A4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7D5404-9329-876B-D803-70B33C3ED95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B34D537-622C-06A2-9D84-B58FDC1A650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F380BF-6EE0-E817-69D5-57377968543F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9563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63FCF-4573-24EC-8CAA-C24D3B77E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B29819-9B13-666F-DB43-F073200FBE6C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A0FB07-FA4B-B9C2-4F98-5389C98CC519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2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482B66-9CC6-9500-4D6A-72E6AD45FB92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3D89384A-6E68-43A6-DAB0-A30DD82638C1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24AB63-8A8A-6025-77B9-9E36FDE07447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E220C90-8DAA-3E8E-DEA1-50284C02B6F9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F36406-20E2-0759-FE25-330153E7B8D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3CBA01-B9FC-1381-92C3-879BD5619AE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C39664-339F-FA69-4BBA-7F3F700C9C30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0B0A7582-9494-15B4-D25A-73D7D21B5CF5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971B1EF9-AD95-2547-A9D5-1E8384BEA959}"/>
              </a:ext>
            </a:extLst>
          </p:cNvPr>
          <p:cNvCxnSpPr>
            <a:cxnSpLocks/>
          </p:cNvCxnSpPr>
          <p:nvPr/>
        </p:nvCxnSpPr>
        <p:spPr>
          <a:xfrm rot="16200000" flipH="1">
            <a:off x="-345171" y="2235147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B474EF0-0A4F-62B6-C15B-D55715A03D71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9C9751-AF41-644C-BB46-7D7A74FBE4E2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482190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58844-37D3-219A-A98D-05DF76F76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C949EA-987E-1F93-9A65-30F5E31B6BBE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4BFE70-7D06-6780-E9B5-E6E11BDA3426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2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F89BC3-1F1E-5872-A1D8-1436122E2C8F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B52892F9-32DB-44DD-A747-A587869D3009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0724C7-8303-6548-A0A3-890C8BE14B35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E5FEAC-18AA-23AF-025E-2B074AF99A3B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507FB70-36C4-8A45-1593-BC953246F1D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B1A386-2E7F-A297-BDB0-A03939B2ED9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E223DE5-2931-4E9E-87CB-1FE3E6899506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728D332-F2A1-12F4-2E09-F843A04CC6C9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9E7385EB-A765-303D-2ED7-3E581C2F54F7}"/>
              </a:ext>
            </a:extLst>
          </p:cNvPr>
          <p:cNvCxnSpPr>
            <a:cxnSpLocks/>
          </p:cNvCxnSpPr>
          <p:nvPr/>
        </p:nvCxnSpPr>
        <p:spPr>
          <a:xfrm rot="16200000" flipH="1">
            <a:off x="-345171" y="2235147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AB1A61-FBC8-18AB-0A7D-E9D0DD1E7AE1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6CD5826-22CA-0F5A-EA76-27595AA53504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EA4A13A-031D-F738-BA38-18DE24CE7201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044971A-B2EC-A708-0190-565E876F134A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6C57D80-1FE6-1EA4-6A4A-AA8B4EFF4792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65813E8-8185-84CB-6BCE-B14FDBDB7F21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0C5281-65E8-34C8-6970-A336A9CC419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3DBC847-BB45-8B51-A797-B7D402154FAB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A75514B-9D27-E60D-5B84-3535532D6805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21671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33149-F678-A62D-36A9-A5804382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6C7858-73C6-86C3-EEE0-52B7AD9126B3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4E4DEA-CD77-8BA1-0820-9518FA195E0C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2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698674-0669-2C3F-AF83-535B1DC9AD7C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DBC17CF8-B38E-0995-CDDE-65AAED042EAE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87D4FF-6413-FC08-9BED-466E232C7EF4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AFADB96-5F31-06EC-D16B-5FF425051BCC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FCAD4E6-5118-02DE-209A-67C04BCBB36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9E6386-807E-CAA8-3E81-8DB12D2AF47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52E216B-D08F-88FE-7A79-9B962ADC7F7C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64710AC-1413-4DC2-7241-44224ECFE3B8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9EFFCE73-7EE8-F71C-024A-E63888E3CB8D}"/>
              </a:ext>
            </a:extLst>
          </p:cNvPr>
          <p:cNvCxnSpPr>
            <a:cxnSpLocks/>
          </p:cNvCxnSpPr>
          <p:nvPr/>
        </p:nvCxnSpPr>
        <p:spPr>
          <a:xfrm rot="16200000" flipH="1">
            <a:off x="-345171" y="2235147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43C442A-79BC-DB89-2721-DB5F07FF1C8C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C5D95D9-CCAF-988C-D7E5-5BBF698C5E8E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BB39C9-933A-0A0E-B890-58B3792FA480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1468477-DD7E-546C-2831-055A7439ABD4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4E832E-128E-9724-ED03-C3612D891AEF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58E8D2F-2F6D-239E-7EE1-3115C0128A07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070A595-9582-6989-289B-45C0FC3E942A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0D9A891-9DFE-D0CD-388D-CADC226895C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B8672D6-64B5-4560-4F50-8B1035F7625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4C8EC07-2283-C2C8-8B94-B5274E321AFC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B8E0F34-3B69-DFE8-6FBE-E3A75963D8DD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546AC47-E15C-476E-163B-85DE180C76FD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E554F8C-940E-0CC8-CED5-976FF3FE203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CE9245-4823-3621-B0B7-3E213B1E74F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B0E71F-D4AC-DE23-B866-2C34B5B375E8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C1FC5E5-5F09-2F25-0EA7-2D23D7C327A7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259830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12662-6D96-26E7-1A1E-D42A96204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BEBDE1-8954-2283-2E46-349A7D667EA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A2BD4B-9E7B-B332-9C53-FADBF5C1C9D9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2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38CA32-531C-5D53-360C-648E986F5F3D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CAF1DD03-0197-9382-293A-436831D4590A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D7B4C8-E41F-F40B-B897-F0267C87550F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C39D3E3-538F-7127-9FD0-94D0EA2D7756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942567-35B8-08A8-A835-C63E52BDB64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EBB8791-9133-F7B5-8DF2-F7081F3846E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4BC97F-1ED9-3AE1-4BC9-32AA22D8E7C2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47A50A0-D4E7-3C0E-9D0C-5DB1D039A8B0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8B0F03E-FCBA-84A4-1D9B-586100B509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-345171" y="2235147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00689C1-FFDD-50F6-A247-8A12A787B501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8C841C3-07EC-0FF9-A8DE-FC6E4E5239C9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A69AFC3-C009-8C0C-CA93-BED41EF5511F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119B011-41B8-19DA-8138-0CF4D651AF32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1A86F6-18EE-5E29-640E-BD999B3D9340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E2BB807-01AB-7309-E4C5-794268275A14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00C5A56-65A3-C5E4-A3F5-C0AFF66F6AE6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5F4854B-F8AE-6A96-40D6-A08AE72C198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D394F1C-B65A-9884-DAD4-ED7A0484FDB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A454B1A-9028-D08B-554F-18F499527A1D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B051C1D4-EAE3-6BB1-905F-7514673F67F1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4E22422-CEA0-9A9D-62A9-77315BF4664A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FC71568-77F7-7124-E5B2-707F8F1091F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9FDFF9C-12E6-9F84-AAF1-069F1153544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A8EDDD-3409-B8C6-D386-2DCE6E2E3267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0730C60-BC84-7F32-1C6F-FBA73C8C8111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FB9075C-C83B-0A56-8A0B-15B2D3E3B698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BC42BBD-8232-00AD-7D30-4F863881B700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2210047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A0503-C9D8-9C1F-513A-3F79B903B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AA82DC-9F6F-66DE-8B1B-15CF54EFC05C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F37CEB-ADAD-85DC-9C1F-5717AD2F7BBF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2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6FBD4A-5CEC-A154-62E4-A1E1C4C47CEA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833C77E5-BAF6-6D46-A820-F3479D45C89E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08E9D6-21F6-C70D-F727-770556F4529D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56E248-7311-FED7-A652-E28C5C3A3F07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56668E9-F0A4-A7AE-DF40-A69727542AB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8D1BEE-3FC9-3DF4-E95A-108DFB1C38F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E0FEDF0-3B50-3BD8-C430-7E0A593F61F9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8385E47-20B7-5518-F705-7274FF1C38D7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B63F6CA-11E9-DDFA-D519-3E6D3B813B51}"/>
              </a:ext>
            </a:extLst>
          </p:cNvPr>
          <p:cNvCxnSpPr>
            <a:cxnSpLocks/>
          </p:cNvCxnSpPr>
          <p:nvPr/>
        </p:nvCxnSpPr>
        <p:spPr>
          <a:xfrm rot="16200000" flipH="1">
            <a:off x="-345171" y="2235147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6EEF2B0-651E-4C3F-3443-7849F4DD42CD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082BE1B-FA93-A08C-C1F2-8C4ECC94DD6A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77A3FD2-A99C-8AC3-01B2-87E13EF00BFA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57FBE0A-8F3D-D4D4-59FA-79C24F212AC0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FD2D22A-2450-D5A3-1D6C-FE30036D4411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DEBFBC5-A4A2-2C02-0875-057BC7848832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C65E3C5-19A3-E1C2-129A-BAB40776C791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83F0116-5CF9-567A-38D2-AAE68D267D4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25BA1F2-250C-6D7E-E429-06C201AD1C1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F6D4507-79E6-1214-CFE3-37C83DD7C493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3152500C-E537-9BCD-443C-191FDE052AE0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EDB1A7D-CF94-7638-244F-EBE0E22434A6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ABE9DCA-3878-F8B5-FBF7-1C175F72C6B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811550E-32EE-55F7-B72F-191830956A2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CF297F5-57FC-CE68-EF05-7393308B46E0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556CB6FB-B0F7-4570-9575-A3C8C7E8DFA8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FCCDD8D-DD65-F666-DCD2-EFEBB69DDD92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634EE8-C031-CDB3-9D2B-1214C825F7C5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57A8EE2-BACE-2B2B-D357-39E11FE4EC46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C79CD2F-939C-7729-4CF7-774AAC395822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72FDCEB-F5DA-5B57-EF10-79EC3C306F55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4DF9060-2B0C-7D88-FD84-569D68D0FE6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C2B497F-1373-BEAA-F2B1-D79ED4130B3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E413F5A-9ACB-42E2-2041-1D64764D099F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2982204-418A-D2AC-7A4C-A105346CE551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22D964-39D6-BB70-12A1-119CB9E4A156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1264327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C535A-4151-B220-48D9-4D23C8AA9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AE1E552-8CF7-42C8-2B68-3B3BE1F18186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5AF976-E709-1481-9B80-FCEDDC94710E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2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1F996-3A3E-932B-2BB9-5A5A8DD6E02C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B7B8D9EB-F90D-D2A6-8791-A2D457F7354A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B061E7-69FD-2B0A-8C83-D1E728FA46E1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81F1520-DD9C-AB4E-7F9C-5396B597709D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543556B-972C-A2E0-43D5-9D82035B0F2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F67A73-7A5A-C4FF-8A78-2175BBDFEFE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71F041E-BE7C-3AC7-3EA0-6F3E7BBE8F40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C9274CF-696E-B247-C3B0-352BDC247438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A39E7E19-28FE-29D1-FBBD-BC5CB4924807}"/>
              </a:ext>
            </a:extLst>
          </p:cNvPr>
          <p:cNvCxnSpPr>
            <a:cxnSpLocks/>
          </p:cNvCxnSpPr>
          <p:nvPr/>
        </p:nvCxnSpPr>
        <p:spPr>
          <a:xfrm rot="16200000" flipH="1">
            <a:off x="-345171" y="2235147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66C0E15-B22F-9718-8862-8013C51182EC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CB861DA-9EEA-DF74-7DAF-C4FA57F85A96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8062373-7389-483B-0AA3-B5EF2C7DBDFF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857378F-126A-71D3-51DF-72E7B20A4837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81FF93F-C8C4-DE6D-95D6-F9B3DBCF8A51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FECCF1B-1937-3005-0E9A-10545EE1E5DC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B75D740-E0C8-93B9-1878-6F8A4DFFE74B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DEC2323-0D29-86EA-E7C0-A75ACB36CD0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B556916-56C4-A902-31F2-2C04BC47628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8B254C8-783C-1B2F-905F-50A2DC27E7EB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E129279-FBF5-3154-942B-EF235F705FF0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CE092E7-1F0B-6B67-B727-9A86F66D1622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970C8F5-206E-DCC4-89E8-54CCD4E2880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234FFD8-F474-C48C-8932-6BE3BC990E7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57FB610-C227-50E5-CA51-31405F985705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E7B77B8-40A6-7FA6-7031-585DEFA24484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E94764C-A09F-8B36-4576-25B81BDF6C2D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6443EA6-1B5B-9FE4-3C3A-6CDE59695B46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0E37404-B437-5BA7-BFEA-EC86813E15B4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6737448-A4E3-80BE-1066-FE07D75E5931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10B5A9D-651B-BB69-BCE4-C224B0804CC1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FD43E11-17A1-E0C3-336D-BF6B1FDCC00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BE1C3E2-D3F4-ECD1-5FB5-98086F5A80F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1B6183D-2F58-EAE4-535D-9CD2894E62E9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98C55E8A-AD93-DBB6-F0C1-268A83A2B8C7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BE72C4-7BDC-9A39-0847-C9329C36C9A1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C750990-E9D2-E622-D63D-9D4C611AE316}"/>
              </a:ext>
            </a:extLst>
          </p:cNvPr>
          <p:cNvCxnSpPr>
            <a:cxnSpLocks/>
          </p:cNvCxnSpPr>
          <p:nvPr/>
        </p:nvCxnSpPr>
        <p:spPr>
          <a:xfrm flipV="1">
            <a:off x="-903694" y="4100578"/>
            <a:ext cx="12486" cy="1727462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450E760-DEC0-0BA2-B988-169A30C63C9D}"/>
              </a:ext>
            </a:extLst>
          </p:cNvPr>
          <p:cNvCxnSpPr>
            <a:cxnSpLocks/>
          </p:cNvCxnSpPr>
          <p:nvPr/>
        </p:nvCxnSpPr>
        <p:spPr>
          <a:xfrm flipV="1">
            <a:off x="-903694" y="3986706"/>
            <a:ext cx="348165" cy="1216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165411B-37EE-C22D-5635-1323F9D8246B}"/>
              </a:ext>
            </a:extLst>
          </p:cNvPr>
          <p:cNvCxnSpPr>
            <a:cxnSpLocks/>
          </p:cNvCxnSpPr>
          <p:nvPr/>
        </p:nvCxnSpPr>
        <p:spPr>
          <a:xfrm flipH="1">
            <a:off x="-411907" y="3986706"/>
            <a:ext cx="707" cy="121645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1A31EB79-FD12-4F7B-5301-F7864483E427}"/>
              </a:ext>
            </a:extLst>
          </p:cNvPr>
          <p:cNvSpPr/>
          <p:nvPr/>
        </p:nvSpPr>
        <p:spPr>
          <a:xfrm>
            <a:off x="-638861" y="5290307"/>
            <a:ext cx="1068816" cy="36823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</p:spTree>
    <p:extLst>
      <p:ext uri="{BB962C8B-B14F-4D97-AF65-F5344CB8AC3E}">
        <p14:creationId xmlns:p14="http://schemas.microsoft.com/office/powerpoint/2010/main" val="2763597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082B-1AC3-FFFA-57E0-911A300CC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6DE6F8-0ECB-DCAC-8A6B-85824AC4B73A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E79050-C1B7-7F86-4B78-A97F7A181518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2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0D7292-FFE6-4547-3899-4CF495BF4C07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1FB69B56-53B6-2508-4BB6-FAAF907A8840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B8C687-DACC-0907-90FA-A363FED42E98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ECDF82C-A4F0-57BE-0140-3CFE0CA891CB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AC929D-7015-F7D6-115B-C8A7525D1C6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D479E9F-361B-1556-D7C6-8299E71833D4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222ABB-54E3-0D6C-71A5-B2B46D4BACA2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010BB01-2776-2CFA-3A41-9AF9C342DF21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349BD27-10DF-9036-B1CA-FD6CED73DA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-345171" y="2235147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BAF31E-C73E-6A2D-434F-27B6CA6FE366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E73063-4C15-9A07-271E-E2532AE02206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AB505A2-F587-BE8D-7EAD-D9B954E570B2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604B7F4-50BC-B2FF-6F73-25B95C482826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57F46C4-9CD4-DA40-70BF-05557D15260A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643BC27-2EFB-2802-965B-77636E8A26E4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2CD2ED1-000E-E0BF-109C-D8B64799BA37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0CBEEA7-2FF0-0CE1-5712-0811B87420A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4F43788-4864-2D33-BDAE-926549D0701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20AD057-70CA-9FFC-F1C0-B0EDF2635C87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578D315-49E3-B10F-B731-DF40E8D9C87E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F6A8D6-8BCA-432E-23DA-285F790AF0B1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5E06ED3-FC7C-F418-3D59-8F6EECBF429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8E143B9-16D8-FAD2-DE7C-0CA1316C7F7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BCC6205-D7A3-39C0-544E-1968F427A2B5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173A1B84-2E06-F77D-22B2-6AD98397DEE6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F1A185-B15F-A811-3497-091205D6DD95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94AC8E8-451F-7F32-61F1-71A2DFD7CB5E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426E4AD-AF24-DB28-1232-4FED504F6FBF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CD4DD35-78BD-9C4B-CD8E-C2AB37E95D4A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049C56F-EE8D-E3C9-D8FF-A4ED5B82800E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13A871C-CDC9-47FD-E721-DE61D6EF9D7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3B13EF2-756A-8018-A970-EEE5DA438E83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BC2F263-796F-F23F-8757-1383E25AF20E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18D1600B-FC41-337F-156F-CFFF8AB1765F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009602-5B9E-4605-F813-A87FC34BB4FD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DD1B757-0636-E6D4-B16E-9A53E1869FBE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4C02A7-C0F3-76F7-EDA3-4AC9AC03E6E1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648706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4403-5A03-5BD2-203E-DFEC00EC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7A75EA-794B-0863-F46B-60BD10D6AA57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4FA7B7-8D50-0BCA-870D-2206C3CD30DA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2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D0333-49DB-8767-8C1E-BB9A32466619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16761145-23E5-9119-0547-40792CECFC44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78C3C6-D7C2-17AA-01B4-ABF4B2D11ACB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CA11F7C-BB6F-8D5C-C5D3-3158F126350F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12EE31A-2127-8403-C179-E6563CE19C20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F58693-33AA-3358-F03E-72880B8D881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963C87-441A-0FE0-C897-DAD62C0DBC04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50A6F6D-58DC-A267-BCB7-7F8B6BAF4B0C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9E0B2E7-F50D-A783-A50E-FCF65947477F}"/>
              </a:ext>
            </a:extLst>
          </p:cNvPr>
          <p:cNvCxnSpPr>
            <a:cxnSpLocks/>
          </p:cNvCxnSpPr>
          <p:nvPr/>
        </p:nvCxnSpPr>
        <p:spPr>
          <a:xfrm rot="16200000" flipH="1">
            <a:off x="-345171" y="2235147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EDD6443-171B-FC90-1E5F-6856EEDAC323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1F69EC-7899-2ADA-7AD9-1352A3B9236B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51B1FDE-68BB-E2F4-7835-CAE9757504D8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F48F03E-62D6-DE77-5CC9-84D5DB242A8A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12ED9A-3A39-787F-C921-8CB5C539FD7B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DCD4B01-083F-54DA-FB4E-93D4031C8EB6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FE42734-A3D6-596B-D14E-AB2DD27931DF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C59A533-529D-2D8B-4D56-A1FF14769B0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FF9B91-0480-4608-E206-29A4D74447F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4306D25-2EE4-DC19-88B4-68BCDAC8B895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0D33A1D-EDE8-A30D-8296-98D7704F4862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EE042AB-B56B-DA57-E3F9-9B14C82C6588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7BB7959-95D6-5BAF-0BBF-01D1641D4DD0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96EFCFB-B5DF-8A8E-2867-2CBDC9B15708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4BE38EA-1F41-E924-7552-C891E1546704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DFB2B68-8EC9-2AEB-8D26-528817A4F6DD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7A0BDCD-A8BC-9095-0263-6F6F89E78E01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4024D23-035B-90A5-9AB9-4F03109250C5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B7B20A3-3F66-FA89-5725-C2782CCD0428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76E964C-B0EB-D56C-E1F5-8E9675F865B7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9EDAD60-88C6-9E4D-DBEE-0E7C652BEB1E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FDA7970-936C-2B2A-4BB4-7B46CD2CB9F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08A6FF3-252C-0041-6F83-C415A353926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FF5DDBB-CD37-6A7A-60D0-3E5F3EA591FE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83A54DA-8C22-6E75-61D8-3D7D92AF10A9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AFCF3A-AECE-F8DC-B892-0D5F82D05200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316051A-1BE9-391C-70B5-69E11A7C69DB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E7B1CE-A9C2-2AEB-1E42-4A7F409DF79B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B5D8C9-7760-D41D-544A-19E2A45ABBDD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CBE6A12-66BB-10C5-015C-64132678E636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E1192E-2C29-EBCC-951D-0BD95112DE6A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3CACF50-5078-54DB-93A1-DCF3F436E87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F36A593-92E3-1A9A-AE03-02205E149D6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944142-3D50-E61A-165A-1C0C5F8DB4D1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8A65E46-586C-577A-337F-1B03D0C05A90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49CC8C-16D6-A019-EAAC-1B5BB60973B9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2964044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EF5A6-64B1-AF6F-4B4B-E9CBB982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42C8F9-E2D9-445F-08BC-519724E83347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EBA687-888C-8ED2-E7B4-03BD296B72EA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2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F5AE68-EF9B-B25F-3D57-80DE609D1F23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5AA4AE5F-5DC1-365F-5330-A165CB757E74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E1DD3E-8B30-1D33-9E51-05A3F2EB9C78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EC2B217-36D5-29F5-2E72-68153A3ED5A2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11C44A-FEC1-4D4D-A1C1-471B2673438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67D243A-AE83-B7A7-06E4-0B8B0A46FDB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22B32C-D873-142A-3866-ED2B575F1987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FB57359-1FC0-9CB4-D880-86C31F6B0A24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69E67F6-0101-69DB-F24A-09B9B9AB9B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-345171" y="2235147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F949D1-3872-58EF-3531-9F2245A1EAD7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84273E3-1406-2EDD-BE71-D0BA6CCD6B6E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5DB99B8-0A16-9204-C367-036DC4DC2983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C17A947-0401-D33B-A941-9A69FCBD63E7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0E79B57-35BA-3042-2346-F8286D32D79A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E0FAA41-3DDB-569F-9085-ECF45CE72F4C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D5023DB-6AFC-5EFD-45A9-7AD82129A3C4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7252B56-31DF-A0EF-9F3C-113CA88C99A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62489BC-64AF-CD59-BDFF-ADCB5039DAD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83DDDFD-C000-1E7A-4927-E699F8B99766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B965A682-F203-6E3D-B4E2-EB2796216EDD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ADC79FF-C53F-998C-3006-B59E164E0545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4A99DFD-384C-1321-4AEB-4A6E1B7DEC0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9A5019E-3B56-F00C-52C3-2A299EDF9D1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4219ABA-72C1-EBFF-D8A7-280CBE245818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6530472E-280A-104E-6150-EFA04B85C01D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B7B490D-756A-5A3C-F564-69CF2B218994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3EC0EA7-312A-8300-F9BD-661775D1CD26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7059FA-29D5-0AFB-580A-DE91186B9554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2019166-30E0-0871-E582-A3C75066034E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1B51737-1181-87F6-D38C-1C17B4A64F90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48FF038-C591-8BCC-8A76-8B371A109D9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3D84B75-888C-BE7E-7864-B033CB385A6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A441438-C97E-6CCC-F654-E27407881EAD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DDA0F20-9ECC-F15C-BB5F-62820DD2F469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83B1A51-5E00-3457-39FC-3B3460C7CC76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E3F3D7-6728-C61E-6307-CD571E3DFAD5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FC6699-CB5B-E596-B9D3-DF0401F0B5DA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152C74-9150-A95B-91A2-259E271BD526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A75590-F021-CB7A-8DB8-3A9A16B0C0BC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3D328E9-E899-A7A1-FF19-1A2BED75C1E1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A813C3-AD49-1CE9-82BF-0061FE5B403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5B7783-C345-880A-0016-7BE43A2E7B13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400FCFB-EB24-FC2B-980F-F0227CF9C4E7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79039C5-D66A-56A1-6346-80703D5654CF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F9A36C-5235-06A5-FC96-792049F41D64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DFA903B-4A10-312E-FC24-B9B077ECFA95}"/>
              </a:ext>
            </a:extLst>
          </p:cNvPr>
          <p:cNvCxnSpPr/>
          <p:nvPr/>
        </p:nvCxnSpPr>
        <p:spPr>
          <a:xfrm flipV="1">
            <a:off x="1008161" y="4004841"/>
            <a:ext cx="0" cy="185705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0AF5685-08F3-FB21-C91D-B9AD2FE13D8C}"/>
              </a:ext>
            </a:extLst>
          </p:cNvPr>
          <p:cNvCxnSpPr>
            <a:cxnSpLocks/>
          </p:cNvCxnSpPr>
          <p:nvPr/>
        </p:nvCxnSpPr>
        <p:spPr>
          <a:xfrm>
            <a:off x="1008161" y="4004841"/>
            <a:ext cx="392376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05C2A1F-578C-4B06-8DAE-09673A052E84}"/>
              </a:ext>
            </a:extLst>
          </p:cNvPr>
          <p:cNvCxnSpPr/>
          <p:nvPr/>
        </p:nvCxnSpPr>
        <p:spPr>
          <a:xfrm>
            <a:off x="1400537" y="4004841"/>
            <a:ext cx="0" cy="95016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C08B5C5-5A04-B58C-3B71-570EA12244F4}"/>
              </a:ext>
            </a:extLst>
          </p:cNvPr>
          <p:cNvSpPr/>
          <p:nvPr/>
        </p:nvSpPr>
        <p:spPr>
          <a:xfrm>
            <a:off x="1137181" y="5043972"/>
            <a:ext cx="1068816" cy="36823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</p:spTree>
    <p:extLst>
      <p:ext uri="{BB962C8B-B14F-4D97-AF65-F5344CB8AC3E}">
        <p14:creationId xmlns:p14="http://schemas.microsoft.com/office/powerpoint/2010/main" val="3678845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0168-D425-1D50-CBB8-56D50D4FD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D3CB04-34EC-19FA-8747-4B59931E99AF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64180B-B926-FF13-D70E-E02A8D8287B1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D8F34B-B8D4-5878-AF3E-B64A068805A9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6816036F-366E-4982-6FE1-E7D79B334967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0CB8A8-ECE5-E861-D841-58EB61084ADB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D288D01-05AD-D771-31FE-16381AE84106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D58BC7-573B-FD47-7329-D0697C86E22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2B3F85E-613B-1D19-5BE7-5D0E456CFD8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88B4BB-1DF3-D21F-79C5-AF2649BFAA58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E8FB826-EFEB-4FEB-9BE2-EE125A5CF34B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651235-9A9B-F345-031B-D89F3E177F93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D8884AC-9A44-D898-DD61-0EE5EDB0C377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6D826D-AB33-0584-8D6C-CED6DA7CF88A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ECCE34-A139-B546-BEFB-36F13E9CDDE3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229CFAF-9B00-4C70-3274-19BF129AF479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F86D67C-5189-B4E2-FE22-1040F699FF07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25FE627-F36C-66C3-93B5-3A0B566AD7E2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70C692D-E168-181D-DA9E-72DB2C61B36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BEB3047-4073-1700-D2C4-529D4517748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36FB2F3-B355-2E31-0E51-BE8CBCB41222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113F4B8-C5F7-3BC4-B834-40056B4306C6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790C85-C669-855F-931C-8663B2CBCEA1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4B6CE5B-ED35-301F-9881-4CE54B137E9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DBFE129-749F-D4AA-AF05-E7E35E82A6F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44A387D-B828-D04F-908A-1F7245FB908F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6CAA288D-40CE-D3D9-4151-A5ACD6BD4BFE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9B6D1BC-DCF3-DD82-D3B6-CCB0E9AFA1EB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37ADC2F-A40B-2E65-9069-5BC42A09B9AF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2E6D8B6-948E-7E33-0669-1EAF616F718D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D34E911-D02F-9F2F-9188-05774191DD89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728E62B-B630-7003-4088-942F20475D35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4556E06-97A0-2E8D-4CD4-901EA6F9524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59FE5B1-F4A2-14A2-8C77-E65038B9843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A134EAE-1EC4-E504-79EB-74C68C46FF5E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A024299-F579-623C-4D15-23765256DA9E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9118EB-623C-265F-0AF8-7C80AFBD74B4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651B96-3200-F980-108C-9F3D45956A1D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D65016-830E-686F-B39A-838F447339A3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2BDF50-E122-7A72-D5E9-5786085C8047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FAC344E-B0C7-1F8C-663C-77E756449C1D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45C321-A275-1CBD-B371-8968B283BB61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32E5F89-6A36-03D0-FD30-3796AFFC88C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F8AB55-85CD-AF83-DE02-051521E9EBA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C59C1E-D461-7A39-AD96-A28DAA9793CA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AF49B77-A0FF-3A7C-3D91-811114591279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22F674-C14C-52F8-F628-651E863DA273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7319F30-5D5A-7324-099F-5DE7A2A000D8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65621D0-93D8-8166-1D89-5A4098AD0EEA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2FE7124-19E5-B4CD-2B27-A4347B0B2A13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8D8C0FD-43F0-60C4-1BEC-A7E79CD8696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E9C210E-AFB0-786B-0C83-1C5812E9384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CC3C9D3-A018-523C-B4E2-82675E6AA061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7C93858-611F-6795-77A6-94BEAD1F41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161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42882-8E30-0D16-36AE-4EF6ACFD0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8F0ADB-436E-1CED-D70B-1E4DF6268BCB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CE6222-CFCA-8910-51D9-F9CEA969AF91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149E64-C4E6-19C6-BEBB-63C9F42F9C26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39D57DD8-13A3-A3F7-CF25-56CE3109931F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A66A16-8ABD-5B29-10A0-824DADE5F4C4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BDFB89B-1099-A53E-9AD9-941966A84B82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CF4B55-EE6A-566D-FC79-4740AA33575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12DAF2-5DFF-FE6D-0809-6C13BF8820B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5680DCA-2AA6-0F1E-281F-B42F207A07C6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FB07302-AA2E-B8EF-BD2D-F41990A87014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FE7AED4-FAE6-0C9C-3AD1-97896368E22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8FA31AD-3E30-709C-011C-9C2337491D9E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00FC77F-DC65-1A7F-4B58-DC70EA128420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4DBD3E7-219A-FAAD-1F94-94668FAAD03E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E3A6406-B0F1-71E0-EDFE-B7BDA6B5FE66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04CF3C2-4D77-E5D4-39A4-D884E84EA6B7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0703046-5540-8336-9718-C84DB151F28A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3CC30D4-E144-35DD-13F3-AF637A17E6E4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657BA7A-0943-FA80-D653-3854399C68D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3F1E0FC-4871-7C8F-DB5A-F3E23A1D824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3B35676-6C96-A763-3278-E70F949AE4E5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783041D-BA66-CBD9-C9A5-F252C201DE1B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3FA09CA-C190-1593-F8EC-79D25B5F779B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3CE85E5-FD0C-BD2C-BB34-CE7F910DB9C1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45E0E55-8436-8E59-4B35-A035A1BFED3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C09C299-5837-86C4-A6CD-67CA2D2D413A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6D45D3A-9694-F604-BB50-47484761B1D5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6D7636B-343F-85A8-2B7E-13B3E7CED3B3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FD61464-41FD-7D80-CD5D-CEF1311F0B32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E95CD23-D10A-D059-98CA-B3CEAFEBEC82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FCF7741-AB69-A7A5-810D-23CB7E2D590E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AB7A6DD-A998-C3A4-451E-32A0786FD2D1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BD8E093-8BC2-759F-041B-D02B4F01C34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392E81A-23FB-2367-4B54-FBC056168E0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522A6C-9E74-5B18-5F3D-17E425AE78FB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1F91962E-38B2-5DC8-4488-5A3D7F474C4B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B71E70E-4ED1-09D8-BDC1-A8F1AEE2D125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94DA394-3BD4-7E90-26D2-3911C96220D4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7035804-C228-E470-7EFA-6BC145B031DD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1D6CCF-36DF-DCEA-C5D7-5E17BAD33F6F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2CDDD3C-128B-1C2A-6F53-8C4FED8E23BB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44E6128-6C0E-213B-586A-1A7AD7AC0FB7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9593A0-05A6-216E-0EC4-2752CC8C6F1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642D257-E8AD-16DB-74EA-9A9BC672DB9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AE59CF9-3C25-95BA-8A22-5A578AD244EB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61A4D7B-9CED-95D8-57A2-B9B476786A5C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6C37C6-B035-59F3-CDB0-25E2041CF829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EC58E6-7532-0207-3BFE-354F1A352011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AC73ECE-9DF2-6BE1-3A22-71B2CF9A561F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3EA8449-F1F7-657F-6D9D-ADAB5C2ED397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DEA92FF-16D7-E569-94D9-5639E560D8C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F0C5B2F-EB45-B7CD-9041-47508C65852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CA13F3C-0FAC-5E2C-69F4-B1ACF0083DED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CEB2949B-61BA-0D82-19A3-512D22A5AB66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87E4CA3A-EDFA-1A75-9A60-1CE6316A2A0C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D1BE42-FB1F-649B-7619-BB2967235F59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36309C0-C95D-6FD8-F052-0620A68E1E7D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</p:spTree>
    <p:extLst>
      <p:ext uri="{BB962C8B-B14F-4D97-AF65-F5344CB8AC3E}">
        <p14:creationId xmlns:p14="http://schemas.microsoft.com/office/powerpoint/2010/main" val="3485604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81FEE-C520-92F3-8CFA-C02A8E4A0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EF1A8B-5551-FFB3-698E-B3BA6A4F2FE1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1B3FE9-43CD-1DFB-7BDB-74F00291E739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B525C9-3D61-AE06-D3DF-32A1642EE769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D4E923F6-BC8C-177E-0DAB-33A7688AB672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660C2C-8705-90C2-1534-F2B8F2FCF453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CE047F-1671-0B7C-47ED-C0957E2232D3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0F4C822-27DF-EF7D-0022-478EE4041704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242F6C9-E6A7-5E9B-7BA1-D51327E2E06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A28910-AFB5-E2A4-3A45-5094D9396010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5EBDF53-E6EC-B7F6-82C4-E85FF1607D57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7A46A52-C18C-54CB-372B-B7C268D016B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D49E707-2C02-2E1F-18D9-52841834E823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D9D18E9-2F07-030D-1673-5FE0D40AD890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94A89C-E112-45C0-F7A4-C7BB1464F165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B49C85A-3E2F-E8B7-3ABD-54D5A2954E1F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40583FB-66BC-6450-E2DA-FF1A2687E0AF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1FA3038-17EE-B6BB-60E0-B0FBF331CE05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E995996-1414-74DE-755B-DF0559A84456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781EC2D-3758-F4FF-C3B1-9DD8A01F54C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95B626-3181-4805-CDFB-E737667E0BD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1F670C2-3BFF-4840-D9E8-004C570F2229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FB2958A6-48DC-6F26-AB53-91B4108AD053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DDAD37A-AAF8-95AC-0F6D-C7E81A36DD87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A50CB34-5D32-DE4D-0BBC-72F16D19067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B05E10A-53CA-908E-F916-A29B8074DB4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BA27751-E195-D874-8E17-A8244FE7BDF0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50AFBE52-E67A-A995-9814-4F0B86893710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0274AA7-F53D-0047-4058-4390DA4E895E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F5B4A67-C2D1-7975-F7AF-726FEBADD7DF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EE24392-82A3-9A5A-384F-F55411A03711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8E40444-6D4E-655A-D647-C83D1CEDE8A2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BC85C17-9531-3BE2-5BB3-B36C8C088F37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DA8ECA3-3619-AAE2-7CFC-E001264AC3A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C86420A-1115-2142-6973-EEF9FA4C5CA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A8264C-D6FE-3640-DA37-EFAF33537E39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BDA1852-8945-4130-8E89-DE408C64948C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4722022-FEC3-727A-3D1E-AF7A8C5CB151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8DED8A1-0BA5-A8EF-C898-EAA1EA07698D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61E911-D6E8-4211-9986-1DEA79F55DCD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F5C65E-D429-C647-DE71-33519FA19BB8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742AF4-7C1F-2292-DDEE-EED8FA8FEBC4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42C1A0F-10D3-E5FB-947F-0969864FD8DC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4788EF-8781-D7AE-174F-3BD4A399CF8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9A6D3CA-2605-455C-6F0F-3327035519A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2D76235-3BEC-6DF2-85E0-BB7DDC437ADF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E3CF3B4-E8BA-8ADF-4904-D59FF9E60C1A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C12615-CD61-C766-5C61-2E8680062D37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360C15-12D1-913D-EFB9-28DDB71B21FE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A590C46-57E6-2DB7-68A5-7E053E447EC4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6595793-EDEC-9B03-DB23-6AAD353DB545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6A7DD8D-FC4B-57AC-A64B-797A6AB9CB54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9C2A1C2-7924-7B9C-1D7A-6AB8F09BB0B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AEC8209-D88A-0F14-27D6-CE8987A6D04E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65C21809-1AB3-6EA5-AFF1-AD89C1888EAF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4EC4226-C11B-FAFA-6DC0-B4F5EE61C6EA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843EDF-C935-F990-834C-66E4199E4A72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3FA6190-EDCB-F591-DF41-28B29B853F5B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AED4A3A-B4B6-7A6D-7042-B3C7F30A7C4F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6DD1F4D-3191-1EE3-009D-9E94C98C4FB3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B8629F9-05AD-C5C8-940E-160C480A47A5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7541952-20C3-CF37-961A-C090922F1D7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9B0B66F-8BFF-2508-B5BF-1CCA17B193C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A4E6792-56D4-7B63-3C0B-1B9C73E1B66E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A2140A9A-6228-4860-B809-2D976EE47678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113625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61E3E-EE64-0394-76CA-7C2D85CC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A865C2-3312-BE01-5E70-5288F1470733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DE662D-1B5F-9FEE-36C3-4460C5D66D9B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0F5988-CEA8-0DBB-0FF8-D9E7A4D48883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7CFE3C3B-0B9D-FA62-D6CA-ECCB238D2A9B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BC86DD-F65C-1099-F68E-72A39C32AC69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1AA15F6-267A-DED0-A954-128CC15A6EE6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2A6BC9B-A33A-5BAF-FE04-7EF87F73E72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7D8B6C-5794-CDE9-82D8-DC4DAF7F55D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B878020-4838-32D6-51B9-040807224424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CD123C6-C8A7-5034-8D2C-8C50A56DA6CB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1CAD586-1F57-FD6A-D366-77B2C7DCE4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98A888A-2CD7-ADC1-391A-9FEA19B46F64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1C30B47-6FDF-13E3-88F6-1D2A23A57969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D430A6B-7F87-DD78-90CD-89BB1C52DF1F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B4E2DF1-CFF6-FC27-7088-6C64D86B62DC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075DC9E-CE5A-FA08-631E-88E043E83433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B81973D-5CCB-9A6F-ED9B-4EA19F2D2D8A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EE0A350-0A40-35B1-BD90-8C44DA9DC794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3042B97-6E19-B8F3-E0E3-2635595C2B4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93F527B-C4DE-051F-39F0-C9C4B73771E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A973460-00C3-82F7-6F31-9B64929B2DF5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332E8D05-C5A5-F657-D525-64BEB2FCFF90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18BDDE3-41CA-5A38-3EBF-B55261D73C3B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2369EF5-7E91-2D98-5680-4ECECAE3E25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6999270-D6B4-34AA-4C54-D49246B134F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C4AA9D2-666E-3668-EFFF-D1931DB7E8B9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F7EBFED-5CFF-8224-B1F6-712523E848CC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2B1F529-8120-12FB-A561-566A46CD77AB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4F777D6-D09A-6A71-B64A-4431C9C47DE5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436B0DB-E6D3-F919-1D7F-BC861F348D02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17533CD-CDEA-5D93-389E-E1AE3B3EB504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45822BD-9F78-973F-9FE5-C1CA779A3ED3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8CF3503-EBDE-FEB6-8126-AC0F1D5EA96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0F6CEC4-6DBB-58A7-D42C-297D4ED5C6B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C2DEC60-83A8-87F3-E3CF-0F6E26939BBC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C900678C-89C6-B408-043E-B360A351BB22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40D40F-CF56-2C42-67AC-5E7D56EA93B7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CEB7514-D9A7-C398-ABFB-98789E08B275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0CF499-F3D9-1F37-2D80-8E83360A7D51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068B7D-D254-C28D-4303-56AF3FCC49ED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257888-DB74-6671-9BFD-BA5F0C44C7D0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99C16E6-05C5-93E9-F4DF-A8BE6324C34A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4233900-C5B1-BADC-14FD-93FC098048F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FF7A99F-1180-149C-7902-E4E12F998A7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B72847A-5BF8-4437-5E3C-4367F4E657CD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2880E17-90DE-B5A4-5E47-DDA19B1ABB59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691253-03C3-E506-2A70-1B9BE70101F5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3E351CF-C7D9-58E3-A51D-859F2D915377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5B8EECC-9C14-5DF7-0112-6B87A756D921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6B670A0-71AE-7CAC-D4E1-8519CBE4EDC0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2D579D5-5645-50DA-43F0-FA0A2B986D9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DCF4F55-70BA-965B-8DA0-EEA55959A58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434714C-89BE-5EC7-0EDC-F8DBA7CBE289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5C310962-6246-E17C-EE64-AE8A692DB985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25D2FF3-0597-098F-1305-4C5B9448D6D5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B274A9-1ACA-BC36-07DB-F9E0A5B10928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549D57F-27E1-C95F-BE96-579161BD854E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6B96361-935E-F82E-76E5-EC9A589D29E1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1FFED6F-F726-9C09-CBE0-DA5E9B8DF6B4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8DA65B0-1923-28EF-B6B0-4AC130708BD5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3305947-2CBD-FEB3-DA38-49443A3FF83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A3B35AF-42DC-480B-B603-10B151E3C62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0FA6D11-AAB0-9C35-A05D-DB01D3A943FC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68C69117-E8C7-669E-CA2E-094994068D81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67E6B06-EDC7-8DE0-FD1C-E32DDEFF60DE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2962CF9-6313-72E4-E1D7-200FF252CDDE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FC7127B-6F22-FE92-5798-1A3A26873BD2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B85DEB9-56A0-0DD3-6D79-F7585CBFA4F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FA6E05B-8E62-D978-CAFD-A0EE824CD1C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AAC7942-6045-A9D5-81D0-C5D1A2BFB087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7AB85E1D-2ED5-9313-4C2E-40BA2DA18EBC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1490925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1B44A-EA34-E7E8-4E62-74C2C9CA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BC6CAD-988A-4199-9DA1-D5C7E99939E9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1B20AB-3879-B9CC-CBC2-3DE85ED8BA1B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8A1AB-4036-4148-B2FA-D5B0A5FF9A93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764A3C92-024D-9E49-B3E2-121F82614744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26F61B-C516-06F5-E7C3-55832CB7DD87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A425404-282D-EBF5-D8BC-D8032C6F0376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8E531C-3FBB-C54D-2DE2-BB48DC0A6F1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FF2F5F-256C-9184-53C5-887CD7B939C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74D65D-5397-B930-B096-4DB4687BDFC3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8CB1702-914C-5F96-9549-92E3CCB2ADAD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7107C36-FCD6-02F4-3359-9A568E67DEE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55141CA-0999-EA15-80FE-94E5347F6E47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B662AD2-B4E7-F93B-F52F-C9EE1E5159D7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111C23D-2911-FB2A-9DA0-EB59E93F4B16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CF92C87-5EE8-FF6E-4D0C-869EFC741B8D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E5263A-652F-C1ED-B21B-08995C28206C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EF6387B-4D7F-2257-69A4-AD1AAAE8904C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1287736-BE14-D876-37D5-2610397D6A0D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220D57-4D70-9C4B-AF7B-04BD27753701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5430363-57C2-EE57-5E53-7C8D6F1475F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FB66F8B-66C5-B4D6-5806-72CC51079E99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F28D6094-0C3A-87E2-6774-333C3768BEBC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2CED46E-2ACC-0169-E5EE-5DE5729DD289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04FB975-E1A8-318A-49A2-B0E1A6F92A9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5BB73CE-6B14-4C11-2C2A-9F3CE53546D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0BAD2BF-CCC9-3073-BE73-3EA55356A40C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C4635E0-4F78-F7BA-C4B8-01AC9D7C0EA0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8683C6C-174B-B5EA-2F3F-1CC1010594DD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2931596-C6D0-2AF0-1387-4BF760592A76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C599273-7482-847A-2FFF-883E0190384A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DAB7E4C-0429-DBC2-9C7B-C8E25977467C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AA2BDDE-DBFD-19FA-86F5-2ABAC7401AFC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85108A6-57F7-0C63-2860-D78A12846FE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7D83EE5-0B0B-2B97-481C-08969A23AEC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8B850CD-0D56-16B9-B7ED-F777F36F1238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B020745-781F-695A-8028-D20B95436013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9A5D45-9603-E55F-E386-2B1ECA0EBB47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914C36B-15E3-A768-9DDB-1F0E9758924E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643F94-FD01-E910-3ECA-D9570B5AC1AD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85155C-6542-909D-DB91-83714D91E87C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AE2718-7AED-FDD6-D2F2-660C3A019BE5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3CD493-2B1B-08A4-0831-4E573CDB734D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C5FC86-29D6-FD03-F9D9-ECF64819BD14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6830014-2B12-F90A-44E3-5E85C952B5A8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0CCC590-D3AE-7271-7D7B-6D16E4A4A81F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9787640-A0B9-97FF-1DDA-F43A58F83F6F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578E08-FE8C-1464-F374-37B3AF31346F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542511-C2BF-F9D2-D872-4DD52FF0AB15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24BCC42-1464-B4A8-4275-9B32292F4DA9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EC67151-7417-3FBF-76C3-4D728F1E0AA9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5AFB88E-DA70-E2F4-9508-79862E5CB3A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824DD85-2827-7678-37AC-67B8B8A27BC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A2C777F-6ED4-061A-9BBA-EC1AECAC1AB1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57B91DB8-C504-AAFA-0126-67F2504BE672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C50741C-6F26-9A5C-9491-8555966926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62078C-7A2F-02A5-62D0-6D6C91DC3BB4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F95243A-FFC6-D937-D65F-C261A8404FF5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4CB7F4A-98DF-3B1B-CBE3-FF625679F27F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4424C77-CA99-6558-1375-76EBE82969F3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EE75DFC-DDAD-8BAC-EDCF-D3D077F0BFD8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22D5143-0AAB-B2B1-5EED-5B2B36B3C18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393BC82-A5EF-BB54-13BC-6331230748C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1E1FF70-2940-834E-9AB5-50DC6FA8DFB1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BD7B5483-A657-F64D-4291-96DFE654B73D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FEF5ED7-E184-3334-8D97-3CADBDC848F1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F71EC3F-CC62-69EC-0367-A97FBE328ABB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808055F-F893-06E5-01D0-5F93FA01041B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8214E30-29D4-7117-0C37-46D00EFDB29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458843B-D7B3-D884-DF19-4A2EA077A47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412F08F-11D0-B853-FF65-AC0574F4FAD2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3006BC64-8167-73D9-2728-0B14CEF4C0FD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9ADE183-EA08-6E4F-BE55-5328ED8CB874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D26E9CE-4831-61C0-7E9F-C2E806A51B4D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</p:spTree>
    <p:extLst>
      <p:ext uri="{BB962C8B-B14F-4D97-AF65-F5344CB8AC3E}">
        <p14:creationId xmlns:p14="http://schemas.microsoft.com/office/powerpoint/2010/main" val="1131583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C65FF-9D04-FD70-2B13-A4E275ECD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5E96F7-9A47-0BA0-CE57-791D0BB631FE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6B28D4-40D3-A473-89FC-469C5EC7E0A0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998A82-F74A-42F3-55FE-B67635407DF4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5C08CC90-5F7D-9D01-41A4-A7DA0B635D3B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DF6519-13F2-733E-D4E4-609D47248543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64B121E-346E-057F-DC8E-F982162AD779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F67EE8F-0393-BDEF-F1F1-82D9942402D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CECE4A7-EBE0-875A-5991-28736373A5A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DB7CE6-1A28-8996-3EFB-A0358BE2063C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F9FC734-6953-0702-E212-B0B27903E7B2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B98A6C4A-AA49-5447-D0E3-959035E7B21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C9ACE1D-34F3-B806-0E05-014753477459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A9EC0AF-0694-CDA5-A64B-3A8A2E582363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0DDC9F0-C68F-2FB2-7B44-5A589AE6FC52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8CDF4AC-8CB8-D2CA-CF97-1E7F8053E61E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3476A31-EDBD-4BBF-9EA3-16BF2DA4A1CD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8C9B039-F230-2153-1E0E-EAF008528979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E1B4619-7D22-CA2E-29C9-C456B5E52E44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00503D7-C859-1B1A-E1FC-AD160F58A22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44BAAC7-A5A6-1F34-AB34-A79B6F81496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3365222-3751-AF64-1517-302BBA7C247D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336E2E5-6EB4-39D4-D91A-93D3BFF3A8D9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A260A6B-73CF-1472-A093-34F5074521F3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2456D56-676E-726A-0B51-F1F8FB25FF9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DE87399-A4D6-9FA6-3FC7-527AD4B7BB3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DC0EBEC-0CF4-0A53-491E-0598ACCFF5F7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BCCD814-FFFB-2414-4362-F3CD9274E6CA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F8FEB0F-9B2E-0ECA-08F1-0A419FD2A510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50C9788-87C3-91E6-BF78-32EF875D1F8B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ED48D61-E834-6368-B288-F673A36DCDB1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D821B42-89ED-D181-FBBD-CA79AAA97265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90E5BA9-EC28-E992-EEAC-8ACE3844898B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6E8A9B2-2C9B-C9E3-9B78-E00FA66F3F4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16D5DB-F104-D261-94FA-47AE2660A8D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52F37CA-2F63-107B-6A15-5CFF9A205406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A391CB09-BA44-B0D7-7530-8B6960E1A4B9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1CF125-FF08-8190-E9AD-5A78C51EAABF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515E868-E6F9-C33E-CDAB-D37C023E5504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229689-EEF4-8BDE-D01D-FD19AE79AC66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3494F6-95E8-BF3E-499C-56B63879C12F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A42A10-DB65-481E-BE10-5EBD2653154F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345B3F-DF95-45E0-5BE5-6C3548968EE6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AE6A902-1DCD-CCCF-5BF5-CC33F8963DF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C76665F-9872-896E-C7A1-DEAE45F5376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0C0888A-BB26-3B62-38D2-C698F071AF57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404CC6D-4F34-6880-D2A8-0F3ED2021141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784049-A04E-57E5-C91A-6662C81C895B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E7649A-BF94-277C-1A25-BB13DF8266C5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4A0A4C9-CE05-BD93-46F8-74A92727C8DC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D46DC18-01BE-41E5-BF57-A561938D2725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F33B3EA-3543-4C5B-CAC6-D2A131005F9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E494063-B3A7-CD37-09BD-6624C98E3C8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B715B3B-95D9-FC05-D6E5-290F6A354264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940900F-21AB-F5F0-28CF-81630C129310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15B8ECC-8F0E-60FD-FF98-0F91449768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6E707B-F978-4F51-1CAF-BD8AB5A20976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650F927-9D22-DAB8-7FBB-17687967F717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4E19BEC-054F-6E8E-A199-A68B7AB42E35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49C78C9-A9C2-E7FE-6F5A-57CAE8A2DF24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43B0B9C-42CD-F4F0-63EE-833461783E98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76BA21A-1F7A-7E48-5404-F9D9015F65E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F906496-9D60-DF5A-FFE5-3764DDF6C414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9F244B3-C101-A884-F8CF-E90B9B1E55CC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28126F74-10B4-90A5-CEE3-DDA253100CE2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07E5EE0-9613-A32D-E78E-78809B2466E7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F1CF4AF-A9C8-3533-DC05-EABC8E6FAFC9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2D1A847-413F-D991-E938-322AB6DDC427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24BD8DE-1676-F9EC-37C9-C63F30F5E35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9280DCE-4CF5-FC8F-BAD7-A110F4FBCF78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C318A28-C340-FB67-EBCE-FC7E5A88FF28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83044077-17FF-A972-63FA-37EBA04FBFF6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60B16A3-081F-4AA3-57D5-AB0931AFB764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111C5E18-9835-91E3-0902-6E07B52AD74D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C55E874-4F34-4B65-C91A-2CD43C0F8043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089B7C1F-1DC1-777F-263C-E382A47E4F93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8B168B7-6E94-3CC1-93B6-5D985A33AE8F}"/>
              </a:ext>
            </a:extLst>
          </p:cNvPr>
          <p:cNvGrpSpPr/>
          <p:nvPr/>
        </p:nvGrpSpPr>
        <p:grpSpPr>
          <a:xfrm>
            <a:off x="3927472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B6ABFA1-42AB-008E-9561-AFDA480E015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A395198-F219-34FB-BA3E-07BE41F1776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C1123D9-01BA-1F4E-F82C-B8EF63046B61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5E5F719F-3D09-8EDE-9D79-50991D98D84D}"/>
              </a:ext>
            </a:extLst>
          </p:cNvPr>
          <p:cNvSpPr txBox="1"/>
          <p:nvPr/>
        </p:nvSpPr>
        <p:spPr>
          <a:xfrm>
            <a:off x="4275895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81C2CAD-411B-2D7C-6B9E-28F555873FF0}"/>
              </a:ext>
            </a:extLst>
          </p:cNvPr>
          <p:cNvSpPr txBox="1"/>
          <p:nvPr/>
        </p:nvSpPr>
        <p:spPr>
          <a:xfrm>
            <a:off x="4636959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3290321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5786-D38F-4041-F002-32D13E9A5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A79446-0CFD-100A-BA59-C33AFE7DFA92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4EB16A-B968-9069-644D-4EB6C1EB9610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517B5D-96DB-7923-C7A0-A7B24BB3AA51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75116FE0-CC7A-02A0-A565-E72A67A63B1F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355BF2-BA56-3AE5-8D6A-26F6EB9EC76E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D803C6D-C67A-31F9-A3CC-9CC7B90A382D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EA5CC9-5743-27DC-43CA-AA86A4CA7C9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D115B8-3CE0-AE91-2FCF-1C70F58CB974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9999C3-6037-A112-9D00-2D58C533E177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816743E-498F-B50E-1647-BC6855D1B526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90E43FA-04CA-7A0C-F79D-39F97F90C6DB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DF9EAA-086E-2BBB-5D83-62AB8CB306FF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BDE8925-8251-1863-F781-35E5C2695715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04F2CD6-9F4D-0A9A-8EBC-0EEEB103DA54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6737426-225D-E95C-0E5D-004F4AD3CFDE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170B825-7494-32A6-DCCE-74C62DDCE8E6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1475E27-A565-A39A-7352-C366BBA23B2C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8195AC6-C723-25DF-AC14-E77E827ED7CF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837AF01-E72C-EC56-2F14-D4E5AAB28E4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FF41E02-7AA5-BEC9-64EC-46E1C34E1CD8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5F003F8-D847-EBE8-A84A-DEA27835CE39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B7C26E1D-EEC3-C2A1-2452-9385406DFB4E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CBCE46F-AA77-736E-1BAE-0433A7F02339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53F881A-B596-F911-B72D-0F83806C5DBD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D9ACF94-1BEF-A547-C41C-1D947CC29C5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C346112-C90D-9C61-2CD7-B19015C84329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1778F724-E674-67E6-7DF7-D97EE7A89D9A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A78643D-C7B4-43E3-4C53-CF6138262313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CCD7365-5EEE-310A-6386-03FCD647FB75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60C4862-8343-0702-F6C3-5A8EDB32A4D6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BA3D11B-4A97-2019-825F-ABE6C8BB5C1B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EC59B2F-94D8-1971-773A-32FFD7B97478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8C8021D-2610-C7E2-DD11-E86CF61F112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4B412EE-4836-9AF9-CE36-9FCF2033C958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1D62FD1-10D0-673D-0421-274F69A8DDC5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CA0C88F-AB16-F493-E6E2-CB1C782004B3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6AFF1E0-EFC8-91EF-6E34-CF66307AD552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F65B60C-12BA-C957-0D5E-60B017C19103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89917E-294A-550B-10D4-E13B544B488A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BF1215-F8A4-69F6-4B81-743E21E530B7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051D1E6-1D37-A3ED-8527-E5C5BE06AAFE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7CB1795-0447-778A-8E54-4CEC77A7F966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D34AFC4-B090-E215-87EF-3FDAF67C57B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70250F5-A1DD-182B-F48A-40DC619D524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B35952-CC99-B504-FE33-D00C28127797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3ECAD1E-13F4-403E-1D29-C4157D2DC2A3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7775A-0555-E275-E6A3-B7DEFA71AA96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6D2883-D64E-4FC4-51F2-1E2B76727620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AC6B9DA-C5E3-AE6E-D3A3-6F4BDA6F8CF9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21EE654-554B-16EC-3A77-F391C4474B73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93D0CCA-0B61-36D6-D4D0-999B84CBEAF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71CB0D7-803C-CFAE-FFCF-A21E9AE4554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73D32AC-B0AE-0584-E8EB-04A73D16CAF2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0F890521-EFB6-E332-E99C-E4A06A45330A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8108CEC-2452-7DA8-B8C6-F17DBCA977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DA4FCB-D9CD-06BC-1654-8C6C566A8073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9B4A6E8-0CE5-DFF0-5C76-8D5623B82E14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713CDB5-C9CC-4C67-C7C9-D9F45A836D43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3C05017-8548-7943-816E-96656F191A3F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63AF77E-FA59-88E1-BB39-0B7B021CA14F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723236E-76C8-5336-85D8-815FA33D3EE1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B02832C-6A4D-7821-BA96-6ECFE838462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604D135-42D3-DAEA-4CFE-E5978CC3DE83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87F0EBEA-AC2B-744E-C798-AAE837E4A33B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3F2340E-C457-DDC7-B3B1-EFD6102156F6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F5E09E4-4259-555E-B790-6DBEEBA939D2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DE778A1-D09B-41AC-23D2-CFC862F3D4F5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3C57C6A-76C0-1CE2-48A8-891F846DDE8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7AA57E8-3663-10D8-5590-11006CFB76C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C102260-9F72-12DF-847F-C7022D5ECB4B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D47B696B-0083-247E-3C0C-C1DC3C22EACA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26213C6-C3FF-732E-FA42-6C8110A6F2A0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D7E8B18-33FD-C9E3-32A1-9DD262514B1C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F46F29B-28F7-88EF-3C3B-3248F0C3A1CB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3452093-31EF-65EF-1C56-E02276255626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C1299A7-2A6B-17E0-E4B7-F1AE50486852}"/>
              </a:ext>
            </a:extLst>
          </p:cNvPr>
          <p:cNvGrpSpPr/>
          <p:nvPr/>
        </p:nvGrpSpPr>
        <p:grpSpPr>
          <a:xfrm>
            <a:off x="3927472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25474E3-2281-77C0-7369-956B74EA491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EF5FBCC-A89D-F61F-AD2A-5018F2209FC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C7823C-5301-41E8-BF19-50C4F14F7B55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BBD8F1FA-8DA1-6DE3-921B-AAB840C52F37}"/>
              </a:ext>
            </a:extLst>
          </p:cNvPr>
          <p:cNvSpPr txBox="1"/>
          <p:nvPr/>
        </p:nvSpPr>
        <p:spPr>
          <a:xfrm>
            <a:off x="4275895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16805C8-6546-9FEF-3A47-692FAE5FF321}"/>
              </a:ext>
            </a:extLst>
          </p:cNvPr>
          <p:cNvSpPr txBox="1"/>
          <p:nvPr/>
        </p:nvSpPr>
        <p:spPr>
          <a:xfrm>
            <a:off x="4636959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7A69465-7AC5-7777-DD5A-984110FDED20}"/>
              </a:ext>
            </a:extLst>
          </p:cNvPr>
          <p:cNvCxnSpPr/>
          <p:nvPr/>
        </p:nvCxnSpPr>
        <p:spPr>
          <a:xfrm flipV="1">
            <a:off x="5237144" y="4653588"/>
            <a:ext cx="0" cy="159781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A20E470-2F40-A720-CC77-B91E9B8312B9}"/>
              </a:ext>
            </a:extLst>
          </p:cNvPr>
          <p:cNvCxnSpPr>
            <a:cxnSpLocks/>
          </p:cNvCxnSpPr>
          <p:nvPr/>
        </p:nvCxnSpPr>
        <p:spPr>
          <a:xfrm flipV="1">
            <a:off x="5632612" y="4723458"/>
            <a:ext cx="0" cy="770203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9FE9248-2ACD-C900-DE06-4FFA6C5C46F1}"/>
              </a:ext>
            </a:extLst>
          </p:cNvPr>
          <p:cNvCxnSpPr>
            <a:cxnSpLocks/>
          </p:cNvCxnSpPr>
          <p:nvPr/>
        </p:nvCxnSpPr>
        <p:spPr>
          <a:xfrm>
            <a:off x="5267529" y="4648035"/>
            <a:ext cx="395468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04DC171-9765-F9D2-ACF0-3BFCD731A763}"/>
              </a:ext>
            </a:extLst>
          </p:cNvPr>
          <p:cNvSpPr/>
          <p:nvPr/>
        </p:nvSpPr>
        <p:spPr>
          <a:xfrm>
            <a:off x="5332692" y="5568055"/>
            <a:ext cx="1061292" cy="450894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</p:spTree>
    <p:extLst>
      <p:ext uri="{BB962C8B-B14F-4D97-AF65-F5344CB8AC3E}">
        <p14:creationId xmlns:p14="http://schemas.microsoft.com/office/powerpoint/2010/main" val="775875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8389B-CB22-320E-9B21-AD6A990D9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25A7CF-06CC-F8D2-81BE-E78046782AA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AA5CAE-7BC9-908A-D2B0-4DF1B61C2341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D500F4-6036-7231-8414-3BC591B9948B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607B16F9-D8FD-8A09-EE87-FDC2959E14F9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F8FBC4-CBB1-B393-D29B-C7250A0C7468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E28A010-0400-F258-CBEF-7A42664ED816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3E4A68-6406-FFE0-12E8-5DBC1A93A1D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060829F-990F-F9D5-5BDB-E35A30F2F34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2F287D7-A1BF-9E45-D1E8-A660C6F74D52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F0156E5-354A-36D1-66DF-F13EC6E7867D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8FFF18D-B4D0-45CC-7522-A8D8E9E6EA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4411F2C-5957-0156-5BDC-F1CF66B6D098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FF83A8C-F69F-9AED-6104-7FD30D88235A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8DAAE6-97DB-1E63-6FAF-A315554879C0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AB5B3FC-7807-0F66-89E9-B37CA4C33D0C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7C89890-24B1-045E-129A-0961E8ECAD22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70B710A-471D-7589-DAE0-0F1778E82A6B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17B0E0D-B6E4-4890-D0C1-A2043FD8E0C6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D011066-89C9-2333-53E2-EAEA709BA86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885E22B-EDBF-B68D-E8C3-F64FC371229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39EA686-0066-F3B4-CD6A-688235F5AB83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0942603-B8BF-0B42-AE31-D89D80EE287A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6821978-CDE6-E6A4-C07F-0625A1EA0EC0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3582AA5-770D-3DD7-EAC1-A7612AAF4D8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2D6D472-2FB8-5E6A-A40F-78A47CD8D69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B3B1E-EAD7-6D6F-8F3D-1C57B71300DD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1EC8854D-EA38-42C1-E0E1-0C86216CF3B7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60836DA-0C97-C636-6823-7E59A33879D1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9E36342-6BAC-D6B0-8AC0-709F266211C8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D765AA9-EC2E-287C-85C8-4B44236EBEB3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F54C9CB-3B0A-3747-A268-13F9C64CB23C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1E9204F-7A08-24F7-58D7-3BF09AC5130B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2BF445D-1194-9492-5613-83EDC1B0E1A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5B5F5C0-DE7B-1042-2D65-5A4922C14E4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184DE67-C6E4-45A9-B949-A9B3B1809CD5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65D1EBF9-3992-C79F-6CCE-EB162432AA29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333083-B6C7-D76B-0364-AD9E48722D86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33A7F75-9B61-DAE6-322E-D44B77F2777A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EA9E5D-7C88-8193-9032-1A5CED8EF80E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44859D-6DB4-F0E1-D6D1-4911D87B139F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3F6FD5-B386-690B-2EC2-081EFDE7DB8A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AD8319-E876-5CBF-CE9B-E0BAC6CDB124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5EBB37-E543-A11F-2919-B60554A0CFE4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B2E71BF-1EB5-C063-42F6-1E54598E678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4582A3-AB45-69A5-84B9-66D65AAC1A20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134B907-5718-A0D2-BDFC-1EA8612477EC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02E7AA-6D16-C9C6-17B5-76E1D3444424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6F7E51-8DFB-2532-FAA2-B073F8E7BE98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0BC8BAB-19C6-9360-16DC-C3B1A87846C1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73B1C7A-BE91-F1BC-565E-0ACF510E4186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57E5E9A-5602-121C-A579-11C65560FED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6F0DDA1-5100-DA3E-0C4B-7C8DC79E4F2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3DBDA46-FA9D-F015-5742-B2167BBF4225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6A6B669-D076-A170-86DC-A4DFE0835912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F996EEE-C5EF-0AAB-24D7-68FDED192B43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FFD689-21C4-F585-ECDC-3481B6AFDD59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8B5B4C1-D776-D9E5-8DF3-63E9BE159C75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65B0EA9-2D8F-A8E5-5946-A03DF0171061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FD4CF3-0BA9-36B8-1C9D-C53041B62902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56B1A06-80B7-CEF1-A8A9-349DF498C7A1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BE23FB8-01BA-912B-A0CA-FDF24C3344A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2EDF3E1-A1A0-2D19-89CE-E5B9BF0506F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8D8531B-0831-15D7-9775-F2A0FE185BE0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2F95980C-0D86-9AB7-E682-62A5C283A69F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4842862-C5AB-D605-7A85-444D65CB513D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56EEC0A3-2158-5043-0D85-2B739E98A50B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CD944F8-C82B-E052-94DD-968AC3817316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39CB76F-3103-08CD-D631-486FA73EA25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DE02F87-281A-86C0-3D00-30947207370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D4A9C00-498F-CCF1-34A3-E84781D78E47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9D06DBAB-5F65-1E8A-31AE-2EF0C87F6A05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911E664-F0ED-8F60-1854-4E9970AC93DA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14921740-57A6-A45D-5D0E-4BE9C5AD5C67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3A8C6A9-12B7-F2F2-DC1B-BC3411342ECC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88317CC9-0F1C-EC23-5750-DBB54BF233E6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F151BFD-7EE0-32B7-B68C-80A9A5498BE8}"/>
              </a:ext>
            </a:extLst>
          </p:cNvPr>
          <p:cNvGrpSpPr/>
          <p:nvPr/>
        </p:nvGrpSpPr>
        <p:grpSpPr>
          <a:xfrm>
            <a:off x="3895853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812A946-BD2D-A1F4-9D90-A1A14305926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41D9EB4-D0FC-319E-7B19-4C049034F19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D81D9F4-2CF9-3BBB-AA25-EFFBA05B6E1D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F4137CD7-3543-D5C9-C590-D1F95BE964C5}"/>
              </a:ext>
            </a:extLst>
          </p:cNvPr>
          <p:cNvSpPr txBox="1"/>
          <p:nvPr/>
        </p:nvSpPr>
        <p:spPr>
          <a:xfrm>
            <a:off x="424427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F18CEDA-20B8-905D-F879-554DA9841447}"/>
              </a:ext>
            </a:extLst>
          </p:cNvPr>
          <p:cNvSpPr txBox="1"/>
          <p:nvPr/>
        </p:nvSpPr>
        <p:spPr>
          <a:xfrm>
            <a:off x="460534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D71A1C2-C95E-B533-D01B-749C2B2E4241}"/>
              </a:ext>
            </a:extLst>
          </p:cNvPr>
          <p:cNvCxnSpPr>
            <a:cxnSpLocks/>
          </p:cNvCxnSpPr>
          <p:nvPr/>
        </p:nvCxnSpPr>
        <p:spPr>
          <a:xfrm>
            <a:off x="6497644" y="5164773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283B7862-68DE-3A52-DCC9-62DC83A8770C}"/>
              </a:ext>
            </a:extLst>
          </p:cNvPr>
          <p:cNvSpPr/>
          <p:nvPr/>
        </p:nvSpPr>
        <p:spPr>
          <a:xfrm>
            <a:off x="6175138" y="5479574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</p:spTree>
    <p:extLst>
      <p:ext uri="{BB962C8B-B14F-4D97-AF65-F5344CB8AC3E}">
        <p14:creationId xmlns:p14="http://schemas.microsoft.com/office/powerpoint/2010/main" val="1959320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3454-7147-EC78-49A0-F5605C331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D7815F-312B-6D19-CCC8-FFE2A3853D83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6CF19E-85A2-7940-DC67-02CF9B7FFFEE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5DB45-C57A-05E0-DDAF-F640D8D4D16A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A59C6891-DBCE-5836-AE7F-4A6E6726D979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27EA3A-2B71-3BB8-2ABC-D38484B092C4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ABF7C21-20CB-877E-0EE1-B36BE6FD31A4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4FAE21-A42A-1D61-296E-0325A04B0C1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5398E14-02CD-59BF-E753-448A197B8BA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E244E3-0ABF-4C23-F890-23F3A87A3D0D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9C3BDDE-D208-21E3-3099-0A6F8FE08AC5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AB0BB70-5EDB-E0D6-96B9-DFC40001F8A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C489941-D785-A8DC-EA2F-23DC22BB8E33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1E7D6B7-D3B3-8F43-55B8-F19D870075D6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E4626D2-97A1-5480-D52D-9711E6237FE7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DC1F7CC-3219-105A-68B1-DACDDCFC1E4A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1AE2029-60A8-7C2E-16A7-0AC4470D1111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8009BC-810F-044E-7662-8EA36C80BA17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4371E61-222E-E31C-04E6-CC491B676CD8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FECA98F-5F65-DD57-F553-5169EB213FD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70E79F6-4494-D9F3-1D76-C6578A4BBC4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781AA76-2931-1FC1-2C63-F3EF551F5DE5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C187691-704F-B541-A35E-102AACC1CA3E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61A44D8-F6FD-2C49-AA72-51A5F1F6227B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24A24DB-DF20-15BC-ED8F-11FAF7B7D15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DFF5336-4316-6084-AAFD-4E941E6F5AD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2AC9A7B-67DB-4581-813A-312405B74C2E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AA0E69D-783E-EB97-4E96-A00FD6E907C7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9D8260D-FD9D-D8D8-DF67-D4D643FC3971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EF40D8D-41E9-CB9F-CBD9-F8D284327BCE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795F29C-3AC8-DBF7-4A6B-1F9140DBB538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F7F513D-DB31-AEB1-3D42-63A505D7BE4B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6E420DF-3561-C0ED-560D-AC2393F7E626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C01B7B3-FE66-6C5E-BC4E-D9BD8D3EAA5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658275F-9122-8AF8-2173-D6D50E5C9C9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BE97D3B-293D-AA3F-F758-6E6375E91446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13FB7DB1-4D7D-F245-A39C-06DD42A59E05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2C158A-BBDA-18C2-3552-65AEA6615410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084BFBF-C13F-1E1E-4CC3-653EED599D37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A785E1-134A-E1B5-77A1-105847298107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EB4938-4CC2-845F-5882-C27C382304DC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356A3E-895C-BA62-E4FC-FE455910EE12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B8572E-B853-C6A5-4E64-0AD849EBDACC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08749B5-CA04-DFD6-53D3-4322C56C5BCD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47A66A6-CF95-7886-1404-AD3E0457EAE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D982F2C-E187-D32D-CBE5-AF086A47F2E6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27B1FAE-58CB-C406-7795-407CAAD0424E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E67629-A758-2C03-2076-E4CCDCA0D297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C13C32-EDA1-12A5-ACCB-1F3746D4E0A0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81E2F38-E2F2-0E61-7FA4-040A5B926A8C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3C96BBD-D169-E6D2-61B2-E2EC147B7C84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344D30F-E271-9139-1BF7-79B4A3DD378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E819074-3A2A-BD0F-418F-2E764A320C6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BCC5F31-A1D3-0671-721E-82D7103DE061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51791079-5748-D777-67F9-A611A2328A5B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330A26A-B7A0-C90C-EC6F-7EC7075395C8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D3BD4B-C617-002C-279F-7D09AE24A48A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A54F3B8-1286-6293-8F3C-8A8186F682D1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984D5A4-F071-2042-4924-4EBCE5E15A78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E91451B-FEE0-A6BC-4733-DC9D442F1238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75EBDE7-6FE0-4307-4647-14839D05AB06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FFCCE93-2240-145C-B1C6-91B206E4D04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548587-C6BF-E03A-D9ED-71F15F4812F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8215AF8-117D-8E41-D72B-9542772FF2F2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BB8E982-D3BE-DA30-C89E-DC68EC97F1CD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49591B7-D3A8-6B82-FE1F-A9AB84838B3C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FDDC2CC-4EDE-02EB-A483-6594DC510E33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8CA589B-E7D6-3A05-9043-5B35F89504BF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E1FDB8F-46AF-87F0-2887-CC54601B8C41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09BF1CD-AD44-A1F7-F163-5D2993223D6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EEF94CA-EB15-26D6-DA21-4944F3FC13E6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362D881B-2645-C014-643A-3634500B35A1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C7D2081-0175-CD52-702F-506A6B69B047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CFA1F396-7223-3E66-C8A5-C2C1F0A409A9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687FD61-6D0A-3593-FBCC-3F347892F365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1C66808-D6DB-1E36-54A3-07EFE0258388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75F1AF7-870B-86F4-CDBA-2A241A011672}"/>
              </a:ext>
            </a:extLst>
          </p:cNvPr>
          <p:cNvGrpSpPr/>
          <p:nvPr/>
        </p:nvGrpSpPr>
        <p:grpSpPr>
          <a:xfrm>
            <a:off x="3895853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5F909D7-9912-06AA-4753-8442EB71761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D17FD4B-8895-97FF-4F1C-8E93CF96DF58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7746599-D3C8-CE1C-8B00-61217005813E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01D1B7E7-6395-1CE2-E8CC-CEDAD0CCE91C}"/>
              </a:ext>
            </a:extLst>
          </p:cNvPr>
          <p:cNvSpPr txBox="1"/>
          <p:nvPr/>
        </p:nvSpPr>
        <p:spPr>
          <a:xfrm>
            <a:off x="424427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60E2E7B-B4C3-9711-1687-7C95FD884E97}"/>
              </a:ext>
            </a:extLst>
          </p:cNvPr>
          <p:cNvSpPr txBox="1"/>
          <p:nvPr/>
        </p:nvSpPr>
        <p:spPr>
          <a:xfrm>
            <a:off x="460534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C6F3279-9669-4789-A5FA-AC5967C1063D}"/>
              </a:ext>
            </a:extLst>
          </p:cNvPr>
          <p:cNvCxnSpPr>
            <a:cxnSpLocks/>
          </p:cNvCxnSpPr>
          <p:nvPr/>
        </p:nvCxnSpPr>
        <p:spPr>
          <a:xfrm>
            <a:off x="6497644" y="5164773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0D7CE522-18B7-510A-728C-5D710FC62B95}"/>
              </a:ext>
            </a:extLst>
          </p:cNvPr>
          <p:cNvSpPr/>
          <p:nvPr/>
        </p:nvSpPr>
        <p:spPr>
          <a:xfrm>
            <a:off x="6175138" y="5479574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B7DB2599-72D0-D549-4969-E7EBDD1CD1BE}"/>
              </a:ext>
            </a:extLst>
          </p:cNvPr>
          <p:cNvSpPr/>
          <p:nvPr/>
        </p:nvSpPr>
        <p:spPr>
          <a:xfrm>
            <a:off x="5959753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DS:[ 2,3,1 ]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D67EE60-B1F8-A21E-7F48-73B9ADA03596}"/>
              </a:ext>
            </a:extLst>
          </p:cNvPr>
          <p:cNvCxnSpPr>
            <a:cxnSpLocks/>
          </p:cNvCxnSpPr>
          <p:nvPr/>
        </p:nvCxnSpPr>
        <p:spPr>
          <a:xfrm>
            <a:off x="6513465" y="597887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37F8EAC-B6FB-F025-DE42-892913BBFC68}"/>
              </a:ext>
            </a:extLst>
          </p:cNvPr>
          <p:cNvGrpSpPr/>
          <p:nvPr/>
        </p:nvGrpSpPr>
        <p:grpSpPr>
          <a:xfrm>
            <a:off x="6073713" y="6702296"/>
            <a:ext cx="1115654" cy="369332"/>
            <a:chOff x="-1784387" y="1268381"/>
            <a:chExt cx="1703364" cy="35799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B612155-466E-2E06-F1D2-5F3B227DDCB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ADEA512-1D74-98A5-E60E-7E8F4A1395E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51EBCF7-CF74-16E8-905F-DFA0A319B4DA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B50013BD-9C4F-FA0C-8533-ECA732153DAB}"/>
              </a:ext>
            </a:extLst>
          </p:cNvPr>
          <p:cNvSpPr txBox="1"/>
          <p:nvPr/>
        </p:nvSpPr>
        <p:spPr>
          <a:xfrm>
            <a:off x="642213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48480FB-3771-DCA3-CB33-2C180A54717A}"/>
              </a:ext>
            </a:extLst>
          </p:cNvPr>
          <p:cNvSpPr txBox="1"/>
          <p:nvPr/>
        </p:nvSpPr>
        <p:spPr>
          <a:xfrm>
            <a:off x="678320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3369376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D61D-033F-6F0B-907B-647380E5C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C61446-8B63-CCB7-B7E3-011895999036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667EC6-7AF8-0F65-A8DC-D0CE4AB8DA37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1B66C-FC72-769E-9E46-44D9EE38AED0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3C43CD55-46E2-A66C-4075-6FA106A7FFAE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49A133-82AF-531E-2001-FAB746AA4124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C454FC4-3596-DBB3-41B0-7B1028EB60AC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8418EB-C40F-9803-D444-2AFCA004B50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8ADA59-6C31-F5FF-0EA1-035EA140164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DE3CD0-0A28-1F0B-D8AD-3D6A43DE3970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533D989-41CB-0605-D810-F6711A95FDDD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AEAEEF2-6644-2AE4-3460-355FFFE82FA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19EF42-7B71-6ECC-8623-85F5EA788539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5BB8FA4-B07D-B35C-4982-C3EEEF71AD4B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9BBE669-944F-C8A5-7B6E-6B1920DB80DE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876A461-ECCC-B1F4-0A05-5D330AC91551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17BA51F-812C-8A50-E9AE-17E63ED0FD7B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B46ED37-E5A7-1721-819F-B455904A0DAD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7B7920C-288A-83A0-F825-1856AB962BDC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8A4CA32-3B71-4B28-359B-A2DE1E43F3E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47FF32D-5FCB-04F1-221F-9B79922C589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C08DFDA-9C8F-5DB4-11FD-2AE332AC944C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A9A16EB-7DA9-D080-D611-B708926CC26A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AA49A7-F9FD-A76A-6227-54A347B8CB36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9219CF3-3978-DF4C-EDC8-7C669892F65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62DFF6F-8F98-C26D-A287-26EE5E51F64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8FAE2D9-689C-F2CA-30B5-8DDCDEBFAC56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C57B905-550E-231A-F7CC-9E29CF226852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F9722F5-0EA2-D3EE-4282-3DCA8FCDD18E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B14F308-E2FD-A771-35A3-86996578928E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348946D-4B47-45BF-133D-5EA83963CFCF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502A64A-A051-FFAF-50FF-7477F698E783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5F5563F-EC23-3D12-6DBB-75B94752024E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EEABF60-27BA-4AD6-04BE-BB7A395F878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32A5341-DDCA-8F1E-F617-6C3ABB2F312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B2AEFB4-8AC5-7159-AC15-2D58C9ADDAC0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2F331819-1CE5-3154-7EAA-B2FB826C80AC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1A26D4-C96E-5FD3-0C01-BD323D21EE5E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2477F30-E77D-8031-EF24-1F5ABEA0E8A6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76AC82-D6C9-9A7E-0EB1-C187304EE056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EA3EC0-73E0-FBEA-8772-444AF0F45BD1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30035A-A110-69E8-2920-8B4B647EC75F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07AF941-0671-A486-9E34-5D0BE2639AA4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0737D76-DE73-4223-3751-D8887324C3CD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1A24B5-ECC8-7CC7-4D59-B6575598953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C579FA8-84FD-55DC-6687-8E9F4BCF7A21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C2E14DD-AFFE-65A0-04D5-1667F2763A18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A9D931-DB36-0299-4562-9F1BF6B92F64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BA83F72-F90E-01FA-4977-198759F59DA3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B336B54-9ACC-D4C9-A370-3B311F45F623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9557A91-E202-6701-9BDA-52B8174C9247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9C4BDA7-4804-117B-C61C-7729A25CC4A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8F5AC9E-3E1C-12E2-FECA-B66B0B19E59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916C001-2342-7553-D747-7FA176DE4B21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4A2A191C-55B6-984C-A0BD-AC1F8F1CDFDB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3076F09-7E46-13D6-8DF0-54F23C6617A0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C94A0A-06E7-9D5D-391C-63BF5B10B955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0249B2F-336C-A12B-549D-D8BF1318281E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F1125A8-1E19-5E4E-9761-D3C1328F4C7A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B889C32-12C7-28E1-7670-9726193A8CC6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0C09D8-B2B3-2C6F-1B8D-2E928CE1B43D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7019D92-5B57-EB81-A803-F8C88DC1784D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45F2D56-0D6C-CB0C-BDF0-A7013612DD3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EBA53BF-A567-2A9E-CEE4-4BBAFF74EFA0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B557C9C-554F-76DA-4FD2-FA235816176C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D0EBC44-74BB-C884-766E-2CC50BE5EFDC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16CC389-94E1-DBC1-4B12-A83B6BAD6455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7140DDE-5F4B-966F-9129-0802111BA41C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404B103-F707-0CA4-6F64-C67509E0D6B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C73639E-EFED-EC91-C49B-523F4E4EFB7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F09DF69-F881-9BDE-A2E7-1BD9A9C0CDAB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980F3334-96AD-213F-E215-7F0BF0026AB2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7EB1435-531D-B5BE-BDDE-0CFE0AAC5FE9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6A65FCA0-EAE2-99CB-8EF1-4E2FE61EAE59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064F93B-B810-4BD0-4EC2-E845529365D8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7258335-D3F8-5DA8-75BE-F694A5FFF3A8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D346293-5F0B-071B-9DCA-6DF1604D9F6F}"/>
              </a:ext>
            </a:extLst>
          </p:cNvPr>
          <p:cNvGrpSpPr/>
          <p:nvPr/>
        </p:nvGrpSpPr>
        <p:grpSpPr>
          <a:xfrm>
            <a:off x="3895853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6E22789-2BE8-FE31-C8C6-C2D20FCCB19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4271610-2779-027B-8431-3BCF8EB50E3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A700A20-8D7B-E040-297D-C7FAF0B58C82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4A155A33-E045-E5DC-9AD8-7349A536C30C}"/>
              </a:ext>
            </a:extLst>
          </p:cNvPr>
          <p:cNvSpPr txBox="1"/>
          <p:nvPr/>
        </p:nvSpPr>
        <p:spPr>
          <a:xfrm>
            <a:off x="424427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4D106BD-CE4E-F3CF-2512-AE94BB1E1828}"/>
              </a:ext>
            </a:extLst>
          </p:cNvPr>
          <p:cNvSpPr txBox="1"/>
          <p:nvPr/>
        </p:nvSpPr>
        <p:spPr>
          <a:xfrm>
            <a:off x="460534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C6643D7-8C6C-153F-8E30-164808D91D3F}"/>
              </a:ext>
            </a:extLst>
          </p:cNvPr>
          <p:cNvCxnSpPr>
            <a:cxnSpLocks/>
          </p:cNvCxnSpPr>
          <p:nvPr/>
        </p:nvCxnSpPr>
        <p:spPr>
          <a:xfrm>
            <a:off x="6497644" y="5164773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D81ED595-37C4-D4DA-3C9F-3EB5BB763538}"/>
              </a:ext>
            </a:extLst>
          </p:cNvPr>
          <p:cNvSpPr/>
          <p:nvPr/>
        </p:nvSpPr>
        <p:spPr>
          <a:xfrm>
            <a:off x="6175138" y="5479574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A6CF5E7-9B8D-00A6-A1B5-3FF8A57C2650}"/>
              </a:ext>
            </a:extLst>
          </p:cNvPr>
          <p:cNvSpPr/>
          <p:nvPr/>
        </p:nvSpPr>
        <p:spPr>
          <a:xfrm>
            <a:off x="5959753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DS:[ 2,3,1 ]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829B8E8-5000-DD4B-2AF7-F7329E3B8D20}"/>
              </a:ext>
            </a:extLst>
          </p:cNvPr>
          <p:cNvCxnSpPr>
            <a:cxnSpLocks/>
          </p:cNvCxnSpPr>
          <p:nvPr/>
        </p:nvCxnSpPr>
        <p:spPr>
          <a:xfrm>
            <a:off x="6513465" y="597887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4003D24-0057-E2DA-83A6-B6990D6922C9}"/>
              </a:ext>
            </a:extLst>
          </p:cNvPr>
          <p:cNvGrpSpPr/>
          <p:nvPr/>
        </p:nvGrpSpPr>
        <p:grpSpPr>
          <a:xfrm>
            <a:off x="6073713" y="6702296"/>
            <a:ext cx="1115654" cy="369332"/>
            <a:chOff x="-1784387" y="1268381"/>
            <a:chExt cx="1703364" cy="35799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6E6DB84-0FD4-3CF3-C854-2F4F931BD03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837A6EE-E7D4-0AAF-E6DA-7556215911F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A408EB1-B004-CDC9-CFE2-28331AF3825A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B250A425-50F6-00EF-5D1D-286A3D82E948}"/>
              </a:ext>
            </a:extLst>
          </p:cNvPr>
          <p:cNvSpPr txBox="1"/>
          <p:nvPr/>
        </p:nvSpPr>
        <p:spPr>
          <a:xfrm>
            <a:off x="642213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2C071FE-2D40-D31A-1ABE-817145CDAD72}"/>
              </a:ext>
            </a:extLst>
          </p:cNvPr>
          <p:cNvSpPr txBox="1"/>
          <p:nvPr/>
        </p:nvSpPr>
        <p:spPr>
          <a:xfrm>
            <a:off x="678320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869F514-04F6-4082-6723-4E77348AB97E}"/>
              </a:ext>
            </a:extLst>
          </p:cNvPr>
          <p:cNvCxnSpPr/>
          <p:nvPr/>
        </p:nvCxnSpPr>
        <p:spPr>
          <a:xfrm flipV="1">
            <a:off x="7292051" y="4692123"/>
            <a:ext cx="0" cy="1618019"/>
          </a:xfrm>
          <a:prstGeom prst="line">
            <a:avLst/>
          </a:prstGeom>
          <a:ln w="19050" cap="flat" cmpd="sng" algn="ctr">
            <a:solidFill>
              <a:schemeClr val="accent5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B13E5EA-61CA-120F-4C10-CA660C6661F8}"/>
              </a:ext>
            </a:extLst>
          </p:cNvPr>
          <p:cNvCxnSpPr>
            <a:cxnSpLocks/>
          </p:cNvCxnSpPr>
          <p:nvPr/>
        </p:nvCxnSpPr>
        <p:spPr>
          <a:xfrm flipV="1">
            <a:off x="7722243" y="4692123"/>
            <a:ext cx="0" cy="801538"/>
          </a:xfrm>
          <a:prstGeom prst="line">
            <a:avLst/>
          </a:prstGeom>
          <a:ln w="19050" cap="flat" cmpd="sng" algn="ctr">
            <a:solidFill>
              <a:schemeClr val="accent5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22F14C2-CEDA-0906-95D5-1307565270BC}"/>
              </a:ext>
            </a:extLst>
          </p:cNvPr>
          <p:cNvCxnSpPr>
            <a:cxnSpLocks/>
          </p:cNvCxnSpPr>
          <p:nvPr/>
        </p:nvCxnSpPr>
        <p:spPr>
          <a:xfrm>
            <a:off x="7295909" y="4603463"/>
            <a:ext cx="426334" cy="0"/>
          </a:xfrm>
          <a:prstGeom prst="line">
            <a:avLst/>
          </a:prstGeom>
          <a:ln w="19050" cap="flat" cmpd="sng" algn="ctr">
            <a:solidFill>
              <a:schemeClr val="accent5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FB6279CB-D630-4125-BC12-F1536720A939}"/>
              </a:ext>
            </a:extLst>
          </p:cNvPr>
          <p:cNvSpPr/>
          <p:nvPr/>
        </p:nvSpPr>
        <p:spPr>
          <a:xfrm>
            <a:off x="7443002" y="5580620"/>
            <a:ext cx="1061292" cy="450894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</p:spTree>
    <p:extLst>
      <p:ext uri="{BB962C8B-B14F-4D97-AF65-F5344CB8AC3E}">
        <p14:creationId xmlns:p14="http://schemas.microsoft.com/office/powerpoint/2010/main" val="1222459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6664D-3CF1-33FB-057A-B59F6804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A88D54B-4F01-F7A0-FA81-F5B7714C5BC6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D61589-4811-0A77-2F45-A1DDE39E2308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73DFCD-8323-1B72-DC14-6F94475049E1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BDA27E1F-6F12-1EDC-2AF8-A66972BC9195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40EC20-2818-0616-D824-9CF9A0AB5FF7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E6D3A1-1964-7DF2-72CB-54C19B5B4B86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714A7C-1E1C-EE0F-460B-F3415784676D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8D564EF-8A0C-ACCA-34FA-E6EB6E0CE29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F96E71-0255-66E7-429D-86A476B456AD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84D2245-FEB7-962E-70F2-55635B63AF8B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99E46B2-B1E4-7408-9A57-83ED7B12B2B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9E27AFB-4D4F-4CD1-74B3-73523EB0C9CD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855960E-F6DE-D1E2-A7D1-D04424DC51F8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E85C3DE-84F0-807B-DF2D-0F93380CF718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E9945BC-1F4C-D334-831B-97B4DF27D852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C72AB49-A7A6-D4DC-3C06-8C90A6E36118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0A7AFA8-E604-7172-1DCC-3C14647DDEC0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4CDE816-4B91-D2F7-55E0-C5390E53CB82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8ED1B06-3E2D-C340-5EB2-EA11048349F1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208E9C1-18F2-3B9D-CF0C-42D975DD758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300DC92-15C4-9BA5-82CF-A43D303B97D0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0D019B5-6EB8-3BD3-9884-53FC21395D6D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89A8D41-7538-6596-9C72-8C5AF499276D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A491C78-2E1E-5CA7-19CA-98896EAF8CC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2BBF9B4-6EC6-0390-0083-D32170E2F15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F5385FF-9BDC-82CF-08A0-4610C12AEA5A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12B52E5-018F-1A3F-15A4-0F108EC073BC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CF3C8A4-BE2B-3241-30B5-E1A418ED4759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4FD4ECA-E7A6-3982-FA34-6D65A6E50A7F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9615A1F-CE69-B72F-D07E-E87F5D9323B1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EAA4A13-CB2D-156C-1764-E8761FA4AD75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35D746F-6B94-700F-F52F-69AA0404035E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C68A0FA-F4BB-D4ED-550F-75EC6EE4F3A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AD27D5F-A864-61DD-04D6-C8314E6C0F6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A4ABD5D-89E9-0C80-E153-AF7E6C0CAECD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6AD4D5F0-E1FF-35A9-D283-B53829C6B8CD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8AB694-0041-E7EA-374E-A3C03D03A40E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CE22582-C09C-95A9-E746-4A76E9BFA3D7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04F5E9-7AA9-F982-A8F0-CE5A52E4BD44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9F23D3-6659-FB28-8163-674363C201BE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B058E5-63DF-6A78-8C17-A68E30F54801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B285DB5-A3C6-7FAB-D36F-1C442675086B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C931407-FAA3-982D-695D-D8ED92191834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C7201D5-032E-AB37-0D08-0ADC0604154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749576A-33D7-8F26-271D-BEB29B3074D6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20B9A79-33C9-B7FF-301D-B383F8C4ED4B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56C73E-96EA-9021-C10E-249234AC7739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B5E682C-50F2-79FB-2621-312C410C1C62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979958-57C7-C18B-A4B9-7FFC51ACB7B1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39376B0-6A4C-6CE8-3C79-33E77021F207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C99988F-313E-CCCC-49D2-AC31B5D6415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1C383F6-BABD-9677-9F1E-DF192A84AFC3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433E987-8C13-7F9C-48AC-A6607AB25064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10877F30-4A00-419C-25C1-3D72881BC4D1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F7626C06-22D2-1B5C-BF29-943DAFEF5090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FE72A3-DFE4-5B1F-1352-FB2ED1554360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7C28C5D-A429-F364-07EA-1C4E1CCDDEB6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4C73BE9-7CBD-A8A9-BF2A-B62277367A1E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7F7C180-1525-27AE-8845-B5DE5B4009E4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6A3F93-BD1C-14BF-2771-27F39C63ADBD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C80EFB0-852C-D30F-9564-702249D40A3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1C052F8-FFF0-7022-D2E1-63C0215C21B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6AA88B6-E2D2-1209-4B97-0B1756CFECD0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152A4B9-FA5A-C48B-C332-78A49E53F870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EC93580-776E-7718-3185-D446B57F0779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4121469-99C5-460C-A075-A241DE921889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6EA4742-B81F-4401-EE11-AFC7E85FAFD8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AC68B69-6B13-A273-C2BC-22B06B992441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D418C01-79FC-4660-C403-F70696BAB66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C34E4B0-50B8-355F-5C75-72A766A45179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1C20CD01-0433-F7BA-6FDA-CC6E45F705A8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B1C3B24-908C-98F1-8952-9FEB3E7D2548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C3BBEFC-D84A-CA69-7223-917D7BE90E3B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1A6FA6A-EDE0-6EC2-8458-D78CAB225BCC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180CB6B3-939C-EB4B-2CCD-F8E8F1EACD5D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37370B7-1CA8-47D6-FC36-58332B9ACB46}"/>
              </a:ext>
            </a:extLst>
          </p:cNvPr>
          <p:cNvGrpSpPr/>
          <p:nvPr/>
        </p:nvGrpSpPr>
        <p:grpSpPr>
          <a:xfrm>
            <a:off x="3895853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B585679-5D70-C0EE-24F1-3613461188B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EA8CA53-3F6E-6997-8E87-26C3E553A99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C3BF73F-24ED-1B15-E2BF-D6149B18C045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20AA451C-D7F4-EE33-7EEF-7215DBE93FDB}"/>
              </a:ext>
            </a:extLst>
          </p:cNvPr>
          <p:cNvSpPr txBox="1"/>
          <p:nvPr/>
        </p:nvSpPr>
        <p:spPr>
          <a:xfrm>
            <a:off x="424427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5DE0F5D-EA25-1AC3-3FA6-4C5742A47E12}"/>
              </a:ext>
            </a:extLst>
          </p:cNvPr>
          <p:cNvSpPr txBox="1"/>
          <p:nvPr/>
        </p:nvSpPr>
        <p:spPr>
          <a:xfrm>
            <a:off x="460534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6C39D02-4636-461A-76AE-69CAB2B2FAA1}"/>
              </a:ext>
            </a:extLst>
          </p:cNvPr>
          <p:cNvCxnSpPr>
            <a:cxnSpLocks/>
          </p:cNvCxnSpPr>
          <p:nvPr/>
        </p:nvCxnSpPr>
        <p:spPr>
          <a:xfrm>
            <a:off x="6497644" y="5164773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98342EB7-F0EA-39A5-DA3A-B09D686AE368}"/>
              </a:ext>
            </a:extLst>
          </p:cNvPr>
          <p:cNvSpPr/>
          <p:nvPr/>
        </p:nvSpPr>
        <p:spPr>
          <a:xfrm>
            <a:off x="6175138" y="5479574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F5F0A41D-C003-D0EC-A939-2B2E6484266D}"/>
              </a:ext>
            </a:extLst>
          </p:cNvPr>
          <p:cNvSpPr/>
          <p:nvPr/>
        </p:nvSpPr>
        <p:spPr>
          <a:xfrm>
            <a:off x="5959753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DS:[ 2,3,1 ]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8431C08-2AE9-8E75-05E3-6C223EC758BF}"/>
              </a:ext>
            </a:extLst>
          </p:cNvPr>
          <p:cNvCxnSpPr>
            <a:cxnSpLocks/>
          </p:cNvCxnSpPr>
          <p:nvPr/>
        </p:nvCxnSpPr>
        <p:spPr>
          <a:xfrm>
            <a:off x="6513465" y="597887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8C40411-3FFE-E12B-FA92-14887123E7B2}"/>
              </a:ext>
            </a:extLst>
          </p:cNvPr>
          <p:cNvGrpSpPr/>
          <p:nvPr/>
        </p:nvGrpSpPr>
        <p:grpSpPr>
          <a:xfrm>
            <a:off x="6073713" y="6702296"/>
            <a:ext cx="1115654" cy="369332"/>
            <a:chOff x="-1784387" y="1268381"/>
            <a:chExt cx="1703364" cy="35799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1C22F81-3E14-1180-4EE7-8D4BBD47BFB0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6DFA4244-2B44-7BA8-9372-5BA556B499F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086EF41-73C2-DBB9-0767-1A83670DCC3A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EAF462DC-3C33-14B2-FFC5-15455518A858}"/>
              </a:ext>
            </a:extLst>
          </p:cNvPr>
          <p:cNvSpPr txBox="1"/>
          <p:nvPr/>
        </p:nvSpPr>
        <p:spPr>
          <a:xfrm>
            <a:off x="642213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DF70FC-BD65-FD80-0611-C3C2C24331AF}"/>
              </a:ext>
            </a:extLst>
          </p:cNvPr>
          <p:cNvSpPr txBox="1"/>
          <p:nvPr/>
        </p:nvSpPr>
        <p:spPr>
          <a:xfrm>
            <a:off x="678320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B2202AE2-AF75-4E6F-D21D-8BA0743C93DF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641270" cy="118511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9B9D84B-24DE-5AF3-85A5-6632EDD7560C}"/>
              </a:ext>
            </a:extLst>
          </p:cNvPr>
          <p:cNvSpPr/>
          <p:nvPr/>
        </p:nvSpPr>
        <p:spPr>
          <a:xfrm>
            <a:off x="10884340" y="1712495"/>
            <a:ext cx="1185353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DS:[ 3 ]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8CBAC4-4B44-3936-8EB9-547F15C64493}"/>
              </a:ext>
            </a:extLst>
          </p:cNvPr>
          <p:cNvGrpSpPr/>
          <p:nvPr/>
        </p:nvGrpSpPr>
        <p:grpSpPr>
          <a:xfrm>
            <a:off x="10634569" y="1276951"/>
            <a:ext cx="1650021" cy="369332"/>
            <a:chOff x="-1701390" y="1282923"/>
            <a:chExt cx="1650021" cy="369332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B36702A-93CD-2FD2-52CA-769B6CB91CE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755C0F9-9F77-88D9-AA41-FC8EB701BB9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2525641-8395-0676-1E91-B335E37E675C}"/>
                </a:ext>
              </a:extLst>
            </p:cNvPr>
            <p:cNvSpPr txBox="1"/>
            <p:nvPr/>
          </p:nvSpPr>
          <p:spPr>
            <a:xfrm>
              <a:off x="-567406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1562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CAFE1-2E47-3DC5-394D-CEF35AB1A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1FB513-6D38-C1B9-9CD9-B8EA8EDC4F9A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E0DD72-3B7E-1088-6DFA-7BBE39E2894A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FDCB1A-E67A-4F91-3391-DFD23502D01F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29F088BE-4B40-C8EF-4FDC-58F8126BDD1B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7B0AF1-AA5D-D983-1EC5-1B159BE18C14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1E8E216-7970-67BC-D9D5-ECA840408F7E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C1AD9C-E7BF-84D8-C048-CA7ABC52322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8AE10E-C948-0537-6EBD-F379CF28A03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F2D489-6138-C793-1663-D33015AC06A9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C4CA267-CC70-D188-3514-9B344A958BFF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628053C-4E63-304A-CF4E-A5DEA7FBE8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F867B7E-1DA2-C927-E9CB-3B3D3256F1A0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8742CC2-1384-0303-DC4F-F31B1410A72E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EDDD9B-13FC-8EA5-802F-2CA2C648BDA4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9DB56CA-0EF2-D1E6-CD99-27F4515ECD5F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1F78EE3-9401-59C9-A496-557BD30E0D36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38A0190-847A-8F40-3856-9C3E5083EEC1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6C9E8A0-3589-D0F8-AD9F-70847B5D344E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0F35B54-FF1E-B9C9-1C02-C01C9B6FEB5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D4DE7DB-B20A-B8A4-D391-AE8BBDFA7E2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F63EDC2-DCAE-E462-9DFC-F3A3A6D4F32C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43CE90E-18A9-A054-60B2-219099CB8F91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ABD0066-5729-C0FF-7A4A-F5BA6253880A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72397B3-F388-20E0-7408-F3533BBD15D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161338E-DDE9-8585-2079-2475B083654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45DBDF4-0F66-9263-6E3E-122E35BAC06F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09FDC77-6491-AC72-65F0-5B3435F86DCC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C6B52DD-2C77-A918-E10A-549098769466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7C9F8D5-BCEA-3BE0-4C20-AD6F134B3937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F6857A6-BFAC-948E-2B16-03C6B65F6B1D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D10E783-3069-BBAE-7F64-42E89133FAF8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872A39D-41C5-0D10-1D1D-285CD748AE51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501159F-3AD2-821A-CF15-8A71E109B354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90F4020-4D82-B504-98C2-5E579F6734F8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C42B02E-74CF-33AA-CB8D-96A84A52CD1F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C12A6DB1-A352-937B-E12D-C2F7B20DB87E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59BF58-B9D3-330A-9DA1-AD11BD7A65D3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5ED0395-53A1-D2AD-085E-23F423B5EE71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EE3E74-D6D9-85F3-DAAC-5A30FFCC5777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0E7B83-A946-0301-9213-77D9199889CB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DE2F8C-A67C-C932-1713-27D08789DAD0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292BFE4-BA40-D1ED-3A11-097FEF901DA7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CEF604D-A60A-9C6B-1A81-54D98142122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AA23A0-B1D5-4979-88DA-9CC55B417A7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5D222DB-B050-05A5-C4AF-4732A557DF08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1EFE54A-84DF-F378-87DD-D84BE5716DEC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233CB-4D75-B8F9-480D-69D6B31D7992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ED25C50-5DB3-173A-BB1C-5E089D46D33B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5ED1F31-B94C-8F61-4D11-1DE192A0D5AB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E583B50-36A0-F6F7-A41C-11C6DF1BCC61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B804C73-7EF2-6556-8475-C2145980C79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E1E1067-A6A5-651F-7EE5-4D432D7DFC9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CD404BB-D762-50B6-7B37-B20B78AECFA6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934F15A-CE36-F3A7-1640-06A6922EF2E3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8D3015A7-5DD3-42C3-9FCD-DE684E192036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4C9447-74D8-D4F9-564D-78DAA17A5BEE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5D69C2F-FBDD-2649-9283-24E428F6A33E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5F87132-CAF4-EB68-82E7-BCBE72305E95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5D10EB6-D5FE-6A26-60D9-CEACA7940747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3FA17D6-0D78-ACC7-6046-12BD3930B362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0F95FB1-3F3D-B043-CE6E-ABB3FC8A796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B10CFC2-D45C-90BD-B08C-3E7E30037F7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E434DF5-26DF-168F-AED2-72F4E0819DE9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6BA3BA01-3C9A-F1A7-C709-1003B9985476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08CA8B9-B7E0-5EDE-E7C3-ED4609BB3622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E4F441D-BBDD-26DB-EF8C-72C15C123ED0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76A5DCD-7462-6CF6-60EE-6BAE3EA9635E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C438B86-68B8-10FC-ED4B-7984954D736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D058003-33D5-AC8A-1412-711BF778C33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81F9B53-B65F-F583-C919-CCC13EFDE112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89C22995-4900-F553-8943-483DE6E34B0B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D81A1C0-6813-7973-0775-72E8B8675AA9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EE4CD751-A08C-5D3F-1FD3-E6D432B88B5B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923B8F0-7AA0-D610-0444-C6CADCDF274F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A0C3071-6BB1-1C7E-62BA-4915F8680D11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EA5F98B-A456-EC60-29C4-022B4511DF9D}"/>
              </a:ext>
            </a:extLst>
          </p:cNvPr>
          <p:cNvGrpSpPr/>
          <p:nvPr/>
        </p:nvGrpSpPr>
        <p:grpSpPr>
          <a:xfrm>
            <a:off x="3895853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61E604F-B3AA-5597-90EA-5B5B9FAF973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E66A30E-1A31-C0F5-4F7D-EB9EF25DBB1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4B8E5B1-9990-5792-9CED-350ECDCC041F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F07D2717-23E7-5743-0134-208C16E16C7A}"/>
              </a:ext>
            </a:extLst>
          </p:cNvPr>
          <p:cNvSpPr txBox="1"/>
          <p:nvPr/>
        </p:nvSpPr>
        <p:spPr>
          <a:xfrm>
            <a:off x="424427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DFD0070-F5AB-5C44-AE73-DA940C635F1D}"/>
              </a:ext>
            </a:extLst>
          </p:cNvPr>
          <p:cNvSpPr txBox="1"/>
          <p:nvPr/>
        </p:nvSpPr>
        <p:spPr>
          <a:xfrm>
            <a:off x="460534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ADC6242-91C6-7F7B-A1DF-76B05BFA5D0F}"/>
              </a:ext>
            </a:extLst>
          </p:cNvPr>
          <p:cNvCxnSpPr>
            <a:cxnSpLocks/>
          </p:cNvCxnSpPr>
          <p:nvPr/>
        </p:nvCxnSpPr>
        <p:spPr>
          <a:xfrm>
            <a:off x="6497644" y="5164773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0632C2DE-366A-9555-43E0-4F01413FE446}"/>
              </a:ext>
            </a:extLst>
          </p:cNvPr>
          <p:cNvSpPr/>
          <p:nvPr/>
        </p:nvSpPr>
        <p:spPr>
          <a:xfrm>
            <a:off x="6175138" y="5479574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8E32765E-E3B4-6BE4-AC24-C9639BEDB4B2}"/>
              </a:ext>
            </a:extLst>
          </p:cNvPr>
          <p:cNvSpPr/>
          <p:nvPr/>
        </p:nvSpPr>
        <p:spPr>
          <a:xfrm>
            <a:off x="5959753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DS:[ 2,3,1 ]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0F3A2B9-F7EE-BFE4-2002-74BE52423DC7}"/>
              </a:ext>
            </a:extLst>
          </p:cNvPr>
          <p:cNvCxnSpPr>
            <a:cxnSpLocks/>
          </p:cNvCxnSpPr>
          <p:nvPr/>
        </p:nvCxnSpPr>
        <p:spPr>
          <a:xfrm>
            <a:off x="6513465" y="597887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0468F48-7B13-21D1-8ED7-03622C7AF250}"/>
              </a:ext>
            </a:extLst>
          </p:cNvPr>
          <p:cNvGrpSpPr/>
          <p:nvPr/>
        </p:nvGrpSpPr>
        <p:grpSpPr>
          <a:xfrm>
            <a:off x="6073713" y="6702296"/>
            <a:ext cx="1115654" cy="369332"/>
            <a:chOff x="-1784387" y="1268381"/>
            <a:chExt cx="1703364" cy="35799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F2E42DE-2F25-5685-0048-09E815BC7BD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C5BB42B-09FE-314B-EA9C-6E630448778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8AB991-D6ED-6071-1694-51C40606E1D9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FDAD0A85-3AF7-A0BA-5BC0-61E5487F8EC7}"/>
              </a:ext>
            </a:extLst>
          </p:cNvPr>
          <p:cNvSpPr txBox="1"/>
          <p:nvPr/>
        </p:nvSpPr>
        <p:spPr>
          <a:xfrm>
            <a:off x="642213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5FFA6E8-7962-8A8D-D0C9-17B23AFD7A50}"/>
              </a:ext>
            </a:extLst>
          </p:cNvPr>
          <p:cNvSpPr txBox="1"/>
          <p:nvPr/>
        </p:nvSpPr>
        <p:spPr>
          <a:xfrm>
            <a:off x="678320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E928B427-4C77-E009-29BE-1D5C1029CC2F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641270" cy="118511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89300B13-8435-B5CC-D652-61D1275DFD3B}"/>
              </a:ext>
            </a:extLst>
          </p:cNvPr>
          <p:cNvSpPr/>
          <p:nvPr/>
        </p:nvSpPr>
        <p:spPr>
          <a:xfrm>
            <a:off x="10884340" y="1712495"/>
            <a:ext cx="1185353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DS:[ 3 ]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C45D6D67-3036-0F99-9B7E-3FE9D08608E9}"/>
              </a:ext>
            </a:extLst>
          </p:cNvPr>
          <p:cNvCxnSpPr>
            <a:cxnSpLocks/>
          </p:cNvCxnSpPr>
          <p:nvPr/>
        </p:nvCxnSpPr>
        <p:spPr>
          <a:xfrm rot="5400000">
            <a:off x="10521368" y="2275619"/>
            <a:ext cx="544012" cy="464588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F53B6CED-5570-4BE7-5669-034B0B28B8B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982930" y="2229175"/>
            <a:ext cx="544013" cy="516719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7839AC62-26D1-1436-2F98-DD23FAC4F10F}"/>
              </a:ext>
            </a:extLst>
          </p:cNvPr>
          <p:cNvSpPr/>
          <p:nvPr/>
        </p:nvSpPr>
        <p:spPr>
          <a:xfrm>
            <a:off x="10187066" y="28965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BCF98CAB-20CE-51D7-014D-14E21C966CE2}"/>
              </a:ext>
            </a:extLst>
          </p:cNvPr>
          <p:cNvSpPr/>
          <p:nvPr/>
        </p:nvSpPr>
        <p:spPr>
          <a:xfrm>
            <a:off x="12119173" y="28700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2979011-B592-469B-0793-EDC722393B11}"/>
              </a:ext>
            </a:extLst>
          </p:cNvPr>
          <p:cNvGrpSpPr/>
          <p:nvPr/>
        </p:nvGrpSpPr>
        <p:grpSpPr>
          <a:xfrm>
            <a:off x="10634569" y="1276951"/>
            <a:ext cx="1650021" cy="369332"/>
            <a:chOff x="-1701390" y="1282923"/>
            <a:chExt cx="1650021" cy="369332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8C0AB123-F195-EB93-949A-FC4CBC1FAB6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BF3C828E-48F5-D570-5051-706DA90CB8B4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6B3FB6F-4E7F-FE31-2E8C-4EDFA388EBC5}"/>
                </a:ext>
              </a:extLst>
            </p:cNvPr>
            <p:cNvSpPr txBox="1"/>
            <p:nvPr/>
          </p:nvSpPr>
          <p:spPr>
            <a:xfrm>
              <a:off x="-567406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3777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1CCD0-EC61-C325-B5C7-47A0D726F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23BE0C-4E1F-9689-6F49-C6A45AE2A993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B4BF25-7232-F84F-6AD9-939A50FC1EEB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568034-F0A2-C54F-140A-4EA06E0DFF09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609DE50A-9597-AF38-D12D-C864E896CABE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D63063-C3B0-B0F1-7858-7DCA436039E4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B08B5B4-FB4B-AC71-2502-721E52A9EAAD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239777-B594-8C0F-ABA0-40E74455F33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DBDEEA-F30E-0F21-6FB3-BB93A5077DD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228262-A067-35A2-8BB4-C85BBB02FCA4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60C452D-9502-5071-516C-6C63BCA5CF0C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4026A7A-C48D-82FA-2C39-803F0F3C937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A825311-0040-2A33-6678-93CBBC710FD8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5B17B4C-F018-4D03-201F-ACD3E16EA030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59612B3-2404-B8F8-492E-B95E08A96D8D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4833274-AC0A-7880-5A0D-77DFB8C25ACC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F43D454-009E-AD70-0E96-FCA22E8595DE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55540CA-59C6-C442-BBA1-5A1B3E63AD60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8E1D221-EDBF-989A-8B5A-0E25BC3F1928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6B28319-67C3-C51E-ED06-30BB8F116A8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8EEFB56-7129-8196-9459-FDD1B90E8FA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F4EED3A-80AF-DD5B-1CE2-366B425AE424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6C347F1-B044-8A26-DFA8-76EE32B2B2DC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AFEA219-C6D6-7B85-B2B8-B9EE4636B59C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9A853F8-BCD1-9CCA-1E33-BDAD56F6B59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B9F5805-675E-6102-61FD-0CE4F4641AB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8B965EC-B4CE-6E67-4C8E-9C19BBD880BC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E7EE88E6-8324-BB06-1746-1E8ACD7F373D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EA67C48-9A1B-72F6-1411-10DDF0AB0DB8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C8AE11C-383B-B743-CE8E-CAAB2CB9918E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FCF1BB3-5F0D-1ACD-0481-82073608720B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F151BCC-7CB6-C887-EF57-051107C17EFF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64ECAEE-05CA-9DA9-6CCC-90C3C7A03278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43ED715-8A79-D2E5-74D1-4B16AB175EE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9D0624D-B28C-1DF7-A2C5-9A759E8B005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40CFA62-4F79-084F-B97C-9C5683FCA924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13C50AB-5525-0E64-5FBD-38DE2B616905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CFD564-7241-7192-18B5-06AEECD12AEB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76D87C7-33BB-6A59-413B-47D6BD8586FF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03651B-D356-E40E-9197-EFEF621C5F17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6E5304-7973-5AD1-EEE5-65EB9172D15C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11D78B3-D83E-C474-A8DB-E6DB9151D988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1B18DF0-A6F0-FCBF-F1C6-87FB8FC4C797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9EF6368-811C-C3AD-7904-7252E17BCAED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F005-1D28-E1F9-AC2D-AF8422DEBD2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FE3EEF-F7CF-BCBF-2828-AE416F40FB67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F675D87-234F-EEE4-F5CC-40B1EEFA77EE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A08938-0655-7269-1BEE-F39CB89770FE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99DF80D-E083-A5F8-EB50-9EF724AD0840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AC811C5-8394-12B6-B2D5-3D03DF60C162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101295F-A30A-A313-8EA9-8140BB62B016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BBB72D2-4980-9556-BC9D-15FDB4CDA160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3DD54C7-AFEF-7E39-EE45-E3444C75D82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A4F847-22FB-691F-32C6-A58598B7BA9E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C586D89A-A9E4-5F0C-1440-D43EC4DD3090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AB98A0D-C24C-8DEF-C45C-3DBBA8C3349F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CFEF02-6CFA-0260-4115-1EF01E018192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C715FC5-2DB5-454B-0F60-9D039580712F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1E14781-765C-B22F-4D0C-FA3A2B4D0BED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0A6CAE3-81AB-C2B1-4E4C-D160C2C17BB5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D6CBC95-9581-5A8B-9C67-F126B60D0DD9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9BA3BE1-4281-1EBA-7B62-9CB1A62CBAA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0DEB5D7-92A8-9F12-F48B-38ECBA1FEDF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7C21C57-7304-A725-1357-7EB03170AD31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2CC7F8E1-7ED2-396D-964D-209327A5FCB6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D476BE5-E474-AE31-B3E2-7633B9027AF2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7C511DA-6CB3-E705-0480-0927D2C49764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C1F5636-7F06-ACD2-9A6D-9A8289D57AAC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CF4B138-D8F8-52F1-7729-5313C502582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62CDE0F-8DFB-E1B9-9E5A-75DEDF39C96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8AEFA57-C7C5-D0E7-14F1-5585891995F7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AB8CD984-A9A1-F441-1430-EE7B8BE3BC13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32E37F7-EBBA-C3DC-222D-A25EC8AE348E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C7FA6F3C-B36F-CBC7-D63E-70B653227F66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AFE4EED-82F1-5107-2138-F78A7BBC78F1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CDD224E8-255F-6349-E527-6A441EC88568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DBF4EF5-59F6-F5A8-91CA-35557E00D795}"/>
              </a:ext>
            </a:extLst>
          </p:cNvPr>
          <p:cNvGrpSpPr/>
          <p:nvPr/>
        </p:nvGrpSpPr>
        <p:grpSpPr>
          <a:xfrm>
            <a:off x="3895853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E649728-2D6C-E508-CDC5-25131499310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3AD0003-1CB1-AFBB-768B-D2CB9942CB84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C7F4110-05D3-CC02-0532-45A4F1322D55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960D0436-3B60-66DA-473E-25E96DD5414B}"/>
              </a:ext>
            </a:extLst>
          </p:cNvPr>
          <p:cNvSpPr txBox="1"/>
          <p:nvPr/>
        </p:nvSpPr>
        <p:spPr>
          <a:xfrm>
            <a:off x="424427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C5AD167-A17B-44D5-7C5B-474A4A083C41}"/>
              </a:ext>
            </a:extLst>
          </p:cNvPr>
          <p:cNvSpPr txBox="1"/>
          <p:nvPr/>
        </p:nvSpPr>
        <p:spPr>
          <a:xfrm>
            <a:off x="460534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B198584-28BF-7A07-A7D5-85E0266CADAF}"/>
              </a:ext>
            </a:extLst>
          </p:cNvPr>
          <p:cNvCxnSpPr>
            <a:cxnSpLocks/>
          </p:cNvCxnSpPr>
          <p:nvPr/>
        </p:nvCxnSpPr>
        <p:spPr>
          <a:xfrm>
            <a:off x="6497644" y="5164773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A27ADA72-1BD1-1CFA-B7EC-4246D7A2CDEA}"/>
              </a:ext>
            </a:extLst>
          </p:cNvPr>
          <p:cNvSpPr/>
          <p:nvPr/>
        </p:nvSpPr>
        <p:spPr>
          <a:xfrm>
            <a:off x="6175138" y="5479574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BEEDCC25-E25E-877D-8AD4-C6C0A1356343}"/>
              </a:ext>
            </a:extLst>
          </p:cNvPr>
          <p:cNvSpPr/>
          <p:nvPr/>
        </p:nvSpPr>
        <p:spPr>
          <a:xfrm>
            <a:off x="5959753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DS:[ 2,3,1 ]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7F4D631-7675-CE49-E1FA-FFF36496EB46}"/>
              </a:ext>
            </a:extLst>
          </p:cNvPr>
          <p:cNvCxnSpPr>
            <a:cxnSpLocks/>
          </p:cNvCxnSpPr>
          <p:nvPr/>
        </p:nvCxnSpPr>
        <p:spPr>
          <a:xfrm>
            <a:off x="6513465" y="597887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54495E3-13FD-BACF-66F1-AEE1BA3CF058}"/>
              </a:ext>
            </a:extLst>
          </p:cNvPr>
          <p:cNvGrpSpPr/>
          <p:nvPr/>
        </p:nvGrpSpPr>
        <p:grpSpPr>
          <a:xfrm>
            <a:off x="6073713" y="6702296"/>
            <a:ext cx="1115654" cy="369332"/>
            <a:chOff x="-1784387" y="1268381"/>
            <a:chExt cx="1703364" cy="35799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A5CDE11-DC52-521C-4B04-5EAB9C7D86D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D832CDD-85AC-21B2-8C4D-78D9FA787563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7765D5E-0652-5747-D50F-1564E7A01B5F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0E63F8A8-AE58-85D7-BB87-0C07916B7C25}"/>
              </a:ext>
            </a:extLst>
          </p:cNvPr>
          <p:cNvSpPr txBox="1"/>
          <p:nvPr/>
        </p:nvSpPr>
        <p:spPr>
          <a:xfrm>
            <a:off x="642213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35460B3-F1E6-E3EC-64C2-EB727FA4443E}"/>
              </a:ext>
            </a:extLst>
          </p:cNvPr>
          <p:cNvSpPr txBox="1"/>
          <p:nvPr/>
        </p:nvSpPr>
        <p:spPr>
          <a:xfrm>
            <a:off x="678320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5C6011B4-6E23-48B8-9EE7-6268D4EFE787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641270" cy="118511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02846EA0-9C8D-C718-0967-AAA283009186}"/>
              </a:ext>
            </a:extLst>
          </p:cNvPr>
          <p:cNvSpPr/>
          <p:nvPr/>
        </p:nvSpPr>
        <p:spPr>
          <a:xfrm>
            <a:off x="10884340" y="1712495"/>
            <a:ext cx="1185353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DS:[ 3 ]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0E7EE500-9F5A-26F8-1CD7-6FCDFB3585E1}"/>
              </a:ext>
            </a:extLst>
          </p:cNvPr>
          <p:cNvCxnSpPr>
            <a:cxnSpLocks/>
          </p:cNvCxnSpPr>
          <p:nvPr/>
        </p:nvCxnSpPr>
        <p:spPr>
          <a:xfrm rot="5400000">
            <a:off x="10521368" y="2275619"/>
            <a:ext cx="544012" cy="464588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E95F5EA9-6C31-78E7-6A3E-51DECC632B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982930" y="2229175"/>
            <a:ext cx="544013" cy="516719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9000130D-52B9-F98C-16BD-E46115F7DEDA}"/>
              </a:ext>
            </a:extLst>
          </p:cNvPr>
          <p:cNvSpPr/>
          <p:nvPr/>
        </p:nvSpPr>
        <p:spPr>
          <a:xfrm>
            <a:off x="10187066" y="28965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0316A647-AAA9-3C54-E212-0230BE4F4D3B}"/>
              </a:ext>
            </a:extLst>
          </p:cNvPr>
          <p:cNvSpPr/>
          <p:nvPr/>
        </p:nvSpPr>
        <p:spPr>
          <a:xfrm>
            <a:off x="12119173" y="28700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DAC9D8E-4631-3D3A-C862-893CFE800E9E}"/>
              </a:ext>
            </a:extLst>
          </p:cNvPr>
          <p:cNvCxnSpPr>
            <a:cxnSpLocks/>
          </p:cNvCxnSpPr>
          <p:nvPr/>
        </p:nvCxnSpPr>
        <p:spPr>
          <a:xfrm>
            <a:off x="10561080" y="3390370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09017AB6-52D9-05C8-90AB-A9529D9588D1}"/>
              </a:ext>
            </a:extLst>
          </p:cNvPr>
          <p:cNvSpPr/>
          <p:nvPr/>
        </p:nvSpPr>
        <p:spPr>
          <a:xfrm>
            <a:off x="10095216" y="3795204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DS:[ 3,1 ]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4282E24-2CD5-E580-4C92-E761DCD7FEB9}"/>
              </a:ext>
            </a:extLst>
          </p:cNvPr>
          <p:cNvGrpSpPr/>
          <p:nvPr/>
        </p:nvGrpSpPr>
        <p:grpSpPr>
          <a:xfrm>
            <a:off x="10048378" y="4161808"/>
            <a:ext cx="1115654" cy="369332"/>
            <a:chOff x="-1784387" y="1268381"/>
            <a:chExt cx="1703364" cy="357995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DF9E6A4-09AE-1E7C-34EF-71BF9CF93F2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CC84A26-4B08-E9E2-2464-1ADAADA724E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D5CEA7C-6C70-C2E0-BF27-88D0E4CEE96C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690345B-F0EE-9951-3766-C4B623DF8DBB}"/>
              </a:ext>
            </a:extLst>
          </p:cNvPr>
          <p:cNvGrpSpPr/>
          <p:nvPr/>
        </p:nvGrpSpPr>
        <p:grpSpPr>
          <a:xfrm>
            <a:off x="10634569" y="1276951"/>
            <a:ext cx="1650021" cy="369332"/>
            <a:chOff x="-1701390" y="1282923"/>
            <a:chExt cx="1650021" cy="369332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9A74DA0-12AF-720E-740B-0F94C4F2212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5E2F27A2-105C-B56D-38CD-C1222C9BE2B8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B9BD2AC-5F05-1360-4E58-7F4CC60D13CB}"/>
                </a:ext>
              </a:extLst>
            </p:cNvPr>
            <p:cNvSpPr txBox="1"/>
            <p:nvPr/>
          </p:nvSpPr>
          <p:spPr>
            <a:xfrm>
              <a:off x="-567406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9B188EAA-546E-90B8-C7CC-972E1417682A}"/>
              </a:ext>
            </a:extLst>
          </p:cNvPr>
          <p:cNvSpPr txBox="1"/>
          <p:nvPr/>
        </p:nvSpPr>
        <p:spPr>
          <a:xfrm>
            <a:off x="10722798" y="418709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246148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37712-08BB-2077-DA99-C4CD05E89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BA1DAEB-D501-24C0-A350-645E8AE465F6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876944-B1F3-C4C1-CAF3-432C14FA7997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35CC81-519C-7A17-328B-395C4D001B74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E897B4B2-52B1-FF63-7F4F-7C2C40909C89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A80A65-0CA7-6E88-069F-9B94281ECFF7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494E11-2710-EC68-C3A1-30FDF940BD1D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13662A-9DA8-4520-26A2-093D712F46A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19C672-1BB1-D17E-D7D5-84A7C7F439F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20EF5A4-C014-5A9B-02DC-7CEEAB6BFDD2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D277896-08F1-E9BB-D05A-6680F92EEA3E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D617E8F-64CF-9B2A-BC95-73B12E12D27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F855E6-1BB3-9952-B17B-455DAC7FE3B6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32E6612-6D9E-2D2C-F931-3E8CA95A753E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E594BB-9293-6593-5316-D7C533B1B88A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A6F5FFA-27B3-60B3-53FC-6C95780048C7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ED56273-47D5-0674-CF71-39BEC8B6D8BD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385DDC3-11B1-CFDF-3A0C-9FD5809A5F8C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D30B201-9C7F-3570-95B2-792A6CC5C27B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855BC4-B983-8635-A75B-1193A99815F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0649AF1-C084-7298-BF20-AD98AC0ACE6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4EBBB60-D76D-2742-B270-A66A1985DCF2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BEB502B3-FD3F-9C47-4EA7-00E0BA41CB89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D9A465-FF99-8966-8025-E949A8B17530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2133675-7B20-8A6C-4F85-56AF723A4CE0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056D010-5793-825B-2164-B873C3F62C9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02958B-6A48-E13A-47B3-C7173A7BED8C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18E84DB0-C895-8E76-839E-0EA8E51CFDEA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0478457-64FE-FB9B-D2C4-3A13C6AF0307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A3DC4CE-4501-53AD-DBD9-1F7A1CEA180E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6461D71-9EC7-E488-322D-8E2963D79112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5E5E368-15B2-FD8D-2D5D-1D6A129FD34F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930707B-CFE6-75F1-906B-6820E000226D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EE01747-A416-5A47-54F6-D199A983D11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9E45886-F63C-3C01-173D-63DD539E4A9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02A85BB-D923-5FBC-6534-31066BF67C67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28F7882-A7D0-FCDA-CC30-D500FFC36A12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0F44EF-3658-CF0E-827C-E39CDCE23A5C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35D5D2B-8B85-3A1C-B61E-55425907F2D6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10F5FB-E2EA-2F01-5B38-CE96C2261A28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F6E4B3-E66C-0FB9-7FC8-559874D39DD0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66327E-5537-34F6-D13D-980944DA7BFE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AD6B89-DFD9-EC9B-A86D-614866EB1279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C93626B-F416-9F66-7430-2B749A866DB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C9352C2-DDD9-EF14-0B7C-FA8D61865B3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DB402FA-2463-C957-7BD6-84DE90853E77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58773F3-2571-E960-5FA2-F4840E085860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DA0B78-37F6-119D-1A61-0304A963F8C3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FBEFF6-A418-D1A8-39E3-B69D9B9D33FF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8C9D1BD-C1F6-61C0-546E-663881C85973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251706D-3AFD-9D7B-B88C-9597E673393B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24AC2D6-02A1-24EA-68FD-892BF5D23E1D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FD8E8E0-1D85-6865-9AAB-05CA582D999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8FFED5A-126D-8F2C-1D17-3C0B94716051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8465FAB-D4A2-7E57-DA9D-53F41B0946EB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3CD2B99-D8D1-B0F4-6CBB-7496246CC6DF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E0A605-16F2-98A4-3A0D-6C23A04F092E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436BC86-7CCA-E9A1-5801-A3EAE323C05F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AA243FF-865C-20B1-E3E9-67B72F671DBB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DD905CF-2E65-EEC9-AB42-9A84185CAAD1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53820E5-879A-C4C3-9D0A-EFB15E8001C5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1FB2B53-95F1-1738-C38F-F5E26E9FDE8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F4F2734-F1E7-7B35-00CE-A6BDF432526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BA482B-777C-C574-DF88-6BBE225A4D85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C9FF9C41-A25F-0DE5-3D84-DCDEA52DF636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DF5BEC-9F31-8847-CF54-A5031471F4C6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5DCFD58-0079-EACB-28E2-5E4954815610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5ECAE8A-882A-EB1F-0D0D-FA1CE786FF99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4BCCC91-9B13-CA1E-9031-6FFD69B7415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1DAF4A8-B81C-952F-54E4-EFB3EF73964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4946A21-EA22-CB6B-3DE9-E4E5EE7B5046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AE534380-4E7F-B857-4CBF-F0F85520BF23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152FB38-4E8F-A5E3-BC7F-3241C6FD66CD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40DB15F5-43B0-50C6-587C-DC992228BD95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5AD30DB-F8A7-649E-99D2-E7E14DEB7F12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9FB4797-8F62-A220-27C3-C3342C1B662E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64F8BDF-992A-7782-6402-71D682668ECF}"/>
              </a:ext>
            </a:extLst>
          </p:cNvPr>
          <p:cNvGrpSpPr/>
          <p:nvPr/>
        </p:nvGrpSpPr>
        <p:grpSpPr>
          <a:xfrm>
            <a:off x="3895853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ECB7FA1-4566-D270-FF11-4216F8F0052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BDC3E13-64C8-8A3E-544E-8E0CA9A315E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C456D78-2F23-D8CF-FFAF-80EB9FFC7B30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8F4A3ABE-2AFF-744E-9F92-FE3E1E9D57C5}"/>
              </a:ext>
            </a:extLst>
          </p:cNvPr>
          <p:cNvSpPr txBox="1"/>
          <p:nvPr/>
        </p:nvSpPr>
        <p:spPr>
          <a:xfrm>
            <a:off x="424427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95C40D6-DBDE-6B5C-1F42-F5AF496BBAC4}"/>
              </a:ext>
            </a:extLst>
          </p:cNvPr>
          <p:cNvSpPr txBox="1"/>
          <p:nvPr/>
        </p:nvSpPr>
        <p:spPr>
          <a:xfrm>
            <a:off x="460534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B4A76BB-5A69-1B5C-B265-11D43960BFA6}"/>
              </a:ext>
            </a:extLst>
          </p:cNvPr>
          <p:cNvCxnSpPr>
            <a:cxnSpLocks/>
          </p:cNvCxnSpPr>
          <p:nvPr/>
        </p:nvCxnSpPr>
        <p:spPr>
          <a:xfrm>
            <a:off x="6497644" y="5164773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9C19B9E-13EF-F6BD-84D3-E7FC01F31F34}"/>
              </a:ext>
            </a:extLst>
          </p:cNvPr>
          <p:cNvSpPr/>
          <p:nvPr/>
        </p:nvSpPr>
        <p:spPr>
          <a:xfrm>
            <a:off x="6175138" y="5479574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C374212E-6E13-02EA-520D-17B3D06E1190}"/>
              </a:ext>
            </a:extLst>
          </p:cNvPr>
          <p:cNvSpPr/>
          <p:nvPr/>
        </p:nvSpPr>
        <p:spPr>
          <a:xfrm>
            <a:off x="5959753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DS:[ 2,3,1 ]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E731C29-E92B-07CE-2C2A-4FAE0B331825}"/>
              </a:ext>
            </a:extLst>
          </p:cNvPr>
          <p:cNvCxnSpPr>
            <a:cxnSpLocks/>
          </p:cNvCxnSpPr>
          <p:nvPr/>
        </p:nvCxnSpPr>
        <p:spPr>
          <a:xfrm>
            <a:off x="6513465" y="597887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E84BDAB-99F4-0531-64E6-8F67934E72B1}"/>
              </a:ext>
            </a:extLst>
          </p:cNvPr>
          <p:cNvGrpSpPr/>
          <p:nvPr/>
        </p:nvGrpSpPr>
        <p:grpSpPr>
          <a:xfrm>
            <a:off x="6073713" y="6702296"/>
            <a:ext cx="1115654" cy="369332"/>
            <a:chOff x="-1784387" y="1268381"/>
            <a:chExt cx="1703364" cy="35799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F1EBB31-FB68-1753-56CC-4757230ABCD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84EA653-D55B-6517-3953-4F8199AAE58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EAB22D-41AE-958E-488D-9CC533219F64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6A3893B3-43DB-CE06-B4E8-8B40CAEFAB5F}"/>
              </a:ext>
            </a:extLst>
          </p:cNvPr>
          <p:cNvSpPr txBox="1"/>
          <p:nvPr/>
        </p:nvSpPr>
        <p:spPr>
          <a:xfrm>
            <a:off x="642213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C3356CD-9F83-A930-0D43-D90FAC95BEAF}"/>
              </a:ext>
            </a:extLst>
          </p:cNvPr>
          <p:cNvSpPr txBox="1"/>
          <p:nvPr/>
        </p:nvSpPr>
        <p:spPr>
          <a:xfrm>
            <a:off x="678320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D9FC6DF5-911D-1A59-7C21-697D9855B492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641270" cy="118511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1027244A-49A3-C586-0F40-C5A41517B05F}"/>
              </a:ext>
            </a:extLst>
          </p:cNvPr>
          <p:cNvSpPr/>
          <p:nvPr/>
        </p:nvSpPr>
        <p:spPr>
          <a:xfrm>
            <a:off x="10884340" y="1712495"/>
            <a:ext cx="1185353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DS:[ 3 ]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8A53CE73-EA6F-EABF-02D9-0CF51D00B572}"/>
              </a:ext>
            </a:extLst>
          </p:cNvPr>
          <p:cNvCxnSpPr>
            <a:cxnSpLocks/>
          </p:cNvCxnSpPr>
          <p:nvPr/>
        </p:nvCxnSpPr>
        <p:spPr>
          <a:xfrm rot="5400000">
            <a:off x="10521368" y="2275619"/>
            <a:ext cx="544012" cy="464588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EDDA5147-7D1C-0B82-BAE5-CA93DC5ED34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982930" y="2229175"/>
            <a:ext cx="544013" cy="516719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7DD7980-D6B8-F198-51A3-D4208D8B40FA}"/>
              </a:ext>
            </a:extLst>
          </p:cNvPr>
          <p:cNvSpPr/>
          <p:nvPr/>
        </p:nvSpPr>
        <p:spPr>
          <a:xfrm>
            <a:off x="10187066" y="28965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204C4F38-879C-92AD-CEC4-21B3C1C75D30}"/>
              </a:ext>
            </a:extLst>
          </p:cNvPr>
          <p:cNvSpPr/>
          <p:nvPr/>
        </p:nvSpPr>
        <p:spPr>
          <a:xfrm>
            <a:off x="12119173" y="28700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3A41FD5-8A98-D7B6-9C81-63E80A115A5C}"/>
              </a:ext>
            </a:extLst>
          </p:cNvPr>
          <p:cNvCxnSpPr>
            <a:cxnSpLocks/>
          </p:cNvCxnSpPr>
          <p:nvPr/>
        </p:nvCxnSpPr>
        <p:spPr>
          <a:xfrm>
            <a:off x="10561080" y="3390370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8F52796-792A-1A51-878A-0CD21272B3F7}"/>
              </a:ext>
            </a:extLst>
          </p:cNvPr>
          <p:cNvCxnSpPr>
            <a:cxnSpLocks/>
          </p:cNvCxnSpPr>
          <p:nvPr/>
        </p:nvCxnSpPr>
        <p:spPr>
          <a:xfrm>
            <a:off x="12591404" y="3371751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074915D7-0B5C-013B-867C-BAA6816409CC}"/>
              </a:ext>
            </a:extLst>
          </p:cNvPr>
          <p:cNvSpPr/>
          <p:nvPr/>
        </p:nvSpPr>
        <p:spPr>
          <a:xfrm>
            <a:off x="10095216" y="3795204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DS:[ 3,1 ]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7D561F47-1B8A-E4B9-D497-F3C8E18BAADD}"/>
              </a:ext>
            </a:extLst>
          </p:cNvPr>
          <p:cNvSpPr/>
          <p:nvPr/>
        </p:nvSpPr>
        <p:spPr>
          <a:xfrm>
            <a:off x="12135920" y="3799906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DS:[ 3,2 ]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C326011-98C0-7D81-F947-70A2506D13AE}"/>
              </a:ext>
            </a:extLst>
          </p:cNvPr>
          <p:cNvGrpSpPr/>
          <p:nvPr/>
        </p:nvGrpSpPr>
        <p:grpSpPr>
          <a:xfrm>
            <a:off x="10048378" y="4161808"/>
            <a:ext cx="1115654" cy="369332"/>
            <a:chOff x="-1784387" y="1268381"/>
            <a:chExt cx="1703364" cy="357995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FB36EADF-3EE5-2E0E-E605-60A71408AC8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A7A713D-EB6B-DCFA-E1B5-838E050FA2D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9291A95-80EF-ED37-C7D4-FC618B037A58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13BCC86-D285-4A8E-E802-06F8AC0BA499}"/>
              </a:ext>
            </a:extLst>
          </p:cNvPr>
          <p:cNvGrpSpPr/>
          <p:nvPr/>
        </p:nvGrpSpPr>
        <p:grpSpPr>
          <a:xfrm>
            <a:off x="10634569" y="1276951"/>
            <a:ext cx="1650021" cy="369332"/>
            <a:chOff x="-1701390" y="1282923"/>
            <a:chExt cx="1650021" cy="369332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1CC7DA0-3761-5A7F-4F94-1140E700229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D019B7A-D134-D9E8-259E-3358B00C18F8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B5F27D6-D85A-D457-EE34-2BD6503F9419}"/>
                </a:ext>
              </a:extLst>
            </p:cNvPr>
            <p:cNvSpPr txBox="1"/>
            <p:nvPr/>
          </p:nvSpPr>
          <p:spPr>
            <a:xfrm>
              <a:off x="-567406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D407FEB9-8B67-540E-B943-1B22658CE198}"/>
              </a:ext>
            </a:extLst>
          </p:cNvPr>
          <p:cNvSpPr txBox="1"/>
          <p:nvPr/>
        </p:nvSpPr>
        <p:spPr>
          <a:xfrm>
            <a:off x="10722798" y="418709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7ADD9D8-AA74-6ED9-AF8E-F48F37322530}"/>
              </a:ext>
            </a:extLst>
          </p:cNvPr>
          <p:cNvGrpSpPr/>
          <p:nvPr/>
        </p:nvGrpSpPr>
        <p:grpSpPr>
          <a:xfrm>
            <a:off x="12173534" y="4182175"/>
            <a:ext cx="1061293" cy="369332"/>
            <a:chOff x="-1701390" y="1279051"/>
            <a:chExt cx="1620367" cy="35799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CE207B4-FA1E-806A-EFF9-4A2146E6C5A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54AA3A6-544A-E21B-A881-D5462314E97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F17C809-A435-09CF-1895-3F392A9D424F}"/>
                </a:ext>
              </a:extLst>
            </p:cNvPr>
            <p:cNvSpPr txBox="1"/>
            <p:nvPr/>
          </p:nvSpPr>
          <p:spPr>
            <a:xfrm>
              <a:off x="-1232263" y="127905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5B7D6F13-5414-4FD9-1C94-FE07BE886B41}"/>
              </a:ext>
            </a:extLst>
          </p:cNvPr>
          <p:cNvSpPr txBox="1"/>
          <p:nvPr/>
        </p:nvSpPr>
        <p:spPr>
          <a:xfrm>
            <a:off x="12808253" y="419429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1616866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C4C74-0B66-B74C-4544-3A05F346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E6824A-E540-18F4-2532-CA1DBAEC9843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C2C89C-658B-5B9A-AB91-1E32C4BCE710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41AD89-3975-A473-D456-BE328FFF01E0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9E54ACCB-B502-4139-69CF-45E7C71E72B1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B61152-9496-AF31-6341-CC832F8F17E0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77FCE34-36C2-FC57-DEDE-97857A827CBE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24793CD-737A-87C0-F156-C3EB3AFBD24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105795-2822-ECA2-6CDC-6122C3720F7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859617-1F82-C0EC-C1DD-F15F328E0479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4F9E80C-939A-A8B5-6800-61289EF5EC8B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840023E0-19B9-C4A1-79BB-F001A5D1470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F8B7FC6-896E-DF52-6E9E-58829462B140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378C26-44A2-48B6-44AD-B51C8E03BF5A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737C7F-9AA0-9325-21D7-E0C79F487F34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3D18D0E-3D70-E333-A801-582E49314BD9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3A49A48-CF52-046F-31BD-38C73EBF0234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4D6A326-683E-BFBC-4BC4-181F115C2940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76B2144-BBC0-5D8D-D0E1-2906EFA2DC7E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7FF29C3-C8CE-398B-EA02-0044D7A3D5B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F77CBA4-A153-8243-8117-DD7EBC2BDFB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574BC9D-40AD-D12C-866E-80583F71F74A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5762784-7610-E6E2-84FF-9CB3A95FB655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A9C69A6-0BC5-B72D-065E-6FBD9A0E2F08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93A2449-3762-7F52-9C27-0795C6EC6EB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7406DB8-7CD9-D1B9-D5D7-C7E6838FE82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587443-FE13-0426-330C-6A6BF2BD41DE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D4CBFC56-D7BE-D813-70CB-1E858D7AF2D6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BBBF275-DA56-BE8D-F69A-38627E6BB536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9FD15D9-BCCC-9D3A-F9EB-78E489768B43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AAC1537-7DC6-74D2-DFFC-99DB8A3B443E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1303493-31E7-21F6-869F-0B326A259824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6993AD8-3CAC-2B60-4370-47A405C33D42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3D85304-6B5E-0387-D560-6F19CC18A98D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4D23281-1A9D-AB3E-C793-8E721CD96FF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6A4AD0F-7FAB-8C5B-C4C2-EE9B13AD2A3D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EC1623E8-F67F-9BE0-C143-F3EAE693DB38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F16750-C940-8BC2-DF7C-38D403ACF8A3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2C5CCC-4782-1937-5F90-689718A6F6D2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68FBFC-1741-3163-FBC7-8810DBD76A0F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5B71DC-5329-5CBD-911B-B76C48046274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083159-2492-7788-3AE7-168380D77E00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D1274D-9CE5-AAB0-F5BA-FADA73B3B819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D1087E-07BF-5196-A862-01312789CEA4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0C72D49-A5C8-90ED-BA80-7FCDA0856FC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2CC1A2-98FF-872D-729D-10D4CE11FD16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C373D77-B76A-B3F3-EF8D-A266D04CE689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28F7BF-DAC6-4B31-7E63-40B76AF4ADFD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F5EA2F-1D76-5E98-7EEE-D207F6641AD0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D4FD2ED-639B-38FF-57C7-87AF3B8EA9FB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D791D1C-2E7F-CFDB-7083-538108DDAC4A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C8BD3C9-642D-AE26-B277-05D4141FA9D4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0252075-0338-74CD-60FA-09BF04BD24C8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40F1C4C-CE49-4ADB-E6DC-AF40F86FF90D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0C7706EF-5006-8A23-166A-5AFFD6AED0BA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F9075634-99B9-1270-7204-8EB34C9444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DCC694-B072-E91E-65D3-4D54585446F6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65B8A2E-2B7E-B348-D5F1-7C10D4BB3A4D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EE534B6-943F-8647-8468-A843F0E76666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5F5FF89-D519-AD20-9970-D8A8135CADC4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F64C3EC-E2DE-EB12-8536-58811E0AD1D8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75F4D6A-85D6-3DF6-CFEE-9D95CE2E577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4803531-0966-8BEA-9007-0C42097BEAF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5865167-55B9-5F73-92D7-5B057549225B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A0DAF75-A45F-B5F0-3FA3-263DD1CD8BC3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D8E7D6C-3B9A-7816-784D-4E7CB86CD38A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04574E4-598E-8F87-BB46-A93EA40C86F6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BB7EA62-E354-A9B1-3114-B279685CC5EB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1A7456F-DF03-C9C3-D9AA-76BA3373901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C6309E5-ED71-EC19-96A0-4E61A610573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60ACCE8-CC84-FC97-721C-4CB2B6DDC64F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E3F819BD-F41C-A987-53FC-756AB2F8D4B8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CCCFE87-AB54-73C2-1E5F-E8EA6D7D8D29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445DFCA-753D-DDED-9FC4-4A05958F3195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C055968-3234-7E7B-14F0-A32ABA67DFDB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1D0881F7-A760-7857-FC06-50696758F2BB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603AF46-0AA6-E3A6-B3D3-86E60469C74E}"/>
              </a:ext>
            </a:extLst>
          </p:cNvPr>
          <p:cNvGrpSpPr/>
          <p:nvPr/>
        </p:nvGrpSpPr>
        <p:grpSpPr>
          <a:xfrm>
            <a:off x="3895853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D9AFD34-9AF9-1FCD-271D-DB3B1F3F609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AC8AAB4-CA44-21A1-8194-0B13097896C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3B4A80A-A177-50D4-F6D8-DF5D81B3CA2D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2D75543B-71B5-4909-111B-AB61C8D69EE3}"/>
              </a:ext>
            </a:extLst>
          </p:cNvPr>
          <p:cNvSpPr txBox="1"/>
          <p:nvPr/>
        </p:nvSpPr>
        <p:spPr>
          <a:xfrm>
            <a:off x="424427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C54F47C-2FF0-4032-C771-6103ABBF8579}"/>
              </a:ext>
            </a:extLst>
          </p:cNvPr>
          <p:cNvSpPr txBox="1"/>
          <p:nvPr/>
        </p:nvSpPr>
        <p:spPr>
          <a:xfrm>
            <a:off x="460534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8A3EA57-1928-52B1-B200-3AA54CC9CD04}"/>
              </a:ext>
            </a:extLst>
          </p:cNvPr>
          <p:cNvCxnSpPr>
            <a:cxnSpLocks/>
          </p:cNvCxnSpPr>
          <p:nvPr/>
        </p:nvCxnSpPr>
        <p:spPr>
          <a:xfrm>
            <a:off x="6497644" y="5164773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EE22C3FB-2C7F-50D8-9515-3CD17935DA1A}"/>
              </a:ext>
            </a:extLst>
          </p:cNvPr>
          <p:cNvSpPr/>
          <p:nvPr/>
        </p:nvSpPr>
        <p:spPr>
          <a:xfrm>
            <a:off x="6175138" y="5479574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F3AE34F2-DBE9-6E69-3B67-D36CEDE74C3F}"/>
              </a:ext>
            </a:extLst>
          </p:cNvPr>
          <p:cNvSpPr/>
          <p:nvPr/>
        </p:nvSpPr>
        <p:spPr>
          <a:xfrm>
            <a:off x="5959753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DS:[ 2,3,1 ]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4D325B2-279E-C9BD-17C0-3445AAF43EA4}"/>
              </a:ext>
            </a:extLst>
          </p:cNvPr>
          <p:cNvCxnSpPr>
            <a:cxnSpLocks/>
          </p:cNvCxnSpPr>
          <p:nvPr/>
        </p:nvCxnSpPr>
        <p:spPr>
          <a:xfrm>
            <a:off x="6513465" y="597887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0AABE48-06E8-BD1E-4FCA-1162C2FE4E00}"/>
              </a:ext>
            </a:extLst>
          </p:cNvPr>
          <p:cNvGrpSpPr/>
          <p:nvPr/>
        </p:nvGrpSpPr>
        <p:grpSpPr>
          <a:xfrm>
            <a:off x="6073713" y="6702296"/>
            <a:ext cx="1115654" cy="369332"/>
            <a:chOff x="-1784387" y="1268381"/>
            <a:chExt cx="1703364" cy="35799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AD036E6-DBF3-7C30-F262-3D1F938B734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BC7A480-7478-DAE3-735D-B833B19D654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9B58C5F-5921-9F10-0747-DD7E0257A487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E85DC0D9-8AAC-C01F-8A99-88A20E2553CC}"/>
              </a:ext>
            </a:extLst>
          </p:cNvPr>
          <p:cNvSpPr txBox="1"/>
          <p:nvPr/>
        </p:nvSpPr>
        <p:spPr>
          <a:xfrm>
            <a:off x="642213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6C14935-380E-0E98-A4B0-4D2F8B15C4D8}"/>
              </a:ext>
            </a:extLst>
          </p:cNvPr>
          <p:cNvSpPr txBox="1"/>
          <p:nvPr/>
        </p:nvSpPr>
        <p:spPr>
          <a:xfrm>
            <a:off x="678320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95CCE29B-5F77-F937-82DE-BD0CBB8476C0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641270" cy="118511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B3B2720D-9B6F-8BCC-3465-8261143A40B2}"/>
              </a:ext>
            </a:extLst>
          </p:cNvPr>
          <p:cNvSpPr/>
          <p:nvPr/>
        </p:nvSpPr>
        <p:spPr>
          <a:xfrm>
            <a:off x="10884340" y="1712495"/>
            <a:ext cx="1185353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DS:[ 3 ]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F911ED41-0425-DAD9-42DA-82B8ABF1CB3D}"/>
              </a:ext>
            </a:extLst>
          </p:cNvPr>
          <p:cNvCxnSpPr>
            <a:cxnSpLocks/>
          </p:cNvCxnSpPr>
          <p:nvPr/>
        </p:nvCxnSpPr>
        <p:spPr>
          <a:xfrm rot="5400000">
            <a:off x="10521368" y="2275619"/>
            <a:ext cx="544012" cy="464588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C5C44192-501B-1BF1-BB94-64DAB501078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982930" y="2229175"/>
            <a:ext cx="544013" cy="516719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779B5CC6-37F3-2BD5-5E06-D91E21E91BAF}"/>
              </a:ext>
            </a:extLst>
          </p:cNvPr>
          <p:cNvSpPr/>
          <p:nvPr/>
        </p:nvSpPr>
        <p:spPr>
          <a:xfrm>
            <a:off x="10187066" y="28965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7CEB3FE-AC1B-B79E-3E6D-29F0189651DF}"/>
              </a:ext>
            </a:extLst>
          </p:cNvPr>
          <p:cNvSpPr/>
          <p:nvPr/>
        </p:nvSpPr>
        <p:spPr>
          <a:xfrm>
            <a:off x="12119173" y="28700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E0FB12A-CDF2-6C25-475E-140B1F8800A1}"/>
              </a:ext>
            </a:extLst>
          </p:cNvPr>
          <p:cNvCxnSpPr>
            <a:cxnSpLocks/>
          </p:cNvCxnSpPr>
          <p:nvPr/>
        </p:nvCxnSpPr>
        <p:spPr>
          <a:xfrm>
            <a:off x="10561080" y="3390370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B739B41D-5055-B4EA-71F3-208266212DFE}"/>
              </a:ext>
            </a:extLst>
          </p:cNvPr>
          <p:cNvCxnSpPr>
            <a:cxnSpLocks/>
          </p:cNvCxnSpPr>
          <p:nvPr/>
        </p:nvCxnSpPr>
        <p:spPr>
          <a:xfrm>
            <a:off x="12591404" y="3371751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C6A85701-7B06-359D-394D-C50AEA08621E}"/>
              </a:ext>
            </a:extLst>
          </p:cNvPr>
          <p:cNvSpPr/>
          <p:nvPr/>
        </p:nvSpPr>
        <p:spPr>
          <a:xfrm>
            <a:off x="10095216" y="3795204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DS:[ 3,1 ]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AC49AC48-65B0-CFD3-A19E-4A441BC2B8CD}"/>
              </a:ext>
            </a:extLst>
          </p:cNvPr>
          <p:cNvSpPr/>
          <p:nvPr/>
        </p:nvSpPr>
        <p:spPr>
          <a:xfrm>
            <a:off x="12135920" y="3799906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DS:[ 3,2 ]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5A598CD-17CC-7A44-ABD4-E3AD9A2617CF}"/>
              </a:ext>
            </a:extLst>
          </p:cNvPr>
          <p:cNvGrpSpPr/>
          <p:nvPr/>
        </p:nvGrpSpPr>
        <p:grpSpPr>
          <a:xfrm>
            <a:off x="10048378" y="4161808"/>
            <a:ext cx="1115654" cy="369332"/>
            <a:chOff x="-1784387" y="1268381"/>
            <a:chExt cx="1703364" cy="357995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CF7A8C-F25F-536D-C496-7096ED68B30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AAD3039-6D60-E31B-CE03-B2EF2614B39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08496CE-5630-0831-600F-E79DE6E58826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53430D4-4FB8-A48D-7464-A71F5CB52804}"/>
              </a:ext>
            </a:extLst>
          </p:cNvPr>
          <p:cNvGrpSpPr/>
          <p:nvPr/>
        </p:nvGrpSpPr>
        <p:grpSpPr>
          <a:xfrm>
            <a:off x="10634569" y="1276951"/>
            <a:ext cx="1650021" cy="369332"/>
            <a:chOff x="-1701390" y="1282923"/>
            <a:chExt cx="1650021" cy="369332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8C0391D3-45AB-583E-028D-4F7F8BAB5870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D1065EA-DE02-CC18-0F79-BF88BCE25FF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5DBFA81-81DB-3F53-7028-3C98DEF73F80}"/>
                </a:ext>
              </a:extLst>
            </p:cNvPr>
            <p:cNvSpPr txBox="1"/>
            <p:nvPr/>
          </p:nvSpPr>
          <p:spPr>
            <a:xfrm>
              <a:off x="-567406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39A2D339-F163-48A5-E58E-A9B45D05F09B}"/>
              </a:ext>
            </a:extLst>
          </p:cNvPr>
          <p:cNvSpPr txBox="1"/>
          <p:nvPr/>
        </p:nvSpPr>
        <p:spPr>
          <a:xfrm>
            <a:off x="10722798" y="418709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57340936-0A27-F139-B9F9-54AC9602EA64}"/>
              </a:ext>
            </a:extLst>
          </p:cNvPr>
          <p:cNvCxnSpPr>
            <a:cxnSpLocks/>
          </p:cNvCxnSpPr>
          <p:nvPr/>
        </p:nvCxnSpPr>
        <p:spPr>
          <a:xfrm>
            <a:off x="10561080" y="4586772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EF586490-94D2-C957-4228-D010AE8FDCE5}"/>
              </a:ext>
            </a:extLst>
          </p:cNvPr>
          <p:cNvSpPr/>
          <p:nvPr/>
        </p:nvSpPr>
        <p:spPr>
          <a:xfrm>
            <a:off x="10191073" y="4987575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76F2F4C-5012-B928-E80B-43821216585B}"/>
              </a:ext>
            </a:extLst>
          </p:cNvPr>
          <p:cNvGrpSpPr/>
          <p:nvPr/>
        </p:nvGrpSpPr>
        <p:grpSpPr>
          <a:xfrm>
            <a:off x="12173534" y="4182175"/>
            <a:ext cx="1061293" cy="369332"/>
            <a:chOff x="-1701390" y="1279051"/>
            <a:chExt cx="1620367" cy="35799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4D92E78-ADA7-9068-7A76-5306ED5DB89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759BB82-20CA-3DC6-BAC5-0E48E36AE48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2AEE1AC-0965-F843-2F4C-04EDA58D0A70}"/>
                </a:ext>
              </a:extLst>
            </p:cNvPr>
            <p:cNvSpPr txBox="1"/>
            <p:nvPr/>
          </p:nvSpPr>
          <p:spPr>
            <a:xfrm>
              <a:off x="-1232263" y="127905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2C4F5FC9-BB10-9476-D889-48D82148F30F}"/>
              </a:ext>
            </a:extLst>
          </p:cNvPr>
          <p:cNvSpPr txBox="1"/>
          <p:nvPr/>
        </p:nvSpPr>
        <p:spPr>
          <a:xfrm>
            <a:off x="12808253" y="419429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1243372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D0193-0998-6422-DD0A-DBDE9B2AB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3CE002-2599-36C6-5BCD-5F0C7CEE1BC8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860847-6D09-625F-679D-E3338F68D368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C545ED-68EA-5F7A-DDF8-47BF988276E9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1D0B48AB-1E8B-567A-75F0-85055BD8CE29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97B83D-F40B-D001-62F8-B5D5315C6CF9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1866F4F-9ACC-3E5A-7D7B-64AC8D396435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507EE-46B0-E05C-888C-FB016034DDD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B03B19B-4C5E-8F80-2F4F-0D87B3D78DA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93EA20-0D10-F0A2-573C-FC57950208E4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FC5AC09-71A8-3232-3D28-477DDB2D36EA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3889457-C828-DD6F-0629-A3EF1929156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54C6E2F-EFEC-C33E-C9B9-2304095F75D9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E527CD7-F031-A4E3-20C8-03ECB1EC2D07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C6362B0-19ED-BE46-4583-63A38FC620F1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0281C06-7655-2D16-0EBF-EAA5BD2E680B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CB7128-91FF-A676-FA31-CAEB45AE36A6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D1E5441-5CA2-264E-4245-1729C04A225D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4776411-5D33-A17D-B0AC-A168B9A7FA1D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E18AA3B-055A-8AA0-09E8-AC33EAAE275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7C178BB-199C-F8B2-3C48-1D030053AA6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1276138-A286-7D48-E5F1-4404DFC46F90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6F32850-8A85-A041-E5D6-8EF8DB75263F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FBC763F-AAD8-DDF2-524E-14147A26B8ED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E4A3EA5-7C17-184C-EBBB-3DF66BCF50D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673CE6D-FD6B-556C-2A26-6A5850B4044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7D9E25A-A4E1-EA40-FE72-E1B883948D32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5B1FD67-12FF-94C1-BDC1-F72A1763E4C8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C8D07F2-C113-8286-B2E5-DD6861F16D05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B88BD4B-51BB-4BC2-FCA0-CF74C91CC8EF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033A638-49EA-A9FC-C9D1-160B0E56195A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A975F94-5EC9-6E80-DFE3-C66C689D1CD3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99133A6-2A19-4746-9913-E8126F5D50B9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68DAE56-2255-1860-AB50-0F8493FCBED0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6410B36-E2E5-742C-28D1-33E4B4BAD48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1455595-A954-DB6C-E675-A650A98DEB7D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309796E-FBEF-AA85-E041-A821E0AD34B6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58BAD9-131C-C053-DEA5-000CDBE472D3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C49133F-637A-4A3A-9751-1EB204EE54B8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4D0DEA-9438-F0FA-75C1-547353F9D57F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E352A1-F46D-C500-BAF5-7AB146E70FDE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DF92EC-C0CA-F29B-5858-087F9B955484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E9A2FF-B5F0-BEC1-1028-DDC88C40A217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44DB82-5C24-3C70-4800-1006B90165C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E6E07B8-8664-A619-D95A-3BB479CCACF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4C16E9-383F-D0F8-6774-B6CBCAFF3382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B0D507C-7D96-C6FB-E2D4-5603F80507CD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4B7703-19AA-EEBA-96E6-0A477798AD53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0A58A6-B132-3519-7509-0F5361A83938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4950C86-BAE4-2263-154A-E34B2BF5C8F4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4041224-1D3E-5AE9-E5B7-ED37DAE7E979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8957669-3A41-96CB-DC90-FA4502D7E41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9D2A642-6492-22DA-F12B-996F6EF140A4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19F48C7-27C2-175A-2B57-CDE3017DDFA7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31F568E-8B87-4080-3A99-7A0CEF9E36ED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27325F8-FBC5-28F7-9B86-5BF807A259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70996D-51F4-6E0B-D456-42D3F957AC0C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389572D-E67B-6C79-4A24-97E0AA79C03D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73D6B43-48EF-8EDC-9699-F87F9E549239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2B59F59-FF42-B133-0199-192BE8E2CE1E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8FD6943-10E2-FBEF-B3AE-90FC10F84143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994D2D4-8956-3AC9-2073-A9C95E946A9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F5A0BC2-1B1A-F5F6-18C5-20CA79E1E50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1004B43-3B80-96BF-0400-D5660F3F853B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8F8D4F5B-129D-B277-142A-1A33D4B9D0F5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DB23836-E5BE-1F4A-3F78-5564A6D2F188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72A57BD-B804-9B43-A1ED-E289279904D2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0EB8132-B6E4-1696-A337-51259C3849B5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C690E4E-90F0-847C-6658-EDE90291DC7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C5B035B-5FAB-6CCA-77E5-D1C333A9999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4D2E0B0-40FE-7A3C-14D2-9D0796C867B7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2ED4C92E-8529-96B2-EF8D-326CFE12B5C3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CD7F5BE-2E15-3E5F-AEAF-F1DBF963D9F2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98B2B48-8A93-FEBE-8B89-4A36D96172F5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3C8299D-3CB6-3097-D65D-2E11C7C07BC1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3D87D7A0-1B20-92B3-54D8-B38E0087E708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84005C2-9435-A726-FFCF-5F5F8ED4BC0F}"/>
              </a:ext>
            </a:extLst>
          </p:cNvPr>
          <p:cNvGrpSpPr/>
          <p:nvPr/>
        </p:nvGrpSpPr>
        <p:grpSpPr>
          <a:xfrm>
            <a:off x="3895853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4FFBC3A-84A9-3FF9-B7B9-DC199455B94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FBF0DC9-5EBA-6AEC-7783-250F23BE951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B1C9A0F-B689-8DEF-7DE6-894FC2872584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CDBD6138-2C87-9FBB-C6EE-B86C68C6A9D5}"/>
              </a:ext>
            </a:extLst>
          </p:cNvPr>
          <p:cNvSpPr txBox="1"/>
          <p:nvPr/>
        </p:nvSpPr>
        <p:spPr>
          <a:xfrm>
            <a:off x="424427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62AEF9B-C6A2-D69D-4978-2895FD99D244}"/>
              </a:ext>
            </a:extLst>
          </p:cNvPr>
          <p:cNvSpPr txBox="1"/>
          <p:nvPr/>
        </p:nvSpPr>
        <p:spPr>
          <a:xfrm>
            <a:off x="460534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42A0A38-877C-8273-E20A-17420E06723F}"/>
              </a:ext>
            </a:extLst>
          </p:cNvPr>
          <p:cNvCxnSpPr>
            <a:cxnSpLocks/>
          </p:cNvCxnSpPr>
          <p:nvPr/>
        </p:nvCxnSpPr>
        <p:spPr>
          <a:xfrm>
            <a:off x="6497644" y="5164773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4429F7D-D391-9252-EF1B-8918DA5E22CF}"/>
              </a:ext>
            </a:extLst>
          </p:cNvPr>
          <p:cNvSpPr/>
          <p:nvPr/>
        </p:nvSpPr>
        <p:spPr>
          <a:xfrm>
            <a:off x="6175138" y="5479574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140E8D5B-E270-9924-C3CE-153DB2F2840A}"/>
              </a:ext>
            </a:extLst>
          </p:cNvPr>
          <p:cNvSpPr/>
          <p:nvPr/>
        </p:nvSpPr>
        <p:spPr>
          <a:xfrm>
            <a:off x="5959753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DS:[ 2,3,1 ]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D9ED630-D6BD-D25D-D1C9-C9264C6D73ED}"/>
              </a:ext>
            </a:extLst>
          </p:cNvPr>
          <p:cNvCxnSpPr>
            <a:cxnSpLocks/>
          </p:cNvCxnSpPr>
          <p:nvPr/>
        </p:nvCxnSpPr>
        <p:spPr>
          <a:xfrm>
            <a:off x="6513465" y="597887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7CD59BA-25B8-1874-73D3-77056A2A7F69}"/>
              </a:ext>
            </a:extLst>
          </p:cNvPr>
          <p:cNvGrpSpPr/>
          <p:nvPr/>
        </p:nvGrpSpPr>
        <p:grpSpPr>
          <a:xfrm>
            <a:off x="6073713" y="6702296"/>
            <a:ext cx="1115654" cy="369332"/>
            <a:chOff x="-1784387" y="1268381"/>
            <a:chExt cx="1703364" cy="35799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2DE5DBC-062C-943A-BEBE-19F7E2C5DC6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1325173-4B72-63E9-F3E3-48A27FBA9A0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AAB8930-6F1B-7598-1D43-C9A89710EAF9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427E0E05-1458-70A0-2979-50FDCBE55381}"/>
              </a:ext>
            </a:extLst>
          </p:cNvPr>
          <p:cNvSpPr txBox="1"/>
          <p:nvPr/>
        </p:nvSpPr>
        <p:spPr>
          <a:xfrm>
            <a:off x="642213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4741F84-2E1D-79D8-39E3-9331C72A319B}"/>
              </a:ext>
            </a:extLst>
          </p:cNvPr>
          <p:cNvSpPr txBox="1"/>
          <p:nvPr/>
        </p:nvSpPr>
        <p:spPr>
          <a:xfrm>
            <a:off x="678320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E0BC497C-A329-2AA8-790C-526248881406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641270" cy="118511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0EDBD26A-420F-7E67-2803-988C37210164}"/>
              </a:ext>
            </a:extLst>
          </p:cNvPr>
          <p:cNvSpPr/>
          <p:nvPr/>
        </p:nvSpPr>
        <p:spPr>
          <a:xfrm>
            <a:off x="10884340" y="1712495"/>
            <a:ext cx="1185353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DS:[ 3 ]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DB3672A2-726A-1A50-86F7-4D8CB21216D2}"/>
              </a:ext>
            </a:extLst>
          </p:cNvPr>
          <p:cNvCxnSpPr>
            <a:cxnSpLocks/>
          </p:cNvCxnSpPr>
          <p:nvPr/>
        </p:nvCxnSpPr>
        <p:spPr>
          <a:xfrm rot="5400000">
            <a:off x="10521368" y="2275619"/>
            <a:ext cx="544012" cy="464588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37E36C2B-4BCD-9CCD-DFFD-89ACB72CDDF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982930" y="2229175"/>
            <a:ext cx="544013" cy="516719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D9191D30-3785-CF14-B2E7-4F56B4E92A4E}"/>
              </a:ext>
            </a:extLst>
          </p:cNvPr>
          <p:cNvSpPr/>
          <p:nvPr/>
        </p:nvSpPr>
        <p:spPr>
          <a:xfrm>
            <a:off x="10187066" y="28965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C4A738C4-BBB3-DE4D-09E1-76E68AB1CC71}"/>
              </a:ext>
            </a:extLst>
          </p:cNvPr>
          <p:cNvSpPr/>
          <p:nvPr/>
        </p:nvSpPr>
        <p:spPr>
          <a:xfrm>
            <a:off x="12119173" y="28700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166049C-0E2B-F80F-B255-048D77C665E9}"/>
              </a:ext>
            </a:extLst>
          </p:cNvPr>
          <p:cNvCxnSpPr>
            <a:cxnSpLocks/>
          </p:cNvCxnSpPr>
          <p:nvPr/>
        </p:nvCxnSpPr>
        <p:spPr>
          <a:xfrm>
            <a:off x="10561080" y="3390370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CB3B664-9D3B-A672-CCC1-5E9476D3B5F9}"/>
              </a:ext>
            </a:extLst>
          </p:cNvPr>
          <p:cNvCxnSpPr>
            <a:cxnSpLocks/>
          </p:cNvCxnSpPr>
          <p:nvPr/>
        </p:nvCxnSpPr>
        <p:spPr>
          <a:xfrm>
            <a:off x="12591404" y="3371751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41603489-83CB-C4DD-24FF-ECF6A56C58AD}"/>
              </a:ext>
            </a:extLst>
          </p:cNvPr>
          <p:cNvSpPr/>
          <p:nvPr/>
        </p:nvSpPr>
        <p:spPr>
          <a:xfrm>
            <a:off x="10095216" y="3795204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DS:[ 3,1 ]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E726DB00-A88D-70FD-B6AF-8B769F88E51A}"/>
              </a:ext>
            </a:extLst>
          </p:cNvPr>
          <p:cNvSpPr/>
          <p:nvPr/>
        </p:nvSpPr>
        <p:spPr>
          <a:xfrm>
            <a:off x="12135920" y="3799906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DS:[ 3,2 ]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F1E4305-781B-594C-E3A4-11F0EDFCD6B6}"/>
              </a:ext>
            </a:extLst>
          </p:cNvPr>
          <p:cNvGrpSpPr/>
          <p:nvPr/>
        </p:nvGrpSpPr>
        <p:grpSpPr>
          <a:xfrm>
            <a:off x="10048378" y="4161808"/>
            <a:ext cx="1115654" cy="369332"/>
            <a:chOff x="-1784387" y="1268381"/>
            <a:chExt cx="1703364" cy="357995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52A0D26-F557-117C-65FD-0E5DCDF8793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36798CD-2F4B-C503-CF70-E65D05C308B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D67D6C2-C1BC-0318-5CB5-2393DD77FBFE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3EAB887-A07D-8566-57B7-CAC054D7E296}"/>
              </a:ext>
            </a:extLst>
          </p:cNvPr>
          <p:cNvGrpSpPr/>
          <p:nvPr/>
        </p:nvGrpSpPr>
        <p:grpSpPr>
          <a:xfrm>
            <a:off x="10634569" y="1276951"/>
            <a:ext cx="1650021" cy="369332"/>
            <a:chOff x="-1701390" y="1282923"/>
            <a:chExt cx="1650021" cy="369332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781E595-A6B7-0132-20C8-B6487D04921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9C97EED-3D32-7A61-DACE-D2A9BAA2D8E3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B45B2C3-065D-484B-EC68-BAFC76EC34D2}"/>
                </a:ext>
              </a:extLst>
            </p:cNvPr>
            <p:cNvSpPr txBox="1"/>
            <p:nvPr/>
          </p:nvSpPr>
          <p:spPr>
            <a:xfrm>
              <a:off x="-567406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07BDEE1C-9C1F-F412-373A-7A0131C5F69B}"/>
              </a:ext>
            </a:extLst>
          </p:cNvPr>
          <p:cNvSpPr txBox="1"/>
          <p:nvPr/>
        </p:nvSpPr>
        <p:spPr>
          <a:xfrm>
            <a:off x="10722798" y="418709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C6DDD90F-0C23-FC64-F289-3D075370998F}"/>
              </a:ext>
            </a:extLst>
          </p:cNvPr>
          <p:cNvCxnSpPr>
            <a:cxnSpLocks/>
          </p:cNvCxnSpPr>
          <p:nvPr/>
        </p:nvCxnSpPr>
        <p:spPr>
          <a:xfrm>
            <a:off x="10561080" y="4586772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B2F25605-9BDF-D189-1815-5686ABEF508B}"/>
              </a:ext>
            </a:extLst>
          </p:cNvPr>
          <p:cNvSpPr/>
          <p:nvPr/>
        </p:nvSpPr>
        <p:spPr>
          <a:xfrm>
            <a:off x="10191073" y="4987575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381D129-9D23-4989-20A5-0206AB24789E}"/>
              </a:ext>
            </a:extLst>
          </p:cNvPr>
          <p:cNvCxnSpPr>
            <a:cxnSpLocks/>
          </p:cNvCxnSpPr>
          <p:nvPr/>
        </p:nvCxnSpPr>
        <p:spPr>
          <a:xfrm>
            <a:off x="10613372" y="5493661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36B45AC-3009-8AD0-A0A8-93D9F34B4777}"/>
              </a:ext>
            </a:extLst>
          </p:cNvPr>
          <p:cNvSpPr/>
          <p:nvPr/>
        </p:nvSpPr>
        <p:spPr>
          <a:xfrm>
            <a:off x="10039899" y="5910777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DS:[3,1,2]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00C2B32-C58C-0CE2-4645-0B073526756E}"/>
              </a:ext>
            </a:extLst>
          </p:cNvPr>
          <p:cNvGrpSpPr/>
          <p:nvPr/>
        </p:nvGrpSpPr>
        <p:grpSpPr>
          <a:xfrm>
            <a:off x="10081661" y="6321882"/>
            <a:ext cx="1115654" cy="369332"/>
            <a:chOff x="-1784387" y="1268381"/>
            <a:chExt cx="1703364" cy="357995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3324C9E6-5080-7D78-E5A1-B9F1B7B13E8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C61C3E9-98B2-FF89-88D2-8EC35F62F9D3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8053043-8054-F2CE-4CCD-E9B5549746C4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909343B9-B634-9535-B878-9FA2B4E1DFEC}"/>
              </a:ext>
            </a:extLst>
          </p:cNvPr>
          <p:cNvSpPr txBox="1"/>
          <p:nvPr/>
        </p:nvSpPr>
        <p:spPr>
          <a:xfrm>
            <a:off x="10399538" y="6336335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31FA2E6-6775-1E0E-1858-424DB2140E79}"/>
              </a:ext>
            </a:extLst>
          </p:cNvPr>
          <p:cNvSpPr txBox="1"/>
          <p:nvPr/>
        </p:nvSpPr>
        <p:spPr>
          <a:xfrm>
            <a:off x="10793374" y="635111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17723E9-DBFD-D306-0A5C-E06FB8BCC585}"/>
              </a:ext>
            </a:extLst>
          </p:cNvPr>
          <p:cNvGrpSpPr/>
          <p:nvPr/>
        </p:nvGrpSpPr>
        <p:grpSpPr>
          <a:xfrm>
            <a:off x="12173534" y="4182175"/>
            <a:ext cx="1061293" cy="369332"/>
            <a:chOff x="-1701390" y="1279051"/>
            <a:chExt cx="1620367" cy="35799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1A145C4-FCEE-EBB2-08DD-FB816A7663B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AF68C64-E7A0-1D56-5FA9-01FA5332234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B1267AB-B0D2-D5F6-B7A3-8F1289CCF09B}"/>
                </a:ext>
              </a:extLst>
            </p:cNvPr>
            <p:cNvSpPr txBox="1"/>
            <p:nvPr/>
          </p:nvSpPr>
          <p:spPr>
            <a:xfrm>
              <a:off x="-1232263" y="127905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66131A14-6035-C2EE-E82B-E87D76B0C97B}"/>
              </a:ext>
            </a:extLst>
          </p:cNvPr>
          <p:cNvSpPr txBox="1"/>
          <p:nvPr/>
        </p:nvSpPr>
        <p:spPr>
          <a:xfrm>
            <a:off x="12808253" y="419429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903980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B068-E207-85CD-5AB4-64B9144A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D7985A-28A4-FF9F-DAF6-5D0B0B9920F5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7964B1-D82C-639B-ACFA-BAB5368EC6F8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4B836-D616-C2CC-4B45-F3228A0FEF65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F7F34BAB-1157-66A0-8CE0-E6EE1B547662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4EA6B8-8BD4-3652-6D8C-8BB909FB85FC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C1B5FFD-8A1D-5995-3027-0797A973324C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38049E-3982-2905-93BD-B6890D2AD061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F42D94-4A13-12DF-DE76-775691D0DDF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178D09-6D56-CBD3-7BC1-0E66CEBA9F9C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8869AD2-7287-E006-501A-5570CF6ACD5B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2D0ADE43-31CB-835B-3E4D-323BA9CED30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4018637-7B0C-5504-D723-5260E5D2C1CD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2AE9580-D74A-3987-7357-EBAB1696278A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8D49242-1788-D148-9112-79842F628BC6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7D17FD9-3E20-F6C0-DA59-877A9CC27F92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A535A96-9FB5-34C0-D893-830765E11D9E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96385AF-E240-53E1-D649-BB29577B0129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BE02272-1D12-12A1-E5BA-C4EF18A387C8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CF83F94-CB59-436B-BF6D-7993BD8DAB3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FA4A590-BAE3-4301-893F-647C19061FA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87B22DE-BE74-FB9E-DCF8-FA404A59B834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C1CECA9-065F-C67B-7E72-F08081FFC307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FC6D206-C76D-608E-FE86-DDC64A568A7E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123788E-AD01-8D03-E9F4-81106CEC9CE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D6FBA0C-DA7C-E059-CB02-012EBBE66B4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8F9DEEC-F557-009E-BFA1-E7A53F67FA26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0495314-F91E-F07B-7C5D-1D1294BCE2C1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8C9BF65-9139-7FA1-DD4C-7CE47AC478BD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84C3029-1C37-C2F9-1096-E3C8DC5F3C52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01F97BF-C68A-BF14-768B-2D9A1FC54E0A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04CE2D0-31F1-9A26-7C49-C4600F564E87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9782B02-72BB-454B-96E2-54A45ECD1645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2A53722-2740-8EA6-E767-8F78DF51804C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935E7DD-012D-5484-E9D3-3995E4C5FDE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4B221DC-9ED6-6BEA-2233-FD55937F65FF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84CEA43-5E2E-9F5C-8F99-B6DDE28784E2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48F78E-69E7-3E2E-9D0D-20747CA4863E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707DE7-2356-EC8E-A54B-2E0270C4DE26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93A62B-A9DC-0DBA-8647-EAB160AF39BB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F4BCBC7-24DA-12EE-EC70-D2BD1D26CE2E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1BEA24-95AD-EB1C-DE76-E26D0E1A37C1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BBC9C53-3DD6-271A-02BD-95968A68FC44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9AA901-5F5D-E9E0-A8B7-84E954CFA9F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C8C67D-DED5-2F5C-CA36-CCC522B599F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935FA3E-6968-1BC5-EEAB-20FECB6F19FD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5F7F3CA-51F3-C419-C7A5-7360F56AC968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C16212-40A7-D253-8029-450DD9E1ED89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4F8AC6-9070-98E3-A8A3-C016A1EA991B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4B545EE-03D1-9922-0C51-BB80C97DF786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11A0FF6-5B28-F24E-66E5-B1A6BFDD3483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586DB5B-C53A-65BA-B9D3-33F42C8B376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30541CD-0366-60E8-A0C4-002D921393C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B7A0FC9-C443-D9A8-6AF1-29328F2F95B6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2C94BB8-D769-8F22-443C-77B5305A59E9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8B34B730-5D48-D03E-73A8-58BEBF0339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6C1E65-7812-9B05-B7B6-04697CC0B0BE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6493B18-14C7-8CFC-30B1-FE2A2CCBC690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1E17321-A767-B4E5-7B9A-7CB6E76656FD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A52779D-1AAC-E090-1F40-F083659E03DD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0E92EBA-F1F7-ED0C-E812-B3C6B233D085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2FE8C70-2CDA-93F1-D522-7B6B3A94849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97412F-21CE-0EAD-C5BC-CE5010380523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480B8F3-CCA4-9411-4113-A7821F85820A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0CBED91-0EAD-7001-FA5C-E92F88C8C3EB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EDC4D33-6774-A33F-93AB-B8361B1E9701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11FABCB1-E947-B13B-5A6B-6B6F5C4235E8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6F9DE82-E523-1C6E-CED2-926F2267E06D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8CBA400-083A-500B-B108-217B6E147E7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735255B-B23D-E595-14C4-39BCB5C4637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49D7703-1809-6337-C46F-ED8D5FA152B2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3DBF966F-012B-4830-9B03-EBBF8B882706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F2ECED1-7F6C-4E5A-9A4F-9CFE9B4614EA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A74FAD6-07E8-98CE-F311-363309380B1F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FCE587A-464C-26C5-F1A4-65D7DABC42DB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DA147E7-B885-B6C1-B3CE-58B9BFC6B70A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CAE96BB-600D-B98B-0C4E-CBDAA631B946}"/>
              </a:ext>
            </a:extLst>
          </p:cNvPr>
          <p:cNvGrpSpPr/>
          <p:nvPr/>
        </p:nvGrpSpPr>
        <p:grpSpPr>
          <a:xfrm>
            <a:off x="3895853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CC4ECC4-1446-56B9-C454-D377BA7903D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D2BACA3-A203-FE50-A080-3FA2F61F1AE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5A7C896-C151-1A4E-34EE-3698FB15A380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0EA2F587-7245-CC83-21BC-7672FDC00FF7}"/>
              </a:ext>
            </a:extLst>
          </p:cNvPr>
          <p:cNvSpPr txBox="1"/>
          <p:nvPr/>
        </p:nvSpPr>
        <p:spPr>
          <a:xfrm>
            <a:off x="424427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27121CC-EE1D-099A-E321-254558F5D120}"/>
              </a:ext>
            </a:extLst>
          </p:cNvPr>
          <p:cNvSpPr txBox="1"/>
          <p:nvPr/>
        </p:nvSpPr>
        <p:spPr>
          <a:xfrm>
            <a:off x="460534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EB4500A-C2A3-4268-EAB8-17AF04D5C033}"/>
              </a:ext>
            </a:extLst>
          </p:cNvPr>
          <p:cNvCxnSpPr>
            <a:cxnSpLocks/>
          </p:cNvCxnSpPr>
          <p:nvPr/>
        </p:nvCxnSpPr>
        <p:spPr>
          <a:xfrm>
            <a:off x="6497644" y="5164773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727B2514-DCC9-EBEA-0E98-EF9CF83FB75C}"/>
              </a:ext>
            </a:extLst>
          </p:cNvPr>
          <p:cNvSpPr/>
          <p:nvPr/>
        </p:nvSpPr>
        <p:spPr>
          <a:xfrm>
            <a:off x="6175138" y="5479574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C25132AE-5E0D-C5D0-96D9-26BC46070324}"/>
              </a:ext>
            </a:extLst>
          </p:cNvPr>
          <p:cNvSpPr/>
          <p:nvPr/>
        </p:nvSpPr>
        <p:spPr>
          <a:xfrm>
            <a:off x="5959753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DS:[ 2,3,1 ]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757B974-0AE3-8A2A-F2E6-500D476AEBD9}"/>
              </a:ext>
            </a:extLst>
          </p:cNvPr>
          <p:cNvCxnSpPr>
            <a:cxnSpLocks/>
          </p:cNvCxnSpPr>
          <p:nvPr/>
        </p:nvCxnSpPr>
        <p:spPr>
          <a:xfrm>
            <a:off x="6513465" y="597887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E3616B3-E62B-CC72-5A64-7F0C6D31AE69}"/>
              </a:ext>
            </a:extLst>
          </p:cNvPr>
          <p:cNvGrpSpPr/>
          <p:nvPr/>
        </p:nvGrpSpPr>
        <p:grpSpPr>
          <a:xfrm>
            <a:off x="6073713" y="6702296"/>
            <a:ext cx="1115654" cy="369332"/>
            <a:chOff x="-1784387" y="1268381"/>
            <a:chExt cx="1703364" cy="35799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CBC6544-34C5-BDEA-E87C-C69C846AEF0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56E50B3-33DC-F132-10A5-AB06EC2329A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00EB691-B48D-E850-F3F9-A6CBD0B6D11E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A6784790-27D4-8ACA-4859-DB55D39C4C5F}"/>
              </a:ext>
            </a:extLst>
          </p:cNvPr>
          <p:cNvSpPr txBox="1"/>
          <p:nvPr/>
        </p:nvSpPr>
        <p:spPr>
          <a:xfrm>
            <a:off x="642213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D23CC18-D7A0-55A0-16C6-05824382D9D2}"/>
              </a:ext>
            </a:extLst>
          </p:cNvPr>
          <p:cNvSpPr txBox="1"/>
          <p:nvPr/>
        </p:nvSpPr>
        <p:spPr>
          <a:xfrm>
            <a:off x="678320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DB43C73B-E876-2760-3D7E-DE1BF73FB987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641270" cy="118511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8C287CA-2BC5-939A-592F-8D66DB480DCB}"/>
              </a:ext>
            </a:extLst>
          </p:cNvPr>
          <p:cNvSpPr/>
          <p:nvPr/>
        </p:nvSpPr>
        <p:spPr>
          <a:xfrm>
            <a:off x="10884340" y="1712495"/>
            <a:ext cx="1185353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DS:[ 3 ]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BB024AF1-EC84-E34A-27C2-70BD68FBBDD7}"/>
              </a:ext>
            </a:extLst>
          </p:cNvPr>
          <p:cNvCxnSpPr>
            <a:cxnSpLocks/>
          </p:cNvCxnSpPr>
          <p:nvPr/>
        </p:nvCxnSpPr>
        <p:spPr>
          <a:xfrm rot="5400000">
            <a:off x="10521368" y="2275619"/>
            <a:ext cx="544012" cy="464588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29E3B32C-4139-7F67-46D5-EB7571D7B70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982930" y="2229175"/>
            <a:ext cx="544013" cy="516719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83FFE546-5355-AE97-1025-14EC51A565A2}"/>
              </a:ext>
            </a:extLst>
          </p:cNvPr>
          <p:cNvSpPr/>
          <p:nvPr/>
        </p:nvSpPr>
        <p:spPr>
          <a:xfrm>
            <a:off x="10187066" y="28965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2AF5FE6-E350-3843-EEF1-7F8498DD56C5}"/>
              </a:ext>
            </a:extLst>
          </p:cNvPr>
          <p:cNvSpPr/>
          <p:nvPr/>
        </p:nvSpPr>
        <p:spPr>
          <a:xfrm>
            <a:off x="12119173" y="28700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D11B1E7-DD3E-7487-10AD-E8EE8E5C672A}"/>
              </a:ext>
            </a:extLst>
          </p:cNvPr>
          <p:cNvCxnSpPr>
            <a:cxnSpLocks/>
          </p:cNvCxnSpPr>
          <p:nvPr/>
        </p:nvCxnSpPr>
        <p:spPr>
          <a:xfrm>
            <a:off x="10561080" y="3390370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7E579D3-A42D-22C9-8371-7AF542BCEB10}"/>
              </a:ext>
            </a:extLst>
          </p:cNvPr>
          <p:cNvCxnSpPr>
            <a:cxnSpLocks/>
          </p:cNvCxnSpPr>
          <p:nvPr/>
        </p:nvCxnSpPr>
        <p:spPr>
          <a:xfrm>
            <a:off x="12591404" y="3371751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1A7E5FA5-E62D-87D4-FF10-7352E1F41B01}"/>
              </a:ext>
            </a:extLst>
          </p:cNvPr>
          <p:cNvSpPr/>
          <p:nvPr/>
        </p:nvSpPr>
        <p:spPr>
          <a:xfrm>
            <a:off x="10095216" y="3795204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DS:[ 3,1 ]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9D97DAE4-49EF-42CF-B610-FDD4AE381A87}"/>
              </a:ext>
            </a:extLst>
          </p:cNvPr>
          <p:cNvSpPr/>
          <p:nvPr/>
        </p:nvSpPr>
        <p:spPr>
          <a:xfrm>
            <a:off x="12135920" y="3799906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DS:[ 3,2 ]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6207E09-7895-F0ED-9DD3-B8EC800472F9}"/>
              </a:ext>
            </a:extLst>
          </p:cNvPr>
          <p:cNvGrpSpPr/>
          <p:nvPr/>
        </p:nvGrpSpPr>
        <p:grpSpPr>
          <a:xfrm>
            <a:off x="10048378" y="4161808"/>
            <a:ext cx="1115654" cy="369332"/>
            <a:chOff x="-1784387" y="1268381"/>
            <a:chExt cx="1703364" cy="357995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1875124-E786-3AFF-62CC-B6C14E00A76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62F7412-25C4-DFA7-4690-0EC947650D6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D230090-BAE7-F8DD-DA35-A04E3EA9B561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83AF9FA-929D-2839-C215-58D557897048}"/>
              </a:ext>
            </a:extLst>
          </p:cNvPr>
          <p:cNvGrpSpPr/>
          <p:nvPr/>
        </p:nvGrpSpPr>
        <p:grpSpPr>
          <a:xfrm>
            <a:off x="10634569" y="1276951"/>
            <a:ext cx="1650021" cy="369332"/>
            <a:chOff x="-1701390" y="1282923"/>
            <a:chExt cx="1650021" cy="369332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DC519C7-66A2-D66D-A4AB-E91D517DD20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7C113C8-23B7-1688-A1E7-BFA9CC74A6B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2C6C87E-7F6B-56FA-43E3-3052842C390A}"/>
                </a:ext>
              </a:extLst>
            </p:cNvPr>
            <p:cNvSpPr txBox="1"/>
            <p:nvPr/>
          </p:nvSpPr>
          <p:spPr>
            <a:xfrm>
              <a:off x="-567406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634F9509-E28C-EFE0-328C-694E6C7DB1BD}"/>
              </a:ext>
            </a:extLst>
          </p:cNvPr>
          <p:cNvSpPr txBox="1"/>
          <p:nvPr/>
        </p:nvSpPr>
        <p:spPr>
          <a:xfrm>
            <a:off x="10722798" y="418709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E7F162F-2211-51C7-D82F-3041AB0A9FF9}"/>
              </a:ext>
            </a:extLst>
          </p:cNvPr>
          <p:cNvCxnSpPr>
            <a:cxnSpLocks/>
          </p:cNvCxnSpPr>
          <p:nvPr/>
        </p:nvCxnSpPr>
        <p:spPr>
          <a:xfrm>
            <a:off x="10561080" y="4586772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60D4DF48-2A98-D36C-2A09-4E6BE5A97286}"/>
              </a:ext>
            </a:extLst>
          </p:cNvPr>
          <p:cNvSpPr/>
          <p:nvPr/>
        </p:nvSpPr>
        <p:spPr>
          <a:xfrm>
            <a:off x="10191073" y="4987575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D7D7615-741F-7F91-0D0E-B22E6DC51FEE}"/>
              </a:ext>
            </a:extLst>
          </p:cNvPr>
          <p:cNvCxnSpPr>
            <a:cxnSpLocks/>
          </p:cNvCxnSpPr>
          <p:nvPr/>
        </p:nvCxnSpPr>
        <p:spPr>
          <a:xfrm>
            <a:off x="10613372" y="5493661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B2C2ADA6-C05A-E790-61CA-F767A3605BD0}"/>
              </a:ext>
            </a:extLst>
          </p:cNvPr>
          <p:cNvSpPr/>
          <p:nvPr/>
        </p:nvSpPr>
        <p:spPr>
          <a:xfrm>
            <a:off x="10039899" y="5910777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DS:[3,1,2]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2FFB911-94CF-EBCF-E7A0-CE50D925A570}"/>
              </a:ext>
            </a:extLst>
          </p:cNvPr>
          <p:cNvGrpSpPr/>
          <p:nvPr/>
        </p:nvGrpSpPr>
        <p:grpSpPr>
          <a:xfrm>
            <a:off x="10081661" y="6321882"/>
            <a:ext cx="1115654" cy="369332"/>
            <a:chOff x="-1784387" y="1268381"/>
            <a:chExt cx="1703364" cy="357995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3216DA4-FC21-56F8-2F1E-CB8B88FDE08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DB063ED-5A6C-559F-0515-DD01C1AF0A0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EA1752E1-E5E7-800A-0A2A-D7B801D99011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D49D5705-3959-1A3D-0B63-B283CFEB44B9}"/>
              </a:ext>
            </a:extLst>
          </p:cNvPr>
          <p:cNvSpPr txBox="1"/>
          <p:nvPr/>
        </p:nvSpPr>
        <p:spPr>
          <a:xfrm>
            <a:off x="10399538" y="6336335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F681523-9D89-006C-528A-9D554D0CD977}"/>
              </a:ext>
            </a:extLst>
          </p:cNvPr>
          <p:cNvSpPr txBox="1"/>
          <p:nvPr/>
        </p:nvSpPr>
        <p:spPr>
          <a:xfrm>
            <a:off x="10793374" y="635111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BC490C37-0230-B7AC-44C0-A32EFD24DFF9}"/>
              </a:ext>
            </a:extLst>
          </p:cNvPr>
          <p:cNvCxnSpPr/>
          <p:nvPr/>
        </p:nvCxnSpPr>
        <p:spPr>
          <a:xfrm flipV="1">
            <a:off x="11471946" y="4200305"/>
            <a:ext cx="0" cy="1966593"/>
          </a:xfrm>
          <a:prstGeom prst="line">
            <a:avLst/>
          </a:prstGeom>
          <a:ln w="1905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06070DE7-2526-44BE-C824-97CF69B932B0}"/>
              </a:ext>
            </a:extLst>
          </p:cNvPr>
          <p:cNvCxnSpPr>
            <a:cxnSpLocks/>
          </p:cNvCxnSpPr>
          <p:nvPr/>
        </p:nvCxnSpPr>
        <p:spPr>
          <a:xfrm flipV="1">
            <a:off x="11890564" y="4200305"/>
            <a:ext cx="0" cy="1204386"/>
          </a:xfrm>
          <a:prstGeom prst="line">
            <a:avLst/>
          </a:prstGeom>
          <a:ln w="1905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B6F2B5C7-6E7A-F126-2FD0-329BC1B99784}"/>
              </a:ext>
            </a:extLst>
          </p:cNvPr>
          <p:cNvCxnSpPr>
            <a:cxnSpLocks/>
          </p:cNvCxnSpPr>
          <p:nvPr/>
        </p:nvCxnSpPr>
        <p:spPr>
          <a:xfrm>
            <a:off x="11471946" y="4145126"/>
            <a:ext cx="418618" cy="0"/>
          </a:xfrm>
          <a:prstGeom prst="line">
            <a:avLst/>
          </a:prstGeom>
          <a:ln w="1905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4EFFBB8E-566C-87F4-0FAC-68138460124C}"/>
              </a:ext>
            </a:extLst>
          </p:cNvPr>
          <p:cNvSpPr/>
          <p:nvPr/>
        </p:nvSpPr>
        <p:spPr>
          <a:xfrm>
            <a:off x="11584765" y="5465749"/>
            <a:ext cx="1068816" cy="36823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DS:[ 3,1 ]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0E99C4C-D11D-590A-BD1A-7A57B1539D4E}"/>
              </a:ext>
            </a:extLst>
          </p:cNvPr>
          <p:cNvGrpSpPr/>
          <p:nvPr/>
        </p:nvGrpSpPr>
        <p:grpSpPr>
          <a:xfrm>
            <a:off x="12173534" y="4182175"/>
            <a:ext cx="1061293" cy="369332"/>
            <a:chOff x="-1701390" y="1279051"/>
            <a:chExt cx="1620367" cy="35799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EFA9B83-9686-47ED-3AB8-D22F44FE98E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073F6C1-D150-B36F-4F32-ACF4E70B3B8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F7C3A28-5B89-46FB-A288-85158F831E32}"/>
                </a:ext>
              </a:extLst>
            </p:cNvPr>
            <p:cNvSpPr txBox="1"/>
            <p:nvPr/>
          </p:nvSpPr>
          <p:spPr>
            <a:xfrm>
              <a:off x="-1232263" y="127905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A85E36F4-87A4-9677-DA6A-EC0F1CCB98D3}"/>
              </a:ext>
            </a:extLst>
          </p:cNvPr>
          <p:cNvSpPr txBox="1"/>
          <p:nvPr/>
        </p:nvSpPr>
        <p:spPr>
          <a:xfrm>
            <a:off x="12808253" y="419429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369806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4EC81-93BC-55E6-D561-D0429384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FDD6F5-E0C8-786A-6454-56762A438004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70DDB5-4931-468C-AEC8-9D08A7CE364C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1E5167-1F0A-7FC8-A35D-C1356156430C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1C856854-BC46-81B9-BFC3-3721FC3C1FE1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18FC1F-30C0-02D5-2C7F-5DE8B719636E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703EF4D-1B8A-C102-D6AA-FEF76FFBA490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0E65D1-9DF4-84C4-6150-B848CA17F11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DAB7280-9A1D-C17B-DB56-DB493901E5A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3C4101F-7361-0321-AFE8-D1ABA73167F3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5A8E884-14BA-7577-C8A1-27AAD99A0806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6746579-5931-3237-25A9-A6649039446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0AF5C16-35C0-7B5E-C031-19C9FBF756CA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733C312-C8D3-792E-83E6-4C3247F3070A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3E23A3-F986-BD70-F002-E50C513AFCD1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06ECCB2-84CE-4002-5354-4D9C8E6CFB4E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8ABB5C-52AD-132F-956F-E75238802255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CB60FC1-1873-C114-6660-6D710E8DA783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3104845-7656-AB69-52E5-F9B54504C1FC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4BE33B4-EA4E-CB60-A90F-223FB658C41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A924B6-EFA0-8F73-5DC4-30EC1AB12C4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875CFED-1400-3281-A5A4-6120719509AE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D7D1D27-785C-E8ED-F787-ECB8D854CE9E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41013D6-EF91-ACEE-D79A-D2C37A10730D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BB9478B-703D-55D0-05BD-D115FC3C928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44017BA-60F3-4406-50B9-97807C78632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C62A86-E3F5-69A2-8CD7-7AAADAE7103E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30AAE5F-4AFB-D35B-DE2F-83F1F9550924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8F0A33E-0AE0-C8A0-2DCA-0581B6D73AA3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696F6D2-66C7-D96D-0C69-DC34926AD563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DD62E22-4603-ABE0-8DE3-287688638A22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C9BA762-B922-9D97-3015-A0DB8E27F126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38932C0-2922-6E9B-B394-BC9546B6A029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10CD6B9-F412-316E-79F2-D59318E91C4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0A605DF-8F0E-6D92-5264-856A1B7994F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2C7A57E-D9A8-E16C-99B5-380A3B1AFD1C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99743F13-42CF-DA5E-8C46-3576C0B58D0A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219DCB-EE51-B809-0C55-2F8431494E88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408A1BC-EC15-A67D-7C97-48759F949BAE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54F81F-671C-041F-56EC-5316DD3DDB6A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72E139-9A6F-6847-6C73-54158C07E82D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C95D9F-E532-B9A1-86CC-FF4A4E351E5A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6671E9-2E8D-4F2D-B5DF-27545D4A691D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DCC740-B675-E295-5428-7EF13AFD1E0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675189-9849-6868-A910-EF17CFD2A98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14B40C-D304-4DEE-4DCE-73C44872D4AB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4A046A9-9367-CDE8-EBEA-F56F691D7134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60F515-012F-AAF2-C754-6152AFEDE8C4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015AD7-9F5E-A04C-7BBC-F33F28E4E21E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2A2E061-6396-7CE1-59EF-321773C77219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C3607E-2C58-791F-026E-CB5BA2989858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50C788A-EEA7-3AAB-6CEC-3CB07EB1F72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551980C-A312-F3C6-154E-C028F6AE444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6C3C345-1421-3F0B-AFB0-3F8CADD6E42D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61AF7CD2-401E-CA90-00E9-009C3ED066FF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F3A40534-3D65-3174-0381-EF599DAC40BA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3F75F6-F9B1-F0E5-07FD-9035FD84F6FE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C348178-B9A8-7A06-9305-47221318FC40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424EFD5-F3CC-79C7-398E-C1C422CB548B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5918797-AFD8-52C0-7CC6-1FD40E6A3A1D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8CA20D0-EA54-1337-11BA-FD1E4073F39C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F7F5F77-4E64-247C-ABB7-C3D72992BB8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CBAC3D8-5CB1-0959-26C0-30DC7729BA9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63AB4E6-F1CC-1599-81A8-1BEDE69F2888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89B0F5C-4F8A-01BB-15C5-623B48852586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6E9AAA2-6CC6-2AD8-E02C-3BD4AB2E196A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6594CDD-BBB9-5B85-39F6-B7A72BE45308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FF42CBE-3F29-70B5-D3AA-3D85DED2CA0A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E95011B-9854-4591-BC16-AF0D99CA7AE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8982931-5377-630F-A484-9BD0E1C694A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AD3C723-11D6-3A94-33A9-492C12CC0FB6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E77DCDB0-0E8E-705E-C011-46AA245E5FB0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74428AC-2EED-54B9-D1F7-B1C07C1B34FD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DBF78108-C4CA-44A2-AAC1-ACE6EA795C5F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324AE95-6515-C5D7-E875-3D8F448E82B8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FD5845C-6F39-1D47-B018-95D36698EDF6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CC14581-25C2-76FF-601E-CE214ED37A25}"/>
              </a:ext>
            </a:extLst>
          </p:cNvPr>
          <p:cNvGrpSpPr/>
          <p:nvPr/>
        </p:nvGrpSpPr>
        <p:grpSpPr>
          <a:xfrm>
            <a:off x="3895853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886B427-2DF8-01A2-8ACE-0B178CF58BDD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AF0C890-7C6B-EDF1-100E-66FCA441A0AB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A924EB5-B5F7-05B2-DC4B-B75D66812858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61A94CEB-AE37-DCF8-8E4B-781047A4CC45}"/>
              </a:ext>
            </a:extLst>
          </p:cNvPr>
          <p:cNvSpPr txBox="1"/>
          <p:nvPr/>
        </p:nvSpPr>
        <p:spPr>
          <a:xfrm>
            <a:off x="424427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A8F6E9D-9754-3504-CFB5-2ED6ECAA6B02}"/>
              </a:ext>
            </a:extLst>
          </p:cNvPr>
          <p:cNvSpPr txBox="1"/>
          <p:nvPr/>
        </p:nvSpPr>
        <p:spPr>
          <a:xfrm>
            <a:off x="460534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47289E4-742E-259C-091D-CA899660CACD}"/>
              </a:ext>
            </a:extLst>
          </p:cNvPr>
          <p:cNvCxnSpPr>
            <a:cxnSpLocks/>
          </p:cNvCxnSpPr>
          <p:nvPr/>
        </p:nvCxnSpPr>
        <p:spPr>
          <a:xfrm>
            <a:off x="6497644" y="5164773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0025B7D3-55E5-4B9E-ECD5-686EF0993C7C}"/>
              </a:ext>
            </a:extLst>
          </p:cNvPr>
          <p:cNvSpPr/>
          <p:nvPr/>
        </p:nvSpPr>
        <p:spPr>
          <a:xfrm>
            <a:off x="6175138" y="5479574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E72D9AB-3E18-0498-8A4C-A7127948E58D}"/>
              </a:ext>
            </a:extLst>
          </p:cNvPr>
          <p:cNvSpPr/>
          <p:nvPr/>
        </p:nvSpPr>
        <p:spPr>
          <a:xfrm>
            <a:off x="5959753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DS:[ 2,3,1 ]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29AA261-06EA-C2A7-418B-108D050912D8}"/>
              </a:ext>
            </a:extLst>
          </p:cNvPr>
          <p:cNvCxnSpPr>
            <a:cxnSpLocks/>
          </p:cNvCxnSpPr>
          <p:nvPr/>
        </p:nvCxnSpPr>
        <p:spPr>
          <a:xfrm>
            <a:off x="6513465" y="597887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6E2CC56-E377-980C-CC7A-5532349CFE51}"/>
              </a:ext>
            </a:extLst>
          </p:cNvPr>
          <p:cNvGrpSpPr/>
          <p:nvPr/>
        </p:nvGrpSpPr>
        <p:grpSpPr>
          <a:xfrm>
            <a:off x="6073713" y="6702296"/>
            <a:ext cx="1115654" cy="369332"/>
            <a:chOff x="-1784387" y="1268381"/>
            <a:chExt cx="1703364" cy="35799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1BE555C-275E-7217-615A-1109EACEEBD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714B70C-249D-E198-5328-DB77FD825565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454CD15-AE8F-7770-4486-B9B784143A0A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F8C93E1B-ECC9-C254-F687-DEED8FC03DCA}"/>
              </a:ext>
            </a:extLst>
          </p:cNvPr>
          <p:cNvSpPr txBox="1"/>
          <p:nvPr/>
        </p:nvSpPr>
        <p:spPr>
          <a:xfrm>
            <a:off x="642213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3301EFE-A09E-64BD-8258-B2C809B5968D}"/>
              </a:ext>
            </a:extLst>
          </p:cNvPr>
          <p:cNvSpPr txBox="1"/>
          <p:nvPr/>
        </p:nvSpPr>
        <p:spPr>
          <a:xfrm>
            <a:off x="678320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4E8A5B16-46CC-FC64-CD88-150DA547CA42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641270" cy="118511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447C9FC-349C-5C1A-3CAE-5CF118A6E57E}"/>
              </a:ext>
            </a:extLst>
          </p:cNvPr>
          <p:cNvSpPr/>
          <p:nvPr/>
        </p:nvSpPr>
        <p:spPr>
          <a:xfrm>
            <a:off x="10884340" y="1712495"/>
            <a:ext cx="1185353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DS:[ 3 ]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B845D68F-F559-5437-92BF-99EE9A4104C1}"/>
              </a:ext>
            </a:extLst>
          </p:cNvPr>
          <p:cNvCxnSpPr>
            <a:cxnSpLocks/>
          </p:cNvCxnSpPr>
          <p:nvPr/>
        </p:nvCxnSpPr>
        <p:spPr>
          <a:xfrm rot="5400000">
            <a:off x="10521368" y="2275619"/>
            <a:ext cx="544012" cy="464588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DBD30076-8AE4-4055-2221-8F6FD98D33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982930" y="2229175"/>
            <a:ext cx="544013" cy="516719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6BDF35E1-332D-2893-A3CB-2815421157B0}"/>
              </a:ext>
            </a:extLst>
          </p:cNvPr>
          <p:cNvSpPr/>
          <p:nvPr/>
        </p:nvSpPr>
        <p:spPr>
          <a:xfrm>
            <a:off x="10187066" y="28965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15C435DD-EFF4-E621-1821-140BC77F2A13}"/>
              </a:ext>
            </a:extLst>
          </p:cNvPr>
          <p:cNvSpPr/>
          <p:nvPr/>
        </p:nvSpPr>
        <p:spPr>
          <a:xfrm>
            <a:off x="12119173" y="28700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3BA6BBC-FE7C-469F-F869-0786650BB345}"/>
              </a:ext>
            </a:extLst>
          </p:cNvPr>
          <p:cNvCxnSpPr>
            <a:cxnSpLocks/>
          </p:cNvCxnSpPr>
          <p:nvPr/>
        </p:nvCxnSpPr>
        <p:spPr>
          <a:xfrm>
            <a:off x="10561080" y="3390370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59F851F-B1BE-C508-36A4-C9A44FA93730}"/>
              </a:ext>
            </a:extLst>
          </p:cNvPr>
          <p:cNvCxnSpPr>
            <a:cxnSpLocks/>
          </p:cNvCxnSpPr>
          <p:nvPr/>
        </p:nvCxnSpPr>
        <p:spPr>
          <a:xfrm>
            <a:off x="12591404" y="3371751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CF080CA9-DDA0-B9E8-A8A9-46897FEA48E5}"/>
              </a:ext>
            </a:extLst>
          </p:cNvPr>
          <p:cNvSpPr/>
          <p:nvPr/>
        </p:nvSpPr>
        <p:spPr>
          <a:xfrm>
            <a:off x="10095216" y="3795204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DS:[ 3,1 ]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82675C7D-02A7-4341-DAEA-A948F2032C82}"/>
              </a:ext>
            </a:extLst>
          </p:cNvPr>
          <p:cNvSpPr/>
          <p:nvPr/>
        </p:nvSpPr>
        <p:spPr>
          <a:xfrm>
            <a:off x="12135920" y="3799906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DS:[ 3,2 ]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F13E2BB-83A2-D1E8-0058-B58505CE50CC}"/>
              </a:ext>
            </a:extLst>
          </p:cNvPr>
          <p:cNvGrpSpPr/>
          <p:nvPr/>
        </p:nvGrpSpPr>
        <p:grpSpPr>
          <a:xfrm>
            <a:off x="10048378" y="4161808"/>
            <a:ext cx="1115654" cy="369332"/>
            <a:chOff x="-1784387" y="1268381"/>
            <a:chExt cx="1703364" cy="357995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B8AB223-1D76-17EC-3A92-13C5D1D469E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4DA4A3A-B472-57FE-ACFB-230FC76D039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2D1AB70-7E8C-D5AA-4479-E0F049B18B6C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DFB2E93-2F90-835B-A146-0C4554A05C2D}"/>
              </a:ext>
            </a:extLst>
          </p:cNvPr>
          <p:cNvGrpSpPr/>
          <p:nvPr/>
        </p:nvGrpSpPr>
        <p:grpSpPr>
          <a:xfrm>
            <a:off x="10634569" y="1276951"/>
            <a:ext cx="1650021" cy="369332"/>
            <a:chOff x="-1701390" y="1282923"/>
            <a:chExt cx="1650021" cy="369332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E31C2494-AD2B-5A0E-DB57-15997402B1D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BF474722-6E54-8C4F-8E62-93E02A855D9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EFDBC46-1616-CCBE-C3FF-15C2D5770230}"/>
                </a:ext>
              </a:extLst>
            </p:cNvPr>
            <p:cNvSpPr txBox="1"/>
            <p:nvPr/>
          </p:nvSpPr>
          <p:spPr>
            <a:xfrm>
              <a:off x="-567406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51FE162D-ED38-99F5-7478-302385CAD9BC}"/>
              </a:ext>
            </a:extLst>
          </p:cNvPr>
          <p:cNvSpPr txBox="1"/>
          <p:nvPr/>
        </p:nvSpPr>
        <p:spPr>
          <a:xfrm>
            <a:off x="10722798" y="418709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C0FE6B8-B19C-2C2F-821C-12C17E891422}"/>
              </a:ext>
            </a:extLst>
          </p:cNvPr>
          <p:cNvCxnSpPr>
            <a:cxnSpLocks/>
          </p:cNvCxnSpPr>
          <p:nvPr/>
        </p:nvCxnSpPr>
        <p:spPr>
          <a:xfrm>
            <a:off x="10561080" y="4586772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1D80C439-5F11-A6DD-FF43-909D4E164D12}"/>
              </a:ext>
            </a:extLst>
          </p:cNvPr>
          <p:cNvSpPr/>
          <p:nvPr/>
        </p:nvSpPr>
        <p:spPr>
          <a:xfrm>
            <a:off x="10191073" y="4987575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A3657CB-4A57-F7D0-6AAB-137E80C788F1}"/>
              </a:ext>
            </a:extLst>
          </p:cNvPr>
          <p:cNvCxnSpPr>
            <a:cxnSpLocks/>
          </p:cNvCxnSpPr>
          <p:nvPr/>
        </p:nvCxnSpPr>
        <p:spPr>
          <a:xfrm>
            <a:off x="10613372" y="5493661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BE4D2A52-7EE4-C5DE-270A-96A761C85657}"/>
              </a:ext>
            </a:extLst>
          </p:cNvPr>
          <p:cNvSpPr/>
          <p:nvPr/>
        </p:nvSpPr>
        <p:spPr>
          <a:xfrm>
            <a:off x="10039899" y="5910777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DS:[3,1,2]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1C22B96-2782-9661-4BDB-B8DAB6E24F43}"/>
              </a:ext>
            </a:extLst>
          </p:cNvPr>
          <p:cNvGrpSpPr/>
          <p:nvPr/>
        </p:nvGrpSpPr>
        <p:grpSpPr>
          <a:xfrm>
            <a:off x="10081661" y="6321882"/>
            <a:ext cx="1115654" cy="369332"/>
            <a:chOff x="-1784387" y="1268381"/>
            <a:chExt cx="1703364" cy="357995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A856957-F032-5DA3-0760-A8F487FA11A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08BD2EC3-4DA0-8117-FA34-9E57C9F318E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10E42BA-7911-02C2-F2D2-2DB560165882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DB3AD038-8A22-B4EA-3A77-D485FEE2E211}"/>
              </a:ext>
            </a:extLst>
          </p:cNvPr>
          <p:cNvSpPr txBox="1"/>
          <p:nvPr/>
        </p:nvSpPr>
        <p:spPr>
          <a:xfrm>
            <a:off x="10399538" y="6336335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9896449-237F-1943-1AB7-0F48C362CEF9}"/>
              </a:ext>
            </a:extLst>
          </p:cNvPr>
          <p:cNvSpPr txBox="1"/>
          <p:nvPr/>
        </p:nvSpPr>
        <p:spPr>
          <a:xfrm>
            <a:off x="10793374" y="635111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918158D-85C6-A301-FC79-A0938EB8B6F0}"/>
              </a:ext>
            </a:extLst>
          </p:cNvPr>
          <p:cNvGrpSpPr/>
          <p:nvPr/>
        </p:nvGrpSpPr>
        <p:grpSpPr>
          <a:xfrm>
            <a:off x="12173534" y="4182175"/>
            <a:ext cx="1061293" cy="369332"/>
            <a:chOff x="-1701390" y="1279051"/>
            <a:chExt cx="1620367" cy="35799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4F3C23C-E90E-4707-2517-4316D4B0D940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29D6405-FF5E-031C-1206-AD5922772F54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438246F-8659-DE8C-EE22-A4C0EFB9C726}"/>
                </a:ext>
              </a:extLst>
            </p:cNvPr>
            <p:cNvSpPr txBox="1"/>
            <p:nvPr/>
          </p:nvSpPr>
          <p:spPr>
            <a:xfrm>
              <a:off x="-1232263" y="127905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8561FF25-9A69-763D-D33C-D988FFB464DA}"/>
              </a:ext>
            </a:extLst>
          </p:cNvPr>
          <p:cNvSpPr txBox="1"/>
          <p:nvPr/>
        </p:nvSpPr>
        <p:spPr>
          <a:xfrm>
            <a:off x="12808253" y="419429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8214AC0D-66F6-87EE-608F-85A2F1AF024C}"/>
              </a:ext>
            </a:extLst>
          </p:cNvPr>
          <p:cNvCxnSpPr>
            <a:cxnSpLocks/>
          </p:cNvCxnSpPr>
          <p:nvPr/>
        </p:nvCxnSpPr>
        <p:spPr>
          <a:xfrm>
            <a:off x="12591404" y="4586772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224E96B6-1C52-3939-6327-3C8E13723B53}"/>
              </a:ext>
            </a:extLst>
          </p:cNvPr>
          <p:cNvSpPr/>
          <p:nvPr/>
        </p:nvSpPr>
        <p:spPr>
          <a:xfrm>
            <a:off x="12135920" y="5016297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5418080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86F77-A5D2-F513-1E7C-8EC526511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FCF8C0-4E39-5C9C-E578-2CA320E07063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E91F23-A073-D043-B757-8A1D6A0C6586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1E94FE-7B4F-24EC-20F3-B779CC3BF77E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75F20478-9706-FAC8-ED14-60659C9FB4D3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9B39B9-AE6E-B7AD-7E27-7ABBBC160EBF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FB201D3-B91E-06C3-7EA7-A5EAE014516C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EBC02A9-3720-17F6-346B-67C6129F9EC0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3F1EF2B-9C33-2D08-4153-161AADAECE1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52EB47-AB0F-BC02-618B-D7C99A6DC592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644ED90-E214-12A3-3A14-EC08DDBE5943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98B5AB6-5121-E5D1-E35F-102478FF85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1743725-FC32-4BEF-FCED-29BB50715575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21208F1-5FAC-3195-AEEE-8FBAF7D764A0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D12D58E-01AC-06C0-A705-FA083279805D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6407E9D-A0AE-3522-7232-624E2C2162B1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A82F9FA-08E5-8EAB-6C97-4A4341C65E7F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50FBB7C-87DE-753E-3C5F-E76149F7ACF2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7743C35-C0F3-8BB2-091E-C797735E4FB9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C471E3-DF82-3206-ED3C-93A14268EF9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C7FDA7C-EE15-5B79-51D3-994280DA2C4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7999F90-068D-C104-1D0E-D75D70FB4B18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2C060A0-9441-8FBB-5AFC-AF5868117A24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CD81C33-5936-51D1-7DB2-FECC0C3B2DF2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3E4E53D-A881-CF72-0F4B-130FC3F4DE6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430C270-C9C2-12CE-E726-0DCE2752A8C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713D93F-EDD6-EC93-A22F-EC2676549716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32DCE86-FDEA-3DA3-B720-5769C37DF99E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5BAB7A9-7245-D023-2E3D-E63E18B4555D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9FA2695-BF27-5287-B36A-B953445A90AC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D1245E7-6183-93FF-9962-3B4B456416D7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2E586B0-C473-A898-0CF9-0AB71480D8DA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99C285D-FD63-6D8A-0CBC-BE8353EE5FBA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9E5AA9B-8B42-DFBA-4A89-AF3C4EC39C4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CA3BFCE-CEB5-E051-1507-0ECB6C6ECC5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4E04F1E-A695-CDBB-72E1-FF05E121C2D7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38E6090-73CD-5789-FFCD-D423CBE198A7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09B6FF-1B88-4052-1A43-2CC4AEE3987F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F199F8C-FAA3-77CD-5BEC-BF99E1729E3A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00D894-E0EB-318B-52A3-718B221B688A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71BFFB-42DA-7207-10AA-26BEAB45C42B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A8E089-5BAC-6E90-39E4-5CA78030E1C5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B8E3847-0D15-8A74-1F37-4206279BAA7E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0734697-724D-4178-CF50-BF86639E880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4E0C6D0-C469-508E-B424-627889688A1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9D5197E-BBB4-2D65-4951-3F97D92CAEB6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CBC094F-0576-B15D-0034-7049B585EA44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3117AB-B8FC-5B17-5BFA-5842A8124F7D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70954C-8DB9-E749-8493-F5D2FD709B24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39D32AA-D5CE-E1D3-B88A-3622CE6C36A1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559CAD-F89C-15BA-AD45-489E519865A7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0E0FB34-FAC7-F589-17D3-3DE70E758DD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0FD2BA9-AC70-DDC6-6171-888FFFF8B2B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FF87719-4D6E-2261-16C6-D0070A6E4F35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F96B16CD-25B8-0697-C2E0-903FC0013777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C5AFCBF-DE12-80F5-48DD-12F0523E4AD0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8C8F1D-F205-D5C6-3BAE-9E9F6CBBFB91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F381CA5-0309-6E1D-FEC6-AD0D3CB742F8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98201E2-DEE8-7181-C273-44B2AB31D2D6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67066FF-9E95-C9A8-4D03-88CF3F656C80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C0ADAEF-024D-0BB8-1A5E-33D7EB06AD6C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1561256-BEBA-E1DE-E93E-20EABA8E88D1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DF3B76A-A402-A8EE-6424-5883E42F983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E7C58A3-69DA-8D7F-BFF7-97AA34E1C4F0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798575B6-0501-07C8-B8A5-0784DAD1AEF0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24F8E62-8FF7-F5FD-96D8-64545E924D3E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E89AB2A-E818-C4CB-EEA2-ECBEB03FB622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DD50380-22A7-EE34-1C27-5BB53C563DAC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DD6FF08-F768-3337-FB30-48ABC81B1AB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59154A0-60BB-086E-0DFA-8787078A8D93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8E54DB6-314A-C71A-EAE9-B41162A6530D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411C4909-AD18-9DC2-C4D2-21FE959DC3F2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3EE5751-1A90-161B-44AF-0792D4215E4D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C87DB174-F9D2-2E4C-7CD3-ED9C3E347311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9C2AFA2-6C00-C7E3-790F-9A112E34FCA3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14C22B1D-D67D-673F-DE69-35DC3B7F9C2C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CCA06A9-175B-77DF-626A-4D7FCD102A59}"/>
              </a:ext>
            </a:extLst>
          </p:cNvPr>
          <p:cNvGrpSpPr/>
          <p:nvPr/>
        </p:nvGrpSpPr>
        <p:grpSpPr>
          <a:xfrm>
            <a:off x="3895853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2F0AE71-DEAF-6EC9-4E0C-58476B3DBDD4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6B281AB-346A-A053-9766-82351135E06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EB326E6-C3B1-4717-ABC1-B0C50D45558A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92C6FA86-F65D-C058-9D04-15798F96FA76}"/>
              </a:ext>
            </a:extLst>
          </p:cNvPr>
          <p:cNvSpPr txBox="1"/>
          <p:nvPr/>
        </p:nvSpPr>
        <p:spPr>
          <a:xfrm>
            <a:off x="424427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C7B03EE-70F7-6869-FD8E-5AA86C206489}"/>
              </a:ext>
            </a:extLst>
          </p:cNvPr>
          <p:cNvSpPr txBox="1"/>
          <p:nvPr/>
        </p:nvSpPr>
        <p:spPr>
          <a:xfrm>
            <a:off x="460534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06431E1-9F87-F1F7-55B0-1290095E054A}"/>
              </a:ext>
            </a:extLst>
          </p:cNvPr>
          <p:cNvCxnSpPr>
            <a:cxnSpLocks/>
          </p:cNvCxnSpPr>
          <p:nvPr/>
        </p:nvCxnSpPr>
        <p:spPr>
          <a:xfrm>
            <a:off x="6497644" y="5164773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A0B9734-69DD-E684-934B-AB603AC5D201}"/>
              </a:ext>
            </a:extLst>
          </p:cNvPr>
          <p:cNvSpPr/>
          <p:nvPr/>
        </p:nvSpPr>
        <p:spPr>
          <a:xfrm>
            <a:off x="6175138" y="5479574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8D051B31-87B8-FB78-5EF2-2BC8FB27AA32}"/>
              </a:ext>
            </a:extLst>
          </p:cNvPr>
          <p:cNvSpPr/>
          <p:nvPr/>
        </p:nvSpPr>
        <p:spPr>
          <a:xfrm>
            <a:off x="5959753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DS:[ 2,3,1 ]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09E27A9-2C14-69B1-9F7B-FFC54EB078D5}"/>
              </a:ext>
            </a:extLst>
          </p:cNvPr>
          <p:cNvCxnSpPr>
            <a:cxnSpLocks/>
          </p:cNvCxnSpPr>
          <p:nvPr/>
        </p:nvCxnSpPr>
        <p:spPr>
          <a:xfrm>
            <a:off x="6513465" y="597887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9BCBD2C-715C-AFAB-26B7-6AA6BBA8190A}"/>
              </a:ext>
            </a:extLst>
          </p:cNvPr>
          <p:cNvGrpSpPr/>
          <p:nvPr/>
        </p:nvGrpSpPr>
        <p:grpSpPr>
          <a:xfrm>
            <a:off x="6073713" y="6702296"/>
            <a:ext cx="1115654" cy="369332"/>
            <a:chOff x="-1784387" y="1268381"/>
            <a:chExt cx="1703364" cy="35799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3265A67-58AE-7948-67F4-2E753214B13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D99A732-84AE-D325-8CDB-A3E1210EE533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327344A-B59E-3EF1-8973-C03DE14431DC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E8A71C4F-372B-5654-89D5-2B1662A9F88C}"/>
              </a:ext>
            </a:extLst>
          </p:cNvPr>
          <p:cNvSpPr txBox="1"/>
          <p:nvPr/>
        </p:nvSpPr>
        <p:spPr>
          <a:xfrm>
            <a:off x="642213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549E6D5-5FA9-9E1A-2D84-FE22A18E7642}"/>
              </a:ext>
            </a:extLst>
          </p:cNvPr>
          <p:cNvSpPr txBox="1"/>
          <p:nvPr/>
        </p:nvSpPr>
        <p:spPr>
          <a:xfrm>
            <a:off x="678320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4EA81A1B-7E1D-02C1-7E97-53736525BF83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641270" cy="118511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9451AC32-811E-A91C-6177-2683012E66B6}"/>
              </a:ext>
            </a:extLst>
          </p:cNvPr>
          <p:cNvSpPr/>
          <p:nvPr/>
        </p:nvSpPr>
        <p:spPr>
          <a:xfrm>
            <a:off x="10884340" y="1712495"/>
            <a:ext cx="1185353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DS:[ 3 ]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1D953F38-C984-0D17-37D7-68DF58E3A156}"/>
              </a:ext>
            </a:extLst>
          </p:cNvPr>
          <p:cNvCxnSpPr>
            <a:cxnSpLocks/>
          </p:cNvCxnSpPr>
          <p:nvPr/>
        </p:nvCxnSpPr>
        <p:spPr>
          <a:xfrm rot="5400000">
            <a:off x="10521368" y="2275619"/>
            <a:ext cx="544012" cy="464588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0820B965-3706-FF5D-B9E2-5A9B8E6B50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982930" y="2229175"/>
            <a:ext cx="544013" cy="516719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9851254D-404A-A8C5-99A9-CB053C19FDB5}"/>
              </a:ext>
            </a:extLst>
          </p:cNvPr>
          <p:cNvSpPr/>
          <p:nvPr/>
        </p:nvSpPr>
        <p:spPr>
          <a:xfrm>
            <a:off x="10187066" y="28965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BDD09768-A8BD-9E17-D0FA-12A33AA4FF4F}"/>
              </a:ext>
            </a:extLst>
          </p:cNvPr>
          <p:cNvSpPr/>
          <p:nvPr/>
        </p:nvSpPr>
        <p:spPr>
          <a:xfrm>
            <a:off x="12119173" y="28700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09BE98D-EDA1-12FF-ADDD-26E403C7ED1B}"/>
              </a:ext>
            </a:extLst>
          </p:cNvPr>
          <p:cNvCxnSpPr>
            <a:cxnSpLocks/>
          </p:cNvCxnSpPr>
          <p:nvPr/>
        </p:nvCxnSpPr>
        <p:spPr>
          <a:xfrm>
            <a:off x="10561080" y="3390370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F22D426-0FAB-7427-BCC1-B42DF25C967B}"/>
              </a:ext>
            </a:extLst>
          </p:cNvPr>
          <p:cNvCxnSpPr>
            <a:cxnSpLocks/>
          </p:cNvCxnSpPr>
          <p:nvPr/>
        </p:nvCxnSpPr>
        <p:spPr>
          <a:xfrm>
            <a:off x="12591404" y="3371751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F39C8831-8F55-A662-2E49-D8B3D77EF92A}"/>
              </a:ext>
            </a:extLst>
          </p:cNvPr>
          <p:cNvSpPr/>
          <p:nvPr/>
        </p:nvSpPr>
        <p:spPr>
          <a:xfrm>
            <a:off x="10095216" y="3795204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DS:[ 3,1 ]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F70B0DA3-D7ED-ACAF-A0E2-CEE2AEE26C3F}"/>
              </a:ext>
            </a:extLst>
          </p:cNvPr>
          <p:cNvSpPr/>
          <p:nvPr/>
        </p:nvSpPr>
        <p:spPr>
          <a:xfrm>
            <a:off x="12135920" y="3799906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DS:[ 3,2 ]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302ED0E-4821-727A-B915-FDD3C2621C78}"/>
              </a:ext>
            </a:extLst>
          </p:cNvPr>
          <p:cNvGrpSpPr/>
          <p:nvPr/>
        </p:nvGrpSpPr>
        <p:grpSpPr>
          <a:xfrm>
            <a:off x="10048378" y="4161808"/>
            <a:ext cx="1115654" cy="369332"/>
            <a:chOff x="-1784387" y="1268381"/>
            <a:chExt cx="1703364" cy="357995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252E90C-2394-C94A-9FEC-29EBA48ECD2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7AAFB58D-FF3E-15A3-5AF5-2EB8D7DBB93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1652DB6-A4C6-5C17-0875-26E75E7D3C5E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82B52C7-09F6-B6E7-4B46-09013F6DC59D}"/>
              </a:ext>
            </a:extLst>
          </p:cNvPr>
          <p:cNvGrpSpPr/>
          <p:nvPr/>
        </p:nvGrpSpPr>
        <p:grpSpPr>
          <a:xfrm>
            <a:off x="10634569" y="1276951"/>
            <a:ext cx="1650021" cy="369332"/>
            <a:chOff x="-1701390" y="1282923"/>
            <a:chExt cx="1650021" cy="369332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14A8F157-C40A-70DC-90FA-245C41EC80D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C4B0830-F6AA-36FB-92E4-A5E421F01D0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270FDBB-A242-67EC-190A-87876EAF7881}"/>
                </a:ext>
              </a:extLst>
            </p:cNvPr>
            <p:cNvSpPr txBox="1"/>
            <p:nvPr/>
          </p:nvSpPr>
          <p:spPr>
            <a:xfrm>
              <a:off x="-567406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90D55ECF-3614-8160-45A4-0CD1CBA2CA16}"/>
              </a:ext>
            </a:extLst>
          </p:cNvPr>
          <p:cNvSpPr txBox="1"/>
          <p:nvPr/>
        </p:nvSpPr>
        <p:spPr>
          <a:xfrm>
            <a:off x="10722798" y="418709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88797F4-FD2F-0004-D816-34F007866C92}"/>
              </a:ext>
            </a:extLst>
          </p:cNvPr>
          <p:cNvCxnSpPr>
            <a:cxnSpLocks/>
          </p:cNvCxnSpPr>
          <p:nvPr/>
        </p:nvCxnSpPr>
        <p:spPr>
          <a:xfrm>
            <a:off x="10561080" y="4586772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A6F52416-792D-E4E9-108C-4C58F7172A2E}"/>
              </a:ext>
            </a:extLst>
          </p:cNvPr>
          <p:cNvSpPr/>
          <p:nvPr/>
        </p:nvSpPr>
        <p:spPr>
          <a:xfrm>
            <a:off x="10191073" y="4987575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AEC7A763-99E9-8B03-3A21-E10D7E68ACFE}"/>
              </a:ext>
            </a:extLst>
          </p:cNvPr>
          <p:cNvCxnSpPr>
            <a:cxnSpLocks/>
          </p:cNvCxnSpPr>
          <p:nvPr/>
        </p:nvCxnSpPr>
        <p:spPr>
          <a:xfrm>
            <a:off x="10613372" y="5493661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60625FEB-2923-F6E9-0EDD-08F0DB2F42A5}"/>
              </a:ext>
            </a:extLst>
          </p:cNvPr>
          <p:cNvSpPr/>
          <p:nvPr/>
        </p:nvSpPr>
        <p:spPr>
          <a:xfrm>
            <a:off x="10039899" y="5910777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DS:[3,1,2]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C6C89BC-5F41-778D-9EEB-810FBBD89AEB}"/>
              </a:ext>
            </a:extLst>
          </p:cNvPr>
          <p:cNvGrpSpPr/>
          <p:nvPr/>
        </p:nvGrpSpPr>
        <p:grpSpPr>
          <a:xfrm>
            <a:off x="10081661" y="6321882"/>
            <a:ext cx="1115654" cy="369332"/>
            <a:chOff x="-1784387" y="1268381"/>
            <a:chExt cx="1703364" cy="357995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9A897E2-A764-10C5-8A99-D111C255778D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F02080B-6778-4DBC-08C5-41B1091B888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82F6093-B3B5-CE2F-B07A-087921B730C2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41CBC911-B2C7-748E-E62A-D3BE53426A4C}"/>
              </a:ext>
            </a:extLst>
          </p:cNvPr>
          <p:cNvSpPr txBox="1"/>
          <p:nvPr/>
        </p:nvSpPr>
        <p:spPr>
          <a:xfrm>
            <a:off x="10399538" y="6336335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3C6E760-9C41-3271-74EB-C009E9A8691B}"/>
              </a:ext>
            </a:extLst>
          </p:cNvPr>
          <p:cNvSpPr txBox="1"/>
          <p:nvPr/>
        </p:nvSpPr>
        <p:spPr>
          <a:xfrm>
            <a:off x="10793374" y="635111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359858A-8CB2-70FD-EE37-F435E5796BC4}"/>
              </a:ext>
            </a:extLst>
          </p:cNvPr>
          <p:cNvGrpSpPr/>
          <p:nvPr/>
        </p:nvGrpSpPr>
        <p:grpSpPr>
          <a:xfrm>
            <a:off x="12173534" y="4182175"/>
            <a:ext cx="1061293" cy="369332"/>
            <a:chOff x="-1701390" y="1279051"/>
            <a:chExt cx="1620367" cy="35799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5850940-983E-1D89-0A5B-C4E6EADFB90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0D9377F-054D-1CDD-3DE5-BFE140B32CA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DDF4FD1-6C56-087B-6F90-CCA703E3B3FD}"/>
                </a:ext>
              </a:extLst>
            </p:cNvPr>
            <p:cNvSpPr txBox="1"/>
            <p:nvPr/>
          </p:nvSpPr>
          <p:spPr>
            <a:xfrm>
              <a:off x="-1232263" y="127905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17CD5233-ADAE-C6A8-2B65-6EAF05D8D4A1}"/>
              </a:ext>
            </a:extLst>
          </p:cNvPr>
          <p:cNvSpPr txBox="1"/>
          <p:nvPr/>
        </p:nvSpPr>
        <p:spPr>
          <a:xfrm>
            <a:off x="12808253" y="419429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AABCABC-28D7-339B-83C7-851264E9E1F2}"/>
              </a:ext>
            </a:extLst>
          </p:cNvPr>
          <p:cNvCxnSpPr>
            <a:cxnSpLocks/>
          </p:cNvCxnSpPr>
          <p:nvPr/>
        </p:nvCxnSpPr>
        <p:spPr>
          <a:xfrm>
            <a:off x="12591404" y="4586772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138CBF70-3861-776C-3881-37A0597B55F5}"/>
              </a:ext>
            </a:extLst>
          </p:cNvPr>
          <p:cNvSpPr/>
          <p:nvPr/>
        </p:nvSpPr>
        <p:spPr>
          <a:xfrm>
            <a:off x="12135920" y="5016297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[1]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E72FB2B5-AA5C-CCB8-6D36-D21712FBE9E8}"/>
              </a:ext>
            </a:extLst>
          </p:cNvPr>
          <p:cNvCxnSpPr>
            <a:cxnSpLocks/>
          </p:cNvCxnSpPr>
          <p:nvPr/>
        </p:nvCxnSpPr>
        <p:spPr>
          <a:xfrm>
            <a:off x="12513296" y="5524059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05426CBA-10B5-D2F2-488F-9D4E80DD30F8}"/>
              </a:ext>
            </a:extLst>
          </p:cNvPr>
          <p:cNvSpPr/>
          <p:nvPr/>
        </p:nvSpPr>
        <p:spPr>
          <a:xfrm>
            <a:off x="12032434" y="5942926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DS:[3,2,1]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5B17F02-4899-B1BA-425B-3D73366EA927}"/>
              </a:ext>
            </a:extLst>
          </p:cNvPr>
          <p:cNvGrpSpPr/>
          <p:nvPr/>
        </p:nvGrpSpPr>
        <p:grpSpPr>
          <a:xfrm>
            <a:off x="12119173" y="6360460"/>
            <a:ext cx="1115654" cy="369332"/>
            <a:chOff x="-1784387" y="1268381"/>
            <a:chExt cx="1703364" cy="357995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C1B9E5D-F620-5B28-1AA1-051FA64C750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1FA57FE-A500-0271-B8BA-285ECA4A46E9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963F8CB5-C7A5-EBBE-C32B-5E2DC36DCF94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BCA07878-C27B-2F09-AD1D-71F6FBDB5DEF}"/>
              </a:ext>
            </a:extLst>
          </p:cNvPr>
          <p:cNvSpPr txBox="1"/>
          <p:nvPr/>
        </p:nvSpPr>
        <p:spPr>
          <a:xfrm>
            <a:off x="12446114" y="636171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677309F-B325-84A6-CD86-3D571BE39830}"/>
              </a:ext>
            </a:extLst>
          </p:cNvPr>
          <p:cNvSpPr txBox="1"/>
          <p:nvPr/>
        </p:nvSpPr>
        <p:spPr>
          <a:xfrm>
            <a:off x="1281627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506407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6188-341D-1652-76CA-752A479EA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BA68B8-5E1C-5E59-0457-0CDD1FF46FBD}"/>
              </a:ext>
            </a:extLst>
          </p:cNvPr>
          <p:cNvSpPr/>
          <p:nvPr/>
        </p:nvSpPr>
        <p:spPr>
          <a:xfrm>
            <a:off x="-2303361" y="-619760"/>
            <a:ext cx="17558794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448E0A-733A-E125-3F5C-F4FE1A11F654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BD648A-C9EF-96D1-AE43-BE633B9791B5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60ADE700-DDC9-1245-E7CA-7D2E7233E3F2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808" y="852678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AB768C-5880-919A-2ED2-FF65DEE2CEBE}"/>
              </a:ext>
            </a:extLst>
          </p:cNvPr>
          <p:cNvSpPr/>
          <p:nvPr/>
        </p:nvSpPr>
        <p:spPr>
          <a:xfrm>
            <a:off x="-1454858" y="1712495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59EFF40-8DF4-B301-3998-B4C8814B416C}"/>
              </a:ext>
            </a:extLst>
          </p:cNvPr>
          <p:cNvGrpSpPr/>
          <p:nvPr/>
        </p:nvGrpSpPr>
        <p:grpSpPr>
          <a:xfrm>
            <a:off x="-1712876" y="1291355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CC36AB-FF67-8574-9D4B-3AFF0D92EA4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57FBF1-0EB2-7CCC-1002-6C5BAB1CA8BF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C2D1607-33A0-4E6F-EDC4-66B8EFA6AEAC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F023E49-D6A8-04FB-08BE-FD9F8D21E48F}"/>
              </a:ext>
            </a:extLst>
          </p:cNvPr>
          <p:cNvCxnSpPr>
            <a:cxnSpLocks/>
          </p:cNvCxnSpPr>
          <p:nvPr/>
        </p:nvCxnSpPr>
        <p:spPr>
          <a:xfrm rot="5400000">
            <a:off x="-1752590" y="2261214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8C0E7E67-57E0-C88D-C8D9-F50EAF00A7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7278" y="2745092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7484503-4945-714E-80CA-5D9A31DE558E}"/>
              </a:ext>
            </a:extLst>
          </p:cNvPr>
          <p:cNvSpPr/>
          <p:nvPr/>
        </p:nvSpPr>
        <p:spPr>
          <a:xfrm>
            <a:off x="-2052665" y="28335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876D2E0-F839-1157-18DE-5E9E91FB4D36}"/>
              </a:ext>
            </a:extLst>
          </p:cNvPr>
          <p:cNvSpPr/>
          <p:nvPr/>
        </p:nvSpPr>
        <p:spPr>
          <a:xfrm>
            <a:off x="-274268" y="2870066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067F2C-30A6-7CFF-DBBB-4CC90972D3FC}"/>
              </a:ext>
            </a:extLst>
          </p:cNvPr>
          <p:cNvCxnSpPr>
            <a:cxnSpLocks/>
          </p:cNvCxnSpPr>
          <p:nvPr/>
        </p:nvCxnSpPr>
        <p:spPr>
          <a:xfrm>
            <a:off x="-1689640" y="332726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D9F3F55-4429-BC73-329F-3BD0AF952BE0}"/>
              </a:ext>
            </a:extLst>
          </p:cNvPr>
          <p:cNvSpPr/>
          <p:nvPr/>
        </p:nvSpPr>
        <p:spPr>
          <a:xfrm>
            <a:off x="-2052665" y="3727048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10974A5-C795-25B5-05DD-42A21538DB79}"/>
              </a:ext>
            </a:extLst>
          </p:cNvPr>
          <p:cNvCxnSpPr>
            <a:cxnSpLocks/>
          </p:cNvCxnSpPr>
          <p:nvPr/>
        </p:nvCxnSpPr>
        <p:spPr>
          <a:xfrm>
            <a:off x="185195" y="335881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9643211-941F-8753-578F-CB8C5DED02BD}"/>
              </a:ext>
            </a:extLst>
          </p:cNvPr>
          <p:cNvSpPr/>
          <p:nvPr/>
        </p:nvSpPr>
        <p:spPr>
          <a:xfrm>
            <a:off x="-234809" y="3758600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E5A9139-B538-ABE3-BDF1-EAC5D8A2A9D9}"/>
              </a:ext>
            </a:extLst>
          </p:cNvPr>
          <p:cNvGrpSpPr/>
          <p:nvPr/>
        </p:nvGrpSpPr>
        <p:grpSpPr>
          <a:xfrm>
            <a:off x="-2082800" y="4126830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AAED79C-4F75-6BD6-9247-3D262919E05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4473307-0F7A-53B9-CB26-13045BC92F22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229DD4D-03B9-5B84-0A19-0424D3EE084F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E39B035-BCBF-4C52-1D0D-A3A171D9F425}"/>
              </a:ext>
            </a:extLst>
          </p:cNvPr>
          <p:cNvSpPr txBox="1"/>
          <p:nvPr/>
        </p:nvSpPr>
        <p:spPr>
          <a:xfrm>
            <a:off x="-1759716" y="41209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4116B5E-4341-78DB-CDC1-EA2D4470F15E}"/>
              </a:ext>
            </a:extLst>
          </p:cNvPr>
          <p:cNvGrpSpPr/>
          <p:nvPr/>
        </p:nvGrpSpPr>
        <p:grpSpPr>
          <a:xfrm>
            <a:off x="-211661" y="4161616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04B29DD-E336-08F4-2B8C-5382CE5D713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2544B4A-2EDB-02B7-3EA8-FD9B85CDA9B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AA6B407-AC9B-400B-30A3-609DA4D3F0DF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67056377-CFB0-E920-D35B-590FEA6789F4}"/>
              </a:ext>
            </a:extLst>
          </p:cNvPr>
          <p:cNvSpPr txBox="1"/>
          <p:nvPr/>
        </p:nvSpPr>
        <p:spPr>
          <a:xfrm>
            <a:off x="506417" y="416161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ED17B97-2173-658E-E7F3-7C38DDBBF15E}"/>
              </a:ext>
            </a:extLst>
          </p:cNvPr>
          <p:cNvCxnSpPr>
            <a:cxnSpLocks/>
          </p:cNvCxnSpPr>
          <p:nvPr/>
        </p:nvCxnSpPr>
        <p:spPr>
          <a:xfrm>
            <a:off x="-1699022" y="4530948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5E40549-B25D-CDF6-8C92-0F221323BF0A}"/>
              </a:ext>
            </a:extLst>
          </p:cNvPr>
          <p:cNvSpPr/>
          <p:nvPr/>
        </p:nvSpPr>
        <p:spPr>
          <a:xfrm>
            <a:off x="-2028439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AE46C69-5504-0202-BF39-00BB0463089C}"/>
              </a:ext>
            </a:extLst>
          </p:cNvPr>
          <p:cNvCxnSpPr>
            <a:cxnSpLocks/>
          </p:cNvCxnSpPr>
          <p:nvPr/>
        </p:nvCxnSpPr>
        <p:spPr>
          <a:xfrm>
            <a:off x="-1690450" y="549366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3A82C95-62F7-0479-B8C3-DDC434E53C09}"/>
              </a:ext>
            </a:extLst>
          </p:cNvPr>
          <p:cNvSpPr/>
          <p:nvPr/>
        </p:nvSpPr>
        <p:spPr>
          <a:xfrm>
            <a:off x="-2057289" y="594191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1E6E11C-3399-D887-44E1-1EE314F5C279}"/>
              </a:ext>
            </a:extLst>
          </p:cNvPr>
          <p:cNvGrpSpPr/>
          <p:nvPr/>
        </p:nvGrpSpPr>
        <p:grpSpPr>
          <a:xfrm>
            <a:off x="-2049813" y="6389229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0648B0A-7330-930D-CE6C-AC76A1E5880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CDB6EE1-66EB-B303-A1A3-2367B5D12E66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ED2F7ED-17AA-719C-7243-4C5D2321BCE7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75C08F3D-E2D4-636B-4B5F-CC87C223CDBC}"/>
              </a:ext>
            </a:extLst>
          </p:cNvPr>
          <p:cNvSpPr txBox="1"/>
          <p:nvPr/>
        </p:nvSpPr>
        <p:spPr>
          <a:xfrm>
            <a:off x="-1701390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57FACE-EA7B-C4AF-7696-8039A3FAB1AD}"/>
              </a:ext>
            </a:extLst>
          </p:cNvPr>
          <p:cNvSpPr txBox="1"/>
          <p:nvPr/>
        </p:nvSpPr>
        <p:spPr>
          <a:xfrm>
            <a:off x="-1340326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EE49115-13ED-D381-7C20-4FE1B3B78761}"/>
              </a:ext>
            </a:extLst>
          </p:cNvPr>
          <p:cNvCxnSpPr>
            <a:cxnSpLocks/>
          </p:cNvCxnSpPr>
          <p:nvPr/>
        </p:nvCxnSpPr>
        <p:spPr>
          <a:xfrm>
            <a:off x="182618" y="4586772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733934-F385-2BE5-1D13-605B660EE393}"/>
              </a:ext>
            </a:extLst>
          </p:cNvPr>
          <p:cNvSpPr/>
          <p:nvPr/>
        </p:nvSpPr>
        <p:spPr>
          <a:xfrm>
            <a:off x="-157300" y="4955002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949351-1E1D-88AA-4925-0B816E43AE93}"/>
              </a:ext>
            </a:extLst>
          </p:cNvPr>
          <p:cNvCxnSpPr>
            <a:cxnSpLocks/>
          </p:cNvCxnSpPr>
          <p:nvPr/>
        </p:nvCxnSpPr>
        <p:spPr>
          <a:xfrm>
            <a:off x="168466" y="5493661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D8A1C2-8A50-BDE8-FBB1-BDAA55462827}"/>
              </a:ext>
            </a:extLst>
          </p:cNvPr>
          <p:cNvSpPr/>
          <p:nvPr/>
        </p:nvSpPr>
        <p:spPr>
          <a:xfrm>
            <a:off x="-331523" y="5887526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7B5392-E1A9-D089-AEB2-39CEA88EDCC7}"/>
              </a:ext>
            </a:extLst>
          </p:cNvPr>
          <p:cNvGrpSpPr/>
          <p:nvPr/>
        </p:nvGrpSpPr>
        <p:grpSpPr>
          <a:xfrm>
            <a:off x="-296142" y="6389229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AFA6230-3D42-DBB5-C568-65AF3F645A4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D52B9B-27E8-C013-C5AD-2AF93A79E48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AB4C8BA-F86C-37C6-4C37-2D09D9445B6E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6D86854-BD7C-60B1-69A9-901452F24CF4}"/>
              </a:ext>
            </a:extLst>
          </p:cNvPr>
          <p:cNvSpPr txBox="1"/>
          <p:nvPr/>
        </p:nvSpPr>
        <p:spPr>
          <a:xfrm>
            <a:off x="5228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74A1BE-4359-62EE-DE47-8D91943AA65C}"/>
              </a:ext>
            </a:extLst>
          </p:cNvPr>
          <p:cNvSpPr txBox="1"/>
          <p:nvPr/>
        </p:nvSpPr>
        <p:spPr>
          <a:xfrm>
            <a:off x="413345" y="642401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887E0C2-6313-DB35-6746-CBD5093BDF5A}"/>
              </a:ext>
            </a:extLst>
          </p:cNvPr>
          <p:cNvCxnSpPr/>
          <p:nvPr/>
        </p:nvCxnSpPr>
        <p:spPr>
          <a:xfrm>
            <a:off x="5440101" y="1445798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F300580-B2E2-2DF8-25F5-266A370E1771}"/>
              </a:ext>
            </a:extLst>
          </p:cNvPr>
          <p:cNvSpPr/>
          <p:nvPr/>
        </p:nvSpPr>
        <p:spPr>
          <a:xfrm>
            <a:off x="4910647" y="2221500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30D7EF-3FFD-5F5A-4275-B7778239BFE9}"/>
              </a:ext>
            </a:extLst>
          </p:cNvPr>
          <p:cNvGrpSpPr/>
          <p:nvPr/>
        </p:nvGrpSpPr>
        <p:grpSpPr>
          <a:xfrm>
            <a:off x="4721107" y="1808793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072D657-7DBF-0D45-0900-34D1319CC27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B7BEA5F-0A48-662F-D74E-EE801ABF915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2DE2C59-5DF5-015D-AD95-70584C355036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F96A040B-0B62-B4E5-1B6C-DA2321993F29}"/>
              </a:ext>
            </a:extLst>
          </p:cNvPr>
          <p:cNvCxnSpPr>
            <a:cxnSpLocks/>
          </p:cNvCxnSpPr>
          <p:nvPr/>
        </p:nvCxnSpPr>
        <p:spPr>
          <a:xfrm rot="5400000">
            <a:off x="4527919" y="2771156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84AB2BD-1C29-5203-C599-4D2D24D382EA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27066" y="2249554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296EC5-56F9-1340-5285-3374ABD94C30}"/>
              </a:ext>
            </a:extLst>
          </p:cNvPr>
          <p:cNvSpPr/>
          <p:nvPr/>
        </p:nvSpPr>
        <p:spPr>
          <a:xfrm>
            <a:off x="4050606" y="3353945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313F933-3D7E-E13D-7F27-D25E61A40FB6}"/>
              </a:ext>
            </a:extLst>
          </p:cNvPr>
          <p:cNvSpPr/>
          <p:nvPr/>
        </p:nvSpPr>
        <p:spPr>
          <a:xfrm>
            <a:off x="6085769" y="332726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3018C0-B1BE-696A-5DB3-4A29F669C185}"/>
              </a:ext>
            </a:extLst>
          </p:cNvPr>
          <p:cNvCxnSpPr>
            <a:cxnSpLocks/>
          </p:cNvCxnSpPr>
          <p:nvPr/>
        </p:nvCxnSpPr>
        <p:spPr>
          <a:xfrm>
            <a:off x="456982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D4C290D-F855-9756-AAA2-10FC1080CA2C}"/>
              </a:ext>
            </a:extLst>
          </p:cNvPr>
          <p:cNvSpPr/>
          <p:nvPr/>
        </p:nvSpPr>
        <p:spPr>
          <a:xfrm>
            <a:off x="4036985" y="4202694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6ABD012-D74B-6206-8660-E2922C2701EC}"/>
              </a:ext>
            </a:extLst>
          </p:cNvPr>
          <p:cNvGrpSpPr/>
          <p:nvPr/>
        </p:nvGrpSpPr>
        <p:grpSpPr>
          <a:xfrm>
            <a:off x="3982623" y="4675447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2A6193F-B2F5-83C0-06FC-A6B21A04791D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88FC2B6-AB58-9590-B0C4-F611A3C69D7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06EC01E-DDA9-9741-D672-46D511ED1873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DC1F185-64F6-5A21-60F6-598A0049CC43}"/>
              </a:ext>
            </a:extLst>
          </p:cNvPr>
          <p:cNvSpPr txBox="1"/>
          <p:nvPr/>
        </p:nvSpPr>
        <p:spPr>
          <a:xfrm>
            <a:off x="4342809" y="469212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DD4D08C-6EB7-BE6D-572D-B45DD3E87C61}"/>
              </a:ext>
            </a:extLst>
          </p:cNvPr>
          <p:cNvCxnSpPr>
            <a:cxnSpLocks/>
          </p:cNvCxnSpPr>
          <p:nvPr/>
        </p:nvCxnSpPr>
        <p:spPr>
          <a:xfrm>
            <a:off x="6497644" y="388100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3B610F8-E544-E4D3-7EB0-0E411CA08CB0}"/>
              </a:ext>
            </a:extLst>
          </p:cNvPr>
          <p:cNvSpPr/>
          <p:nvPr/>
        </p:nvSpPr>
        <p:spPr>
          <a:xfrm>
            <a:off x="6055657" y="4214450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FFCE78E-A23C-7022-C6D8-EBDE7B343A89}"/>
              </a:ext>
            </a:extLst>
          </p:cNvPr>
          <p:cNvGrpSpPr/>
          <p:nvPr/>
        </p:nvGrpSpPr>
        <p:grpSpPr>
          <a:xfrm>
            <a:off x="6101684" y="4710232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1D30547-463D-F0BC-6B7C-18EEABE36FF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B8FB50B-8979-8F2D-8309-7379C7BCD2A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171B8B7-84EA-ED7E-AF76-E7C91012BBFA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BF943FA2-BFEC-4B74-A830-46D0BC6DCA7D}"/>
              </a:ext>
            </a:extLst>
          </p:cNvPr>
          <p:cNvSpPr txBox="1"/>
          <p:nvPr/>
        </p:nvSpPr>
        <p:spPr>
          <a:xfrm>
            <a:off x="6419212" y="47234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335522E-18C1-5673-A120-9D72BD4D259A}"/>
              </a:ext>
            </a:extLst>
          </p:cNvPr>
          <p:cNvCxnSpPr>
            <a:cxnSpLocks/>
          </p:cNvCxnSpPr>
          <p:nvPr/>
        </p:nvCxnSpPr>
        <p:spPr>
          <a:xfrm>
            <a:off x="4567630" y="5079564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30BF519-7EE6-DCF3-7BEC-ECAC9F443ECE}"/>
              </a:ext>
            </a:extLst>
          </p:cNvPr>
          <p:cNvSpPr/>
          <p:nvPr/>
        </p:nvSpPr>
        <p:spPr>
          <a:xfrm>
            <a:off x="4036984" y="540469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ED4556B-54AC-6BBE-92EA-19C7449341BB}"/>
              </a:ext>
            </a:extLst>
          </p:cNvPr>
          <p:cNvCxnSpPr>
            <a:cxnSpLocks/>
          </p:cNvCxnSpPr>
          <p:nvPr/>
        </p:nvCxnSpPr>
        <p:spPr>
          <a:xfrm>
            <a:off x="4567630" y="5941912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C2AFC20A-99E9-8A3A-2CD5-EA5988861D61}"/>
              </a:ext>
            </a:extLst>
          </p:cNvPr>
          <p:cNvSpPr/>
          <p:nvPr/>
        </p:nvSpPr>
        <p:spPr>
          <a:xfrm>
            <a:off x="3830010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6D3479D-3E46-AC17-F04F-1D0774E12B79}"/>
              </a:ext>
            </a:extLst>
          </p:cNvPr>
          <p:cNvGrpSpPr/>
          <p:nvPr/>
        </p:nvGrpSpPr>
        <p:grpSpPr>
          <a:xfrm>
            <a:off x="3895853" y="6702296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3470F95-A445-4BFB-4347-2E91F4838E8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D866DA4-C5FF-8698-BE44-6DA1E984C073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A3A2299-9201-3CF7-3589-4B1D2EFF8C3A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AD789F50-5B14-454C-32CA-F8A077FE3C0B}"/>
              </a:ext>
            </a:extLst>
          </p:cNvPr>
          <p:cNvSpPr txBox="1"/>
          <p:nvPr/>
        </p:nvSpPr>
        <p:spPr>
          <a:xfrm>
            <a:off x="424427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B2ACDB6-1B57-F8D3-6BD3-73AB817E5E58}"/>
              </a:ext>
            </a:extLst>
          </p:cNvPr>
          <p:cNvSpPr txBox="1"/>
          <p:nvPr/>
        </p:nvSpPr>
        <p:spPr>
          <a:xfrm>
            <a:off x="460534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7AA1784-D14B-A576-FC75-52C6F4A67619}"/>
              </a:ext>
            </a:extLst>
          </p:cNvPr>
          <p:cNvCxnSpPr>
            <a:cxnSpLocks/>
          </p:cNvCxnSpPr>
          <p:nvPr/>
        </p:nvCxnSpPr>
        <p:spPr>
          <a:xfrm>
            <a:off x="6497644" y="5164773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E38C97B0-5AE7-9127-3D78-D1490F1766F6}"/>
              </a:ext>
            </a:extLst>
          </p:cNvPr>
          <p:cNvSpPr/>
          <p:nvPr/>
        </p:nvSpPr>
        <p:spPr>
          <a:xfrm>
            <a:off x="6175138" y="5479574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C96C566-4D80-D394-F392-E4E50ABA9694}"/>
              </a:ext>
            </a:extLst>
          </p:cNvPr>
          <p:cNvSpPr/>
          <p:nvPr/>
        </p:nvSpPr>
        <p:spPr>
          <a:xfrm>
            <a:off x="5959753" y="625140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DS:[ 2,3,1 ]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9A72A00-441D-CADA-4DA8-3B2967B4ED70}"/>
              </a:ext>
            </a:extLst>
          </p:cNvPr>
          <p:cNvCxnSpPr>
            <a:cxnSpLocks/>
          </p:cNvCxnSpPr>
          <p:nvPr/>
        </p:nvCxnSpPr>
        <p:spPr>
          <a:xfrm>
            <a:off x="6513465" y="5978875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A606296-D2BE-0AFE-1673-16DF4BE942B0}"/>
              </a:ext>
            </a:extLst>
          </p:cNvPr>
          <p:cNvGrpSpPr/>
          <p:nvPr/>
        </p:nvGrpSpPr>
        <p:grpSpPr>
          <a:xfrm>
            <a:off x="6073713" y="6702296"/>
            <a:ext cx="1115654" cy="369332"/>
            <a:chOff x="-1784387" y="1268381"/>
            <a:chExt cx="1703364" cy="35799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618E4CC-C20B-23EC-1271-C01DF974306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0F3444C-9553-6D87-6A34-F273E63922F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DB84100-6C0A-9449-F3D0-C4EB06212DCD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EA7CBDAE-AD00-17A3-8333-2AE6B705046A}"/>
              </a:ext>
            </a:extLst>
          </p:cNvPr>
          <p:cNvSpPr txBox="1"/>
          <p:nvPr/>
        </p:nvSpPr>
        <p:spPr>
          <a:xfrm>
            <a:off x="6422136" y="670229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3775897-21CE-21C4-019A-64A1C6EFC4E0}"/>
              </a:ext>
            </a:extLst>
          </p:cNvPr>
          <p:cNvSpPr txBox="1"/>
          <p:nvPr/>
        </p:nvSpPr>
        <p:spPr>
          <a:xfrm>
            <a:off x="6783200" y="673708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74EF9B8E-F1CF-2C89-A85C-B8295DD00BE9}"/>
              </a:ext>
            </a:extLst>
          </p:cNvPr>
          <p:cNvCxnSpPr>
            <a:cxnSpLocks/>
          </p:cNvCxnSpPr>
          <p:nvPr/>
        </p:nvCxnSpPr>
        <p:spPr>
          <a:xfrm>
            <a:off x="7152104" y="852678"/>
            <a:ext cx="3641270" cy="118511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4E05F726-8736-D67B-240C-DB1B9D2FA149}"/>
              </a:ext>
            </a:extLst>
          </p:cNvPr>
          <p:cNvSpPr/>
          <p:nvPr/>
        </p:nvSpPr>
        <p:spPr>
          <a:xfrm>
            <a:off x="10884340" y="1712495"/>
            <a:ext cx="1185353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DS:[ 3 ]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9DE45103-5BBA-8E2D-3567-BF56781AEB38}"/>
              </a:ext>
            </a:extLst>
          </p:cNvPr>
          <p:cNvCxnSpPr>
            <a:cxnSpLocks/>
          </p:cNvCxnSpPr>
          <p:nvPr/>
        </p:nvCxnSpPr>
        <p:spPr>
          <a:xfrm rot="5400000">
            <a:off x="10521368" y="2275619"/>
            <a:ext cx="544012" cy="464588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1169B4A8-4D1B-2728-6828-71F32615EA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982930" y="2229175"/>
            <a:ext cx="544013" cy="516719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82C9DE94-858D-A769-A927-9DFDAD36D0F9}"/>
              </a:ext>
            </a:extLst>
          </p:cNvPr>
          <p:cNvSpPr/>
          <p:nvPr/>
        </p:nvSpPr>
        <p:spPr>
          <a:xfrm>
            <a:off x="10187066" y="28965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05001FA4-1CCF-5E53-624D-786E40DD0CDE}"/>
              </a:ext>
            </a:extLst>
          </p:cNvPr>
          <p:cNvSpPr/>
          <p:nvPr/>
        </p:nvSpPr>
        <p:spPr>
          <a:xfrm>
            <a:off x="12119173" y="2870066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696B173-3D43-540E-D542-993F512F7972}"/>
              </a:ext>
            </a:extLst>
          </p:cNvPr>
          <p:cNvCxnSpPr>
            <a:cxnSpLocks/>
          </p:cNvCxnSpPr>
          <p:nvPr/>
        </p:nvCxnSpPr>
        <p:spPr>
          <a:xfrm>
            <a:off x="10561080" y="3390370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F299A28-110C-675C-1511-7FE6129799D4}"/>
              </a:ext>
            </a:extLst>
          </p:cNvPr>
          <p:cNvCxnSpPr>
            <a:cxnSpLocks/>
          </p:cNvCxnSpPr>
          <p:nvPr/>
        </p:nvCxnSpPr>
        <p:spPr>
          <a:xfrm>
            <a:off x="12591404" y="3371751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764ECFBA-BFF2-307C-BB62-6F3DB5BDF4E2}"/>
              </a:ext>
            </a:extLst>
          </p:cNvPr>
          <p:cNvSpPr/>
          <p:nvPr/>
        </p:nvSpPr>
        <p:spPr>
          <a:xfrm>
            <a:off x="10095216" y="3795204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DS:[ 3,1 ]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D9C304F9-4EFB-F362-7ACC-6C92F0940EA6}"/>
              </a:ext>
            </a:extLst>
          </p:cNvPr>
          <p:cNvSpPr/>
          <p:nvPr/>
        </p:nvSpPr>
        <p:spPr>
          <a:xfrm>
            <a:off x="12135920" y="3799906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DS:[ 3,2 ]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B98586B-E71C-25E1-F0AA-3EAC7554DA8F}"/>
              </a:ext>
            </a:extLst>
          </p:cNvPr>
          <p:cNvGrpSpPr/>
          <p:nvPr/>
        </p:nvGrpSpPr>
        <p:grpSpPr>
          <a:xfrm>
            <a:off x="10048378" y="4161808"/>
            <a:ext cx="1115654" cy="369332"/>
            <a:chOff x="-1784387" y="1268381"/>
            <a:chExt cx="1703364" cy="357995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E8776CA-61F0-0A3F-B1F5-B14AC0C8A581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CD1D176-C03C-95FC-6CE9-375CFD5D7AB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E1F851D-0530-35F7-4CCE-28BB7ED0DC92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2C9BD98-B718-E926-D4D0-B942FE4D0E97}"/>
              </a:ext>
            </a:extLst>
          </p:cNvPr>
          <p:cNvGrpSpPr/>
          <p:nvPr/>
        </p:nvGrpSpPr>
        <p:grpSpPr>
          <a:xfrm>
            <a:off x="10634569" y="1276951"/>
            <a:ext cx="1650021" cy="369332"/>
            <a:chOff x="-1701390" y="1282923"/>
            <a:chExt cx="1650021" cy="369332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8DAEA64-BAAD-8D64-ADBD-7A560A7A6AA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6F34F55-4634-BAF9-F7B1-26045204994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85167A2-E4D8-313C-2898-FA6CA6560765}"/>
                </a:ext>
              </a:extLst>
            </p:cNvPr>
            <p:cNvSpPr txBox="1"/>
            <p:nvPr/>
          </p:nvSpPr>
          <p:spPr>
            <a:xfrm>
              <a:off x="-567406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91C21018-AABA-B660-612A-0768FB7D8EED}"/>
              </a:ext>
            </a:extLst>
          </p:cNvPr>
          <p:cNvSpPr txBox="1"/>
          <p:nvPr/>
        </p:nvSpPr>
        <p:spPr>
          <a:xfrm>
            <a:off x="10722798" y="418709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41931F6-621C-FE8E-763C-A5CCD9BD1829}"/>
              </a:ext>
            </a:extLst>
          </p:cNvPr>
          <p:cNvCxnSpPr>
            <a:cxnSpLocks/>
          </p:cNvCxnSpPr>
          <p:nvPr/>
        </p:nvCxnSpPr>
        <p:spPr>
          <a:xfrm>
            <a:off x="10561080" y="4586772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6B1CD67A-3621-0877-1021-85A0EFD3D718}"/>
              </a:ext>
            </a:extLst>
          </p:cNvPr>
          <p:cNvSpPr/>
          <p:nvPr/>
        </p:nvSpPr>
        <p:spPr>
          <a:xfrm>
            <a:off x="10191073" y="4987575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A693C8B-8504-0AE3-1FD9-B5DB201F1252}"/>
              </a:ext>
            </a:extLst>
          </p:cNvPr>
          <p:cNvCxnSpPr>
            <a:cxnSpLocks/>
          </p:cNvCxnSpPr>
          <p:nvPr/>
        </p:nvCxnSpPr>
        <p:spPr>
          <a:xfrm>
            <a:off x="10613372" y="5493661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E1EC0DBC-A42C-EB58-7FF3-7BB38EA43E40}"/>
              </a:ext>
            </a:extLst>
          </p:cNvPr>
          <p:cNvSpPr/>
          <p:nvPr/>
        </p:nvSpPr>
        <p:spPr>
          <a:xfrm>
            <a:off x="10039899" y="5910777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DS:[3,1,2]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39D4E8B-CBA8-2BB6-8DE9-0715EE8DFA8E}"/>
              </a:ext>
            </a:extLst>
          </p:cNvPr>
          <p:cNvGrpSpPr/>
          <p:nvPr/>
        </p:nvGrpSpPr>
        <p:grpSpPr>
          <a:xfrm>
            <a:off x="10081661" y="6321882"/>
            <a:ext cx="1115654" cy="369332"/>
            <a:chOff x="-1784387" y="1268381"/>
            <a:chExt cx="1703364" cy="357995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EDA86E3C-8502-5272-8F3E-D5F31ED440C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6EB9D3A-49FE-A0A2-F235-196857C55A9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942B9B8-7BA5-9EE2-8120-E33EC04C52E8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15E2AA85-FF3F-6931-CE52-EB95D68EE9ED}"/>
              </a:ext>
            </a:extLst>
          </p:cNvPr>
          <p:cNvSpPr txBox="1"/>
          <p:nvPr/>
        </p:nvSpPr>
        <p:spPr>
          <a:xfrm>
            <a:off x="10399538" y="6336335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39D5942-36E6-0833-491E-700C2A652714}"/>
              </a:ext>
            </a:extLst>
          </p:cNvPr>
          <p:cNvSpPr txBox="1"/>
          <p:nvPr/>
        </p:nvSpPr>
        <p:spPr>
          <a:xfrm>
            <a:off x="10793374" y="635111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5FC7970-B014-AE45-042D-EEAD83015011}"/>
              </a:ext>
            </a:extLst>
          </p:cNvPr>
          <p:cNvGrpSpPr/>
          <p:nvPr/>
        </p:nvGrpSpPr>
        <p:grpSpPr>
          <a:xfrm>
            <a:off x="12173534" y="4182175"/>
            <a:ext cx="1061293" cy="369332"/>
            <a:chOff x="-1701390" y="1279051"/>
            <a:chExt cx="1620367" cy="35799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DD5FD7-5F44-344B-2DDF-CE8F7CB385AA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A0500B6-506B-F75D-BA6A-A5F7F5A9AE27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3044AC7-8D25-1D81-1B10-EAA60720F2D1}"/>
                </a:ext>
              </a:extLst>
            </p:cNvPr>
            <p:cNvSpPr txBox="1"/>
            <p:nvPr/>
          </p:nvSpPr>
          <p:spPr>
            <a:xfrm>
              <a:off x="-1232263" y="127905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5E3958DF-6C83-5C45-C341-407D7AC542A4}"/>
              </a:ext>
            </a:extLst>
          </p:cNvPr>
          <p:cNvSpPr txBox="1"/>
          <p:nvPr/>
        </p:nvSpPr>
        <p:spPr>
          <a:xfrm>
            <a:off x="12808253" y="419429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5535908-8358-0798-C395-8B952D8DB1BD}"/>
              </a:ext>
            </a:extLst>
          </p:cNvPr>
          <p:cNvCxnSpPr>
            <a:cxnSpLocks/>
          </p:cNvCxnSpPr>
          <p:nvPr/>
        </p:nvCxnSpPr>
        <p:spPr>
          <a:xfrm>
            <a:off x="12591404" y="4586772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F468E57B-B062-B32E-E91F-D422B2CF1D3A}"/>
              </a:ext>
            </a:extLst>
          </p:cNvPr>
          <p:cNvSpPr/>
          <p:nvPr/>
        </p:nvSpPr>
        <p:spPr>
          <a:xfrm>
            <a:off x="12135920" y="5016297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[1]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FA4BE3DE-33B0-ACBA-9818-9522C47B1F20}"/>
              </a:ext>
            </a:extLst>
          </p:cNvPr>
          <p:cNvCxnSpPr>
            <a:cxnSpLocks/>
          </p:cNvCxnSpPr>
          <p:nvPr/>
        </p:nvCxnSpPr>
        <p:spPr>
          <a:xfrm>
            <a:off x="12513296" y="5524059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70B7C3FC-FA9A-F745-1B2A-F9DE67284808}"/>
              </a:ext>
            </a:extLst>
          </p:cNvPr>
          <p:cNvSpPr/>
          <p:nvPr/>
        </p:nvSpPr>
        <p:spPr>
          <a:xfrm>
            <a:off x="12032434" y="5942926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DS:[3,2,1]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28526DE-1D04-DF6F-7C8D-A461E46594ED}"/>
              </a:ext>
            </a:extLst>
          </p:cNvPr>
          <p:cNvGrpSpPr/>
          <p:nvPr/>
        </p:nvGrpSpPr>
        <p:grpSpPr>
          <a:xfrm>
            <a:off x="12119173" y="6360460"/>
            <a:ext cx="1115654" cy="369332"/>
            <a:chOff x="-1784387" y="1268381"/>
            <a:chExt cx="1703364" cy="357995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DA8EA1D-26EE-106C-2996-DAB9384E56EF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4C2D37C-A77F-2DBA-2BE0-183D92E3AE5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2226A34-81D2-2090-8DE8-DFF630A28C55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BAC41252-13FD-D6FC-DD8B-BB22DEB784AD}"/>
              </a:ext>
            </a:extLst>
          </p:cNvPr>
          <p:cNvSpPr txBox="1"/>
          <p:nvPr/>
        </p:nvSpPr>
        <p:spPr>
          <a:xfrm>
            <a:off x="12446114" y="636171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48E2F06-3E39-314A-EE79-92C0E43EE22D}"/>
              </a:ext>
            </a:extLst>
          </p:cNvPr>
          <p:cNvSpPr txBox="1"/>
          <p:nvPr/>
        </p:nvSpPr>
        <p:spPr>
          <a:xfrm>
            <a:off x="12816271" y="638922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993103B-742B-56BB-42C0-67896F1B9B67}"/>
              </a:ext>
            </a:extLst>
          </p:cNvPr>
          <p:cNvCxnSpPr/>
          <p:nvPr/>
        </p:nvCxnSpPr>
        <p:spPr>
          <a:xfrm flipV="1">
            <a:off x="13415058" y="4095278"/>
            <a:ext cx="0" cy="2086552"/>
          </a:xfrm>
          <a:prstGeom prst="line">
            <a:avLst/>
          </a:prstGeom>
          <a:ln w="1905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473BB23-80C2-77CD-0E5C-C72CFE2442B8}"/>
              </a:ext>
            </a:extLst>
          </p:cNvPr>
          <p:cNvCxnSpPr>
            <a:cxnSpLocks/>
          </p:cNvCxnSpPr>
          <p:nvPr/>
        </p:nvCxnSpPr>
        <p:spPr>
          <a:xfrm flipV="1">
            <a:off x="13939777" y="4009023"/>
            <a:ext cx="0" cy="1043850"/>
          </a:xfrm>
          <a:prstGeom prst="line">
            <a:avLst/>
          </a:prstGeom>
          <a:ln w="1905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5F4F4F9-BFE0-5A78-70B8-23554DFD4D17}"/>
              </a:ext>
            </a:extLst>
          </p:cNvPr>
          <p:cNvCxnSpPr>
            <a:cxnSpLocks/>
          </p:cNvCxnSpPr>
          <p:nvPr/>
        </p:nvCxnSpPr>
        <p:spPr>
          <a:xfrm>
            <a:off x="13415058" y="4035555"/>
            <a:ext cx="522790" cy="0"/>
          </a:xfrm>
          <a:prstGeom prst="line">
            <a:avLst/>
          </a:prstGeom>
          <a:ln w="1905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5EDA32FF-735A-E66B-C10E-008CD1879957}"/>
              </a:ext>
            </a:extLst>
          </p:cNvPr>
          <p:cNvSpPr/>
          <p:nvPr/>
        </p:nvSpPr>
        <p:spPr>
          <a:xfrm>
            <a:off x="13527486" y="5108165"/>
            <a:ext cx="1068816" cy="36823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DS:[ 3,2 ]</a:t>
            </a:r>
          </a:p>
        </p:txBody>
      </p:sp>
    </p:spTree>
    <p:extLst>
      <p:ext uri="{BB962C8B-B14F-4D97-AF65-F5344CB8AC3E}">
        <p14:creationId xmlns:p14="http://schemas.microsoft.com/office/powerpoint/2010/main" val="773096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8678B-045D-5878-2309-4AEAF196A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BD4639-201B-E9E9-5A29-58BEB5F573ED}"/>
              </a:ext>
            </a:extLst>
          </p:cNvPr>
          <p:cNvSpPr/>
          <p:nvPr/>
        </p:nvSpPr>
        <p:spPr>
          <a:xfrm>
            <a:off x="-3310359" y="-1458410"/>
            <a:ext cx="18612091" cy="9525964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EAF7F4-B036-369C-079B-2E93B52A7A60}"/>
              </a:ext>
            </a:extLst>
          </p:cNvPr>
          <p:cNvSpPr/>
          <p:nvPr/>
        </p:nvSpPr>
        <p:spPr>
          <a:xfrm>
            <a:off x="2720705" y="36689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IN" b="1" dirty="0"/>
              <a:t>  , 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IN" b="1" dirty="0"/>
              <a:t>  ,  </a:t>
            </a:r>
            <a:r>
              <a:rPr lang="en-IN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475235-97A7-9720-5463-79A833F81810}"/>
              </a:ext>
            </a:extLst>
          </p:cNvPr>
          <p:cNvSpPr txBox="1"/>
          <p:nvPr/>
        </p:nvSpPr>
        <p:spPr>
          <a:xfrm>
            <a:off x="3753977" y="0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37EA041B-E767-763B-67F3-4CB4A8279C2A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345439" y="537323"/>
            <a:ext cx="3912365" cy="1088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BB51B6-C265-F500-37EE-D21BD4551B88}"/>
              </a:ext>
            </a:extLst>
          </p:cNvPr>
          <p:cNvSpPr/>
          <p:nvPr/>
        </p:nvSpPr>
        <p:spPr>
          <a:xfrm>
            <a:off x="-2565489" y="1397140"/>
            <a:ext cx="118535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DS:[ 1 ]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114F1EE-1D41-9EEE-B501-B14316DCC634}"/>
              </a:ext>
            </a:extLst>
          </p:cNvPr>
          <p:cNvGrpSpPr/>
          <p:nvPr/>
        </p:nvGrpSpPr>
        <p:grpSpPr>
          <a:xfrm>
            <a:off x="-2823507" y="976000"/>
            <a:ext cx="1631853" cy="369332"/>
            <a:chOff x="-1712876" y="1291355"/>
            <a:chExt cx="1631853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0B9D207-1EA0-EF95-5E7D-C13A793FE87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48B649-4677-6388-BD07-88D7A8913080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7781AA-8AD9-92DF-9AD7-28EAF7CBE7DB}"/>
                </a:ext>
              </a:extLst>
            </p:cNvPr>
            <p:cNvSpPr txBox="1"/>
            <p:nvPr/>
          </p:nvSpPr>
          <p:spPr>
            <a:xfrm>
              <a:off x="-1712876" y="1291355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B9168D8-4864-4C46-6F9B-6B54A8D29DCD}"/>
              </a:ext>
            </a:extLst>
          </p:cNvPr>
          <p:cNvCxnSpPr>
            <a:cxnSpLocks/>
          </p:cNvCxnSpPr>
          <p:nvPr/>
        </p:nvCxnSpPr>
        <p:spPr>
          <a:xfrm rot="5400000">
            <a:off x="-2863221" y="1945859"/>
            <a:ext cx="544012" cy="464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82E09EBC-C110-0051-B026-B0B47B8DD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56647" y="2429737"/>
            <a:ext cx="544013" cy="516719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59222E1-0922-7CA2-708D-F41424FC9EAC}"/>
              </a:ext>
            </a:extLst>
          </p:cNvPr>
          <p:cNvSpPr/>
          <p:nvPr/>
        </p:nvSpPr>
        <p:spPr>
          <a:xfrm>
            <a:off x="-3163296" y="2518211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768FF46-F5E2-F584-1C19-74060841E870}"/>
              </a:ext>
            </a:extLst>
          </p:cNvPr>
          <p:cNvSpPr/>
          <p:nvPr/>
        </p:nvSpPr>
        <p:spPr>
          <a:xfrm>
            <a:off x="-1384899" y="2554711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850D4C-123E-378C-1123-2903F2903BF3}"/>
              </a:ext>
            </a:extLst>
          </p:cNvPr>
          <p:cNvCxnSpPr>
            <a:cxnSpLocks/>
          </p:cNvCxnSpPr>
          <p:nvPr/>
        </p:nvCxnSpPr>
        <p:spPr>
          <a:xfrm>
            <a:off x="-2800271" y="3011911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E0B8371-4AD0-5A51-7CFF-0E025892598D}"/>
              </a:ext>
            </a:extLst>
          </p:cNvPr>
          <p:cNvSpPr/>
          <p:nvPr/>
        </p:nvSpPr>
        <p:spPr>
          <a:xfrm>
            <a:off x="-3163296" y="3411693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DS:[ 1,2 ]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0CDA62-AEB0-8AA9-A53F-B849904DB98C}"/>
              </a:ext>
            </a:extLst>
          </p:cNvPr>
          <p:cNvCxnSpPr>
            <a:cxnSpLocks/>
          </p:cNvCxnSpPr>
          <p:nvPr/>
        </p:nvCxnSpPr>
        <p:spPr>
          <a:xfrm>
            <a:off x="-925436" y="3043463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A9BF780-A20F-C682-6EBC-D9D4BEB278E7}"/>
              </a:ext>
            </a:extLst>
          </p:cNvPr>
          <p:cNvSpPr/>
          <p:nvPr/>
        </p:nvSpPr>
        <p:spPr>
          <a:xfrm>
            <a:off x="-1345440" y="3443245"/>
            <a:ext cx="1068816" cy="36823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E28554A-5DA0-2F12-E626-5EB6FE4C4DFD}"/>
              </a:ext>
            </a:extLst>
          </p:cNvPr>
          <p:cNvGrpSpPr/>
          <p:nvPr/>
        </p:nvGrpSpPr>
        <p:grpSpPr>
          <a:xfrm>
            <a:off x="-3193431" y="3811475"/>
            <a:ext cx="1115654" cy="369332"/>
            <a:chOff x="-1784387" y="1268381"/>
            <a:chExt cx="1703364" cy="3579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B156820-9E36-8308-EC4F-343BB8B72EF2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6C8EE88-3F71-00CE-1ACB-0BC917089B0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EFCF4BA-0005-4D12-F73B-58B10EF6218C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CED2132-952D-4151-1C7D-A81EEF9191DA}"/>
              </a:ext>
            </a:extLst>
          </p:cNvPr>
          <p:cNvSpPr txBox="1"/>
          <p:nvPr/>
        </p:nvSpPr>
        <p:spPr>
          <a:xfrm>
            <a:off x="-2870347" y="380556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52DD978-2E49-7E59-0694-18536445EE42}"/>
              </a:ext>
            </a:extLst>
          </p:cNvPr>
          <p:cNvGrpSpPr/>
          <p:nvPr/>
        </p:nvGrpSpPr>
        <p:grpSpPr>
          <a:xfrm>
            <a:off x="-1322292" y="3846261"/>
            <a:ext cx="1115654" cy="369332"/>
            <a:chOff x="-1784388" y="1268382"/>
            <a:chExt cx="1703365" cy="35799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A9DB29B-F299-ADCC-453F-CEF2C418A6E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DD393C1-7270-A2C8-C277-C13A4A47B6F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9623ED4-87C0-924B-B3E7-01446794A682}"/>
                </a:ext>
              </a:extLst>
            </p:cNvPr>
            <p:cNvSpPr txBox="1"/>
            <p:nvPr/>
          </p:nvSpPr>
          <p:spPr>
            <a:xfrm>
              <a:off x="-1784388" y="1268382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4AD35406-09D2-408E-09D1-7AB96BFF4E7B}"/>
              </a:ext>
            </a:extLst>
          </p:cNvPr>
          <p:cNvSpPr txBox="1"/>
          <p:nvPr/>
        </p:nvSpPr>
        <p:spPr>
          <a:xfrm>
            <a:off x="-604214" y="384626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EF8492B-A280-859E-DB95-CC26ACB92975}"/>
              </a:ext>
            </a:extLst>
          </p:cNvPr>
          <p:cNvCxnSpPr>
            <a:cxnSpLocks/>
          </p:cNvCxnSpPr>
          <p:nvPr/>
        </p:nvCxnSpPr>
        <p:spPr>
          <a:xfrm>
            <a:off x="-2809653" y="4215593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87797EA-46CF-4E4D-7028-84EDE6FB9E96}"/>
              </a:ext>
            </a:extLst>
          </p:cNvPr>
          <p:cNvSpPr/>
          <p:nvPr/>
        </p:nvSpPr>
        <p:spPr>
          <a:xfrm>
            <a:off x="-3139070" y="4639647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04081F7-EBE8-26FE-CB3B-AD3593CF9FE6}"/>
              </a:ext>
            </a:extLst>
          </p:cNvPr>
          <p:cNvCxnSpPr>
            <a:cxnSpLocks/>
          </p:cNvCxnSpPr>
          <p:nvPr/>
        </p:nvCxnSpPr>
        <p:spPr>
          <a:xfrm>
            <a:off x="-2801081" y="5178306"/>
            <a:ext cx="0" cy="3682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98CED01-4D52-648D-3F46-AD536314C58C}"/>
              </a:ext>
            </a:extLst>
          </p:cNvPr>
          <p:cNvSpPr/>
          <p:nvPr/>
        </p:nvSpPr>
        <p:spPr>
          <a:xfrm>
            <a:off x="-3167920" y="5626557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DS:[ 1,2,3 ]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5DBF0FD-EBE6-CA49-2287-771786B3EE8B}"/>
              </a:ext>
            </a:extLst>
          </p:cNvPr>
          <p:cNvGrpSpPr/>
          <p:nvPr/>
        </p:nvGrpSpPr>
        <p:grpSpPr>
          <a:xfrm>
            <a:off x="-3160444" y="6073874"/>
            <a:ext cx="1115654" cy="369332"/>
            <a:chOff x="-1784387" y="1268381"/>
            <a:chExt cx="1703364" cy="3579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3D5F141-7E16-7277-AC46-035F9B615BB7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AEE1F5E-B7D8-0662-A6F7-E1A1E63BE14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102B91A-1F2E-B23C-FFFA-7E82FC99DD64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31004DE1-B5BE-2A76-11ED-807BEB35C5BF}"/>
              </a:ext>
            </a:extLst>
          </p:cNvPr>
          <p:cNvSpPr txBox="1"/>
          <p:nvPr/>
        </p:nvSpPr>
        <p:spPr>
          <a:xfrm>
            <a:off x="-2812021" y="607387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846AFE-AA43-F590-D091-B910F2F966BF}"/>
              </a:ext>
            </a:extLst>
          </p:cNvPr>
          <p:cNvSpPr txBox="1"/>
          <p:nvPr/>
        </p:nvSpPr>
        <p:spPr>
          <a:xfrm>
            <a:off x="-2450957" y="610865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1B1989-B4FB-461D-E6AF-6CA46F54100B}"/>
              </a:ext>
            </a:extLst>
          </p:cNvPr>
          <p:cNvCxnSpPr>
            <a:cxnSpLocks/>
          </p:cNvCxnSpPr>
          <p:nvPr/>
        </p:nvCxnSpPr>
        <p:spPr>
          <a:xfrm>
            <a:off x="-928013" y="4271417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9BEE6E-BE6A-BE71-8E0C-3020443DFD6C}"/>
              </a:ext>
            </a:extLst>
          </p:cNvPr>
          <p:cNvSpPr/>
          <p:nvPr/>
        </p:nvSpPr>
        <p:spPr>
          <a:xfrm>
            <a:off x="-1267931" y="4639647"/>
            <a:ext cx="976966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EB1718-15DD-1193-1BB9-75DCBEFDEFC9}"/>
              </a:ext>
            </a:extLst>
          </p:cNvPr>
          <p:cNvCxnSpPr>
            <a:cxnSpLocks/>
          </p:cNvCxnSpPr>
          <p:nvPr/>
        </p:nvCxnSpPr>
        <p:spPr>
          <a:xfrm>
            <a:off x="-942165" y="5178306"/>
            <a:ext cx="0" cy="312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679D42-8022-1767-6EAD-8BA45D3B9A4C}"/>
              </a:ext>
            </a:extLst>
          </p:cNvPr>
          <p:cNvSpPr/>
          <p:nvPr/>
        </p:nvSpPr>
        <p:spPr>
          <a:xfrm>
            <a:off x="-1442154" y="5572171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DS:[ 1,3 ,2]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867A3F-0ED6-736D-85EC-6169DFA0E2D6}"/>
              </a:ext>
            </a:extLst>
          </p:cNvPr>
          <p:cNvGrpSpPr/>
          <p:nvPr/>
        </p:nvGrpSpPr>
        <p:grpSpPr>
          <a:xfrm>
            <a:off x="-1406773" y="6073874"/>
            <a:ext cx="1115654" cy="369332"/>
            <a:chOff x="-1784387" y="1268381"/>
            <a:chExt cx="1703364" cy="3579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3F6A2E7-EF87-E5E7-6E4A-91EBBC97AEF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122C7F-0146-4D65-2029-F058558ED20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CF785B-84C1-C9CD-2CCE-04318080C009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697F08B-8FA1-1B95-0026-C763592E575C}"/>
              </a:ext>
            </a:extLst>
          </p:cNvPr>
          <p:cNvSpPr txBox="1"/>
          <p:nvPr/>
        </p:nvSpPr>
        <p:spPr>
          <a:xfrm>
            <a:off x="-1058350" y="607387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307ED3-39AE-0391-F0A3-F0472CC4366A}"/>
              </a:ext>
            </a:extLst>
          </p:cNvPr>
          <p:cNvSpPr txBox="1"/>
          <p:nvPr/>
        </p:nvSpPr>
        <p:spPr>
          <a:xfrm>
            <a:off x="-697286" y="6108659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2C2CB9-6E20-73F4-8B23-1DCE1A45B654}"/>
              </a:ext>
            </a:extLst>
          </p:cNvPr>
          <p:cNvCxnSpPr/>
          <p:nvPr/>
        </p:nvCxnSpPr>
        <p:spPr>
          <a:xfrm>
            <a:off x="4329470" y="1130443"/>
            <a:ext cx="0" cy="371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34B13F8-7272-B745-80FB-F06411723CB8}"/>
              </a:ext>
            </a:extLst>
          </p:cNvPr>
          <p:cNvSpPr/>
          <p:nvPr/>
        </p:nvSpPr>
        <p:spPr>
          <a:xfrm>
            <a:off x="3800016" y="1906145"/>
            <a:ext cx="1185353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DS:[ 2 ]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AC36772-CD5C-B9A6-5DE3-8D53157DC830}"/>
              </a:ext>
            </a:extLst>
          </p:cNvPr>
          <p:cNvGrpSpPr/>
          <p:nvPr/>
        </p:nvGrpSpPr>
        <p:grpSpPr>
          <a:xfrm>
            <a:off x="3610476" y="1493438"/>
            <a:ext cx="1620367" cy="369332"/>
            <a:chOff x="-1701390" y="1282923"/>
            <a:chExt cx="1620367" cy="3693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C06686D-184D-685A-4684-8BC907451F95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42714DA-36AD-7BEB-FA30-52CDE96C5B4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E0FC5AD-95F9-0D86-A420-A8416BAA6778}"/>
                </a:ext>
              </a:extLst>
            </p:cNvPr>
            <p:cNvSpPr txBox="1"/>
            <p:nvPr/>
          </p:nvSpPr>
          <p:spPr>
            <a:xfrm>
              <a:off x="-1154968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065DD4CE-7CE4-9C5C-2A93-4CAE8D96BC16}"/>
              </a:ext>
            </a:extLst>
          </p:cNvPr>
          <p:cNvCxnSpPr>
            <a:cxnSpLocks/>
          </p:cNvCxnSpPr>
          <p:nvPr/>
        </p:nvCxnSpPr>
        <p:spPr>
          <a:xfrm rot="5400000">
            <a:off x="3417288" y="2455801"/>
            <a:ext cx="544012" cy="4645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4557D27-75D9-7C6A-EAAA-1F7C97E29177}"/>
              </a:ext>
            </a:extLst>
          </p:cNvPr>
          <p:cNvCxnSpPr>
            <a:cxnSpLocks/>
          </p:cNvCxnSpPr>
          <p:nvPr/>
        </p:nvCxnSpPr>
        <p:spPr>
          <a:xfrm rot="16200000" flipH="1">
            <a:off x="-1537697" y="1934199"/>
            <a:ext cx="544013" cy="5167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5216FE-8C63-7B38-EA4A-5635F75033B9}"/>
              </a:ext>
            </a:extLst>
          </p:cNvPr>
          <p:cNvSpPr/>
          <p:nvPr/>
        </p:nvSpPr>
        <p:spPr>
          <a:xfrm>
            <a:off x="2939975" y="3038590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9F46AA1-9AC8-F8EB-532A-4392D8DCC222}"/>
              </a:ext>
            </a:extLst>
          </p:cNvPr>
          <p:cNvSpPr/>
          <p:nvPr/>
        </p:nvSpPr>
        <p:spPr>
          <a:xfrm>
            <a:off x="4975138" y="3011911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E4CC8E7-681D-D851-8B6E-9D915F94EF52}"/>
              </a:ext>
            </a:extLst>
          </p:cNvPr>
          <p:cNvCxnSpPr>
            <a:cxnSpLocks/>
          </p:cNvCxnSpPr>
          <p:nvPr/>
        </p:nvCxnSpPr>
        <p:spPr>
          <a:xfrm>
            <a:off x="3459193" y="3565650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D0E4BFA-5E4D-6348-1F51-67B49C91B69D}"/>
              </a:ext>
            </a:extLst>
          </p:cNvPr>
          <p:cNvSpPr/>
          <p:nvPr/>
        </p:nvSpPr>
        <p:spPr>
          <a:xfrm>
            <a:off x="2926354" y="3887339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DS:[ 2,1 ]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5452326-5EB9-6C08-D300-826D21DDBF77}"/>
              </a:ext>
            </a:extLst>
          </p:cNvPr>
          <p:cNvGrpSpPr/>
          <p:nvPr/>
        </p:nvGrpSpPr>
        <p:grpSpPr>
          <a:xfrm>
            <a:off x="2871992" y="4360092"/>
            <a:ext cx="1115654" cy="369332"/>
            <a:chOff x="-1784387" y="1268381"/>
            <a:chExt cx="1703364" cy="3579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2DD4CC9-4A47-E1A8-6280-18F52EA3634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017E814-8865-C595-BC3C-EDA9E3F12D41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5648861-D668-8066-2A36-67C7F203D2D9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19BD2178-6881-8139-C822-1F8832E61168}"/>
              </a:ext>
            </a:extLst>
          </p:cNvPr>
          <p:cNvSpPr txBox="1"/>
          <p:nvPr/>
        </p:nvSpPr>
        <p:spPr>
          <a:xfrm>
            <a:off x="3232178" y="437676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C7CAE6C-52BA-2869-15A8-5B1605F008FD}"/>
              </a:ext>
            </a:extLst>
          </p:cNvPr>
          <p:cNvCxnSpPr>
            <a:cxnSpLocks/>
          </p:cNvCxnSpPr>
          <p:nvPr/>
        </p:nvCxnSpPr>
        <p:spPr>
          <a:xfrm>
            <a:off x="5387013" y="3565650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810083F-FCB6-652A-64E4-6A249C63C701}"/>
              </a:ext>
            </a:extLst>
          </p:cNvPr>
          <p:cNvSpPr/>
          <p:nvPr/>
        </p:nvSpPr>
        <p:spPr>
          <a:xfrm>
            <a:off x="4945026" y="3899095"/>
            <a:ext cx="1061292" cy="45089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DS:[ 2,3 ]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7B868A3-9B08-2952-CA77-E7FB0BDF91C7}"/>
              </a:ext>
            </a:extLst>
          </p:cNvPr>
          <p:cNvGrpSpPr/>
          <p:nvPr/>
        </p:nvGrpSpPr>
        <p:grpSpPr>
          <a:xfrm>
            <a:off x="4991053" y="4394877"/>
            <a:ext cx="1061293" cy="369332"/>
            <a:chOff x="-1701390" y="1268381"/>
            <a:chExt cx="1620367" cy="35799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54B1D24-F527-9471-4000-C3EE5F2B8846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AF304C9-0713-40C2-E2A7-81E57EBCA1F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D3DE9DA-38C0-D07B-BFB2-11B7ADCA0CD3}"/>
                </a:ext>
              </a:extLst>
            </p:cNvPr>
            <p:cNvSpPr txBox="1"/>
            <p:nvPr/>
          </p:nvSpPr>
          <p:spPr>
            <a:xfrm>
              <a:off x="-711933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F39EE848-5B81-5783-6DF4-0F9565307B45}"/>
              </a:ext>
            </a:extLst>
          </p:cNvPr>
          <p:cNvSpPr txBox="1"/>
          <p:nvPr/>
        </p:nvSpPr>
        <p:spPr>
          <a:xfrm>
            <a:off x="5308581" y="440810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94FDE0E-1C23-9BA6-4DE5-C624EE4FAA22}"/>
              </a:ext>
            </a:extLst>
          </p:cNvPr>
          <p:cNvCxnSpPr>
            <a:cxnSpLocks/>
          </p:cNvCxnSpPr>
          <p:nvPr/>
        </p:nvCxnSpPr>
        <p:spPr>
          <a:xfrm>
            <a:off x="3456999" y="4764209"/>
            <a:ext cx="0" cy="23321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7AB365E-0AE2-9983-08C6-F0F1309B7E17}"/>
              </a:ext>
            </a:extLst>
          </p:cNvPr>
          <p:cNvSpPr/>
          <p:nvPr/>
        </p:nvSpPr>
        <p:spPr>
          <a:xfrm>
            <a:off x="2926353" y="5089336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[ 3 ]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27A7932-4342-B2DE-37DC-3B050BF59EEA}"/>
              </a:ext>
            </a:extLst>
          </p:cNvPr>
          <p:cNvCxnSpPr>
            <a:cxnSpLocks/>
          </p:cNvCxnSpPr>
          <p:nvPr/>
        </p:nvCxnSpPr>
        <p:spPr>
          <a:xfrm>
            <a:off x="3456999" y="5626557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E8069CB7-48B7-55C5-5B56-B70F8990965C}"/>
              </a:ext>
            </a:extLst>
          </p:cNvPr>
          <p:cNvSpPr/>
          <p:nvPr/>
        </p:nvSpPr>
        <p:spPr>
          <a:xfrm>
            <a:off x="2719379" y="5936047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DS:[ 2,1,3 ]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52200D-A36A-D2C7-CDEE-6BC49FE7BC20}"/>
              </a:ext>
            </a:extLst>
          </p:cNvPr>
          <p:cNvGrpSpPr/>
          <p:nvPr/>
        </p:nvGrpSpPr>
        <p:grpSpPr>
          <a:xfrm>
            <a:off x="2785222" y="6386941"/>
            <a:ext cx="1115654" cy="369332"/>
            <a:chOff x="-1784387" y="1268381"/>
            <a:chExt cx="1703364" cy="35799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5B09A45-F667-EBC4-F09C-F2AFDF846533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9F677AE-29FC-CA5B-ED0C-49027ED7961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50BBCC8-B11E-5FE0-A5D0-98B89CD62D0D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8E8E66EA-37B6-9A64-397C-32D7F2E347FB}"/>
              </a:ext>
            </a:extLst>
          </p:cNvPr>
          <p:cNvSpPr txBox="1"/>
          <p:nvPr/>
        </p:nvSpPr>
        <p:spPr>
          <a:xfrm>
            <a:off x="3133645" y="638694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913F71-B60A-3895-C63F-5F83A0F2575C}"/>
              </a:ext>
            </a:extLst>
          </p:cNvPr>
          <p:cNvSpPr txBox="1"/>
          <p:nvPr/>
        </p:nvSpPr>
        <p:spPr>
          <a:xfrm>
            <a:off x="3494709" y="642172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C27E951-0311-FEF3-5BC2-7F3A32CE591D}"/>
              </a:ext>
            </a:extLst>
          </p:cNvPr>
          <p:cNvCxnSpPr>
            <a:cxnSpLocks/>
          </p:cNvCxnSpPr>
          <p:nvPr/>
        </p:nvCxnSpPr>
        <p:spPr>
          <a:xfrm>
            <a:off x="5387013" y="4849418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DFC5C6C-B720-CAA6-15A9-2954BAB03F28}"/>
              </a:ext>
            </a:extLst>
          </p:cNvPr>
          <p:cNvSpPr/>
          <p:nvPr/>
        </p:nvSpPr>
        <p:spPr>
          <a:xfrm>
            <a:off x="5064507" y="5164219"/>
            <a:ext cx="976966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ED584871-44DD-DF82-C0DF-D9740A813CA0}"/>
              </a:ext>
            </a:extLst>
          </p:cNvPr>
          <p:cNvSpPr/>
          <p:nvPr/>
        </p:nvSpPr>
        <p:spPr>
          <a:xfrm>
            <a:off x="4849122" y="5936047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DS:[ 2,3,1 ]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EBC7030-E17B-9405-DD20-2427AF016DBD}"/>
              </a:ext>
            </a:extLst>
          </p:cNvPr>
          <p:cNvCxnSpPr>
            <a:cxnSpLocks/>
          </p:cNvCxnSpPr>
          <p:nvPr/>
        </p:nvCxnSpPr>
        <p:spPr>
          <a:xfrm>
            <a:off x="5402834" y="5663520"/>
            <a:ext cx="0" cy="2399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7E2778C-FEA0-6773-3522-602C423B4B08}"/>
              </a:ext>
            </a:extLst>
          </p:cNvPr>
          <p:cNvGrpSpPr/>
          <p:nvPr/>
        </p:nvGrpSpPr>
        <p:grpSpPr>
          <a:xfrm>
            <a:off x="4963082" y="6386941"/>
            <a:ext cx="1115654" cy="369332"/>
            <a:chOff x="-1784387" y="1268381"/>
            <a:chExt cx="1703364" cy="35799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E021F40-0E39-453E-3948-3983FB1586C8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D5415D2-FC20-B17F-8DFA-F1841AB2D5AD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F038252-9397-18D8-A018-3D98CCA9AAAC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9B258745-9EC9-E66B-5CAF-E6C5AA720102}"/>
              </a:ext>
            </a:extLst>
          </p:cNvPr>
          <p:cNvSpPr txBox="1"/>
          <p:nvPr/>
        </p:nvSpPr>
        <p:spPr>
          <a:xfrm>
            <a:off x="5311505" y="6386941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4EB7BE6-9171-903A-0A40-6A77A27320AF}"/>
              </a:ext>
            </a:extLst>
          </p:cNvPr>
          <p:cNvSpPr txBox="1"/>
          <p:nvPr/>
        </p:nvSpPr>
        <p:spPr>
          <a:xfrm>
            <a:off x="5672569" y="642172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828214E0-72E4-F069-673C-9F35FD2140C1}"/>
              </a:ext>
            </a:extLst>
          </p:cNvPr>
          <p:cNvCxnSpPr>
            <a:cxnSpLocks/>
          </p:cNvCxnSpPr>
          <p:nvPr/>
        </p:nvCxnSpPr>
        <p:spPr>
          <a:xfrm>
            <a:off x="6041473" y="537323"/>
            <a:ext cx="3641270" cy="118511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3F457D5A-5EC8-1EE9-61F7-88559DC348EA}"/>
              </a:ext>
            </a:extLst>
          </p:cNvPr>
          <p:cNvSpPr/>
          <p:nvPr/>
        </p:nvSpPr>
        <p:spPr>
          <a:xfrm>
            <a:off x="9773709" y="1397140"/>
            <a:ext cx="1185353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DS:[ 3 ]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EDCD0257-9B4B-A08A-84D1-E2AC6B06E3F4}"/>
              </a:ext>
            </a:extLst>
          </p:cNvPr>
          <p:cNvCxnSpPr>
            <a:cxnSpLocks/>
          </p:cNvCxnSpPr>
          <p:nvPr/>
        </p:nvCxnSpPr>
        <p:spPr>
          <a:xfrm rot="5400000">
            <a:off x="9410737" y="1960264"/>
            <a:ext cx="544012" cy="464588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F41C64D2-D405-E0A9-78B8-376A09606B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872299" y="1913820"/>
            <a:ext cx="544013" cy="516719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2EF3F1FF-F9C9-3825-5129-11963CA2BF39}"/>
              </a:ext>
            </a:extLst>
          </p:cNvPr>
          <p:cNvSpPr/>
          <p:nvPr/>
        </p:nvSpPr>
        <p:spPr>
          <a:xfrm>
            <a:off x="9076435" y="2581211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[ 1 ]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23342692-CA50-4B20-11F5-62C0399DC85E}"/>
              </a:ext>
            </a:extLst>
          </p:cNvPr>
          <p:cNvSpPr/>
          <p:nvPr/>
        </p:nvSpPr>
        <p:spPr>
          <a:xfrm>
            <a:off x="11008542" y="2554711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[ 2 ]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F3F8BD6-152B-F96E-DA97-0B9778209425}"/>
              </a:ext>
            </a:extLst>
          </p:cNvPr>
          <p:cNvCxnSpPr>
            <a:cxnSpLocks/>
          </p:cNvCxnSpPr>
          <p:nvPr/>
        </p:nvCxnSpPr>
        <p:spPr>
          <a:xfrm>
            <a:off x="9450449" y="3075015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BC65AFDB-BB70-43D9-6E4F-28BE8F9DB0EB}"/>
              </a:ext>
            </a:extLst>
          </p:cNvPr>
          <p:cNvCxnSpPr>
            <a:cxnSpLocks/>
          </p:cNvCxnSpPr>
          <p:nvPr/>
        </p:nvCxnSpPr>
        <p:spPr>
          <a:xfrm>
            <a:off x="11480773" y="3056396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FFDCDC80-5278-4C49-ED32-40EF4F2CA49F}"/>
              </a:ext>
            </a:extLst>
          </p:cNvPr>
          <p:cNvSpPr/>
          <p:nvPr/>
        </p:nvSpPr>
        <p:spPr>
          <a:xfrm>
            <a:off x="8984585" y="3479849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DS:[ 3,1 ]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591AD758-5732-3B91-5926-728EBD2A10FD}"/>
              </a:ext>
            </a:extLst>
          </p:cNvPr>
          <p:cNvSpPr/>
          <p:nvPr/>
        </p:nvSpPr>
        <p:spPr>
          <a:xfrm>
            <a:off x="11025289" y="3484551"/>
            <a:ext cx="1068816" cy="3682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DS:[ 3,2 ]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621ED40-49C5-DA11-97A7-E93FADBBCFBB}"/>
              </a:ext>
            </a:extLst>
          </p:cNvPr>
          <p:cNvGrpSpPr/>
          <p:nvPr/>
        </p:nvGrpSpPr>
        <p:grpSpPr>
          <a:xfrm>
            <a:off x="8937747" y="3846453"/>
            <a:ext cx="1115654" cy="369332"/>
            <a:chOff x="-1784387" y="1268381"/>
            <a:chExt cx="1703364" cy="357995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C4B3057-195A-3B08-8CAB-F326456E8A31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5B78953-6F64-7A6B-7A93-EBECE374113C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38802A1-2A2C-3637-59E8-D5E5B3C980EF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C1C3FEF-C4F4-B275-5125-B4B7672067EA}"/>
              </a:ext>
            </a:extLst>
          </p:cNvPr>
          <p:cNvGrpSpPr/>
          <p:nvPr/>
        </p:nvGrpSpPr>
        <p:grpSpPr>
          <a:xfrm>
            <a:off x="9523938" y="961596"/>
            <a:ext cx="1650021" cy="369332"/>
            <a:chOff x="-1701390" y="1282923"/>
            <a:chExt cx="1650021" cy="369332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EFE69BDF-8B32-CFB6-E7E1-9D91BF852D24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6BCA5E0-6678-C346-9A20-14F7BE51DFAA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AC98207-8BB1-44DA-30E3-83294DBA1285}"/>
                </a:ext>
              </a:extLst>
            </p:cNvPr>
            <p:cNvSpPr txBox="1"/>
            <p:nvPr/>
          </p:nvSpPr>
          <p:spPr>
            <a:xfrm>
              <a:off x="-567406" y="1282923"/>
              <a:ext cx="516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BE63D73A-821D-E902-0ACA-AA62B86F1595}"/>
              </a:ext>
            </a:extLst>
          </p:cNvPr>
          <p:cNvSpPr txBox="1"/>
          <p:nvPr/>
        </p:nvSpPr>
        <p:spPr>
          <a:xfrm>
            <a:off x="9612167" y="387174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42D4D6C4-A95F-B938-91DA-A250B7AAF92F}"/>
              </a:ext>
            </a:extLst>
          </p:cNvPr>
          <p:cNvCxnSpPr>
            <a:cxnSpLocks/>
          </p:cNvCxnSpPr>
          <p:nvPr/>
        </p:nvCxnSpPr>
        <p:spPr>
          <a:xfrm>
            <a:off x="9450449" y="4271417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94667910-AEDC-115A-8A88-63F3502BFDC7}"/>
              </a:ext>
            </a:extLst>
          </p:cNvPr>
          <p:cNvSpPr/>
          <p:nvPr/>
        </p:nvSpPr>
        <p:spPr>
          <a:xfrm>
            <a:off x="9080442" y="4672220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[2]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078D8ECE-21EB-7CA4-0199-83FF6389BE54}"/>
              </a:ext>
            </a:extLst>
          </p:cNvPr>
          <p:cNvCxnSpPr>
            <a:cxnSpLocks/>
          </p:cNvCxnSpPr>
          <p:nvPr/>
        </p:nvCxnSpPr>
        <p:spPr>
          <a:xfrm>
            <a:off x="9502741" y="5178306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9A302C32-213F-D8AE-52F3-261EC4E8D4B6}"/>
              </a:ext>
            </a:extLst>
          </p:cNvPr>
          <p:cNvSpPr/>
          <p:nvPr/>
        </p:nvSpPr>
        <p:spPr>
          <a:xfrm>
            <a:off x="8929268" y="5595422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DS:[3,1,2]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5FFF942-DC4C-619C-9028-093FED20314F}"/>
              </a:ext>
            </a:extLst>
          </p:cNvPr>
          <p:cNvGrpSpPr/>
          <p:nvPr/>
        </p:nvGrpSpPr>
        <p:grpSpPr>
          <a:xfrm>
            <a:off x="8971030" y="6006527"/>
            <a:ext cx="1115654" cy="369332"/>
            <a:chOff x="-1784387" y="1268381"/>
            <a:chExt cx="1703364" cy="357995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7DCAEBE-72BD-036E-D736-837A823EB94E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2FE5003D-0745-943D-2116-891D01F45FDE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3698AA5-2347-AC02-0DAE-66F5FDAD33A2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8B271EB4-E588-B375-90C5-851D42A9B622}"/>
              </a:ext>
            </a:extLst>
          </p:cNvPr>
          <p:cNvSpPr txBox="1"/>
          <p:nvPr/>
        </p:nvSpPr>
        <p:spPr>
          <a:xfrm>
            <a:off x="9288907" y="6020980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48BC107-ACBF-1C35-9BD9-364884C69242}"/>
              </a:ext>
            </a:extLst>
          </p:cNvPr>
          <p:cNvSpPr txBox="1"/>
          <p:nvPr/>
        </p:nvSpPr>
        <p:spPr>
          <a:xfrm>
            <a:off x="9682743" y="6035758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3FC8A9D-6B98-11C5-38FD-965570454771}"/>
              </a:ext>
            </a:extLst>
          </p:cNvPr>
          <p:cNvGrpSpPr/>
          <p:nvPr/>
        </p:nvGrpSpPr>
        <p:grpSpPr>
          <a:xfrm>
            <a:off x="11062903" y="3866820"/>
            <a:ext cx="1061293" cy="369332"/>
            <a:chOff x="-1701390" y="1279051"/>
            <a:chExt cx="1620367" cy="35799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2A12FE-3AF7-2AB1-963A-64D56925A109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5628844-FF6D-4BFE-EFB5-8398CED52404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0C3D18B-0748-E128-0B5F-E4CEC921CC3E}"/>
                </a:ext>
              </a:extLst>
            </p:cNvPr>
            <p:cNvSpPr txBox="1"/>
            <p:nvPr/>
          </p:nvSpPr>
          <p:spPr>
            <a:xfrm>
              <a:off x="-1232263" y="127905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F1880BA2-F143-8785-3EFA-5D03D2610C8B}"/>
              </a:ext>
            </a:extLst>
          </p:cNvPr>
          <p:cNvSpPr txBox="1"/>
          <p:nvPr/>
        </p:nvSpPr>
        <p:spPr>
          <a:xfrm>
            <a:off x="11697622" y="3878936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C0083EC8-5A68-ECBC-3C8E-83A6C104EFF1}"/>
              </a:ext>
            </a:extLst>
          </p:cNvPr>
          <p:cNvCxnSpPr>
            <a:cxnSpLocks/>
          </p:cNvCxnSpPr>
          <p:nvPr/>
        </p:nvCxnSpPr>
        <p:spPr>
          <a:xfrm>
            <a:off x="11480773" y="4271417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AB47939C-AA2D-C232-8257-0F1302424349}"/>
              </a:ext>
            </a:extLst>
          </p:cNvPr>
          <p:cNvSpPr/>
          <p:nvPr/>
        </p:nvSpPr>
        <p:spPr>
          <a:xfrm>
            <a:off x="11025289" y="4700942"/>
            <a:ext cx="976966" cy="457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[1]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B2207415-1687-8804-B5F3-F3E20E956115}"/>
              </a:ext>
            </a:extLst>
          </p:cNvPr>
          <p:cNvCxnSpPr>
            <a:cxnSpLocks/>
          </p:cNvCxnSpPr>
          <p:nvPr/>
        </p:nvCxnSpPr>
        <p:spPr>
          <a:xfrm>
            <a:off x="11402665" y="5208704"/>
            <a:ext cx="0" cy="3682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0045D8F9-1560-DAB3-0DDE-9E9EE7E2544B}"/>
              </a:ext>
            </a:extLst>
          </p:cNvPr>
          <p:cNvSpPr/>
          <p:nvPr/>
        </p:nvSpPr>
        <p:spPr>
          <a:xfrm>
            <a:off x="10921803" y="5627571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DS:[3,2,1]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4E137AA-95E1-0CFF-80BC-9FE4A2DBEBC7}"/>
              </a:ext>
            </a:extLst>
          </p:cNvPr>
          <p:cNvGrpSpPr/>
          <p:nvPr/>
        </p:nvGrpSpPr>
        <p:grpSpPr>
          <a:xfrm>
            <a:off x="11008542" y="6045105"/>
            <a:ext cx="1115654" cy="369332"/>
            <a:chOff x="-1784387" y="1268381"/>
            <a:chExt cx="1703364" cy="357995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A83DDB41-E3C3-5BFD-5A8F-34B8F7CDC73B}"/>
                </a:ext>
              </a:extLst>
            </p:cNvPr>
            <p:cNvSpPr/>
            <p:nvPr/>
          </p:nvSpPr>
          <p:spPr>
            <a:xfrm>
              <a:off x="-1701390" y="1353311"/>
              <a:ext cx="1620367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7AA8606-55FE-C66C-D5C8-0F9B7E6A7693}"/>
                </a:ext>
              </a:extLst>
            </p:cNvPr>
            <p:cNvSpPr/>
            <p:nvPr/>
          </p:nvSpPr>
          <p:spPr>
            <a:xfrm>
              <a:off x="-1185353" y="1353311"/>
              <a:ext cx="588291" cy="25556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E71443E6-070B-E582-040A-0857FD82CDED}"/>
                </a:ext>
              </a:extLst>
            </p:cNvPr>
            <p:cNvSpPr txBox="1"/>
            <p:nvPr/>
          </p:nvSpPr>
          <p:spPr>
            <a:xfrm>
              <a:off x="-1784387" y="1268381"/>
              <a:ext cx="493280" cy="35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✔️</a:t>
              </a: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8EF4CD58-9502-C05F-A0C3-24EFE5DA9B28}"/>
              </a:ext>
            </a:extLst>
          </p:cNvPr>
          <p:cNvSpPr txBox="1"/>
          <p:nvPr/>
        </p:nvSpPr>
        <p:spPr>
          <a:xfrm>
            <a:off x="11335483" y="6046363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30EF22F-43CA-5452-0BAD-B9136CB2D695}"/>
              </a:ext>
            </a:extLst>
          </p:cNvPr>
          <p:cNvSpPr txBox="1"/>
          <p:nvPr/>
        </p:nvSpPr>
        <p:spPr>
          <a:xfrm>
            <a:off x="11705640" y="6073874"/>
            <a:ext cx="32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4B67DA56-0194-FEFB-AABE-D0C6765C3FDF}"/>
              </a:ext>
            </a:extLst>
          </p:cNvPr>
          <p:cNvSpPr/>
          <p:nvPr/>
        </p:nvSpPr>
        <p:spPr>
          <a:xfrm>
            <a:off x="12978058" y="4154118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[ 1,2,3 ]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1665AA5B-B1A0-3E83-3D47-97BAD627107A}"/>
              </a:ext>
            </a:extLst>
          </p:cNvPr>
          <p:cNvSpPr/>
          <p:nvPr/>
        </p:nvSpPr>
        <p:spPr>
          <a:xfrm>
            <a:off x="13034237" y="4672220"/>
            <a:ext cx="1235512" cy="4226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[ 1,3 ,2]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522BDB5D-7718-E21C-8A53-09DA049BD6FA}"/>
              </a:ext>
            </a:extLst>
          </p:cNvPr>
          <p:cNvSpPr/>
          <p:nvPr/>
        </p:nvSpPr>
        <p:spPr>
          <a:xfrm>
            <a:off x="13062916" y="5206573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[ 2,1,3 ]</a:t>
            </a: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167DA537-1C92-39DF-D340-831ED214BB78}"/>
              </a:ext>
            </a:extLst>
          </p:cNvPr>
          <p:cNvSpPr/>
          <p:nvPr/>
        </p:nvSpPr>
        <p:spPr>
          <a:xfrm>
            <a:off x="13044099" y="5810672"/>
            <a:ext cx="1235512" cy="45089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[ 2,3,1 ]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461FDD4E-DE49-3391-3B12-3BE0E305E852}"/>
              </a:ext>
            </a:extLst>
          </p:cNvPr>
          <p:cNvSpPr/>
          <p:nvPr/>
        </p:nvSpPr>
        <p:spPr>
          <a:xfrm>
            <a:off x="13030129" y="6405090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[3,1,2]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7FF69A49-2A82-D065-A234-C3EC7EAD07A8}"/>
              </a:ext>
            </a:extLst>
          </p:cNvPr>
          <p:cNvSpPr/>
          <p:nvPr/>
        </p:nvSpPr>
        <p:spPr>
          <a:xfrm>
            <a:off x="13034237" y="6877251"/>
            <a:ext cx="1270197" cy="36823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[3,2,1]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86FC337-F888-05F6-150F-B10015808BDB}"/>
              </a:ext>
            </a:extLst>
          </p:cNvPr>
          <p:cNvSpPr txBox="1"/>
          <p:nvPr/>
        </p:nvSpPr>
        <p:spPr>
          <a:xfrm>
            <a:off x="12725400" y="3380141"/>
            <a:ext cx="1922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3775321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2589</Words>
  <Application>Microsoft Office PowerPoint</Application>
  <PresentationFormat>Widescreen</PresentationFormat>
  <Paragraphs>1099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3</cp:revision>
  <dcterms:created xsi:type="dcterms:W3CDTF">2025-10-22T12:21:55Z</dcterms:created>
  <dcterms:modified xsi:type="dcterms:W3CDTF">2025-11-04T12:28:03Z</dcterms:modified>
</cp:coreProperties>
</file>