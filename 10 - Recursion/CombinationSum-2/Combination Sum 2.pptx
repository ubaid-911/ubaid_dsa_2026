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331" r:id="rId3"/>
    <p:sldId id="332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9" r:id="rId15"/>
    <p:sldId id="348" r:id="rId16"/>
    <p:sldId id="350" r:id="rId17"/>
    <p:sldId id="351" r:id="rId18"/>
    <p:sldId id="352" r:id="rId19"/>
    <p:sldId id="353" r:id="rId20"/>
    <p:sldId id="35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99FF99"/>
    <a:srgbClr val="2942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2" d="100"/>
          <a:sy n="52" d="100"/>
        </p:scale>
        <p:origin x="1738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9973A-79F1-C216-EEBA-F715254A35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2C5CB-5A5D-2E46-E3EF-4E8A6ABC1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17212-3A8E-F43B-0C62-93B5803C3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803F-2CC4-4528-A513-82710D503F0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FD6E-AF9C-8B52-B0E5-C3AD7C75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A9E9-A14F-FEB9-D860-2164B795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B918C-A3B5-4855-8C4D-617B669DE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52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6D6C6-22A4-D461-A5FE-56AE4ADE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930AF-181B-4300-07BA-7A7898644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9EE7D-B502-3B39-2143-FD469B1A7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803F-2CC4-4528-A513-82710D503F0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F5D9F-397E-16B9-A3CC-382CC9A9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712F2-D297-EA70-01F4-DCB28647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B918C-A3B5-4855-8C4D-617B669DE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57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C2E4B-E221-6522-D11C-2CF4A8FFD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7D917-1A6A-65F2-A3B5-220993827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78AD4-8025-1FAE-0A53-E73BDABA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803F-2CC4-4528-A513-82710D503F0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D417C-0052-0EE9-0A8A-B3076526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65FC4-EE19-2E0F-DBDD-C03649FEB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B918C-A3B5-4855-8C4D-617B669DE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070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5B83B-2F6E-D9CD-40E4-3B07C177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906AC-66A6-EA73-730E-40C5271AE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AC6B3-D55B-2E3B-77F6-6D05EEA8D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6DB04-29EF-113D-D7E1-332EA48A2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803F-2CC4-4528-A513-82710D503F0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4A898-A192-852A-6F4E-62363D871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2FB2F-9EAC-629F-5F68-A5FF1FC8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B918C-A3B5-4855-8C4D-617B669DE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810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30AC-A372-AE1B-C49E-9E8AFC5CD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5DC4F-1369-4FCF-EF2E-0BD637A58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9CF21-F969-7432-7B47-E08D2EA78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880201-08F5-3B8D-7A2D-4D357A19F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C2430-6886-E244-5064-01616C302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BA4ABC-2B9C-35A8-1E0E-BDDFD6745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803F-2CC4-4528-A513-82710D503F0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EF6B5-CF45-2957-826E-22215354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72E04A-2565-994E-74A0-73BB02FC3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B918C-A3B5-4855-8C4D-617B669DE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71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AD1E5-61D4-3ABD-B017-2649F37C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39084-65F3-C56A-85CC-A7A9825C8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803F-2CC4-4528-A513-82710D503F0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113D8-DDE7-D374-F084-BF2A50EB7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4CA44-429C-4A73-9018-D9482312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B918C-A3B5-4855-8C4D-617B669DE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242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3F863D-917F-A5C1-FD0A-FBC26988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803F-2CC4-4528-A513-82710D503F0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C03907-B6A4-A7CB-9F67-B794EDD7B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3D1E1-B8D7-1947-2D81-FFE35B5AA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B918C-A3B5-4855-8C4D-617B669DE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52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8E6B7-2098-FAD4-2F4E-378FEBAD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5C3C8-9025-109F-F7BA-667A9496B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6D26EF-F14C-F4B2-6E95-9FE19C2CD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73893-7EB9-84CE-5B3D-0C0E56149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803F-2CC4-4528-A513-82710D503F0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A4BDE-296D-253D-0FF2-CE8DB79C7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472BF-50C7-AF00-D622-330E08BC5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B918C-A3B5-4855-8C4D-617B669DE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287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2FFFD-3F96-B794-ABA4-E87B40124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DD063-2F4E-93B5-01DA-366ACC3337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6AB5F-B693-B8D8-D5B7-054216E0C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E4599-B52D-8FAC-0D9A-1D4654F41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803F-2CC4-4528-A513-82710D503F0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23333-7C6A-681C-452C-EEBAF2AEF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F08BB-B90E-11AF-B73D-DCC7627D5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B918C-A3B5-4855-8C4D-617B669DE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444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A4BF0-8F26-D8C8-9DDA-01F16AB03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9C572-8EC3-9FF0-604A-2DCB89D3A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BD7DD-07C9-5C01-ABFB-9E11F5A40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803F-2CC4-4528-A513-82710D503F0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DA248-AE6F-1A1A-8F16-168EBC961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0E008-838F-4AFC-30CA-F682D9D20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B918C-A3B5-4855-8C4D-617B669DE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03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260869-F685-BB9F-AA2A-508E0FB56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69C81-24C2-3787-B970-316A5F9C5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833BE-E6FD-B372-FDC2-5B0CEFE07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803F-2CC4-4528-A513-82710D503F0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6333A-BE11-D288-A783-678A87175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093AF-C876-F5EE-7E68-36B99C035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B918C-A3B5-4855-8C4D-617B669DE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933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FAA496-17B0-3F15-81E8-EA69667C0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3712F-6E96-DFDD-0BC2-BCDC25527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2E104-9476-00BB-F3F8-FCCB52C13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20803F-2CC4-4528-A513-82710D503F0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AA271-EA5B-8EDC-58B9-9E2461657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D084D-0912-EE8A-6006-C1950DA5C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B918C-A3B5-4855-8C4D-617B669DE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239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29467-71F6-8D4D-E34E-2A540946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3DEF89-3F9B-2A16-46C4-2343A5336D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B2EF26-A2E4-1929-99C5-5E078599F130}"/>
              </a:ext>
            </a:extLst>
          </p:cNvPr>
          <p:cNvSpPr txBox="1"/>
          <p:nvPr/>
        </p:nvSpPr>
        <p:spPr>
          <a:xfrm>
            <a:off x="162560" y="2644170"/>
            <a:ext cx="11866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Combination Sum</a:t>
            </a:r>
            <a:r>
              <a:rPr lang="en-IN" sz="9600" b="1" dirty="0">
                <a:solidFill>
                  <a:schemeClr val="bg1"/>
                </a:solidFill>
                <a:latin typeface="Bahnschrift" panose="020B0502040204020203" pitchFamily="34" charset="0"/>
              </a:rPr>
              <a:t> - 2</a:t>
            </a:r>
          </a:p>
        </p:txBody>
      </p:sp>
    </p:spTree>
    <p:extLst>
      <p:ext uri="{BB962C8B-B14F-4D97-AF65-F5344CB8AC3E}">
        <p14:creationId xmlns:p14="http://schemas.microsoft.com/office/powerpoint/2010/main" val="579091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7D125-BAF9-377E-42C5-9B1257030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916F92-BCAE-54A9-1963-B1907CF243F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10EAB8-D04E-6AA1-D547-7E4818C1EE21}"/>
              </a:ext>
            </a:extLst>
          </p:cNvPr>
          <p:cNvSpPr/>
          <p:nvPr/>
        </p:nvSpPr>
        <p:spPr>
          <a:xfrm>
            <a:off x="10783323" y="64179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F482D7D-59C2-06B5-2188-60ED2292C1A5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48E33-C0A5-B721-8A51-2C5C179F39FC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A4D20-5203-8F71-DDC8-971DE80287E0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</p:spTree>
    <p:extLst>
      <p:ext uri="{BB962C8B-B14F-4D97-AF65-F5344CB8AC3E}">
        <p14:creationId xmlns:p14="http://schemas.microsoft.com/office/powerpoint/2010/main" val="237730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DCB7-F2BA-BF15-BB35-DA6A82BC0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82D43C-5489-04A9-7CC8-A0AC01FAAC1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29DBA6-3192-CD3E-F692-443214B7CFB6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793F14-299C-EAC7-A5AA-342CCC549BBF}"/>
              </a:ext>
            </a:extLst>
          </p:cNvPr>
          <p:cNvSpPr/>
          <p:nvPr/>
        </p:nvSpPr>
        <p:spPr>
          <a:xfrm>
            <a:off x="10783323" y="64179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7C7F6F-7AAB-5F0A-FE40-7CA1FE580CAD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2A2391-8BA5-17B6-A439-4CEB9E30F49B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8F5E120-8B03-A005-2E80-62E406161896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FD264E-B8E3-0C2E-0C3E-F95F7BA1ADBA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AA71B0-A592-0B17-CEB5-69E9F886A5B7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AF641F6F-A883-CEDC-48AA-830440EDC3FA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9423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2FF9-3C34-9A31-AAB1-B5EF6C1A3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DF753D-2A74-C85C-6FB7-5ED6CB94B0A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78B493-E3F8-5C2D-8025-FE07BBA17678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391DA93-8287-EFF3-1BD0-DAE8E5F0A754}"/>
              </a:ext>
            </a:extLst>
          </p:cNvPr>
          <p:cNvSpPr/>
          <p:nvPr/>
        </p:nvSpPr>
        <p:spPr>
          <a:xfrm>
            <a:off x="10783323" y="64179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BA1608-7A75-79D2-67F6-5F486B9E4162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14BAF0-729F-BFF5-83B5-5EF0B4EEF3A9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5AE0824-B234-3838-674C-4FD0FC2FD63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C9915A-DCA2-5939-27E9-857FDFB4F225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A770676-4CDE-6C19-306B-7EDED5E00D55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4A84B4B2-9508-75E9-9B2F-6B8D4757574A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068BA8-00E6-B456-ED62-47090040C3C7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4F6272-35CE-FA9E-2D06-1339C8FED648}"/>
              </a:ext>
            </a:extLst>
          </p:cNvPr>
          <p:cNvCxnSpPr>
            <a:cxnSpLocks/>
          </p:cNvCxnSpPr>
          <p:nvPr/>
        </p:nvCxnSpPr>
        <p:spPr>
          <a:xfrm>
            <a:off x="-544009" y="86549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CF00ADA-8DC4-9BD0-9126-E3BBF2C066FE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A9127962-49FC-F8C6-BF66-8AAC3EF15564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5757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635C-031E-F0B9-3735-3D4CE07F8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1D3D4FA-42FB-2CDE-ECD3-15688C52434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47F819-6671-55D7-03D3-0EADEE462425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36D7C6-C27B-89AC-9DE1-122E3C5C68CE}"/>
              </a:ext>
            </a:extLst>
          </p:cNvPr>
          <p:cNvSpPr/>
          <p:nvPr/>
        </p:nvSpPr>
        <p:spPr>
          <a:xfrm>
            <a:off x="10783323" y="64179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4D91C7-EE40-7DB6-979F-A79DF877743F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6EE614-062E-872B-8999-02293EACB6A6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7E936FEA-F261-2638-3BEA-FFC9AFFA2CD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8DB9C1-5F6E-9AD7-09FB-6B9DE0F5668D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79A9AF-2833-7124-0856-26677D88CBE7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EED8687D-823A-9318-0CC2-082B2009C6F1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E39488-9F19-8444-24D6-F598A3F0D915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F0C00D-46C5-2FF1-4486-5FA0ED142B68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220E4F-3D20-019E-69C6-8F58219FBB08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A2733F2-217C-99BE-CCBD-2A082B0893C1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1C5824E-F3CA-159A-DD7A-1F378412EB7E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9D3C7C8-9536-2F31-24F3-79C40E534EFF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441D4E7-2736-4868-C249-5FE7E644A9E6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9D8EF61E-5B98-25B7-CB58-F4DA275623D3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277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3EE88-54AD-D394-6D48-E16732133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07B94A-B0E1-45CA-E3B1-629491E10D9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EAA04B-23EC-3359-293E-880A18E33F79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97ADA7-605B-3BD7-65C7-4C22EC3B7A81}"/>
              </a:ext>
            </a:extLst>
          </p:cNvPr>
          <p:cNvSpPr/>
          <p:nvPr/>
        </p:nvSpPr>
        <p:spPr>
          <a:xfrm>
            <a:off x="10783323" y="64179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8AD06-8C91-517E-EDA7-5056C3EAC44E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5248AD-1476-0B85-75B7-0FED24A05320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342ED74-52E1-3295-CAE7-C973F3B4688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14B20B-3CE2-B0A2-6896-4AB50F28D40F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79675B-4497-3975-8950-FE41F5E4D91A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4041EBF9-9133-4DB8-C2DC-763DAD2776CF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499E5F-3852-E0C2-2833-BB6F62A5B4C4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1C1D37-FC7A-4471-005D-698A04C3A61E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4DBFD1-04E2-578A-F476-EF77FCCB3794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49F61B80-A1A7-1165-6667-4DD2BA7EA566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5A2FB3-28C8-A0FB-5848-CE1FD85AFD4D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46E8661-D3A4-2BBA-3C3E-2198095A1A4A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432C164-7A97-CB2E-5C05-73228B497638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063E9FAE-7EB9-9618-F445-97D5E6B0A254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17D1275-522A-9CA9-A77E-324B8A7C657F}"/>
              </a:ext>
            </a:extLst>
          </p:cNvPr>
          <p:cNvCxnSpPr>
            <a:cxnSpLocks/>
          </p:cNvCxnSpPr>
          <p:nvPr/>
        </p:nvCxnSpPr>
        <p:spPr>
          <a:xfrm flipV="1">
            <a:off x="318308" y="173552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2D723A-278C-CE6C-7155-8025DA97ABFA}"/>
              </a:ext>
            </a:extLst>
          </p:cNvPr>
          <p:cNvCxnSpPr>
            <a:cxnSpLocks/>
          </p:cNvCxnSpPr>
          <p:nvPr/>
        </p:nvCxnSpPr>
        <p:spPr>
          <a:xfrm>
            <a:off x="1216025" y="145841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F8FE21-EEC3-966A-2E3E-194EEF7D67D3}"/>
              </a:ext>
            </a:extLst>
          </p:cNvPr>
          <p:cNvCxnSpPr>
            <a:cxnSpLocks/>
          </p:cNvCxnSpPr>
          <p:nvPr/>
        </p:nvCxnSpPr>
        <p:spPr>
          <a:xfrm>
            <a:off x="1666754" y="1458411"/>
            <a:ext cx="0" cy="2882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FA0C511-D411-3EAE-52E4-0B733D02AFCD}"/>
              </a:ext>
            </a:extLst>
          </p:cNvPr>
          <p:cNvSpPr/>
          <p:nvPr/>
        </p:nvSpPr>
        <p:spPr>
          <a:xfrm>
            <a:off x="368445" y="4431529"/>
            <a:ext cx="2511700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4051009-14C0-7196-48CB-C034ABDC6734}"/>
              </a:ext>
            </a:extLst>
          </p:cNvPr>
          <p:cNvSpPr/>
          <p:nvPr/>
        </p:nvSpPr>
        <p:spPr>
          <a:xfrm>
            <a:off x="-381506" y="4124023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01C08C02-82DF-EC13-DEE4-B27B2EF120E5}"/>
              </a:ext>
            </a:extLst>
          </p:cNvPr>
          <p:cNvSpPr/>
          <p:nvPr/>
        </p:nvSpPr>
        <p:spPr>
          <a:xfrm rot="10649572">
            <a:off x="18760" y="402127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E543E07-4A51-FDC5-7B87-5EEBBE75D198}"/>
              </a:ext>
            </a:extLst>
          </p:cNvPr>
          <p:cNvSpPr/>
          <p:nvPr/>
        </p:nvSpPr>
        <p:spPr>
          <a:xfrm>
            <a:off x="826388" y="483506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</p:spTree>
    <p:extLst>
      <p:ext uri="{BB962C8B-B14F-4D97-AF65-F5344CB8AC3E}">
        <p14:creationId xmlns:p14="http://schemas.microsoft.com/office/powerpoint/2010/main" val="1797154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88324-76AB-4891-82BD-1D28119AB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9AA3B2-3433-FBE3-DD2D-73A02E2E6A0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17EB3F-6433-F494-DE6C-E691466C0585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970D21-0E05-A276-5CE6-584D7ABE1C7C}"/>
              </a:ext>
            </a:extLst>
          </p:cNvPr>
          <p:cNvSpPr/>
          <p:nvPr/>
        </p:nvSpPr>
        <p:spPr>
          <a:xfrm>
            <a:off x="10783323" y="64179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50E7BF-8988-B889-71FC-AD1025D0D118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72890-0998-4CEF-EC4D-E7456829F164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930F4D1-C0E4-CB43-95B7-95F9A6D973D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37DA9F-F840-248F-F973-46450F0A1DEF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8BD71C-E670-1BB3-8198-2121A6106E18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CDCAC92C-6404-C605-255B-412133FE2CCD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1B76F7-7BC0-CFAC-0960-417681C39FB7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B21D7D-5A87-4A94-D059-BFE372C61101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F5C3EA-58DF-E75E-D59B-51713A0D6A11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BA666A44-E438-9419-3013-AA08A4727C0E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760A3C-4D9D-CA4C-4750-9005CC2281C6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B1382CB-7918-C494-63A5-859316C82B7A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D5292EA-E071-6450-FE84-F12505117258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7AF18291-301F-3FF1-817B-18336AA0532F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7A4284-878F-1A69-3EA5-F6FE04561212}"/>
              </a:ext>
            </a:extLst>
          </p:cNvPr>
          <p:cNvCxnSpPr>
            <a:cxnSpLocks/>
          </p:cNvCxnSpPr>
          <p:nvPr/>
        </p:nvCxnSpPr>
        <p:spPr>
          <a:xfrm flipV="1">
            <a:off x="318308" y="173552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475912-5BD2-22AB-7969-037667F222C4}"/>
              </a:ext>
            </a:extLst>
          </p:cNvPr>
          <p:cNvCxnSpPr>
            <a:cxnSpLocks/>
          </p:cNvCxnSpPr>
          <p:nvPr/>
        </p:nvCxnSpPr>
        <p:spPr>
          <a:xfrm>
            <a:off x="1216025" y="145841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8E4DD7-74E3-6D18-6798-7B0181E277A3}"/>
              </a:ext>
            </a:extLst>
          </p:cNvPr>
          <p:cNvCxnSpPr>
            <a:cxnSpLocks/>
          </p:cNvCxnSpPr>
          <p:nvPr/>
        </p:nvCxnSpPr>
        <p:spPr>
          <a:xfrm>
            <a:off x="1666754" y="1458411"/>
            <a:ext cx="0" cy="2882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CB9C032-F679-E579-1680-EF7F48276204}"/>
              </a:ext>
            </a:extLst>
          </p:cNvPr>
          <p:cNvSpPr/>
          <p:nvPr/>
        </p:nvSpPr>
        <p:spPr>
          <a:xfrm>
            <a:off x="368445" y="4431529"/>
            <a:ext cx="2511700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C9150C5-010B-2D79-6757-B2628784D710}"/>
              </a:ext>
            </a:extLst>
          </p:cNvPr>
          <p:cNvSpPr/>
          <p:nvPr/>
        </p:nvSpPr>
        <p:spPr>
          <a:xfrm>
            <a:off x="-381506" y="4124023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812DFA11-6F25-C222-966E-F32781A28E55}"/>
              </a:ext>
            </a:extLst>
          </p:cNvPr>
          <p:cNvSpPr/>
          <p:nvPr/>
        </p:nvSpPr>
        <p:spPr>
          <a:xfrm rot="10649572">
            <a:off x="18760" y="402127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8DE1248-EE36-5B7C-78CA-524133B1248F}"/>
              </a:ext>
            </a:extLst>
          </p:cNvPr>
          <p:cNvSpPr/>
          <p:nvPr/>
        </p:nvSpPr>
        <p:spPr>
          <a:xfrm>
            <a:off x="826388" y="483506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1A461C-EEDB-A754-0359-9A55A520FB44}"/>
              </a:ext>
            </a:extLst>
          </p:cNvPr>
          <p:cNvCxnSpPr>
            <a:cxnSpLocks/>
          </p:cNvCxnSpPr>
          <p:nvPr/>
        </p:nvCxnSpPr>
        <p:spPr>
          <a:xfrm flipV="1">
            <a:off x="318308" y="853921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5EF1FC5-E9AF-22C8-0B01-4C78627AE774}"/>
              </a:ext>
            </a:extLst>
          </p:cNvPr>
          <p:cNvCxnSpPr>
            <a:cxnSpLocks/>
          </p:cNvCxnSpPr>
          <p:nvPr/>
        </p:nvCxnSpPr>
        <p:spPr>
          <a:xfrm>
            <a:off x="1100254" y="754284"/>
            <a:ext cx="206231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5DDD091-1EFE-6D92-A3B6-D3D6A872826B}"/>
              </a:ext>
            </a:extLst>
          </p:cNvPr>
          <p:cNvCxnSpPr>
            <a:cxnSpLocks/>
          </p:cNvCxnSpPr>
          <p:nvPr/>
        </p:nvCxnSpPr>
        <p:spPr>
          <a:xfrm flipH="1">
            <a:off x="3159642" y="741457"/>
            <a:ext cx="1951" cy="71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E558C04-D858-A3A7-5C89-9751265B97B7}"/>
              </a:ext>
            </a:extLst>
          </p:cNvPr>
          <p:cNvSpPr/>
          <p:nvPr/>
        </p:nvSpPr>
        <p:spPr>
          <a:xfrm>
            <a:off x="2008390" y="1515748"/>
            <a:ext cx="2447861" cy="34619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[ 1,1 ]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1C79668-480D-5A19-CC92-18623E230699}"/>
              </a:ext>
            </a:extLst>
          </p:cNvPr>
          <p:cNvSpPr/>
          <p:nvPr/>
        </p:nvSpPr>
        <p:spPr>
          <a:xfrm>
            <a:off x="3474169" y="118940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2A3695A7-031E-51AC-DA5A-582F10B488F4}"/>
              </a:ext>
            </a:extLst>
          </p:cNvPr>
          <p:cNvSpPr/>
          <p:nvPr/>
        </p:nvSpPr>
        <p:spPr>
          <a:xfrm rot="4469145">
            <a:off x="4125147" y="11221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8042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43070-2574-0FB6-423D-37100D479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4A255B-44D8-8378-ABB7-BD821D7742E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EE37A8-7A0B-F38E-5F99-2C6EC741D9AE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4F72835-4306-1D80-1D85-34C9F35D487B}"/>
              </a:ext>
            </a:extLst>
          </p:cNvPr>
          <p:cNvSpPr/>
          <p:nvPr/>
        </p:nvSpPr>
        <p:spPr>
          <a:xfrm>
            <a:off x="10783323" y="64179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FF3635-4F47-F133-5991-4D1828E12314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B14AA9-C3F1-B97D-1BBB-C9E3CAD8BF90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7F91B80B-0631-2ED6-FD2F-BBFCEE4777A4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0F940A-6E5F-E55A-019D-E87A3C5D8E02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BC92D0-2ED2-B5B8-169D-4C733755A426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CDEF7873-A535-D074-2E55-BD81620A3643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B5C349-CE85-E870-4BAB-E8D78332E614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EFACC6-7D82-679D-2C5F-C71F3CF5A71B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FAF619-4DED-55CA-F0A3-6837CFA199FC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4D7651C0-58C8-F53E-BF1D-FB695BB5B4E9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44A9F7-6122-BA1D-E49F-4055C5073AEF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87D09C1-4952-F926-6846-0DA95E824064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FDCC87E-E0A9-3F38-3985-9018594A2942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129A86F3-B91D-7317-FDCC-B0C1934032C3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4E53A1-AFF1-9FE7-1305-EA95F1B3211E}"/>
              </a:ext>
            </a:extLst>
          </p:cNvPr>
          <p:cNvCxnSpPr>
            <a:cxnSpLocks/>
          </p:cNvCxnSpPr>
          <p:nvPr/>
        </p:nvCxnSpPr>
        <p:spPr>
          <a:xfrm flipV="1">
            <a:off x="318308" y="173552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EBEF5F-4CB1-FCE2-1C39-D36E5545F342}"/>
              </a:ext>
            </a:extLst>
          </p:cNvPr>
          <p:cNvCxnSpPr>
            <a:cxnSpLocks/>
          </p:cNvCxnSpPr>
          <p:nvPr/>
        </p:nvCxnSpPr>
        <p:spPr>
          <a:xfrm>
            <a:off x="1216025" y="145841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21AC79-17B1-2D63-F10A-892175C55CFB}"/>
              </a:ext>
            </a:extLst>
          </p:cNvPr>
          <p:cNvCxnSpPr>
            <a:cxnSpLocks/>
          </p:cNvCxnSpPr>
          <p:nvPr/>
        </p:nvCxnSpPr>
        <p:spPr>
          <a:xfrm>
            <a:off x="1666754" y="1458411"/>
            <a:ext cx="0" cy="2882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5CBA9CF-7567-4BCB-51F9-38E285FD3D86}"/>
              </a:ext>
            </a:extLst>
          </p:cNvPr>
          <p:cNvSpPr/>
          <p:nvPr/>
        </p:nvSpPr>
        <p:spPr>
          <a:xfrm>
            <a:off x="368445" y="4431529"/>
            <a:ext cx="2511700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B0A7333-1490-762E-BEDC-6C0F860453E8}"/>
              </a:ext>
            </a:extLst>
          </p:cNvPr>
          <p:cNvSpPr/>
          <p:nvPr/>
        </p:nvSpPr>
        <p:spPr>
          <a:xfrm>
            <a:off x="-381506" y="4124023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F0207CE6-AE4E-D022-923D-9A9E8E1D787D}"/>
              </a:ext>
            </a:extLst>
          </p:cNvPr>
          <p:cNvSpPr/>
          <p:nvPr/>
        </p:nvSpPr>
        <p:spPr>
          <a:xfrm rot="10649572">
            <a:off x="18760" y="402127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332948-8E04-4159-F9B8-A4562E0FFF63}"/>
              </a:ext>
            </a:extLst>
          </p:cNvPr>
          <p:cNvSpPr/>
          <p:nvPr/>
        </p:nvSpPr>
        <p:spPr>
          <a:xfrm>
            <a:off x="826388" y="483506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029B6D4-3EEA-6ED9-5B64-E00A120CD184}"/>
              </a:ext>
            </a:extLst>
          </p:cNvPr>
          <p:cNvCxnSpPr>
            <a:cxnSpLocks/>
          </p:cNvCxnSpPr>
          <p:nvPr/>
        </p:nvCxnSpPr>
        <p:spPr>
          <a:xfrm flipV="1">
            <a:off x="318308" y="853921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164F3AB-57DB-D914-FE65-A23AFB103E24}"/>
              </a:ext>
            </a:extLst>
          </p:cNvPr>
          <p:cNvCxnSpPr>
            <a:cxnSpLocks/>
          </p:cNvCxnSpPr>
          <p:nvPr/>
        </p:nvCxnSpPr>
        <p:spPr>
          <a:xfrm>
            <a:off x="1100254" y="754284"/>
            <a:ext cx="206231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F4EE80D-F1D6-2954-C390-7D18B5D27631}"/>
              </a:ext>
            </a:extLst>
          </p:cNvPr>
          <p:cNvCxnSpPr>
            <a:cxnSpLocks/>
          </p:cNvCxnSpPr>
          <p:nvPr/>
        </p:nvCxnSpPr>
        <p:spPr>
          <a:xfrm flipH="1">
            <a:off x="3159642" y="741457"/>
            <a:ext cx="1951" cy="71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E250FD6-748B-2AAC-76E3-F423EBE484C0}"/>
              </a:ext>
            </a:extLst>
          </p:cNvPr>
          <p:cNvSpPr/>
          <p:nvPr/>
        </p:nvSpPr>
        <p:spPr>
          <a:xfrm>
            <a:off x="2008390" y="1515748"/>
            <a:ext cx="2447861" cy="34619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[ 1,1 ]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22C100E-E17D-62C1-85DB-C8F981E98432}"/>
              </a:ext>
            </a:extLst>
          </p:cNvPr>
          <p:cNvSpPr/>
          <p:nvPr/>
        </p:nvSpPr>
        <p:spPr>
          <a:xfrm>
            <a:off x="3474169" y="118940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23C88E0B-2FA6-B6EC-B2ED-0BC18C8A423A}"/>
              </a:ext>
            </a:extLst>
          </p:cNvPr>
          <p:cNvSpPr/>
          <p:nvPr/>
        </p:nvSpPr>
        <p:spPr>
          <a:xfrm rot="4469145">
            <a:off x="4125147" y="11221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93F3427-F05B-6CDF-A025-D20EA9852234}"/>
              </a:ext>
            </a:extLst>
          </p:cNvPr>
          <p:cNvCxnSpPr>
            <a:cxnSpLocks/>
          </p:cNvCxnSpPr>
          <p:nvPr/>
        </p:nvCxnSpPr>
        <p:spPr>
          <a:xfrm>
            <a:off x="3161593" y="1968575"/>
            <a:ext cx="0" cy="392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F31D4A4-AE12-A5FB-3855-471B6A55E746}"/>
              </a:ext>
            </a:extLst>
          </p:cNvPr>
          <p:cNvSpPr/>
          <p:nvPr/>
        </p:nvSpPr>
        <p:spPr>
          <a:xfrm>
            <a:off x="1886675" y="2467301"/>
            <a:ext cx="2601193" cy="29780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[ 1,1,2 ]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8E6FF09-A8F2-D71F-8935-1BC7A31BF772}"/>
              </a:ext>
            </a:extLst>
          </p:cNvPr>
          <p:cNvSpPr/>
          <p:nvPr/>
        </p:nvSpPr>
        <p:spPr>
          <a:xfrm>
            <a:off x="3468660" y="220859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15934B9-7B0A-B31A-B746-19BBAE29EDE9}"/>
              </a:ext>
            </a:extLst>
          </p:cNvPr>
          <p:cNvSpPr/>
          <p:nvPr/>
        </p:nvSpPr>
        <p:spPr>
          <a:xfrm rot="4469145">
            <a:off x="4095292" y="20610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060785D-511E-8ABD-7330-E990C0F36686}"/>
              </a:ext>
            </a:extLst>
          </p:cNvPr>
          <p:cNvSpPr/>
          <p:nvPr/>
        </p:nvSpPr>
        <p:spPr>
          <a:xfrm>
            <a:off x="2389364" y="276510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</p:spTree>
    <p:extLst>
      <p:ext uri="{BB962C8B-B14F-4D97-AF65-F5344CB8AC3E}">
        <p14:creationId xmlns:p14="http://schemas.microsoft.com/office/powerpoint/2010/main" val="1244459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C9336-8CB2-5691-7962-DEB82BBAC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7FC534-C392-F88C-3938-65326ACA1DD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A8A0B3-2E68-757C-3CAC-2093E37CB76C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FCB550-9FA5-5B03-33F9-2A3DA011699C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5B9D1-93C2-D6C1-9FC8-8C64A2099C8F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C0E7D8E-D23D-F38E-76F6-1E536572EF6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323D73-39EA-3A2F-491D-3FD113438F36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2F348A-B8A9-7BAB-2CEF-A1364E205EB1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DABD3092-F0D7-44F8-8D33-B8E47D665617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5DE8FB-DB70-8153-696F-EDFBEBF70214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48D60A-7DB3-E18E-75A8-0F5D2F12771B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0F09E54-82FF-88F4-FC3B-C6AE0CC10941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3140C6D0-7AE7-CE0E-65F8-E92A9B70C883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349066-85BE-32BE-FA34-3DBE6B233475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1D856F3-C689-7B99-1D85-A2078E32FEDB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1870B93-E7D9-191C-DE5D-42F4878A2C63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8356DFE7-D1CC-767D-F9D5-4A4632866470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6562EA-BDD1-4334-915D-D118B0BD4227}"/>
              </a:ext>
            </a:extLst>
          </p:cNvPr>
          <p:cNvCxnSpPr>
            <a:cxnSpLocks/>
          </p:cNvCxnSpPr>
          <p:nvPr/>
        </p:nvCxnSpPr>
        <p:spPr>
          <a:xfrm flipV="1">
            <a:off x="318308" y="173552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FC9EC2-1772-67A9-027D-3EB38CBB7BD3}"/>
              </a:ext>
            </a:extLst>
          </p:cNvPr>
          <p:cNvCxnSpPr>
            <a:cxnSpLocks/>
          </p:cNvCxnSpPr>
          <p:nvPr/>
        </p:nvCxnSpPr>
        <p:spPr>
          <a:xfrm>
            <a:off x="1216025" y="145841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D0A8B7-7F71-8B29-D7AA-1B440218DADF}"/>
              </a:ext>
            </a:extLst>
          </p:cNvPr>
          <p:cNvCxnSpPr>
            <a:cxnSpLocks/>
          </p:cNvCxnSpPr>
          <p:nvPr/>
        </p:nvCxnSpPr>
        <p:spPr>
          <a:xfrm>
            <a:off x="1666754" y="1458411"/>
            <a:ext cx="0" cy="2882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3D95012-19C1-1797-90FD-873BA7E2BA2A}"/>
              </a:ext>
            </a:extLst>
          </p:cNvPr>
          <p:cNvSpPr/>
          <p:nvPr/>
        </p:nvSpPr>
        <p:spPr>
          <a:xfrm>
            <a:off x="368445" y="4431529"/>
            <a:ext cx="2511700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188A8F4-7A58-62DC-6938-670E86A4A405}"/>
              </a:ext>
            </a:extLst>
          </p:cNvPr>
          <p:cNvSpPr/>
          <p:nvPr/>
        </p:nvSpPr>
        <p:spPr>
          <a:xfrm>
            <a:off x="-381506" y="4124023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1613E008-99D9-52BA-1B3B-2AA987709ADB}"/>
              </a:ext>
            </a:extLst>
          </p:cNvPr>
          <p:cNvSpPr/>
          <p:nvPr/>
        </p:nvSpPr>
        <p:spPr>
          <a:xfrm rot="10649572">
            <a:off x="18760" y="402127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9B22A3B-35F7-BB0A-6394-6F28F0E11BE0}"/>
              </a:ext>
            </a:extLst>
          </p:cNvPr>
          <p:cNvSpPr/>
          <p:nvPr/>
        </p:nvSpPr>
        <p:spPr>
          <a:xfrm>
            <a:off x="826388" y="483506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A503533-FE76-7616-BC5E-B032A53A710C}"/>
              </a:ext>
            </a:extLst>
          </p:cNvPr>
          <p:cNvCxnSpPr>
            <a:cxnSpLocks/>
          </p:cNvCxnSpPr>
          <p:nvPr/>
        </p:nvCxnSpPr>
        <p:spPr>
          <a:xfrm flipV="1">
            <a:off x="318308" y="853921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EB1DDC7-EA6C-F4B3-2278-8332ECED159D}"/>
              </a:ext>
            </a:extLst>
          </p:cNvPr>
          <p:cNvCxnSpPr>
            <a:cxnSpLocks/>
          </p:cNvCxnSpPr>
          <p:nvPr/>
        </p:nvCxnSpPr>
        <p:spPr>
          <a:xfrm>
            <a:off x="1100254" y="754284"/>
            <a:ext cx="206231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116DBF7-60E8-C43B-A37E-7510C760E938}"/>
              </a:ext>
            </a:extLst>
          </p:cNvPr>
          <p:cNvCxnSpPr>
            <a:cxnSpLocks/>
          </p:cNvCxnSpPr>
          <p:nvPr/>
        </p:nvCxnSpPr>
        <p:spPr>
          <a:xfrm flipH="1">
            <a:off x="3159642" y="741457"/>
            <a:ext cx="1951" cy="71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ADB9028-9EBF-A0A3-57D7-0BCB02A265E8}"/>
              </a:ext>
            </a:extLst>
          </p:cNvPr>
          <p:cNvSpPr/>
          <p:nvPr/>
        </p:nvSpPr>
        <p:spPr>
          <a:xfrm>
            <a:off x="2008390" y="1515748"/>
            <a:ext cx="2447861" cy="34619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[ 1,1 ]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F42276A-5211-32B7-C1E0-10F2C2A1B13B}"/>
              </a:ext>
            </a:extLst>
          </p:cNvPr>
          <p:cNvSpPr/>
          <p:nvPr/>
        </p:nvSpPr>
        <p:spPr>
          <a:xfrm>
            <a:off x="3474169" y="118940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E153B4CD-1D5B-280F-E401-978934A13280}"/>
              </a:ext>
            </a:extLst>
          </p:cNvPr>
          <p:cNvSpPr/>
          <p:nvPr/>
        </p:nvSpPr>
        <p:spPr>
          <a:xfrm rot="4469145">
            <a:off x="4125147" y="11221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3BD1D04-93A1-C331-804C-105C3D6D6C16}"/>
              </a:ext>
            </a:extLst>
          </p:cNvPr>
          <p:cNvCxnSpPr>
            <a:cxnSpLocks/>
          </p:cNvCxnSpPr>
          <p:nvPr/>
        </p:nvCxnSpPr>
        <p:spPr>
          <a:xfrm>
            <a:off x="3161593" y="1968575"/>
            <a:ext cx="0" cy="392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053E2C3-AF5D-2569-A679-B7C09E0136F6}"/>
              </a:ext>
            </a:extLst>
          </p:cNvPr>
          <p:cNvSpPr/>
          <p:nvPr/>
        </p:nvSpPr>
        <p:spPr>
          <a:xfrm>
            <a:off x="1886675" y="2467301"/>
            <a:ext cx="2601193" cy="29780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[ 1,1,2 ]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C9BFB64-51B6-CC94-9D82-F44773A6D551}"/>
              </a:ext>
            </a:extLst>
          </p:cNvPr>
          <p:cNvSpPr/>
          <p:nvPr/>
        </p:nvSpPr>
        <p:spPr>
          <a:xfrm>
            <a:off x="3468660" y="220859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3C50DA38-9DB7-6B62-6AD5-AC6891222AAD}"/>
              </a:ext>
            </a:extLst>
          </p:cNvPr>
          <p:cNvSpPr/>
          <p:nvPr/>
        </p:nvSpPr>
        <p:spPr>
          <a:xfrm rot="4469145">
            <a:off x="4095292" y="20610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F87C0C0-BA2C-CB50-BB1E-968AB657F4B6}"/>
              </a:ext>
            </a:extLst>
          </p:cNvPr>
          <p:cNvSpPr/>
          <p:nvPr/>
        </p:nvSpPr>
        <p:spPr>
          <a:xfrm>
            <a:off x="2389364" y="276510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3099283-0F5D-062C-2A10-980AFD0E0A8A}"/>
              </a:ext>
            </a:extLst>
          </p:cNvPr>
          <p:cNvCxnSpPr>
            <a:cxnSpLocks/>
          </p:cNvCxnSpPr>
          <p:nvPr/>
        </p:nvCxnSpPr>
        <p:spPr>
          <a:xfrm>
            <a:off x="5807678" y="428941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A757BF3-23E6-C0FF-8315-1BB01300FE64}"/>
              </a:ext>
            </a:extLst>
          </p:cNvPr>
          <p:cNvSpPr/>
          <p:nvPr/>
        </p:nvSpPr>
        <p:spPr>
          <a:xfrm>
            <a:off x="5173415" y="946974"/>
            <a:ext cx="229946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(3) |  DS : [ 1 ]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FE644B2-4CF3-23A5-0841-980D94D2013B}"/>
              </a:ext>
            </a:extLst>
          </p:cNvPr>
          <p:cNvSpPr/>
          <p:nvPr/>
        </p:nvSpPr>
        <p:spPr>
          <a:xfrm>
            <a:off x="6469216" y="62117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(4-1) 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67DFA6CE-5B4A-57B7-DF73-303B17406E74}"/>
              </a:ext>
            </a:extLst>
          </p:cNvPr>
          <p:cNvSpPr/>
          <p:nvPr/>
        </p:nvSpPr>
        <p:spPr>
          <a:xfrm rot="4469145">
            <a:off x="7112872" y="53404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3904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74CE6-7D5D-FA6A-5C6C-F8B6E73B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816B76-5CEC-E8E6-8853-DD4EDAD28BA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2774361-C87C-2350-1462-74BFCA58FF1E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EF45DD-13EC-9E0F-E2D1-A68A0408C452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8E9BD-6631-A174-5021-488A6B194B8B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D08C347-390D-CDBA-7F04-A414D308EC1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024BE6-A920-221B-3A83-E2FD42B553CB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4E49F7-309D-C9C1-7F63-7218571B8CC5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5A90E490-14E5-1D74-2D9E-994124EB97E2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E905C2C-844E-64A7-9CB1-76799D052668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BFB0BB-8B8A-FC78-C31E-007CD388D158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054334C-0821-A2FD-866E-C71331B44ED5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F2A78420-4DFD-4D57-3799-92E18DF67C05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528AEB-FA5A-F858-5B09-C6005D9B31B4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22D0791-A1A5-EEE1-6CF2-CA417343F3C0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B5C0D2-CA73-D767-8A3D-238AE30BC3FC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EADA241B-B5B4-18C7-B395-C9F6A27AFDBD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7E3363-75EC-2177-91DA-1FFC789A9B89}"/>
              </a:ext>
            </a:extLst>
          </p:cNvPr>
          <p:cNvCxnSpPr>
            <a:cxnSpLocks/>
          </p:cNvCxnSpPr>
          <p:nvPr/>
        </p:nvCxnSpPr>
        <p:spPr>
          <a:xfrm flipV="1">
            <a:off x="318308" y="173552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59205E-326D-27CD-6730-95E57E89FF29}"/>
              </a:ext>
            </a:extLst>
          </p:cNvPr>
          <p:cNvCxnSpPr>
            <a:cxnSpLocks/>
          </p:cNvCxnSpPr>
          <p:nvPr/>
        </p:nvCxnSpPr>
        <p:spPr>
          <a:xfrm>
            <a:off x="1216025" y="145841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703A19-CB50-8D46-AD5A-9589D8770563}"/>
              </a:ext>
            </a:extLst>
          </p:cNvPr>
          <p:cNvCxnSpPr>
            <a:cxnSpLocks/>
          </p:cNvCxnSpPr>
          <p:nvPr/>
        </p:nvCxnSpPr>
        <p:spPr>
          <a:xfrm>
            <a:off x="1666754" y="1458411"/>
            <a:ext cx="0" cy="2882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C613C7D-B518-9F6C-6CF5-533B9B260BDD}"/>
              </a:ext>
            </a:extLst>
          </p:cNvPr>
          <p:cNvSpPr/>
          <p:nvPr/>
        </p:nvSpPr>
        <p:spPr>
          <a:xfrm>
            <a:off x="368445" y="4431529"/>
            <a:ext cx="2511700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51CE09A-EFBD-8203-88E7-805CC99126B7}"/>
              </a:ext>
            </a:extLst>
          </p:cNvPr>
          <p:cNvSpPr/>
          <p:nvPr/>
        </p:nvSpPr>
        <p:spPr>
          <a:xfrm>
            <a:off x="-381506" y="4124023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E0189B31-FC29-122A-DE0D-AD4C14C00903}"/>
              </a:ext>
            </a:extLst>
          </p:cNvPr>
          <p:cNvSpPr/>
          <p:nvPr/>
        </p:nvSpPr>
        <p:spPr>
          <a:xfrm rot="10649572">
            <a:off x="18760" y="402127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A4613DC-7C4D-02CF-07C3-774EE5C9F1AF}"/>
              </a:ext>
            </a:extLst>
          </p:cNvPr>
          <p:cNvSpPr/>
          <p:nvPr/>
        </p:nvSpPr>
        <p:spPr>
          <a:xfrm>
            <a:off x="826388" y="483506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6BBAA29-BAE7-AB50-70AB-AD74975C8AA3}"/>
              </a:ext>
            </a:extLst>
          </p:cNvPr>
          <p:cNvCxnSpPr>
            <a:cxnSpLocks/>
          </p:cNvCxnSpPr>
          <p:nvPr/>
        </p:nvCxnSpPr>
        <p:spPr>
          <a:xfrm flipV="1">
            <a:off x="318308" y="853921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684F9C4-F3F1-2AF1-533F-B79F3CA8D4C8}"/>
              </a:ext>
            </a:extLst>
          </p:cNvPr>
          <p:cNvCxnSpPr>
            <a:cxnSpLocks/>
          </p:cNvCxnSpPr>
          <p:nvPr/>
        </p:nvCxnSpPr>
        <p:spPr>
          <a:xfrm>
            <a:off x="1100254" y="754284"/>
            <a:ext cx="206231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D6E506-FE2E-10D5-8E27-CD0E7D120B3B}"/>
              </a:ext>
            </a:extLst>
          </p:cNvPr>
          <p:cNvCxnSpPr>
            <a:cxnSpLocks/>
          </p:cNvCxnSpPr>
          <p:nvPr/>
        </p:nvCxnSpPr>
        <p:spPr>
          <a:xfrm flipH="1">
            <a:off x="3159642" y="741457"/>
            <a:ext cx="1951" cy="71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A6CE6F7-3125-62C8-672E-560289864A1C}"/>
              </a:ext>
            </a:extLst>
          </p:cNvPr>
          <p:cNvSpPr/>
          <p:nvPr/>
        </p:nvSpPr>
        <p:spPr>
          <a:xfrm>
            <a:off x="2008390" y="1515748"/>
            <a:ext cx="2447861" cy="34619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[ 1,1 ]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E328962-9860-5849-80A9-22A2C23B00F3}"/>
              </a:ext>
            </a:extLst>
          </p:cNvPr>
          <p:cNvSpPr/>
          <p:nvPr/>
        </p:nvSpPr>
        <p:spPr>
          <a:xfrm>
            <a:off x="3474169" y="118940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C9AE5861-DF5B-9EF9-6029-8F8FA0121BEC}"/>
              </a:ext>
            </a:extLst>
          </p:cNvPr>
          <p:cNvSpPr/>
          <p:nvPr/>
        </p:nvSpPr>
        <p:spPr>
          <a:xfrm rot="4469145">
            <a:off x="4125147" y="11221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162904F-19B1-3481-630D-83EE6823A7EC}"/>
              </a:ext>
            </a:extLst>
          </p:cNvPr>
          <p:cNvCxnSpPr>
            <a:cxnSpLocks/>
          </p:cNvCxnSpPr>
          <p:nvPr/>
        </p:nvCxnSpPr>
        <p:spPr>
          <a:xfrm>
            <a:off x="3161593" y="1968575"/>
            <a:ext cx="0" cy="392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357FB6E-9203-4BB1-5153-DEF6CD52D73C}"/>
              </a:ext>
            </a:extLst>
          </p:cNvPr>
          <p:cNvSpPr/>
          <p:nvPr/>
        </p:nvSpPr>
        <p:spPr>
          <a:xfrm>
            <a:off x="1886675" y="2467301"/>
            <a:ext cx="2601193" cy="29780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[ 1,1,2 ]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2D01152-51BF-CE0E-A6EC-5CF5395849FC}"/>
              </a:ext>
            </a:extLst>
          </p:cNvPr>
          <p:cNvSpPr/>
          <p:nvPr/>
        </p:nvSpPr>
        <p:spPr>
          <a:xfrm>
            <a:off x="3468660" y="220859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E66A9B8-29E9-781B-E67F-6609148148B3}"/>
              </a:ext>
            </a:extLst>
          </p:cNvPr>
          <p:cNvSpPr/>
          <p:nvPr/>
        </p:nvSpPr>
        <p:spPr>
          <a:xfrm rot="4469145">
            <a:off x="4095292" y="20610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7351FFF-BF52-F6E0-77CB-1C4961E6C24A}"/>
              </a:ext>
            </a:extLst>
          </p:cNvPr>
          <p:cNvSpPr/>
          <p:nvPr/>
        </p:nvSpPr>
        <p:spPr>
          <a:xfrm>
            <a:off x="2389364" y="276510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0806C77-C1E2-084C-0C65-E53521B34A30}"/>
              </a:ext>
            </a:extLst>
          </p:cNvPr>
          <p:cNvCxnSpPr>
            <a:cxnSpLocks/>
          </p:cNvCxnSpPr>
          <p:nvPr/>
        </p:nvCxnSpPr>
        <p:spPr>
          <a:xfrm>
            <a:off x="5807678" y="428941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4D42074-5B1C-55B3-D4F9-085FCBFBEAAF}"/>
              </a:ext>
            </a:extLst>
          </p:cNvPr>
          <p:cNvSpPr/>
          <p:nvPr/>
        </p:nvSpPr>
        <p:spPr>
          <a:xfrm>
            <a:off x="5173415" y="946974"/>
            <a:ext cx="229946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(3) |  DS : [ 1 ]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8F2AD72-B4CB-DC59-EE2D-4451E05C02F1}"/>
              </a:ext>
            </a:extLst>
          </p:cNvPr>
          <p:cNvSpPr/>
          <p:nvPr/>
        </p:nvSpPr>
        <p:spPr>
          <a:xfrm>
            <a:off x="6469216" y="62117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(4-1) 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4045B36B-D363-A6B2-2FB4-7460C19A4F65}"/>
              </a:ext>
            </a:extLst>
          </p:cNvPr>
          <p:cNvSpPr/>
          <p:nvPr/>
        </p:nvSpPr>
        <p:spPr>
          <a:xfrm rot="4469145">
            <a:off x="7112872" y="53404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6BE414-A7EB-D4AE-C829-C1E8A8C0251D}"/>
              </a:ext>
            </a:extLst>
          </p:cNvPr>
          <p:cNvCxnSpPr>
            <a:cxnSpLocks/>
          </p:cNvCxnSpPr>
          <p:nvPr/>
        </p:nvCxnSpPr>
        <p:spPr>
          <a:xfrm>
            <a:off x="5807678" y="1412287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C31BBCB-BBA9-EC01-CD48-6DF26266AFA3}"/>
              </a:ext>
            </a:extLst>
          </p:cNvPr>
          <p:cNvSpPr/>
          <p:nvPr/>
        </p:nvSpPr>
        <p:spPr>
          <a:xfrm>
            <a:off x="5044545" y="1940153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FBCFB4A-7B6F-A86B-515D-2E7CC86B5C53}"/>
              </a:ext>
            </a:extLst>
          </p:cNvPr>
          <p:cNvSpPr/>
          <p:nvPr/>
        </p:nvSpPr>
        <p:spPr>
          <a:xfrm>
            <a:off x="6530952" y="16086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1378AFF7-8642-9A30-07D2-E9CF58E568F2}"/>
              </a:ext>
            </a:extLst>
          </p:cNvPr>
          <p:cNvSpPr/>
          <p:nvPr/>
        </p:nvSpPr>
        <p:spPr>
          <a:xfrm rot="4714836">
            <a:off x="7143602" y="1542840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092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7CC62-D340-E77A-7C4D-523B5C99E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99CB695-1D3A-227B-A398-F463D40DC8B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2FE80D-7D5F-7B85-AB24-96C8B114EC59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90DBA2-8A4E-37D9-8644-B42269CACAA9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26EE7-6F33-9D4B-0481-6C93C3825370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5356629E-CA2B-D480-0B6E-F7BB9E96E09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8861C7-F21D-5B5E-92EF-A992C0763630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348F246-3130-AC86-D4CD-AF8DC020CAFC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45023A65-6C7D-D62C-7EE6-73365575A6FC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A8DF229-BCF5-EA62-F2EF-2AE6F5C8850F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78B830-0D19-3F9D-84F8-3C50E25AF2EB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68BC01-CE85-A9B8-C573-8F3A4D92DDAD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8546053E-FBD2-04EA-A5AA-4FBC04594470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DF8721-7156-8755-0F1E-2E862B4FFE06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8043A4-3449-4F40-D4AB-A5264B646675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B26F36A-D68E-C100-EF75-CE22CF33DAD2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F03376DC-7FBD-4F72-A3FC-65E43FC4324E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27D1D3-F71A-97CD-DBCB-EDDECD3C6030}"/>
              </a:ext>
            </a:extLst>
          </p:cNvPr>
          <p:cNvCxnSpPr>
            <a:cxnSpLocks/>
          </p:cNvCxnSpPr>
          <p:nvPr/>
        </p:nvCxnSpPr>
        <p:spPr>
          <a:xfrm flipV="1">
            <a:off x="318308" y="173552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653F48-3B52-2A21-A86C-BFC503F05D7F}"/>
              </a:ext>
            </a:extLst>
          </p:cNvPr>
          <p:cNvCxnSpPr>
            <a:cxnSpLocks/>
          </p:cNvCxnSpPr>
          <p:nvPr/>
        </p:nvCxnSpPr>
        <p:spPr>
          <a:xfrm>
            <a:off x="1216025" y="145841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2F3BB9-3F53-C141-BFFF-F126D80A0DDD}"/>
              </a:ext>
            </a:extLst>
          </p:cNvPr>
          <p:cNvCxnSpPr>
            <a:cxnSpLocks/>
          </p:cNvCxnSpPr>
          <p:nvPr/>
        </p:nvCxnSpPr>
        <p:spPr>
          <a:xfrm>
            <a:off x="1666754" y="1458411"/>
            <a:ext cx="0" cy="2882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2D1D22B-BF7C-9DAA-24F3-429BFD075FF9}"/>
              </a:ext>
            </a:extLst>
          </p:cNvPr>
          <p:cNvSpPr/>
          <p:nvPr/>
        </p:nvSpPr>
        <p:spPr>
          <a:xfrm>
            <a:off x="368445" y="4431529"/>
            <a:ext cx="2511700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56C7C67-CD2F-780F-2B91-CBC6795802CF}"/>
              </a:ext>
            </a:extLst>
          </p:cNvPr>
          <p:cNvSpPr/>
          <p:nvPr/>
        </p:nvSpPr>
        <p:spPr>
          <a:xfrm>
            <a:off x="-381506" y="4124023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19009ABF-82C2-51B6-BA84-C2C095ACD70F}"/>
              </a:ext>
            </a:extLst>
          </p:cNvPr>
          <p:cNvSpPr/>
          <p:nvPr/>
        </p:nvSpPr>
        <p:spPr>
          <a:xfrm rot="10649572">
            <a:off x="18760" y="402127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7699188-A87B-6BE0-2D7A-F2B2D2EC7EEF}"/>
              </a:ext>
            </a:extLst>
          </p:cNvPr>
          <p:cNvSpPr/>
          <p:nvPr/>
        </p:nvSpPr>
        <p:spPr>
          <a:xfrm>
            <a:off x="826388" y="483506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ACE434-9CDC-C0A3-1983-C64617964BAB}"/>
              </a:ext>
            </a:extLst>
          </p:cNvPr>
          <p:cNvCxnSpPr>
            <a:cxnSpLocks/>
          </p:cNvCxnSpPr>
          <p:nvPr/>
        </p:nvCxnSpPr>
        <p:spPr>
          <a:xfrm flipV="1">
            <a:off x="318308" y="853921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2F3B98E-1C38-3D34-B121-7D9BB69AF0EC}"/>
              </a:ext>
            </a:extLst>
          </p:cNvPr>
          <p:cNvCxnSpPr>
            <a:cxnSpLocks/>
          </p:cNvCxnSpPr>
          <p:nvPr/>
        </p:nvCxnSpPr>
        <p:spPr>
          <a:xfrm>
            <a:off x="1100254" y="754284"/>
            <a:ext cx="206231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91131D4-7DDF-EF4F-E133-2F384E3CBFB0}"/>
              </a:ext>
            </a:extLst>
          </p:cNvPr>
          <p:cNvCxnSpPr>
            <a:cxnSpLocks/>
          </p:cNvCxnSpPr>
          <p:nvPr/>
        </p:nvCxnSpPr>
        <p:spPr>
          <a:xfrm flipH="1">
            <a:off x="3159642" y="741457"/>
            <a:ext cx="1951" cy="71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C8C29D3-AB17-5DC5-12A7-EF0CB74E5EDC}"/>
              </a:ext>
            </a:extLst>
          </p:cNvPr>
          <p:cNvSpPr/>
          <p:nvPr/>
        </p:nvSpPr>
        <p:spPr>
          <a:xfrm>
            <a:off x="2008390" y="1515748"/>
            <a:ext cx="2447861" cy="34619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[ 1,1 ]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1566359-F0A9-14C3-E9E9-1D3A6717B90F}"/>
              </a:ext>
            </a:extLst>
          </p:cNvPr>
          <p:cNvSpPr/>
          <p:nvPr/>
        </p:nvSpPr>
        <p:spPr>
          <a:xfrm>
            <a:off x="3474169" y="118940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055350B5-5C98-F08E-F2C2-18E7AFA3A312}"/>
              </a:ext>
            </a:extLst>
          </p:cNvPr>
          <p:cNvSpPr/>
          <p:nvPr/>
        </p:nvSpPr>
        <p:spPr>
          <a:xfrm rot="4469145">
            <a:off x="4125147" y="11221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DF0DC8B-3DD6-67EC-BD1D-AA94B30D969D}"/>
              </a:ext>
            </a:extLst>
          </p:cNvPr>
          <p:cNvCxnSpPr>
            <a:cxnSpLocks/>
          </p:cNvCxnSpPr>
          <p:nvPr/>
        </p:nvCxnSpPr>
        <p:spPr>
          <a:xfrm>
            <a:off x="3161593" y="1968575"/>
            <a:ext cx="0" cy="392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43A63FE-2FDA-8BCC-F6E2-D14C78E166F9}"/>
              </a:ext>
            </a:extLst>
          </p:cNvPr>
          <p:cNvSpPr/>
          <p:nvPr/>
        </p:nvSpPr>
        <p:spPr>
          <a:xfrm>
            <a:off x="1886675" y="2467301"/>
            <a:ext cx="2601193" cy="29780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[ 1,1,2 ]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287FFDC-2C49-D2BE-C773-8A4F158463A9}"/>
              </a:ext>
            </a:extLst>
          </p:cNvPr>
          <p:cNvSpPr/>
          <p:nvPr/>
        </p:nvSpPr>
        <p:spPr>
          <a:xfrm>
            <a:off x="3468660" y="220859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6D974F93-8036-80CF-951B-7E3DE092B1DC}"/>
              </a:ext>
            </a:extLst>
          </p:cNvPr>
          <p:cNvSpPr/>
          <p:nvPr/>
        </p:nvSpPr>
        <p:spPr>
          <a:xfrm rot="4469145">
            <a:off x="4095292" y="20610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15E0FBD-3AEA-439D-CDFF-70E15B8BA9EC}"/>
              </a:ext>
            </a:extLst>
          </p:cNvPr>
          <p:cNvSpPr/>
          <p:nvPr/>
        </p:nvSpPr>
        <p:spPr>
          <a:xfrm>
            <a:off x="2389364" y="276510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F9528F3-02DA-F23E-AE1C-6AA2E547D0AE}"/>
              </a:ext>
            </a:extLst>
          </p:cNvPr>
          <p:cNvCxnSpPr>
            <a:cxnSpLocks/>
          </p:cNvCxnSpPr>
          <p:nvPr/>
        </p:nvCxnSpPr>
        <p:spPr>
          <a:xfrm>
            <a:off x="5807678" y="428941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D447449-2D35-751D-0E49-5F6402C96398}"/>
              </a:ext>
            </a:extLst>
          </p:cNvPr>
          <p:cNvSpPr/>
          <p:nvPr/>
        </p:nvSpPr>
        <p:spPr>
          <a:xfrm>
            <a:off x="5173415" y="946974"/>
            <a:ext cx="229946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(3) |  DS : [ 1 ]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4A56187-4B35-5E83-42C8-EF8B6C63983F}"/>
              </a:ext>
            </a:extLst>
          </p:cNvPr>
          <p:cNvSpPr/>
          <p:nvPr/>
        </p:nvSpPr>
        <p:spPr>
          <a:xfrm>
            <a:off x="6469216" y="62117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(4-1) 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A2E2B63C-8854-C656-B6A2-7E1EF72C37CD}"/>
              </a:ext>
            </a:extLst>
          </p:cNvPr>
          <p:cNvSpPr/>
          <p:nvPr/>
        </p:nvSpPr>
        <p:spPr>
          <a:xfrm rot="4469145">
            <a:off x="7112872" y="53404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EE7C49-2C83-C337-972D-1B45A266702E}"/>
              </a:ext>
            </a:extLst>
          </p:cNvPr>
          <p:cNvCxnSpPr>
            <a:cxnSpLocks/>
          </p:cNvCxnSpPr>
          <p:nvPr/>
        </p:nvCxnSpPr>
        <p:spPr>
          <a:xfrm>
            <a:off x="5807678" y="1412287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B23F785-08F5-2972-58D8-091D18635F5E}"/>
              </a:ext>
            </a:extLst>
          </p:cNvPr>
          <p:cNvSpPr/>
          <p:nvPr/>
        </p:nvSpPr>
        <p:spPr>
          <a:xfrm>
            <a:off x="5044545" y="1940153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E756650-A5C7-CB96-F0A5-160D9ABA0445}"/>
              </a:ext>
            </a:extLst>
          </p:cNvPr>
          <p:cNvSpPr/>
          <p:nvPr/>
        </p:nvSpPr>
        <p:spPr>
          <a:xfrm>
            <a:off x="6530952" y="16086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FCBAC353-415C-1088-A21C-E062F1600E5D}"/>
              </a:ext>
            </a:extLst>
          </p:cNvPr>
          <p:cNvSpPr/>
          <p:nvPr/>
        </p:nvSpPr>
        <p:spPr>
          <a:xfrm rot="4714836">
            <a:off x="7143602" y="1542840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250370E-6873-0476-F551-540854C2A306}"/>
              </a:ext>
            </a:extLst>
          </p:cNvPr>
          <p:cNvCxnSpPr>
            <a:cxnSpLocks/>
          </p:cNvCxnSpPr>
          <p:nvPr/>
        </p:nvCxnSpPr>
        <p:spPr>
          <a:xfrm>
            <a:off x="5807678" y="2373692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E8517F7-A295-5519-40F5-D344B4E50A5A}"/>
              </a:ext>
            </a:extLst>
          </p:cNvPr>
          <p:cNvSpPr/>
          <p:nvPr/>
        </p:nvSpPr>
        <p:spPr>
          <a:xfrm>
            <a:off x="4824807" y="2864124"/>
            <a:ext cx="2507845" cy="42498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C24CA2F-2E4F-ED0D-E153-08D97439B6DA}"/>
              </a:ext>
            </a:extLst>
          </p:cNvPr>
          <p:cNvSpPr/>
          <p:nvPr/>
        </p:nvSpPr>
        <p:spPr>
          <a:xfrm>
            <a:off x="6504816" y="2522058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1315E333-A1D6-2A3B-A449-53FA9E7B2199}"/>
              </a:ext>
            </a:extLst>
          </p:cNvPr>
          <p:cNvSpPr/>
          <p:nvPr/>
        </p:nvSpPr>
        <p:spPr>
          <a:xfrm rot="5400000">
            <a:off x="7058285" y="2565468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237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487D9-F6C9-0A45-103E-A042679AF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5BEF53B-FA93-937D-728C-82CF1891014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E078A1-2E8A-2214-6F8B-ECE1B54C76D0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2E98B5-EB95-F9DB-2F69-F809C314094D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0A096-E900-14C3-DCEA-698BF9BE19BD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F3F011D8-EC3F-097A-E5FB-5BAF31F3154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FA5C12-F610-B457-374E-D36FA0AD4946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813EDE9-7C38-0A60-F2DD-DA442BAA9B08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246C623B-8299-DD32-A5CD-D2F80F4B3A03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D6DBB3-9BA8-4B17-1292-43392946E9CA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8A9A27-66E1-A93A-F6DD-8B90C650A2BE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99799A-B8E8-E96F-B172-A2C095D766D6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101EDF3-0A3A-85C3-68A7-CB302A45511B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53E3F4-D812-9A6A-36DC-31EF8D544F67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6E2C037-3B3C-33AA-4A35-EA94FD9EEE17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695BC8-E570-ACDE-BC72-50CBF143F196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E6D69D2D-DF5B-9177-F01E-111B9A548505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7763BBE-B6DD-5E9F-395A-2293DE8B4068}"/>
              </a:ext>
            </a:extLst>
          </p:cNvPr>
          <p:cNvCxnSpPr>
            <a:cxnSpLocks/>
          </p:cNvCxnSpPr>
          <p:nvPr/>
        </p:nvCxnSpPr>
        <p:spPr>
          <a:xfrm flipV="1">
            <a:off x="318308" y="173552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664EAE-9616-273A-6F48-278D3D70917D}"/>
              </a:ext>
            </a:extLst>
          </p:cNvPr>
          <p:cNvCxnSpPr>
            <a:cxnSpLocks/>
          </p:cNvCxnSpPr>
          <p:nvPr/>
        </p:nvCxnSpPr>
        <p:spPr>
          <a:xfrm>
            <a:off x="1216025" y="145841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FA6BD7-BF79-DAB2-9755-CE3DE6676F02}"/>
              </a:ext>
            </a:extLst>
          </p:cNvPr>
          <p:cNvCxnSpPr>
            <a:cxnSpLocks/>
          </p:cNvCxnSpPr>
          <p:nvPr/>
        </p:nvCxnSpPr>
        <p:spPr>
          <a:xfrm>
            <a:off x="1666754" y="1458411"/>
            <a:ext cx="0" cy="2882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635542-6B89-C4A3-845C-686FADFBA1D4}"/>
              </a:ext>
            </a:extLst>
          </p:cNvPr>
          <p:cNvSpPr/>
          <p:nvPr/>
        </p:nvSpPr>
        <p:spPr>
          <a:xfrm>
            <a:off x="368445" y="4431529"/>
            <a:ext cx="2511700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A6BCC1C-E005-5BAC-FE08-3C9C313DC382}"/>
              </a:ext>
            </a:extLst>
          </p:cNvPr>
          <p:cNvSpPr/>
          <p:nvPr/>
        </p:nvSpPr>
        <p:spPr>
          <a:xfrm>
            <a:off x="-381506" y="4124023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BBA1BBA9-C0B4-096A-74D8-E1AFE3C5A53B}"/>
              </a:ext>
            </a:extLst>
          </p:cNvPr>
          <p:cNvSpPr/>
          <p:nvPr/>
        </p:nvSpPr>
        <p:spPr>
          <a:xfrm rot="10649572">
            <a:off x="18760" y="402127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7B6DD7-DE63-43F4-CA89-2E3B39F817C8}"/>
              </a:ext>
            </a:extLst>
          </p:cNvPr>
          <p:cNvSpPr/>
          <p:nvPr/>
        </p:nvSpPr>
        <p:spPr>
          <a:xfrm>
            <a:off x="826388" y="483506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9BA7A68-F638-544A-B53B-B48BCBA9E0EA}"/>
              </a:ext>
            </a:extLst>
          </p:cNvPr>
          <p:cNvCxnSpPr>
            <a:cxnSpLocks/>
          </p:cNvCxnSpPr>
          <p:nvPr/>
        </p:nvCxnSpPr>
        <p:spPr>
          <a:xfrm flipV="1">
            <a:off x="318308" y="853921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427A438-901A-9390-FA56-F2EDAE908EAC}"/>
              </a:ext>
            </a:extLst>
          </p:cNvPr>
          <p:cNvCxnSpPr>
            <a:cxnSpLocks/>
          </p:cNvCxnSpPr>
          <p:nvPr/>
        </p:nvCxnSpPr>
        <p:spPr>
          <a:xfrm>
            <a:off x="1100254" y="754284"/>
            <a:ext cx="206231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8EB0F33-100B-C146-3B29-EC0BD7BA48FF}"/>
              </a:ext>
            </a:extLst>
          </p:cNvPr>
          <p:cNvCxnSpPr>
            <a:cxnSpLocks/>
          </p:cNvCxnSpPr>
          <p:nvPr/>
        </p:nvCxnSpPr>
        <p:spPr>
          <a:xfrm flipH="1">
            <a:off x="3159642" y="741457"/>
            <a:ext cx="1951" cy="71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0C378F5-A581-DBB9-341C-942E66F557D6}"/>
              </a:ext>
            </a:extLst>
          </p:cNvPr>
          <p:cNvSpPr/>
          <p:nvPr/>
        </p:nvSpPr>
        <p:spPr>
          <a:xfrm>
            <a:off x="2008390" y="1515748"/>
            <a:ext cx="2447861" cy="34619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[ 1,1 ]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790F4FD-BBBD-8225-A5A1-807117FE95D8}"/>
              </a:ext>
            </a:extLst>
          </p:cNvPr>
          <p:cNvSpPr/>
          <p:nvPr/>
        </p:nvSpPr>
        <p:spPr>
          <a:xfrm>
            <a:off x="3474169" y="118940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04896A6F-06E9-E171-1D47-A7BB9B5EC455}"/>
              </a:ext>
            </a:extLst>
          </p:cNvPr>
          <p:cNvSpPr/>
          <p:nvPr/>
        </p:nvSpPr>
        <p:spPr>
          <a:xfrm rot="4469145">
            <a:off x="4125147" y="11221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07BC775-A1D9-CC85-F371-DED8940B2381}"/>
              </a:ext>
            </a:extLst>
          </p:cNvPr>
          <p:cNvCxnSpPr>
            <a:cxnSpLocks/>
          </p:cNvCxnSpPr>
          <p:nvPr/>
        </p:nvCxnSpPr>
        <p:spPr>
          <a:xfrm>
            <a:off x="3161593" y="1968575"/>
            <a:ext cx="0" cy="392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832927E-F00C-C0B5-CD79-C9B1B0B6AA5D}"/>
              </a:ext>
            </a:extLst>
          </p:cNvPr>
          <p:cNvSpPr/>
          <p:nvPr/>
        </p:nvSpPr>
        <p:spPr>
          <a:xfrm>
            <a:off x="1886675" y="2467301"/>
            <a:ext cx="2601193" cy="29780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[ 1,1,2 ]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C9856A9-F8C8-1446-84E7-8F79AF9827DE}"/>
              </a:ext>
            </a:extLst>
          </p:cNvPr>
          <p:cNvSpPr/>
          <p:nvPr/>
        </p:nvSpPr>
        <p:spPr>
          <a:xfrm>
            <a:off x="3468660" y="220859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37F558FF-71F8-0895-1BB1-BFBF2552DC81}"/>
              </a:ext>
            </a:extLst>
          </p:cNvPr>
          <p:cNvSpPr/>
          <p:nvPr/>
        </p:nvSpPr>
        <p:spPr>
          <a:xfrm rot="4469145">
            <a:off x="4095292" y="20610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8205ADF-9467-9655-A8B3-25949981977D}"/>
              </a:ext>
            </a:extLst>
          </p:cNvPr>
          <p:cNvSpPr/>
          <p:nvPr/>
        </p:nvSpPr>
        <p:spPr>
          <a:xfrm>
            <a:off x="2389364" y="276510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3665EDF-751A-617C-6681-E63CD3EAD3AD}"/>
              </a:ext>
            </a:extLst>
          </p:cNvPr>
          <p:cNvCxnSpPr>
            <a:cxnSpLocks/>
          </p:cNvCxnSpPr>
          <p:nvPr/>
        </p:nvCxnSpPr>
        <p:spPr>
          <a:xfrm>
            <a:off x="5807678" y="428941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75A4514-A000-8295-B152-32FC2795F178}"/>
              </a:ext>
            </a:extLst>
          </p:cNvPr>
          <p:cNvSpPr/>
          <p:nvPr/>
        </p:nvSpPr>
        <p:spPr>
          <a:xfrm>
            <a:off x="5173415" y="946974"/>
            <a:ext cx="229946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(3) |  DS : [ 1 ]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03E62C8-10EF-C9C4-786C-7B25850A0760}"/>
              </a:ext>
            </a:extLst>
          </p:cNvPr>
          <p:cNvSpPr/>
          <p:nvPr/>
        </p:nvSpPr>
        <p:spPr>
          <a:xfrm>
            <a:off x="6469216" y="62117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(4-1) 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4A51BC23-B6B5-C9F7-0D53-26BC9DFC5D2B}"/>
              </a:ext>
            </a:extLst>
          </p:cNvPr>
          <p:cNvSpPr/>
          <p:nvPr/>
        </p:nvSpPr>
        <p:spPr>
          <a:xfrm rot="4469145">
            <a:off x="7112872" y="53404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2E2DC38-E25D-D12D-84FF-E228E07A5910}"/>
              </a:ext>
            </a:extLst>
          </p:cNvPr>
          <p:cNvCxnSpPr>
            <a:cxnSpLocks/>
          </p:cNvCxnSpPr>
          <p:nvPr/>
        </p:nvCxnSpPr>
        <p:spPr>
          <a:xfrm>
            <a:off x="5807678" y="1412287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2F0A724-7178-43D8-24E1-DA03CF1709B9}"/>
              </a:ext>
            </a:extLst>
          </p:cNvPr>
          <p:cNvSpPr/>
          <p:nvPr/>
        </p:nvSpPr>
        <p:spPr>
          <a:xfrm>
            <a:off x="5044545" y="1940153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FF51671-444F-384F-7BAD-F19714716798}"/>
              </a:ext>
            </a:extLst>
          </p:cNvPr>
          <p:cNvSpPr/>
          <p:nvPr/>
        </p:nvSpPr>
        <p:spPr>
          <a:xfrm>
            <a:off x="6530952" y="16086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2FB00106-FCDB-C6E3-EFBC-DAD373DB5D7C}"/>
              </a:ext>
            </a:extLst>
          </p:cNvPr>
          <p:cNvSpPr/>
          <p:nvPr/>
        </p:nvSpPr>
        <p:spPr>
          <a:xfrm rot="4714836">
            <a:off x="7143602" y="1542840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576E97D-959E-3D7F-D105-3AD0DEA3ECF4}"/>
              </a:ext>
            </a:extLst>
          </p:cNvPr>
          <p:cNvCxnSpPr>
            <a:cxnSpLocks/>
          </p:cNvCxnSpPr>
          <p:nvPr/>
        </p:nvCxnSpPr>
        <p:spPr>
          <a:xfrm>
            <a:off x="5807678" y="2373692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430A08A-0568-57DC-6611-2E0932A5B18C}"/>
              </a:ext>
            </a:extLst>
          </p:cNvPr>
          <p:cNvSpPr/>
          <p:nvPr/>
        </p:nvSpPr>
        <p:spPr>
          <a:xfrm>
            <a:off x="4824807" y="2864124"/>
            <a:ext cx="2507845" cy="42498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BED9C97-DB8A-616C-8ABD-FB8FF848019E}"/>
              </a:ext>
            </a:extLst>
          </p:cNvPr>
          <p:cNvSpPr/>
          <p:nvPr/>
        </p:nvSpPr>
        <p:spPr>
          <a:xfrm>
            <a:off x="6504816" y="2522058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EBF1EFC3-95C5-0EC8-60AD-4829B0FB3107}"/>
              </a:ext>
            </a:extLst>
          </p:cNvPr>
          <p:cNvSpPr/>
          <p:nvPr/>
        </p:nvSpPr>
        <p:spPr>
          <a:xfrm rot="5400000">
            <a:off x="7058285" y="2565468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EBB6F79-B2EF-F732-0954-D614E65FE0C6}"/>
              </a:ext>
            </a:extLst>
          </p:cNvPr>
          <p:cNvCxnSpPr>
            <a:cxnSpLocks/>
          </p:cNvCxnSpPr>
          <p:nvPr/>
        </p:nvCxnSpPr>
        <p:spPr>
          <a:xfrm flipV="1">
            <a:off x="6200176" y="2428729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0AC1344-02BD-56EB-CDF1-DB38281C6646}"/>
              </a:ext>
            </a:extLst>
          </p:cNvPr>
          <p:cNvCxnSpPr>
            <a:cxnSpLocks/>
          </p:cNvCxnSpPr>
          <p:nvPr/>
        </p:nvCxnSpPr>
        <p:spPr>
          <a:xfrm>
            <a:off x="7560880" y="2254877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7EEE87B-045F-07D8-1C04-03339CBF1C6F}"/>
              </a:ext>
            </a:extLst>
          </p:cNvPr>
          <p:cNvCxnSpPr>
            <a:cxnSpLocks/>
          </p:cNvCxnSpPr>
          <p:nvPr/>
        </p:nvCxnSpPr>
        <p:spPr>
          <a:xfrm>
            <a:off x="8011609" y="2254877"/>
            <a:ext cx="0" cy="1752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504D39F-6691-A2BF-5C55-8EC84F47EF9A}"/>
              </a:ext>
            </a:extLst>
          </p:cNvPr>
          <p:cNvSpPr/>
          <p:nvPr/>
        </p:nvSpPr>
        <p:spPr>
          <a:xfrm>
            <a:off x="6258712" y="4108952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(1) |  DS : [ 1,2 ]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5EA85F7-C971-268C-9A03-D62D1ED51853}"/>
              </a:ext>
            </a:extLst>
          </p:cNvPr>
          <p:cNvSpPr/>
          <p:nvPr/>
        </p:nvSpPr>
        <p:spPr>
          <a:xfrm>
            <a:off x="5559174" y="379034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CD6625DC-5DAD-E68B-CB32-B181F02B591B}"/>
              </a:ext>
            </a:extLst>
          </p:cNvPr>
          <p:cNvSpPr/>
          <p:nvPr/>
        </p:nvSpPr>
        <p:spPr>
          <a:xfrm rot="10556446">
            <a:off x="5817738" y="3758666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044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0870D-F1C3-BA18-C2FF-C7220074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C0D727-A20F-D22E-25F6-3AB758775BC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9B9A85-D023-3347-304F-AC5C3292FA8A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7D30C9-DA62-90D0-9B9A-47E639F73DE5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CDCFC-2FA6-4F70-9086-BE863261CB64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473F24B2-159E-F2B7-BD78-71DEE2DE1E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B3279C-65CF-3915-368E-35AB045AAFCB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E9E8E9-DA43-921F-3114-720C0D1865B1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1F4AFDC5-3AD4-0A50-AA1B-B026043B98F0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8F4721-4114-8E56-6526-5B91B8BB4C4B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F267335-5062-75A7-1510-373989FEE628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4E191E-7A44-4C47-5916-FC8BF16CF335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1DAD3F1D-12CF-3FD0-D5EC-73EC7C05F31E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E3E25D-B9C3-E103-9E8D-78A735649DC8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1B18338-0AAD-510E-3FE9-C2C78893A8FD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A3917C3-73AA-73DD-7550-9A014437AE21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288C1579-39F0-A508-1CC8-22CD992F8AB9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65E2A8B-8C89-4A5A-C17B-52F51AE75F3C}"/>
              </a:ext>
            </a:extLst>
          </p:cNvPr>
          <p:cNvCxnSpPr>
            <a:cxnSpLocks/>
          </p:cNvCxnSpPr>
          <p:nvPr/>
        </p:nvCxnSpPr>
        <p:spPr>
          <a:xfrm flipV="1">
            <a:off x="318308" y="173552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3EA5725-D35B-B022-0A9E-556F331595F1}"/>
              </a:ext>
            </a:extLst>
          </p:cNvPr>
          <p:cNvCxnSpPr>
            <a:cxnSpLocks/>
          </p:cNvCxnSpPr>
          <p:nvPr/>
        </p:nvCxnSpPr>
        <p:spPr>
          <a:xfrm>
            <a:off x="1216025" y="145841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99F6B6-E72D-2662-18DC-876F5A9DB4B4}"/>
              </a:ext>
            </a:extLst>
          </p:cNvPr>
          <p:cNvCxnSpPr>
            <a:cxnSpLocks/>
          </p:cNvCxnSpPr>
          <p:nvPr/>
        </p:nvCxnSpPr>
        <p:spPr>
          <a:xfrm>
            <a:off x="1666754" y="1458411"/>
            <a:ext cx="0" cy="2882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8EFBA4E-E09D-E403-73BD-BD34BBD0A75E}"/>
              </a:ext>
            </a:extLst>
          </p:cNvPr>
          <p:cNvSpPr/>
          <p:nvPr/>
        </p:nvSpPr>
        <p:spPr>
          <a:xfrm>
            <a:off x="368445" y="4431529"/>
            <a:ext cx="2511700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69BCAAF-D2C1-3BB4-61B6-546B78A9881A}"/>
              </a:ext>
            </a:extLst>
          </p:cNvPr>
          <p:cNvSpPr/>
          <p:nvPr/>
        </p:nvSpPr>
        <p:spPr>
          <a:xfrm>
            <a:off x="-381506" y="4124023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2E4EF4F1-5E90-913D-301C-8E1AF8532ED3}"/>
              </a:ext>
            </a:extLst>
          </p:cNvPr>
          <p:cNvSpPr/>
          <p:nvPr/>
        </p:nvSpPr>
        <p:spPr>
          <a:xfrm rot="10649572">
            <a:off x="18760" y="402127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893E77D-2A7F-3E1F-27AB-0EC04E57271F}"/>
              </a:ext>
            </a:extLst>
          </p:cNvPr>
          <p:cNvSpPr/>
          <p:nvPr/>
        </p:nvSpPr>
        <p:spPr>
          <a:xfrm>
            <a:off x="826388" y="483506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4BCB98-6B0B-DEF6-1687-1D7ADD8C8761}"/>
              </a:ext>
            </a:extLst>
          </p:cNvPr>
          <p:cNvCxnSpPr>
            <a:cxnSpLocks/>
          </p:cNvCxnSpPr>
          <p:nvPr/>
        </p:nvCxnSpPr>
        <p:spPr>
          <a:xfrm flipV="1">
            <a:off x="318308" y="853921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0658161-29DA-B57C-E90F-87110594F81B}"/>
              </a:ext>
            </a:extLst>
          </p:cNvPr>
          <p:cNvCxnSpPr>
            <a:cxnSpLocks/>
          </p:cNvCxnSpPr>
          <p:nvPr/>
        </p:nvCxnSpPr>
        <p:spPr>
          <a:xfrm>
            <a:off x="1100254" y="754284"/>
            <a:ext cx="206231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C5FEE9A-9DB1-D423-616F-0F63883BEE2F}"/>
              </a:ext>
            </a:extLst>
          </p:cNvPr>
          <p:cNvCxnSpPr>
            <a:cxnSpLocks/>
          </p:cNvCxnSpPr>
          <p:nvPr/>
        </p:nvCxnSpPr>
        <p:spPr>
          <a:xfrm flipH="1">
            <a:off x="3159642" y="741457"/>
            <a:ext cx="1951" cy="71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7D0A7AB-65DE-44D6-DC20-7B62508582F4}"/>
              </a:ext>
            </a:extLst>
          </p:cNvPr>
          <p:cNvSpPr/>
          <p:nvPr/>
        </p:nvSpPr>
        <p:spPr>
          <a:xfrm>
            <a:off x="2008390" y="1515748"/>
            <a:ext cx="2447861" cy="34619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[ 1,1 ]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7B6EA94-0379-50FF-4EDE-D5B018A2159B}"/>
              </a:ext>
            </a:extLst>
          </p:cNvPr>
          <p:cNvSpPr/>
          <p:nvPr/>
        </p:nvSpPr>
        <p:spPr>
          <a:xfrm>
            <a:off x="3474169" y="118940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EFD4E1AB-57E0-6790-48B8-85BCAE672443}"/>
              </a:ext>
            </a:extLst>
          </p:cNvPr>
          <p:cNvSpPr/>
          <p:nvPr/>
        </p:nvSpPr>
        <p:spPr>
          <a:xfrm rot="4469145">
            <a:off x="4125147" y="11221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B5A66BE-6F1C-0F9D-12A5-BA76588A509A}"/>
              </a:ext>
            </a:extLst>
          </p:cNvPr>
          <p:cNvCxnSpPr>
            <a:cxnSpLocks/>
          </p:cNvCxnSpPr>
          <p:nvPr/>
        </p:nvCxnSpPr>
        <p:spPr>
          <a:xfrm>
            <a:off x="3161593" y="1968575"/>
            <a:ext cx="0" cy="392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450B9E8-1972-AC7F-0075-FD08FFF84018}"/>
              </a:ext>
            </a:extLst>
          </p:cNvPr>
          <p:cNvSpPr/>
          <p:nvPr/>
        </p:nvSpPr>
        <p:spPr>
          <a:xfrm>
            <a:off x="1886675" y="2467301"/>
            <a:ext cx="2601193" cy="29780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[ 1,1,2 ]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FA9AB51-C003-6191-9AF7-9ED23AC6A264}"/>
              </a:ext>
            </a:extLst>
          </p:cNvPr>
          <p:cNvSpPr/>
          <p:nvPr/>
        </p:nvSpPr>
        <p:spPr>
          <a:xfrm>
            <a:off x="3468660" y="220859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382B316D-E5BC-99F6-BA33-35450BAB0E6B}"/>
              </a:ext>
            </a:extLst>
          </p:cNvPr>
          <p:cNvSpPr/>
          <p:nvPr/>
        </p:nvSpPr>
        <p:spPr>
          <a:xfrm rot="4469145">
            <a:off x="4095292" y="20610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0C0CAC2-7D4D-ACC0-0BD1-5636F244DF57}"/>
              </a:ext>
            </a:extLst>
          </p:cNvPr>
          <p:cNvSpPr/>
          <p:nvPr/>
        </p:nvSpPr>
        <p:spPr>
          <a:xfrm>
            <a:off x="2389364" y="276510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F2116EC-E123-8845-322F-768727B2B67B}"/>
              </a:ext>
            </a:extLst>
          </p:cNvPr>
          <p:cNvCxnSpPr>
            <a:cxnSpLocks/>
          </p:cNvCxnSpPr>
          <p:nvPr/>
        </p:nvCxnSpPr>
        <p:spPr>
          <a:xfrm>
            <a:off x="5807678" y="428941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842802C-F8E8-ACEA-AEB5-6ECA0E0DCB5E}"/>
              </a:ext>
            </a:extLst>
          </p:cNvPr>
          <p:cNvSpPr/>
          <p:nvPr/>
        </p:nvSpPr>
        <p:spPr>
          <a:xfrm>
            <a:off x="5173415" y="946974"/>
            <a:ext cx="229946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(3) |  DS : [ 1 ]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A21E156-5370-E1C6-7054-76997D2FCE7D}"/>
              </a:ext>
            </a:extLst>
          </p:cNvPr>
          <p:cNvSpPr/>
          <p:nvPr/>
        </p:nvSpPr>
        <p:spPr>
          <a:xfrm>
            <a:off x="6469216" y="62117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(4-1) 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50CE1CF8-A8B1-5581-9B6B-F0C75200823F}"/>
              </a:ext>
            </a:extLst>
          </p:cNvPr>
          <p:cNvSpPr/>
          <p:nvPr/>
        </p:nvSpPr>
        <p:spPr>
          <a:xfrm rot="4469145">
            <a:off x="7112872" y="53404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0DBA56-662A-9515-3CAB-801D8A4E3218}"/>
              </a:ext>
            </a:extLst>
          </p:cNvPr>
          <p:cNvCxnSpPr>
            <a:cxnSpLocks/>
          </p:cNvCxnSpPr>
          <p:nvPr/>
        </p:nvCxnSpPr>
        <p:spPr>
          <a:xfrm>
            <a:off x="5807678" y="1412287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17CC171-0A43-FF19-8F6C-4DC7B3756800}"/>
              </a:ext>
            </a:extLst>
          </p:cNvPr>
          <p:cNvSpPr/>
          <p:nvPr/>
        </p:nvSpPr>
        <p:spPr>
          <a:xfrm>
            <a:off x="5044545" y="1940153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D71884E-BD53-D3C3-950B-736BF4E512A2}"/>
              </a:ext>
            </a:extLst>
          </p:cNvPr>
          <p:cNvSpPr/>
          <p:nvPr/>
        </p:nvSpPr>
        <p:spPr>
          <a:xfrm>
            <a:off x="6530952" y="16086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D2EC0A92-03B5-1492-53D6-BBBF4090033E}"/>
              </a:ext>
            </a:extLst>
          </p:cNvPr>
          <p:cNvSpPr/>
          <p:nvPr/>
        </p:nvSpPr>
        <p:spPr>
          <a:xfrm rot="4714836">
            <a:off x="7143602" y="1542840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59090C3-9107-1909-B0EE-8138A281F8D9}"/>
              </a:ext>
            </a:extLst>
          </p:cNvPr>
          <p:cNvCxnSpPr>
            <a:cxnSpLocks/>
          </p:cNvCxnSpPr>
          <p:nvPr/>
        </p:nvCxnSpPr>
        <p:spPr>
          <a:xfrm>
            <a:off x="5807678" y="2373692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516352D-D63A-500D-C7D7-A804924AEC6E}"/>
              </a:ext>
            </a:extLst>
          </p:cNvPr>
          <p:cNvSpPr/>
          <p:nvPr/>
        </p:nvSpPr>
        <p:spPr>
          <a:xfrm>
            <a:off x="4824807" y="2864124"/>
            <a:ext cx="2507845" cy="42498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6043773-999D-A3B9-0E59-E3B9AAE3048D}"/>
              </a:ext>
            </a:extLst>
          </p:cNvPr>
          <p:cNvSpPr/>
          <p:nvPr/>
        </p:nvSpPr>
        <p:spPr>
          <a:xfrm>
            <a:off x="6504816" y="2522058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D1BA2CED-F824-BE3F-2677-38EFDEE70540}"/>
              </a:ext>
            </a:extLst>
          </p:cNvPr>
          <p:cNvSpPr/>
          <p:nvPr/>
        </p:nvSpPr>
        <p:spPr>
          <a:xfrm rot="5400000">
            <a:off x="7058285" y="2565468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356B399-8EA5-7A87-6362-B3B6CBA0AED1}"/>
              </a:ext>
            </a:extLst>
          </p:cNvPr>
          <p:cNvCxnSpPr>
            <a:cxnSpLocks/>
          </p:cNvCxnSpPr>
          <p:nvPr/>
        </p:nvCxnSpPr>
        <p:spPr>
          <a:xfrm flipV="1">
            <a:off x="6200176" y="2428729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A75C5F2-A531-9982-2354-00D4FC9BE8BC}"/>
              </a:ext>
            </a:extLst>
          </p:cNvPr>
          <p:cNvCxnSpPr>
            <a:cxnSpLocks/>
          </p:cNvCxnSpPr>
          <p:nvPr/>
        </p:nvCxnSpPr>
        <p:spPr>
          <a:xfrm>
            <a:off x="7560880" y="2254877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948572D-58DD-D9E0-3B75-65A964D5D0B7}"/>
              </a:ext>
            </a:extLst>
          </p:cNvPr>
          <p:cNvCxnSpPr>
            <a:cxnSpLocks/>
          </p:cNvCxnSpPr>
          <p:nvPr/>
        </p:nvCxnSpPr>
        <p:spPr>
          <a:xfrm>
            <a:off x="8011609" y="2254877"/>
            <a:ext cx="0" cy="1752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4898F62F-DF74-30A3-2D2B-4F80C5797E7C}"/>
              </a:ext>
            </a:extLst>
          </p:cNvPr>
          <p:cNvSpPr/>
          <p:nvPr/>
        </p:nvSpPr>
        <p:spPr>
          <a:xfrm>
            <a:off x="6258712" y="4108952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(1) |  DS : [ 1,2 ]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D507D56-F9D6-0D51-66DE-A04E284A73DB}"/>
              </a:ext>
            </a:extLst>
          </p:cNvPr>
          <p:cNvSpPr/>
          <p:nvPr/>
        </p:nvSpPr>
        <p:spPr>
          <a:xfrm>
            <a:off x="5559174" y="379034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ECC0E9A0-5B66-10AB-A888-F2EE901895BD}"/>
              </a:ext>
            </a:extLst>
          </p:cNvPr>
          <p:cNvSpPr/>
          <p:nvPr/>
        </p:nvSpPr>
        <p:spPr>
          <a:xfrm rot="10556446">
            <a:off x="5817738" y="3758666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262713A-7424-4363-D8B7-55310550F8DC}"/>
              </a:ext>
            </a:extLst>
          </p:cNvPr>
          <p:cNvCxnSpPr>
            <a:cxnSpLocks/>
          </p:cNvCxnSpPr>
          <p:nvPr/>
        </p:nvCxnSpPr>
        <p:spPr>
          <a:xfrm flipV="1">
            <a:off x="6200176" y="146778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60F8FFB-063F-957C-A34A-BC902F4E97BA}"/>
              </a:ext>
            </a:extLst>
          </p:cNvPr>
          <p:cNvCxnSpPr>
            <a:cxnSpLocks/>
          </p:cNvCxnSpPr>
          <p:nvPr/>
        </p:nvCxnSpPr>
        <p:spPr>
          <a:xfrm>
            <a:off x="7551608" y="1260319"/>
            <a:ext cx="1428792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3C132B9-DD99-F852-FEBF-AE6318C98E1E}"/>
              </a:ext>
            </a:extLst>
          </p:cNvPr>
          <p:cNvCxnSpPr>
            <a:cxnSpLocks/>
          </p:cNvCxnSpPr>
          <p:nvPr/>
        </p:nvCxnSpPr>
        <p:spPr>
          <a:xfrm>
            <a:off x="8980400" y="1260319"/>
            <a:ext cx="0" cy="370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07574388-9B38-74AB-B010-CF60B8E98760}"/>
              </a:ext>
            </a:extLst>
          </p:cNvPr>
          <p:cNvSpPr/>
          <p:nvPr/>
        </p:nvSpPr>
        <p:spPr>
          <a:xfrm>
            <a:off x="7936093" y="1683577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0AFFC44-5643-0BD6-B028-538D59B91240}"/>
              </a:ext>
            </a:extLst>
          </p:cNvPr>
          <p:cNvSpPr/>
          <p:nvPr/>
        </p:nvSpPr>
        <p:spPr>
          <a:xfrm>
            <a:off x="9592976" y="13800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2412DF91-4226-8D80-6AD9-77743C5654CC}"/>
              </a:ext>
            </a:extLst>
          </p:cNvPr>
          <p:cNvSpPr/>
          <p:nvPr/>
        </p:nvSpPr>
        <p:spPr>
          <a:xfrm rot="5804947">
            <a:off x="10121802" y="135901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2593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5E554-C86C-3648-89F2-9D96DEEF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59F44D1-B429-2A90-1276-845AEBB784D8}"/>
              </a:ext>
            </a:extLst>
          </p:cNvPr>
          <p:cNvSpPr/>
          <p:nvPr/>
        </p:nvSpPr>
        <p:spPr>
          <a:xfrm>
            <a:off x="-2361236" y="-619760"/>
            <a:ext cx="16308729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0CBA99-6810-948B-247B-83BD26FE0838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3809D6-9381-9769-99C7-DE7C7D422B5B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EA020D-DA20-CFC0-D0CA-FBF7BEC58213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4895BA3-EB42-F33E-9F50-572023E0805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009B40-C3AB-C344-5DF4-5B66A62F69A6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23FCB0-FE1D-C0B8-E6A6-5B2E5240CCC1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3714EBE8-BF1A-F84E-EF1A-6CC7E5CB3344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678FBA-5D4A-2AA0-A085-0909F461EF88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ADA9F3-21CC-D1FA-A282-F32894A8B132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9CAC85-40B0-02E4-25CA-3118E74E1FF4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F507FA76-EA63-232A-C5B6-1FDCBB919BD9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2850F4-2CCA-A21D-4D25-0C8D139D75BF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57AFE0-7EE7-2B2B-212F-D0AA686DADB4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4408938-C63F-748C-9397-3E5B4821EA98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7069B94C-F8DF-4029-CC79-533704A3ED95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18AD66-C104-043D-4765-A7000646DA13}"/>
              </a:ext>
            </a:extLst>
          </p:cNvPr>
          <p:cNvCxnSpPr>
            <a:cxnSpLocks/>
          </p:cNvCxnSpPr>
          <p:nvPr/>
        </p:nvCxnSpPr>
        <p:spPr>
          <a:xfrm flipV="1">
            <a:off x="318308" y="173552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3F94BB-5D00-1D39-5DA3-9730109BEBA0}"/>
              </a:ext>
            </a:extLst>
          </p:cNvPr>
          <p:cNvCxnSpPr>
            <a:cxnSpLocks/>
          </p:cNvCxnSpPr>
          <p:nvPr/>
        </p:nvCxnSpPr>
        <p:spPr>
          <a:xfrm>
            <a:off x="1216025" y="145841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9C0D43-BA31-6C74-7E0C-EDB92FE8F797}"/>
              </a:ext>
            </a:extLst>
          </p:cNvPr>
          <p:cNvCxnSpPr>
            <a:cxnSpLocks/>
          </p:cNvCxnSpPr>
          <p:nvPr/>
        </p:nvCxnSpPr>
        <p:spPr>
          <a:xfrm>
            <a:off x="1666754" y="1458411"/>
            <a:ext cx="0" cy="2882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8A27693-223D-E637-155E-4CD0AC631DFA}"/>
              </a:ext>
            </a:extLst>
          </p:cNvPr>
          <p:cNvSpPr/>
          <p:nvPr/>
        </p:nvSpPr>
        <p:spPr>
          <a:xfrm>
            <a:off x="368445" y="4431529"/>
            <a:ext cx="2511700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64DBEA4-F0DE-A1AD-860B-6A026E4C0689}"/>
              </a:ext>
            </a:extLst>
          </p:cNvPr>
          <p:cNvSpPr/>
          <p:nvPr/>
        </p:nvSpPr>
        <p:spPr>
          <a:xfrm>
            <a:off x="-381506" y="4124023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B9FFA382-BAD4-3F45-2F88-D1F42899CEBA}"/>
              </a:ext>
            </a:extLst>
          </p:cNvPr>
          <p:cNvSpPr/>
          <p:nvPr/>
        </p:nvSpPr>
        <p:spPr>
          <a:xfrm rot="10649572">
            <a:off x="18760" y="402127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F2F2B4A-2021-BF0E-D89D-E9015F648653}"/>
              </a:ext>
            </a:extLst>
          </p:cNvPr>
          <p:cNvSpPr/>
          <p:nvPr/>
        </p:nvSpPr>
        <p:spPr>
          <a:xfrm>
            <a:off x="826388" y="483506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DA0C283-ACE7-1121-8DA7-CDD2311971F7}"/>
              </a:ext>
            </a:extLst>
          </p:cNvPr>
          <p:cNvCxnSpPr>
            <a:cxnSpLocks/>
          </p:cNvCxnSpPr>
          <p:nvPr/>
        </p:nvCxnSpPr>
        <p:spPr>
          <a:xfrm flipV="1">
            <a:off x="318308" y="853921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A7F23C3-DFBA-853E-0C4B-07A487AB0CD6}"/>
              </a:ext>
            </a:extLst>
          </p:cNvPr>
          <p:cNvCxnSpPr>
            <a:cxnSpLocks/>
          </p:cNvCxnSpPr>
          <p:nvPr/>
        </p:nvCxnSpPr>
        <p:spPr>
          <a:xfrm>
            <a:off x="1100254" y="754284"/>
            <a:ext cx="206231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8AFA1F6-C7CB-44FB-4287-C5F73EC98048}"/>
              </a:ext>
            </a:extLst>
          </p:cNvPr>
          <p:cNvCxnSpPr>
            <a:cxnSpLocks/>
          </p:cNvCxnSpPr>
          <p:nvPr/>
        </p:nvCxnSpPr>
        <p:spPr>
          <a:xfrm flipH="1">
            <a:off x="3159642" y="741457"/>
            <a:ext cx="1951" cy="71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5A561B5-91D7-0ACF-005B-BF11EC43B29A}"/>
              </a:ext>
            </a:extLst>
          </p:cNvPr>
          <p:cNvSpPr/>
          <p:nvPr/>
        </p:nvSpPr>
        <p:spPr>
          <a:xfrm>
            <a:off x="2008390" y="1515748"/>
            <a:ext cx="2447861" cy="34619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[ 1,1 ]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19AF03F-3007-9B9F-2FC2-EB5DAA35C03E}"/>
              </a:ext>
            </a:extLst>
          </p:cNvPr>
          <p:cNvSpPr/>
          <p:nvPr/>
        </p:nvSpPr>
        <p:spPr>
          <a:xfrm>
            <a:off x="3474169" y="118940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732900DE-5DD1-727D-977B-C68DF0503B11}"/>
              </a:ext>
            </a:extLst>
          </p:cNvPr>
          <p:cNvSpPr/>
          <p:nvPr/>
        </p:nvSpPr>
        <p:spPr>
          <a:xfrm rot="4469145">
            <a:off x="4125147" y="11221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917D724-5C6C-5AE0-7B83-E4AF977ACCB0}"/>
              </a:ext>
            </a:extLst>
          </p:cNvPr>
          <p:cNvCxnSpPr>
            <a:cxnSpLocks/>
          </p:cNvCxnSpPr>
          <p:nvPr/>
        </p:nvCxnSpPr>
        <p:spPr>
          <a:xfrm>
            <a:off x="3161593" y="1968575"/>
            <a:ext cx="0" cy="392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AE6ACE3-511C-4025-F5DC-7AB3463907AB}"/>
              </a:ext>
            </a:extLst>
          </p:cNvPr>
          <p:cNvSpPr/>
          <p:nvPr/>
        </p:nvSpPr>
        <p:spPr>
          <a:xfrm>
            <a:off x="1886675" y="2467301"/>
            <a:ext cx="2601193" cy="29780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[ 1,1,2 ]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7D43DA0-F600-1349-0B0A-2536C179F7A2}"/>
              </a:ext>
            </a:extLst>
          </p:cNvPr>
          <p:cNvSpPr/>
          <p:nvPr/>
        </p:nvSpPr>
        <p:spPr>
          <a:xfrm>
            <a:off x="3468660" y="220859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A25674A8-7F97-8405-8DBB-ED91DDFEC9F6}"/>
              </a:ext>
            </a:extLst>
          </p:cNvPr>
          <p:cNvSpPr/>
          <p:nvPr/>
        </p:nvSpPr>
        <p:spPr>
          <a:xfrm rot="4469145">
            <a:off x="4095292" y="20610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E0254A5-8352-391C-6143-C8675D3293B7}"/>
              </a:ext>
            </a:extLst>
          </p:cNvPr>
          <p:cNvSpPr/>
          <p:nvPr/>
        </p:nvSpPr>
        <p:spPr>
          <a:xfrm>
            <a:off x="2389364" y="276510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B4E5194-1C7C-A7DD-3856-0D2F96501A6F}"/>
              </a:ext>
            </a:extLst>
          </p:cNvPr>
          <p:cNvCxnSpPr>
            <a:cxnSpLocks/>
          </p:cNvCxnSpPr>
          <p:nvPr/>
        </p:nvCxnSpPr>
        <p:spPr>
          <a:xfrm>
            <a:off x="5807678" y="428941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1683D86-D934-1AC9-6502-3470ECFCF55B}"/>
              </a:ext>
            </a:extLst>
          </p:cNvPr>
          <p:cNvSpPr/>
          <p:nvPr/>
        </p:nvSpPr>
        <p:spPr>
          <a:xfrm>
            <a:off x="5173415" y="946974"/>
            <a:ext cx="229946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(3) |  DS : [ 1 ]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71B087C-130A-470B-08BA-84F1E569224D}"/>
              </a:ext>
            </a:extLst>
          </p:cNvPr>
          <p:cNvSpPr/>
          <p:nvPr/>
        </p:nvSpPr>
        <p:spPr>
          <a:xfrm>
            <a:off x="6469216" y="62117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(4-1) 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05BBEF29-2CE4-19AA-8198-3D68D9171BB0}"/>
              </a:ext>
            </a:extLst>
          </p:cNvPr>
          <p:cNvSpPr/>
          <p:nvPr/>
        </p:nvSpPr>
        <p:spPr>
          <a:xfrm rot="4469145">
            <a:off x="7112872" y="53404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6E4A01-C5B1-5FE4-06B7-7F02942380AB}"/>
              </a:ext>
            </a:extLst>
          </p:cNvPr>
          <p:cNvCxnSpPr>
            <a:cxnSpLocks/>
          </p:cNvCxnSpPr>
          <p:nvPr/>
        </p:nvCxnSpPr>
        <p:spPr>
          <a:xfrm>
            <a:off x="5807678" y="1412287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3B81F9-E497-D341-3346-296A85AF27E3}"/>
              </a:ext>
            </a:extLst>
          </p:cNvPr>
          <p:cNvSpPr/>
          <p:nvPr/>
        </p:nvSpPr>
        <p:spPr>
          <a:xfrm>
            <a:off x="5044545" y="1940153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281A3AD-E8AF-D78C-182F-BC2A0C284747}"/>
              </a:ext>
            </a:extLst>
          </p:cNvPr>
          <p:cNvSpPr/>
          <p:nvPr/>
        </p:nvSpPr>
        <p:spPr>
          <a:xfrm>
            <a:off x="6530952" y="16086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306C1591-C5FA-F58C-3247-3F12334A4657}"/>
              </a:ext>
            </a:extLst>
          </p:cNvPr>
          <p:cNvSpPr/>
          <p:nvPr/>
        </p:nvSpPr>
        <p:spPr>
          <a:xfrm rot="4714836">
            <a:off x="7143602" y="1542840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D8DF506-8C48-4944-D483-78FCD2742619}"/>
              </a:ext>
            </a:extLst>
          </p:cNvPr>
          <p:cNvCxnSpPr>
            <a:cxnSpLocks/>
          </p:cNvCxnSpPr>
          <p:nvPr/>
        </p:nvCxnSpPr>
        <p:spPr>
          <a:xfrm>
            <a:off x="5807678" y="2373692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061D599-86F2-C2E5-95A4-2931102E6D0C}"/>
              </a:ext>
            </a:extLst>
          </p:cNvPr>
          <p:cNvSpPr/>
          <p:nvPr/>
        </p:nvSpPr>
        <p:spPr>
          <a:xfrm>
            <a:off x="4824807" y="2864124"/>
            <a:ext cx="2507845" cy="42498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2F330D2-3F08-3CAB-6BF4-C7DCED1E1C85}"/>
              </a:ext>
            </a:extLst>
          </p:cNvPr>
          <p:cNvSpPr/>
          <p:nvPr/>
        </p:nvSpPr>
        <p:spPr>
          <a:xfrm>
            <a:off x="6504816" y="2522058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0DEBD3E0-73C4-4AA9-22BF-B6F4AC0E9184}"/>
              </a:ext>
            </a:extLst>
          </p:cNvPr>
          <p:cNvSpPr/>
          <p:nvPr/>
        </p:nvSpPr>
        <p:spPr>
          <a:xfrm rot="5400000">
            <a:off x="7058285" y="2565468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3A1CB05-FFC3-8BFA-A37D-49B1E0391AC8}"/>
              </a:ext>
            </a:extLst>
          </p:cNvPr>
          <p:cNvCxnSpPr>
            <a:cxnSpLocks/>
          </p:cNvCxnSpPr>
          <p:nvPr/>
        </p:nvCxnSpPr>
        <p:spPr>
          <a:xfrm flipV="1">
            <a:off x="6200176" y="2428729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F218B01-FC7B-12A8-14B5-1D8CDCBB45A3}"/>
              </a:ext>
            </a:extLst>
          </p:cNvPr>
          <p:cNvCxnSpPr>
            <a:cxnSpLocks/>
          </p:cNvCxnSpPr>
          <p:nvPr/>
        </p:nvCxnSpPr>
        <p:spPr>
          <a:xfrm>
            <a:off x="7560880" y="2254877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1243A9D-EBA6-5149-76AD-3B3996DE3346}"/>
              </a:ext>
            </a:extLst>
          </p:cNvPr>
          <p:cNvCxnSpPr>
            <a:cxnSpLocks/>
          </p:cNvCxnSpPr>
          <p:nvPr/>
        </p:nvCxnSpPr>
        <p:spPr>
          <a:xfrm>
            <a:off x="8011609" y="2254877"/>
            <a:ext cx="0" cy="1752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DFF44F2-F3A3-B53E-0756-946A6B6C4B1D}"/>
              </a:ext>
            </a:extLst>
          </p:cNvPr>
          <p:cNvSpPr/>
          <p:nvPr/>
        </p:nvSpPr>
        <p:spPr>
          <a:xfrm>
            <a:off x="6258712" y="4108952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(1) |  DS : [ 1,2 ]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B40699E-F403-1C85-7F43-BBDDF1CB7F11}"/>
              </a:ext>
            </a:extLst>
          </p:cNvPr>
          <p:cNvSpPr/>
          <p:nvPr/>
        </p:nvSpPr>
        <p:spPr>
          <a:xfrm>
            <a:off x="5559174" y="379034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449B0542-30BD-FD59-7156-E978755C4751}"/>
              </a:ext>
            </a:extLst>
          </p:cNvPr>
          <p:cNvSpPr/>
          <p:nvPr/>
        </p:nvSpPr>
        <p:spPr>
          <a:xfrm rot="10556446">
            <a:off x="5817738" y="3758666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4DD3378-D534-5DBD-F5B9-4C6F916C86EF}"/>
              </a:ext>
            </a:extLst>
          </p:cNvPr>
          <p:cNvCxnSpPr>
            <a:cxnSpLocks/>
          </p:cNvCxnSpPr>
          <p:nvPr/>
        </p:nvCxnSpPr>
        <p:spPr>
          <a:xfrm flipV="1">
            <a:off x="6200176" y="146778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BBAA699-E39D-5C1F-9CB9-7600297DD522}"/>
              </a:ext>
            </a:extLst>
          </p:cNvPr>
          <p:cNvCxnSpPr>
            <a:cxnSpLocks/>
          </p:cNvCxnSpPr>
          <p:nvPr/>
        </p:nvCxnSpPr>
        <p:spPr>
          <a:xfrm>
            <a:off x="7551608" y="1260319"/>
            <a:ext cx="1428792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BCA61E6-50D6-9E12-27B1-C9670FB8C32A}"/>
              </a:ext>
            </a:extLst>
          </p:cNvPr>
          <p:cNvCxnSpPr>
            <a:cxnSpLocks/>
          </p:cNvCxnSpPr>
          <p:nvPr/>
        </p:nvCxnSpPr>
        <p:spPr>
          <a:xfrm>
            <a:off x="8980400" y="1260319"/>
            <a:ext cx="0" cy="370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369102F7-11B2-C393-42BE-A6C9F23F87CD}"/>
              </a:ext>
            </a:extLst>
          </p:cNvPr>
          <p:cNvSpPr/>
          <p:nvPr/>
        </p:nvSpPr>
        <p:spPr>
          <a:xfrm>
            <a:off x="7936093" y="1683577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CA1C589-7203-2EDD-CF9E-E8F453EF8306}"/>
              </a:ext>
            </a:extLst>
          </p:cNvPr>
          <p:cNvSpPr/>
          <p:nvPr/>
        </p:nvSpPr>
        <p:spPr>
          <a:xfrm>
            <a:off x="9592976" y="13800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9E62DB33-1181-18C0-5FD3-B06F69FE999C}"/>
              </a:ext>
            </a:extLst>
          </p:cNvPr>
          <p:cNvSpPr/>
          <p:nvPr/>
        </p:nvSpPr>
        <p:spPr>
          <a:xfrm rot="5804947">
            <a:off x="10121802" y="135901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226869A-24BC-A628-0883-B3B3645311F2}"/>
              </a:ext>
            </a:extLst>
          </p:cNvPr>
          <p:cNvCxnSpPr>
            <a:cxnSpLocks/>
          </p:cNvCxnSpPr>
          <p:nvPr/>
        </p:nvCxnSpPr>
        <p:spPr>
          <a:xfrm>
            <a:off x="8980775" y="2118521"/>
            <a:ext cx="0" cy="310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A059D57-5290-8762-B9B7-9B28ACECB54E}"/>
              </a:ext>
            </a:extLst>
          </p:cNvPr>
          <p:cNvSpPr/>
          <p:nvPr/>
        </p:nvSpPr>
        <p:spPr>
          <a:xfrm>
            <a:off x="9745561" y="222155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70B05851-743E-D783-F783-08978E5FC910}"/>
              </a:ext>
            </a:extLst>
          </p:cNvPr>
          <p:cNvSpPr/>
          <p:nvPr/>
        </p:nvSpPr>
        <p:spPr>
          <a:xfrm>
            <a:off x="8274938" y="2518735"/>
            <a:ext cx="2498644" cy="31020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1C77CBE8-C9ED-8D46-50C2-482BC558FA10}"/>
              </a:ext>
            </a:extLst>
          </p:cNvPr>
          <p:cNvSpPr/>
          <p:nvPr/>
        </p:nvSpPr>
        <p:spPr>
          <a:xfrm rot="5400000">
            <a:off x="10535935" y="2226926"/>
            <a:ext cx="555489" cy="446460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514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D75FD-2353-777E-DF92-F76E0368E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A279624-93CD-F11B-F9CD-2E128F5C7F21}"/>
              </a:ext>
            </a:extLst>
          </p:cNvPr>
          <p:cNvSpPr/>
          <p:nvPr/>
        </p:nvSpPr>
        <p:spPr>
          <a:xfrm>
            <a:off x="-2361236" y="-619760"/>
            <a:ext cx="19839008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81104E-BA92-E233-4EB9-DC1D8B392668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90F695-9EDD-9076-8A78-39687548434F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BA4531-5DD9-30FC-2F6C-E07EA38BDE27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359583E-EE13-045C-E597-D9AED3CA453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ADEAF3-9D00-3F7B-1885-56712CF1555D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A9643B-71B0-D483-A8F7-EF5119BC2C39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CF6E1A8F-9203-8858-0EE6-5F468CBB5097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E0D807-E7CE-ACA6-2CB8-23080ABD05DA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C27838-0034-0975-3594-88A8F9EE54DD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C78489-10C4-2F87-2705-5DEC2A31F610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79D994B2-271A-67AA-6518-E8D486857282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DFAAC8-3D91-87D8-1917-D554D5C95A31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23E24F6-04CA-C94D-1A12-AF96F0890D42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26D03D2-0D1A-0F68-523F-10608BFA505C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C884CBB0-ABEF-E314-1334-8A8FAA954E9F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FFF775-81B9-A2B3-DFC4-1A683E35CAE6}"/>
              </a:ext>
            </a:extLst>
          </p:cNvPr>
          <p:cNvCxnSpPr>
            <a:cxnSpLocks/>
          </p:cNvCxnSpPr>
          <p:nvPr/>
        </p:nvCxnSpPr>
        <p:spPr>
          <a:xfrm flipV="1">
            <a:off x="318308" y="173552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B779D6-1F26-9116-D2C4-3803E3F71AE9}"/>
              </a:ext>
            </a:extLst>
          </p:cNvPr>
          <p:cNvCxnSpPr>
            <a:cxnSpLocks/>
          </p:cNvCxnSpPr>
          <p:nvPr/>
        </p:nvCxnSpPr>
        <p:spPr>
          <a:xfrm>
            <a:off x="1216025" y="145841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F4C77F-FA73-4B22-CFFF-9CADA37B0BEE}"/>
              </a:ext>
            </a:extLst>
          </p:cNvPr>
          <p:cNvCxnSpPr>
            <a:cxnSpLocks/>
          </p:cNvCxnSpPr>
          <p:nvPr/>
        </p:nvCxnSpPr>
        <p:spPr>
          <a:xfrm>
            <a:off x="1666754" y="1458411"/>
            <a:ext cx="0" cy="2882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0F71367-5DF2-352F-CBEC-40F61431FE53}"/>
              </a:ext>
            </a:extLst>
          </p:cNvPr>
          <p:cNvSpPr/>
          <p:nvPr/>
        </p:nvSpPr>
        <p:spPr>
          <a:xfrm>
            <a:off x="368445" y="4431529"/>
            <a:ext cx="2511700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EF088DB-FD7F-2735-C8D5-74753AC6B4B5}"/>
              </a:ext>
            </a:extLst>
          </p:cNvPr>
          <p:cNvSpPr/>
          <p:nvPr/>
        </p:nvSpPr>
        <p:spPr>
          <a:xfrm>
            <a:off x="-381506" y="4124023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74BCE569-8D8D-10E5-1700-1265B79D4E1F}"/>
              </a:ext>
            </a:extLst>
          </p:cNvPr>
          <p:cNvSpPr/>
          <p:nvPr/>
        </p:nvSpPr>
        <p:spPr>
          <a:xfrm rot="10649572">
            <a:off x="18760" y="402127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40D6BE6-C6DA-72BF-50FD-CD95AC8D5804}"/>
              </a:ext>
            </a:extLst>
          </p:cNvPr>
          <p:cNvSpPr/>
          <p:nvPr/>
        </p:nvSpPr>
        <p:spPr>
          <a:xfrm>
            <a:off x="826388" y="483506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6A41E74-63DC-823C-C70B-53A8D176626C}"/>
              </a:ext>
            </a:extLst>
          </p:cNvPr>
          <p:cNvCxnSpPr>
            <a:cxnSpLocks/>
          </p:cNvCxnSpPr>
          <p:nvPr/>
        </p:nvCxnSpPr>
        <p:spPr>
          <a:xfrm flipV="1">
            <a:off x="318308" y="853921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190DA8B-F174-55BF-9EB7-0DE68C719E28}"/>
              </a:ext>
            </a:extLst>
          </p:cNvPr>
          <p:cNvCxnSpPr>
            <a:cxnSpLocks/>
          </p:cNvCxnSpPr>
          <p:nvPr/>
        </p:nvCxnSpPr>
        <p:spPr>
          <a:xfrm>
            <a:off x="1100254" y="754284"/>
            <a:ext cx="206231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D002D5-0BE1-E316-B1C0-1FBDC6034D3D}"/>
              </a:ext>
            </a:extLst>
          </p:cNvPr>
          <p:cNvCxnSpPr>
            <a:cxnSpLocks/>
          </p:cNvCxnSpPr>
          <p:nvPr/>
        </p:nvCxnSpPr>
        <p:spPr>
          <a:xfrm flipH="1">
            <a:off x="3159642" y="741457"/>
            <a:ext cx="1951" cy="71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C3B1B11-8D15-709A-129F-C3AA38B97D38}"/>
              </a:ext>
            </a:extLst>
          </p:cNvPr>
          <p:cNvSpPr/>
          <p:nvPr/>
        </p:nvSpPr>
        <p:spPr>
          <a:xfrm>
            <a:off x="2008390" y="1515748"/>
            <a:ext cx="2447861" cy="34619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[ 1,1 ]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B68F405-B84A-67D0-B1E4-12B3FBF2B4DD}"/>
              </a:ext>
            </a:extLst>
          </p:cNvPr>
          <p:cNvSpPr/>
          <p:nvPr/>
        </p:nvSpPr>
        <p:spPr>
          <a:xfrm>
            <a:off x="3474169" y="118940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A07BB60A-E6B5-A150-D116-3F2A3F8EFCCD}"/>
              </a:ext>
            </a:extLst>
          </p:cNvPr>
          <p:cNvSpPr/>
          <p:nvPr/>
        </p:nvSpPr>
        <p:spPr>
          <a:xfrm rot="4469145">
            <a:off x="4125147" y="11221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A51D1B7-48BA-6BEF-8128-1A0F5945EDEA}"/>
              </a:ext>
            </a:extLst>
          </p:cNvPr>
          <p:cNvCxnSpPr>
            <a:cxnSpLocks/>
          </p:cNvCxnSpPr>
          <p:nvPr/>
        </p:nvCxnSpPr>
        <p:spPr>
          <a:xfrm>
            <a:off x="3161593" y="1968575"/>
            <a:ext cx="0" cy="392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FFB0F5E-2C7E-2170-052B-4033D1602938}"/>
              </a:ext>
            </a:extLst>
          </p:cNvPr>
          <p:cNvSpPr/>
          <p:nvPr/>
        </p:nvSpPr>
        <p:spPr>
          <a:xfrm>
            <a:off x="1886675" y="2467301"/>
            <a:ext cx="2601193" cy="29780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[ 1,1,2 ]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DE357A1-88EB-70B7-9BE3-3FD8A271E7C1}"/>
              </a:ext>
            </a:extLst>
          </p:cNvPr>
          <p:cNvSpPr/>
          <p:nvPr/>
        </p:nvSpPr>
        <p:spPr>
          <a:xfrm>
            <a:off x="3468660" y="220859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1D10772A-2357-E51E-9727-62824753FD05}"/>
              </a:ext>
            </a:extLst>
          </p:cNvPr>
          <p:cNvSpPr/>
          <p:nvPr/>
        </p:nvSpPr>
        <p:spPr>
          <a:xfrm rot="4469145">
            <a:off x="4095292" y="20610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22B2C2F-EFEC-2AF9-68B5-A809E1FB4D4B}"/>
              </a:ext>
            </a:extLst>
          </p:cNvPr>
          <p:cNvSpPr/>
          <p:nvPr/>
        </p:nvSpPr>
        <p:spPr>
          <a:xfrm>
            <a:off x="2389364" y="276510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EBCEBD9-5955-181D-1198-A71922DE2889}"/>
              </a:ext>
            </a:extLst>
          </p:cNvPr>
          <p:cNvCxnSpPr>
            <a:cxnSpLocks/>
          </p:cNvCxnSpPr>
          <p:nvPr/>
        </p:nvCxnSpPr>
        <p:spPr>
          <a:xfrm>
            <a:off x="5807678" y="428941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0E90F1A-E44C-F2B3-5B9F-E1796CFB2A3E}"/>
              </a:ext>
            </a:extLst>
          </p:cNvPr>
          <p:cNvSpPr/>
          <p:nvPr/>
        </p:nvSpPr>
        <p:spPr>
          <a:xfrm>
            <a:off x="5173415" y="946974"/>
            <a:ext cx="229946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(3) |  DS : [ 1 ]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477441C-2F46-EF27-D947-088E35705B1C}"/>
              </a:ext>
            </a:extLst>
          </p:cNvPr>
          <p:cNvSpPr/>
          <p:nvPr/>
        </p:nvSpPr>
        <p:spPr>
          <a:xfrm>
            <a:off x="6469216" y="62117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(4-1) 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69F625B2-566C-14AF-BF22-B0693C549737}"/>
              </a:ext>
            </a:extLst>
          </p:cNvPr>
          <p:cNvSpPr/>
          <p:nvPr/>
        </p:nvSpPr>
        <p:spPr>
          <a:xfrm rot="4469145">
            <a:off x="7112872" y="53404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EC9F860-F612-4113-D1C5-FC6585F0A675}"/>
              </a:ext>
            </a:extLst>
          </p:cNvPr>
          <p:cNvCxnSpPr>
            <a:cxnSpLocks/>
          </p:cNvCxnSpPr>
          <p:nvPr/>
        </p:nvCxnSpPr>
        <p:spPr>
          <a:xfrm>
            <a:off x="5807678" y="1412287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C30FBC4-E6C8-9F98-C676-27BF9BEB99B6}"/>
              </a:ext>
            </a:extLst>
          </p:cNvPr>
          <p:cNvSpPr/>
          <p:nvPr/>
        </p:nvSpPr>
        <p:spPr>
          <a:xfrm>
            <a:off x="5044545" y="1940153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F6553DD-7AB5-6935-C3DC-ADF889501EDF}"/>
              </a:ext>
            </a:extLst>
          </p:cNvPr>
          <p:cNvSpPr/>
          <p:nvPr/>
        </p:nvSpPr>
        <p:spPr>
          <a:xfrm>
            <a:off x="6530952" y="16086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B750455-03E5-CB41-F87C-BAEDB30C2296}"/>
              </a:ext>
            </a:extLst>
          </p:cNvPr>
          <p:cNvSpPr/>
          <p:nvPr/>
        </p:nvSpPr>
        <p:spPr>
          <a:xfrm rot="4714836">
            <a:off x="7143602" y="1542840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51B10A3-C636-95EE-9E6B-FAB3C0E0997C}"/>
              </a:ext>
            </a:extLst>
          </p:cNvPr>
          <p:cNvCxnSpPr>
            <a:cxnSpLocks/>
          </p:cNvCxnSpPr>
          <p:nvPr/>
        </p:nvCxnSpPr>
        <p:spPr>
          <a:xfrm>
            <a:off x="5807678" y="2373692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81F6A35-B44A-A6D9-EC40-F8612BDDA776}"/>
              </a:ext>
            </a:extLst>
          </p:cNvPr>
          <p:cNvSpPr/>
          <p:nvPr/>
        </p:nvSpPr>
        <p:spPr>
          <a:xfrm>
            <a:off x="4824807" y="2864124"/>
            <a:ext cx="2507845" cy="42498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7D5F777-5DDB-C64D-FD53-EDEDE426A24B}"/>
              </a:ext>
            </a:extLst>
          </p:cNvPr>
          <p:cNvSpPr/>
          <p:nvPr/>
        </p:nvSpPr>
        <p:spPr>
          <a:xfrm>
            <a:off x="6504816" y="2522058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A4F87CB7-200C-DB0A-B392-40CFB36D59E3}"/>
              </a:ext>
            </a:extLst>
          </p:cNvPr>
          <p:cNvSpPr/>
          <p:nvPr/>
        </p:nvSpPr>
        <p:spPr>
          <a:xfrm rot="5400000">
            <a:off x="7058285" y="2565468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CC27973-4967-904A-DFFE-03A65279DF80}"/>
              </a:ext>
            </a:extLst>
          </p:cNvPr>
          <p:cNvCxnSpPr>
            <a:cxnSpLocks/>
          </p:cNvCxnSpPr>
          <p:nvPr/>
        </p:nvCxnSpPr>
        <p:spPr>
          <a:xfrm flipV="1">
            <a:off x="6200176" y="2428729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C7580B1-8EA8-5100-167F-58560FAB7B25}"/>
              </a:ext>
            </a:extLst>
          </p:cNvPr>
          <p:cNvCxnSpPr>
            <a:cxnSpLocks/>
          </p:cNvCxnSpPr>
          <p:nvPr/>
        </p:nvCxnSpPr>
        <p:spPr>
          <a:xfrm>
            <a:off x="7560880" y="2254877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32491E5-4B10-703B-A3E7-9BC88925D3E4}"/>
              </a:ext>
            </a:extLst>
          </p:cNvPr>
          <p:cNvCxnSpPr>
            <a:cxnSpLocks/>
          </p:cNvCxnSpPr>
          <p:nvPr/>
        </p:nvCxnSpPr>
        <p:spPr>
          <a:xfrm>
            <a:off x="8011609" y="2254877"/>
            <a:ext cx="0" cy="1752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8D89BA6-BD1E-E4AF-0DFF-8210A6204EF8}"/>
              </a:ext>
            </a:extLst>
          </p:cNvPr>
          <p:cNvSpPr/>
          <p:nvPr/>
        </p:nvSpPr>
        <p:spPr>
          <a:xfrm>
            <a:off x="6258712" y="4108952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(1) |  DS : [ 1,2 ]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C5DE14D-E647-8E6E-0677-3C46BEB93EE6}"/>
              </a:ext>
            </a:extLst>
          </p:cNvPr>
          <p:cNvSpPr/>
          <p:nvPr/>
        </p:nvSpPr>
        <p:spPr>
          <a:xfrm>
            <a:off x="5559174" y="379034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E7228271-3FFD-2B37-05C8-9C888E6662F7}"/>
              </a:ext>
            </a:extLst>
          </p:cNvPr>
          <p:cNvSpPr/>
          <p:nvPr/>
        </p:nvSpPr>
        <p:spPr>
          <a:xfrm rot="10556446">
            <a:off x="5817738" y="3758666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FAC7ECB-A1EE-27D2-E525-6921A470FDF2}"/>
              </a:ext>
            </a:extLst>
          </p:cNvPr>
          <p:cNvCxnSpPr>
            <a:cxnSpLocks/>
          </p:cNvCxnSpPr>
          <p:nvPr/>
        </p:nvCxnSpPr>
        <p:spPr>
          <a:xfrm flipV="1">
            <a:off x="6200176" y="146778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228A2D1-38DB-0B6B-B0A6-76A494D74CE5}"/>
              </a:ext>
            </a:extLst>
          </p:cNvPr>
          <p:cNvCxnSpPr>
            <a:cxnSpLocks/>
          </p:cNvCxnSpPr>
          <p:nvPr/>
        </p:nvCxnSpPr>
        <p:spPr>
          <a:xfrm>
            <a:off x="7551608" y="1260319"/>
            <a:ext cx="1428792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17815C7-80FB-719E-D267-C4B8F62B43B0}"/>
              </a:ext>
            </a:extLst>
          </p:cNvPr>
          <p:cNvCxnSpPr>
            <a:cxnSpLocks/>
          </p:cNvCxnSpPr>
          <p:nvPr/>
        </p:nvCxnSpPr>
        <p:spPr>
          <a:xfrm>
            <a:off x="8980400" y="1260319"/>
            <a:ext cx="0" cy="370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F5234B51-1220-635D-E0B5-D0A5DBE54238}"/>
              </a:ext>
            </a:extLst>
          </p:cNvPr>
          <p:cNvSpPr/>
          <p:nvPr/>
        </p:nvSpPr>
        <p:spPr>
          <a:xfrm>
            <a:off x="7936093" y="1683577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5A0B329-5133-4243-F54B-18F7A685A8CE}"/>
              </a:ext>
            </a:extLst>
          </p:cNvPr>
          <p:cNvSpPr/>
          <p:nvPr/>
        </p:nvSpPr>
        <p:spPr>
          <a:xfrm>
            <a:off x="9592976" y="13800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1F63B08A-6C9C-7C29-49C5-7F481A6530E7}"/>
              </a:ext>
            </a:extLst>
          </p:cNvPr>
          <p:cNvSpPr/>
          <p:nvPr/>
        </p:nvSpPr>
        <p:spPr>
          <a:xfrm rot="5804947">
            <a:off x="10121802" y="135901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2A9B8B8-71A3-4AF9-8033-41A68352F24E}"/>
              </a:ext>
            </a:extLst>
          </p:cNvPr>
          <p:cNvCxnSpPr>
            <a:cxnSpLocks/>
          </p:cNvCxnSpPr>
          <p:nvPr/>
        </p:nvCxnSpPr>
        <p:spPr>
          <a:xfrm>
            <a:off x="8980775" y="2118521"/>
            <a:ext cx="0" cy="310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CC2AE68E-D63C-81AF-0C35-045AB95E79EF}"/>
              </a:ext>
            </a:extLst>
          </p:cNvPr>
          <p:cNvSpPr/>
          <p:nvPr/>
        </p:nvSpPr>
        <p:spPr>
          <a:xfrm>
            <a:off x="9745561" y="222155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7C30F4BB-E539-9C19-2077-6BABA1AEE0DF}"/>
              </a:ext>
            </a:extLst>
          </p:cNvPr>
          <p:cNvSpPr/>
          <p:nvPr/>
        </p:nvSpPr>
        <p:spPr>
          <a:xfrm>
            <a:off x="8274938" y="2518735"/>
            <a:ext cx="2498644" cy="31020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34C8DECE-B636-24DD-C99A-4B878D3DACF7}"/>
              </a:ext>
            </a:extLst>
          </p:cNvPr>
          <p:cNvSpPr/>
          <p:nvPr/>
        </p:nvSpPr>
        <p:spPr>
          <a:xfrm rot="5400000">
            <a:off x="10535935" y="2226926"/>
            <a:ext cx="555489" cy="446460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FB7859E-432E-3F09-AEB0-04B37D40FC83}"/>
              </a:ext>
            </a:extLst>
          </p:cNvPr>
          <p:cNvCxnSpPr>
            <a:cxnSpLocks/>
          </p:cNvCxnSpPr>
          <p:nvPr/>
        </p:nvCxnSpPr>
        <p:spPr>
          <a:xfrm>
            <a:off x="7407474" y="-62725"/>
            <a:ext cx="5023736" cy="0"/>
          </a:xfrm>
          <a:prstGeom prst="line">
            <a:avLst/>
          </a:prstGeom>
          <a:ln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A35E5C1-4C35-C4E9-459C-10B6418A8274}"/>
              </a:ext>
            </a:extLst>
          </p:cNvPr>
          <p:cNvCxnSpPr>
            <a:cxnSpLocks/>
          </p:cNvCxnSpPr>
          <p:nvPr/>
        </p:nvCxnSpPr>
        <p:spPr>
          <a:xfrm>
            <a:off x="12431210" y="-62725"/>
            <a:ext cx="0" cy="291973"/>
          </a:xfrm>
          <a:prstGeom prst="straightConnector1">
            <a:avLst/>
          </a:prstGeom>
          <a:ln>
            <a:solidFill>
              <a:srgbClr val="6633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13A34956-F7F7-4C6C-8456-5FEC28A18347}"/>
              </a:ext>
            </a:extLst>
          </p:cNvPr>
          <p:cNvSpPr/>
          <p:nvPr/>
        </p:nvSpPr>
        <p:spPr>
          <a:xfrm>
            <a:off x="11281478" y="275324"/>
            <a:ext cx="2299464" cy="356735"/>
          </a:xfrm>
          <a:prstGeom prst="roundRect">
            <a:avLst/>
          </a:prstGeom>
          <a:solidFill>
            <a:srgbClr val="6633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(2)  |   T: (2) |  DS : [ 2 ]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204684DB-CB74-DEEB-3938-64F6F463D50E}"/>
              </a:ext>
            </a:extLst>
          </p:cNvPr>
          <p:cNvSpPr/>
          <p:nvPr/>
        </p:nvSpPr>
        <p:spPr>
          <a:xfrm>
            <a:off x="12604323" y="-3103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74165DFF-59E8-0BF8-F7B3-583ABA1F727D}"/>
              </a:ext>
            </a:extLst>
          </p:cNvPr>
          <p:cNvSpPr/>
          <p:nvPr/>
        </p:nvSpPr>
        <p:spPr>
          <a:xfrm rot="4594443">
            <a:off x="13237010" y="-101420"/>
            <a:ext cx="663184" cy="641845"/>
          </a:xfrm>
          <a:prstGeom prst="arc">
            <a:avLst/>
          </a:prstGeom>
          <a:ln w="19050" cap="flat" cmpd="sng" algn="ctr">
            <a:solidFill>
              <a:srgbClr val="6633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2907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3125E-1DD8-7A0C-064F-D165CAEDA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E7DE36-3103-547F-8AB7-C380B7F9823A}"/>
              </a:ext>
            </a:extLst>
          </p:cNvPr>
          <p:cNvSpPr/>
          <p:nvPr/>
        </p:nvSpPr>
        <p:spPr>
          <a:xfrm>
            <a:off x="-2361236" y="-619760"/>
            <a:ext cx="19839008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026367-ABB0-E444-76E9-60E3482571F3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59C5A3-1B58-B20B-483F-DD2047210C44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5BA74C-99E4-7BAB-54F6-B3B48A51C960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A3B1EB2-77E8-4714-5658-25D5CE42F2E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72EBFB-CC56-99FE-E2D1-A01E59EE8819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B83F6C5-55BA-9DB5-DC03-00581260400D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ECD5F130-E53C-F6E8-C750-36FF3FBED36D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5FF4F9-21C1-05DB-4475-DE433EABC1B2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74A3EB-4414-4872-EB9A-B6F3004E1DE3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5D7C0D-4797-DABC-77D2-46634B0BF39D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AF07C548-921F-1C74-5C6C-0F1A36E9D0CE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5A5940-8E1B-A7BD-6991-A837A25F4648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115A230-1451-65FA-1676-A2451A228845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B8FD0A-454E-C341-A639-0E73BA8717F6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6A6F6B21-A264-2858-69BA-E2E9B0540CAF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555C642-D76F-B9A8-51C0-CBE1AEA357F3}"/>
              </a:ext>
            </a:extLst>
          </p:cNvPr>
          <p:cNvCxnSpPr>
            <a:cxnSpLocks/>
          </p:cNvCxnSpPr>
          <p:nvPr/>
        </p:nvCxnSpPr>
        <p:spPr>
          <a:xfrm flipV="1">
            <a:off x="318308" y="173552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A3C06B-E547-BC69-9256-85E5FADFC86F}"/>
              </a:ext>
            </a:extLst>
          </p:cNvPr>
          <p:cNvCxnSpPr>
            <a:cxnSpLocks/>
          </p:cNvCxnSpPr>
          <p:nvPr/>
        </p:nvCxnSpPr>
        <p:spPr>
          <a:xfrm>
            <a:off x="1216025" y="145841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D20D98D-8049-E6FC-FBD3-E44D8086B59F}"/>
              </a:ext>
            </a:extLst>
          </p:cNvPr>
          <p:cNvCxnSpPr>
            <a:cxnSpLocks/>
          </p:cNvCxnSpPr>
          <p:nvPr/>
        </p:nvCxnSpPr>
        <p:spPr>
          <a:xfrm>
            <a:off x="1666754" y="1458411"/>
            <a:ext cx="0" cy="2882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D3FB808-6006-CE8A-4CE9-BEA6EC206EDA}"/>
              </a:ext>
            </a:extLst>
          </p:cNvPr>
          <p:cNvSpPr/>
          <p:nvPr/>
        </p:nvSpPr>
        <p:spPr>
          <a:xfrm>
            <a:off x="368445" y="4431529"/>
            <a:ext cx="2511700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7F56BC9-171B-79B2-F940-B3B4803577E9}"/>
              </a:ext>
            </a:extLst>
          </p:cNvPr>
          <p:cNvSpPr/>
          <p:nvPr/>
        </p:nvSpPr>
        <p:spPr>
          <a:xfrm>
            <a:off x="-381506" y="4124023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C9A3121C-0FC3-6493-843C-E52FCAE341C2}"/>
              </a:ext>
            </a:extLst>
          </p:cNvPr>
          <p:cNvSpPr/>
          <p:nvPr/>
        </p:nvSpPr>
        <p:spPr>
          <a:xfrm rot="10649572">
            <a:off x="18760" y="402127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A6D7F16-C838-861F-221C-EED4AC8BB672}"/>
              </a:ext>
            </a:extLst>
          </p:cNvPr>
          <p:cNvSpPr/>
          <p:nvPr/>
        </p:nvSpPr>
        <p:spPr>
          <a:xfrm>
            <a:off x="826388" y="483506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863FD7-9E35-AB6E-B5F1-FEB93B599043}"/>
              </a:ext>
            </a:extLst>
          </p:cNvPr>
          <p:cNvCxnSpPr>
            <a:cxnSpLocks/>
          </p:cNvCxnSpPr>
          <p:nvPr/>
        </p:nvCxnSpPr>
        <p:spPr>
          <a:xfrm flipV="1">
            <a:off x="318308" y="853921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0359793-E26B-63E3-3178-5D69E394D755}"/>
              </a:ext>
            </a:extLst>
          </p:cNvPr>
          <p:cNvCxnSpPr>
            <a:cxnSpLocks/>
          </p:cNvCxnSpPr>
          <p:nvPr/>
        </p:nvCxnSpPr>
        <p:spPr>
          <a:xfrm>
            <a:off x="1100254" y="754284"/>
            <a:ext cx="206231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708DF4A-6656-0686-925A-BA05736B1569}"/>
              </a:ext>
            </a:extLst>
          </p:cNvPr>
          <p:cNvCxnSpPr>
            <a:cxnSpLocks/>
          </p:cNvCxnSpPr>
          <p:nvPr/>
        </p:nvCxnSpPr>
        <p:spPr>
          <a:xfrm flipH="1">
            <a:off x="3159642" y="741457"/>
            <a:ext cx="1951" cy="71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7F76C72-5FCD-C2DC-06C8-85A486B3234F}"/>
              </a:ext>
            </a:extLst>
          </p:cNvPr>
          <p:cNvSpPr/>
          <p:nvPr/>
        </p:nvSpPr>
        <p:spPr>
          <a:xfrm>
            <a:off x="2008390" y="1515748"/>
            <a:ext cx="2447861" cy="34619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[ 1,1 ]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060CEB1-E70B-2AED-2B31-437F25EDD01F}"/>
              </a:ext>
            </a:extLst>
          </p:cNvPr>
          <p:cNvSpPr/>
          <p:nvPr/>
        </p:nvSpPr>
        <p:spPr>
          <a:xfrm>
            <a:off x="3474169" y="118940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36E52BAA-2EBB-4A2C-D8FB-E3D3A8457828}"/>
              </a:ext>
            </a:extLst>
          </p:cNvPr>
          <p:cNvSpPr/>
          <p:nvPr/>
        </p:nvSpPr>
        <p:spPr>
          <a:xfrm rot="4469145">
            <a:off x="4125147" y="11221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481B3E-D7A2-8AF7-657A-6FFC08DFAC08}"/>
              </a:ext>
            </a:extLst>
          </p:cNvPr>
          <p:cNvCxnSpPr>
            <a:cxnSpLocks/>
          </p:cNvCxnSpPr>
          <p:nvPr/>
        </p:nvCxnSpPr>
        <p:spPr>
          <a:xfrm>
            <a:off x="3161593" y="1968575"/>
            <a:ext cx="0" cy="392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E4CF554-EAB0-E064-B4A3-5B4E5D7A90A6}"/>
              </a:ext>
            </a:extLst>
          </p:cNvPr>
          <p:cNvSpPr/>
          <p:nvPr/>
        </p:nvSpPr>
        <p:spPr>
          <a:xfrm>
            <a:off x="1886675" y="2467301"/>
            <a:ext cx="2601193" cy="29780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[ 1,1,2 ]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75B972F-815B-E663-A971-11A9A2E24B2F}"/>
              </a:ext>
            </a:extLst>
          </p:cNvPr>
          <p:cNvSpPr/>
          <p:nvPr/>
        </p:nvSpPr>
        <p:spPr>
          <a:xfrm>
            <a:off x="3468660" y="220859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70712D1D-C64A-5C37-ABE0-037C6EB29262}"/>
              </a:ext>
            </a:extLst>
          </p:cNvPr>
          <p:cNvSpPr/>
          <p:nvPr/>
        </p:nvSpPr>
        <p:spPr>
          <a:xfrm rot="4469145">
            <a:off x="4095292" y="20610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3B418A9-8510-B479-4672-692FDB994217}"/>
              </a:ext>
            </a:extLst>
          </p:cNvPr>
          <p:cNvSpPr/>
          <p:nvPr/>
        </p:nvSpPr>
        <p:spPr>
          <a:xfrm>
            <a:off x="2389364" y="276510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B836BB1-8411-09D9-6C22-0D8D9D3670E1}"/>
              </a:ext>
            </a:extLst>
          </p:cNvPr>
          <p:cNvCxnSpPr>
            <a:cxnSpLocks/>
          </p:cNvCxnSpPr>
          <p:nvPr/>
        </p:nvCxnSpPr>
        <p:spPr>
          <a:xfrm>
            <a:off x="5807678" y="428941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EBD4A0A-C0AD-564F-E233-2C53D56BC3D5}"/>
              </a:ext>
            </a:extLst>
          </p:cNvPr>
          <p:cNvSpPr/>
          <p:nvPr/>
        </p:nvSpPr>
        <p:spPr>
          <a:xfrm>
            <a:off x="5173415" y="946974"/>
            <a:ext cx="229946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(3) |  DS : [ 1 ]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160B901-14C8-3269-6B5E-1FCB1AC5212F}"/>
              </a:ext>
            </a:extLst>
          </p:cNvPr>
          <p:cNvSpPr/>
          <p:nvPr/>
        </p:nvSpPr>
        <p:spPr>
          <a:xfrm>
            <a:off x="6469216" y="62117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(4-1) 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B4E1392C-6AC7-C800-E4E9-4A38A991CA15}"/>
              </a:ext>
            </a:extLst>
          </p:cNvPr>
          <p:cNvSpPr/>
          <p:nvPr/>
        </p:nvSpPr>
        <p:spPr>
          <a:xfrm rot="4469145">
            <a:off x="7112872" y="53404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9397E2-EE81-383F-D7DF-862848AAC213}"/>
              </a:ext>
            </a:extLst>
          </p:cNvPr>
          <p:cNvCxnSpPr>
            <a:cxnSpLocks/>
          </p:cNvCxnSpPr>
          <p:nvPr/>
        </p:nvCxnSpPr>
        <p:spPr>
          <a:xfrm>
            <a:off x="5807678" y="1412287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563B705-21A1-82ED-DFF0-EF2C047F1091}"/>
              </a:ext>
            </a:extLst>
          </p:cNvPr>
          <p:cNvSpPr/>
          <p:nvPr/>
        </p:nvSpPr>
        <p:spPr>
          <a:xfrm>
            <a:off x="5044545" y="1940153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105439A-20DF-E1D9-E8E6-779F9F43215F}"/>
              </a:ext>
            </a:extLst>
          </p:cNvPr>
          <p:cNvSpPr/>
          <p:nvPr/>
        </p:nvSpPr>
        <p:spPr>
          <a:xfrm>
            <a:off x="6530952" y="16086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DD3A041F-AECE-11EE-F564-F1F333A8399B}"/>
              </a:ext>
            </a:extLst>
          </p:cNvPr>
          <p:cNvSpPr/>
          <p:nvPr/>
        </p:nvSpPr>
        <p:spPr>
          <a:xfrm rot="4714836">
            <a:off x="7143602" y="1542840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643B157-14E0-29B5-8940-576A07A72DCA}"/>
              </a:ext>
            </a:extLst>
          </p:cNvPr>
          <p:cNvCxnSpPr>
            <a:cxnSpLocks/>
          </p:cNvCxnSpPr>
          <p:nvPr/>
        </p:nvCxnSpPr>
        <p:spPr>
          <a:xfrm>
            <a:off x="5807678" y="2373692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B3312A8-8DEC-B410-4020-9CD89B8B6010}"/>
              </a:ext>
            </a:extLst>
          </p:cNvPr>
          <p:cNvSpPr/>
          <p:nvPr/>
        </p:nvSpPr>
        <p:spPr>
          <a:xfrm>
            <a:off x="4824807" y="2864124"/>
            <a:ext cx="2507845" cy="42498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5E695F9-0A61-E4DB-663A-935EB333D860}"/>
              </a:ext>
            </a:extLst>
          </p:cNvPr>
          <p:cNvSpPr/>
          <p:nvPr/>
        </p:nvSpPr>
        <p:spPr>
          <a:xfrm>
            <a:off x="6504816" y="2522058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CD2FEC2A-C518-D48D-3D4E-834FF749A259}"/>
              </a:ext>
            </a:extLst>
          </p:cNvPr>
          <p:cNvSpPr/>
          <p:nvPr/>
        </p:nvSpPr>
        <p:spPr>
          <a:xfrm rot="5400000">
            <a:off x="7058285" y="2565468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A0D3AC-0CDE-B924-E844-FB9B3CC2D218}"/>
              </a:ext>
            </a:extLst>
          </p:cNvPr>
          <p:cNvCxnSpPr>
            <a:cxnSpLocks/>
          </p:cNvCxnSpPr>
          <p:nvPr/>
        </p:nvCxnSpPr>
        <p:spPr>
          <a:xfrm flipV="1">
            <a:off x="6200176" y="2428729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FA9DE17-00F7-AC34-E13E-8F0DD20A586A}"/>
              </a:ext>
            </a:extLst>
          </p:cNvPr>
          <p:cNvCxnSpPr>
            <a:cxnSpLocks/>
          </p:cNvCxnSpPr>
          <p:nvPr/>
        </p:nvCxnSpPr>
        <p:spPr>
          <a:xfrm>
            <a:off x="7560880" y="2254877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DFED47C-F850-2BEA-632C-C523365B33E9}"/>
              </a:ext>
            </a:extLst>
          </p:cNvPr>
          <p:cNvCxnSpPr>
            <a:cxnSpLocks/>
          </p:cNvCxnSpPr>
          <p:nvPr/>
        </p:nvCxnSpPr>
        <p:spPr>
          <a:xfrm>
            <a:off x="8011609" y="2254877"/>
            <a:ext cx="0" cy="1752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ADC4829-22FB-9615-3B19-8BEFAEF2A8D0}"/>
              </a:ext>
            </a:extLst>
          </p:cNvPr>
          <p:cNvSpPr/>
          <p:nvPr/>
        </p:nvSpPr>
        <p:spPr>
          <a:xfrm>
            <a:off x="6258712" y="4108952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(1) |  DS : [ 1,2 ]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6616ED8-20EA-5218-216A-8CDB47F2DA82}"/>
              </a:ext>
            </a:extLst>
          </p:cNvPr>
          <p:cNvSpPr/>
          <p:nvPr/>
        </p:nvSpPr>
        <p:spPr>
          <a:xfrm>
            <a:off x="5559174" y="379034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FA520A39-0BBE-91D5-522B-C51E7C65FFF5}"/>
              </a:ext>
            </a:extLst>
          </p:cNvPr>
          <p:cNvSpPr/>
          <p:nvPr/>
        </p:nvSpPr>
        <p:spPr>
          <a:xfrm rot="10556446">
            <a:off x="5817738" y="3758666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3E1C67A-204A-6D6F-E3DD-58C73C63FCBE}"/>
              </a:ext>
            </a:extLst>
          </p:cNvPr>
          <p:cNvCxnSpPr>
            <a:cxnSpLocks/>
          </p:cNvCxnSpPr>
          <p:nvPr/>
        </p:nvCxnSpPr>
        <p:spPr>
          <a:xfrm flipV="1">
            <a:off x="6200176" y="146778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B3F53DF-2D7E-1AA1-B406-C5439309FC86}"/>
              </a:ext>
            </a:extLst>
          </p:cNvPr>
          <p:cNvCxnSpPr>
            <a:cxnSpLocks/>
          </p:cNvCxnSpPr>
          <p:nvPr/>
        </p:nvCxnSpPr>
        <p:spPr>
          <a:xfrm>
            <a:off x="7551608" y="1260319"/>
            <a:ext cx="1428792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D6EFC5E-B43D-57AC-254A-457AF095FBEF}"/>
              </a:ext>
            </a:extLst>
          </p:cNvPr>
          <p:cNvCxnSpPr>
            <a:cxnSpLocks/>
          </p:cNvCxnSpPr>
          <p:nvPr/>
        </p:nvCxnSpPr>
        <p:spPr>
          <a:xfrm>
            <a:off x="8980400" y="1260319"/>
            <a:ext cx="0" cy="370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201B303-4C8E-CCC3-A9D8-933F086B4EE2}"/>
              </a:ext>
            </a:extLst>
          </p:cNvPr>
          <p:cNvSpPr/>
          <p:nvPr/>
        </p:nvSpPr>
        <p:spPr>
          <a:xfrm>
            <a:off x="7936093" y="1683577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994E482-1405-316B-DE6E-F1D4BA6E3B5E}"/>
              </a:ext>
            </a:extLst>
          </p:cNvPr>
          <p:cNvSpPr/>
          <p:nvPr/>
        </p:nvSpPr>
        <p:spPr>
          <a:xfrm>
            <a:off x="9592976" y="13800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6332D512-93C8-1C7D-83BA-A44CFEE646AC}"/>
              </a:ext>
            </a:extLst>
          </p:cNvPr>
          <p:cNvSpPr/>
          <p:nvPr/>
        </p:nvSpPr>
        <p:spPr>
          <a:xfrm rot="5804947">
            <a:off x="10121802" y="135901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C72BA2D-0842-9EE5-77E3-852D65C26512}"/>
              </a:ext>
            </a:extLst>
          </p:cNvPr>
          <p:cNvCxnSpPr>
            <a:cxnSpLocks/>
          </p:cNvCxnSpPr>
          <p:nvPr/>
        </p:nvCxnSpPr>
        <p:spPr>
          <a:xfrm>
            <a:off x="8980775" y="2118521"/>
            <a:ext cx="0" cy="310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CE04A7CD-AFF4-9272-426D-E375AEFCDD9D}"/>
              </a:ext>
            </a:extLst>
          </p:cNvPr>
          <p:cNvSpPr/>
          <p:nvPr/>
        </p:nvSpPr>
        <p:spPr>
          <a:xfrm>
            <a:off x="9745561" y="222155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E9E0569-C959-A12C-5698-AC65BB71BFB9}"/>
              </a:ext>
            </a:extLst>
          </p:cNvPr>
          <p:cNvSpPr/>
          <p:nvPr/>
        </p:nvSpPr>
        <p:spPr>
          <a:xfrm>
            <a:off x="8274938" y="2518735"/>
            <a:ext cx="2498644" cy="31020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060873A6-4C46-A098-1A8F-FC94AEDFF107}"/>
              </a:ext>
            </a:extLst>
          </p:cNvPr>
          <p:cNvSpPr/>
          <p:nvPr/>
        </p:nvSpPr>
        <p:spPr>
          <a:xfrm rot="5400000">
            <a:off x="10535935" y="2226926"/>
            <a:ext cx="555489" cy="446460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B0111ED-4349-534A-57F1-9AB5844F3CED}"/>
              </a:ext>
            </a:extLst>
          </p:cNvPr>
          <p:cNvCxnSpPr>
            <a:cxnSpLocks/>
          </p:cNvCxnSpPr>
          <p:nvPr/>
        </p:nvCxnSpPr>
        <p:spPr>
          <a:xfrm>
            <a:off x="7407474" y="-62725"/>
            <a:ext cx="5023736" cy="0"/>
          </a:xfrm>
          <a:prstGeom prst="line">
            <a:avLst/>
          </a:prstGeom>
          <a:ln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19B50DA-BDDE-0249-7B33-E8F41880DBF4}"/>
              </a:ext>
            </a:extLst>
          </p:cNvPr>
          <p:cNvCxnSpPr>
            <a:cxnSpLocks/>
          </p:cNvCxnSpPr>
          <p:nvPr/>
        </p:nvCxnSpPr>
        <p:spPr>
          <a:xfrm>
            <a:off x="12431210" y="-62725"/>
            <a:ext cx="0" cy="291973"/>
          </a:xfrm>
          <a:prstGeom prst="straightConnector1">
            <a:avLst/>
          </a:prstGeom>
          <a:ln>
            <a:solidFill>
              <a:srgbClr val="6633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2A5D684-503F-7F1A-82B0-6F37FC7411A1}"/>
              </a:ext>
            </a:extLst>
          </p:cNvPr>
          <p:cNvSpPr/>
          <p:nvPr/>
        </p:nvSpPr>
        <p:spPr>
          <a:xfrm>
            <a:off x="11281478" y="275324"/>
            <a:ext cx="2299464" cy="356735"/>
          </a:xfrm>
          <a:prstGeom prst="roundRect">
            <a:avLst/>
          </a:prstGeom>
          <a:solidFill>
            <a:srgbClr val="6633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(2)  |   T: (2) |  DS : [ 2 ]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930C408-7A4C-3644-6792-16DEF4F82532}"/>
              </a:ext>
            </a:extLst>
          </p:cNvPr>
          <p:cNvCxnSpPr>
            <a:cxnSpLocks/>
          </p:cNvCxnSpPr>
          <p:nvPr/>
        </p:nvCxnSpPr>
        <p:spPr>
          <a:xfrm>
            <a:off x="12431210" y="741457"/>
            <a:ext cx="0" cy="291973"/>
          </a:xfrm>
          <a:prstGeom prst="straightConnector1">
            <a:avLst/>
          </a:prstGeom>
          <a:ln>
            <a:solidFill>
              <a:srgbClr val="6633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76F48CB-7AD9-3EFB-A7F4-08234E0C093E}"/>
              </a:ext>
            </a:extLst>
          </p:cNvPr>
          <p:cNvSpPr/>
          <p:nvPr/>
        </p:nvSpPr>
        <p:spPr>
          <a:xfrm>
            <a:off x="11140033" y="1143506"/>
            <a:ext cx="2473243" cy="324280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(3)  |   T: (0) |  DS : [ 2,2 ]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9A27BD1-4F0C-49A2-6155-2BDE4D320ADF}"/>
              </a:ext>
            </a:extLst>
          </p:cNvPr>
          <p:cNvSpPr/>
          <p:nvPr/>
        </p:nvSpPr>
        <p:spPr>
          <a:xfrm>
            <a:off x="12604323" y="-3103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7299DE94-6296-8732-03A2-A4F6A79C8FF2}"/>
              </a:ext>
            </a:extLst>
          </p:cNvPr>
          <p:cNvSpPr/>
          <p:nvPr/>
        </p:nvSpPr>
        <p:spPr>
          <a:xfrm rot="4594443">
            <a:off x="13237010" y="-101420"/>
            <a:ext cx="663184" cy="641845"/>
          </a:xfrm>
          <a:prstGeom prst="arc">
            <a:avLst/>
          </a:prstGeom>
          <a:ln w="19050" cap="flat" cmpd="sng" algn="ctr">
            <a:solidFill>
              <a:srgbClr val="6633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202BBCF-1247-9F36-CEB9-C8DA28A51741}"/>
              </a:ext>
            </a:extLst>
          </p:cNvPr>
          <p:cNvSpPr/>
          <p:nvPr/>
        </p:nvSpPr>
        <p:spPr>
          <a:xfrm>
            <a:off x="12604323" y="830165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(2-2) 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2C5DBDE5-1B42-9E11-CF3A-E26AF8776606}"/>
              </a:ext>
            </a:extLst>
          </p:cNvPr>
          <p:cNvSpPr/>
          <p:nvPr/>
        </p:nvSpPr>
        <p:spPr>
          <a:xfrm rot="5400000">
            <a:off x="13382438" y="909587"/>
            <a:ext cx="555489" cy="446460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9526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38B5C-C2EA-05B6-5550-1162AA67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F30D2D-867B-1FB7-AF87-E3F3B262D26C}"/>
              </a:ext>
            </a:extLst>
          </p:cNvPr>
          <p:cNvSpPr/>
          <p:nvPr/>
        </p:nvSpPr>
        <p:spPr>
          <a:xfrm>
            <a:off x="-2361236" y="-619760"/>
            <a:ext cx="19839008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A39B80-68AB-E20C-2A36-4D05AA35E1F0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CFC48F-39E3-640E-1C16-ADE3BB8038E3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585BEC-C6D5-DA01-CD47-B167E5FE9BB2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2C37CE2-5477-EB97-8057-BC548354201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6BA94D-1A2B-D949-BEFE-78AD6D36A1B8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6CEC9D-BFCE-C529-2002-E7BA81A64D4B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CAA025ED-F382-9A7D-4D95-611932E65926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254C95-3DEF-9EA9-54B9-5EA34B6C2DB1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2BD273-BBB3-51EE-E697-A8980F256A37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6221DC-A72B-C551-672C-16F081F79A9A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7752F973-B6C0-D551-DFC5-27344E73A9E5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774CE7-170D-BF43-8548-3DE55502D697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026568D-1753-30A2-AD48-5EBE577168C3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97D686E-DB90-F9B4-EF52-0164D37BF9C1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6137AF45-E016-AEE3-B7A6-67A540D2DB20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301BC4F-E2A2-CA0A-1B4E-EAE615E35454}"/>
              </a:ext>
            </a:extLst>
          </p:cNvPr>
          <p:cNvCxnSpPr>
            <a:cxnSpLocks/>
          </p:cNvCxnSpPr>
          <p:nvPr/>
        </p:nvCxnSpPr>
        <p:spPr>
          <a:xfrm flipV="1">
            <a:off x="318308" y="173552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2A31FD-D888-584E-2C12-5B733A2D56B1}"/>
              </a:ext>
            </a:extLst>
          </p:cNvPr>
          <p:cNvCxnSpPr>
            <a:cxnSpLocks/>
          </p:cNvCxnSpPr>
          <p:nvPr/>
        </p:nvCxnSpPr>
        <p:spPr>
          <a:xfrm>
            <a:off x="1216025" y="145841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1A22E9E-81B0-7A9E-0C7F-17DF70A685A7}"/>
              </a:ext>
            </a:extLst>
          </p:cNvPr>
          <p:cNvCxnSpPr>
            <a:cxnSpLocks/>
          </p:cNvCxnSpPr>
          <p:nvPr/>
        </p:nvCxnSpPr>
        <p:spPr>
          <a:xfrm>
            <a:off x="1666754" y="1458411"/>
            <a:ext cx="0" cy="2882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D3F80EC-F28E-B933-FB5B-C6DDFCEB63C5}"/>
              </a:ext>
            </a:extLst>
          </p:cNvPr>
          <p:cNvSpPr/>
          <p:nvPr/>
        </p:nvSpPr>
        <p:spPr>
          <a:xfrm>
            <a:off x="368445" y="4431529"/>
            <a:ext cx="2511700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1F22CAF-1AD1-9EE5-126D-9297685A6819}"/>
              </a:ext>
            </a:extLst>
          </p:cNvPr>
          <p:cNvSpPr/>
          <p:nvPr/>
        </p:nvSpPr>
        <p:spPr>
          <a:xfrm>
            <a:off x="-381506" y="4124023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0D2D1A3E-D935-844B-0BAA-BA951850B2EE}"/>
              </a:ext>
            </a:extLst>
          </p:cNvPr>
          <p:cNvSpPr/>
          <p:nvPr/>
        </p:nvSpPr>
        <p:spPr>
          <a:xfrm rot="10649572">
            <a:off x="18760" y="402127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9FE7376-996E-DE8B-7226-01ADCE52300F}"/>
              </a:ext>
            </a:extLst>
          </p:cNvPr>
          <p:cNvSpPr/>
          <p:nvPr/>
        </p:nvSpPr>
        <p:spPr>
          <a:xfrm>
            <a:off x="826388" y="483506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29B242A-3668-4931-87C3-87948CD1FE1B}"/>
              </a:ext>
            </a:extLst>
          </p:cNvPr>
          <p:cNvCxnSpPr>
            <a:cxnSpLocks/>
          </p:cNvCxnSpPr>
          <p:nvPr/>
        </p:nvCxnSpPr>
        <p:spPr>
          <a:xfrm flipV="1">
            <a:off x="318308" y="853921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4725282-399D-C7A5-3E54-3C70EFD74BAD}"/>
              </a:ext>
            </a:extLst>
          </p:cNvPr>
          <p:cNvCxnSpPr>
            <a:cxnSpLocks/>
          </p:cNvCxnSpPr>
          <p:nvPr/>
        </p:nvCxnSpPr>
        <p:spPr>
          <a:xfrm>
            <a:off x="1100254" y="754284"/>
            <a:ext cx="206231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5F7A81D-34CF-30C6-4CB0-6C093CF4C227}"/>
              </a:ext>
            </a:extLst>
          </p:cNvPr>
          <p:cNvCxnSpPr>
            <a:cxnSpLocks/>
          </p:cNvCxnSpPr>
          <p:nvPr/>
        </p:nvCxnSpPr>
        <p:spPr>
          <a:xfrm flipH="1">
            <a:off x="3159642" y="741457"/>
            <a:ext cx="1951" cy="71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CB9EDFF-2D08-C590-C987-665D7E2DE37C}"/>
              </a:ext>
            </a:extLst>
          </p:cNvPr>
          <p:cNvSpPr/>
          <p:nvPr/>
        </p:nvSpPr>
        <p:spPr>
          <a:xfrm>
            <a:off x="2008390" y="1515748"/>
            <a:ext cx="2447861" cy="34619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[ 1,1 ]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329016B-F37D-2546-9908-B5827DC3A706}"/>
              </a:ext>
            </a:extLst>
          </p:cNvPr>
          <p:cNvSpPr/>
          <p:nvPr/>
        </p:nvSpPr>
        <p:spPr>
          <a:xfrm>
            <a:off x="3474169" y="118940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60B1C9D5-5A00-1415-81DE-9AD5C50A5ED2}"/>
              </a:ext>
            </a:extLst>
          </p:cNvPr>
          <p:cNvSpPr/>
          <p:nvPr/>
        </p:nvSpPr>
        <p:spPr>
          <a:xfrm rot="4469145">
            <a:off x="4125147" y="11221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42ED99F-3E35-5C97-C50E-CC92B6176105}"/>
              </a:ext>
            </a:extLst>
          </p:cNvPr>
          <p:cNvCxnSpPr>
            <a:cxnSpLocks/>
          </p:cNvCxnSpPr>
          <p:nvPr/>
        </p:nvCxnSpPr>
        <p:spPr>
          <a:xfrm>
            <a:off x="3161593" y="1968575"/>
            <a:ext cx="0" cy="392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C2EDB5E-8F3B-B65D-7ECE-324A33F063EF}"/>
              </a:ext>
            </a:extLst>
          </p:cNvPr>
          <p:cNvSpPr/>
          <p:nvPr/>
        </p:nvSpPr>
        <p:spPr>
          <a:xfrm>
            <a:off x="1886675" y="2467301"/>
            <a:ext cx="2601193" cy="29780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[ 1,1,2 ]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083DB3D-C162-879E-2C8C-3B4D1F44C464}"/>
              </a:ext>
            </a:extLst>
          </p:cNvPr>
          <p:cNvSpPr/>
          <p:nvPr/>
        </p:nvSpPr>
        <p:spPr>
          <a:xfrm>
            <a:off x="3468660" y="220859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FF67DEA8-23C8-A56A-9BA0-3A9F34874353}"/>
              </a:ext>
            </a:extLst>
          </p:cNvPr>
          <p:cNvSpPr/>
          <p:nvPr/>
        </p:nvSpPr>
        <p:spPr>
          <a:xfrm rot="4469145">
            <a:off x="4095292" y="20610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3FCD8FD-D155-2E17-D662-F45CF16895FA}"/>
              </a:ext>
            </a:extLst>
          </p:cNvPr>
          <p:cNvSpPr/>
          <p:nvPr/>
        </p:nvSpPr>
        <p:spPr>
          <a:xfrm>
            <a:off x="2389364" y="276510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E746737-44F3-3BB1-8C6D-086E9D448C40}"/>
              </a:ext>
            </a:extLst>
          </p:cNvPr>
          <p:cNvCxnSpPr>
            <a:cxnSpLocks/>
          </p:cNvCxnSpPr>
          <p:nvPr/>
        </p:nvCxnSpPr>
        <p:spPr>
          <a:xfrm>
            <a:off x="5807678" y="428941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133F489-205F-59D3-B821-E26CE93E6858}"/>
              </a:ext>
            </a:extLst>
          </p:cNvPr>
          <p:cNvSpPr/>
          <p:nvPr/>
        </p:nvSpPr>
        <p:spPr>
          <a:xfrm>
            <a:off x="5173415" y="946974"/>
            <a:ext cx="229946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(3) |  DS : [ 1 ]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C1C05AF-AAB0-F259-7305-5A9A069E8704}"/>
              </a:ext>
            </a:extLst>
          </p:cNvPr>
          <p:cNvSpPr/>
          <p:nvPr/>
        </p:nvSpPr>
        <p:spPr>
          <a:xfrm>
            <a:off x="6469216" y="62117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(4-1) 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1CBF301F-FC6A-EFBE-99EC-AF7ABAC475B4}"/>
              </a:ext>
            </a:extLst>
          </p:cNvPr>
          <p:cNvSpPr/>
          <p:nvPr/>
        </p:nvSpPr>
        <p:spPr>
          <a:xfrm rot="4469145">
            <a:off x="7112872" y="53404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637CF6-52F4-C21E-5F6D-3F1F2A3E067F}"/>
              </a:ext>
            </a:extLst>
          </p:cNvPr>
          <p:cNvCxnSpPr>
            <a:cxnSpLocks/>
          </p:cNvCxnSpPr>
          <p:nvPr/>
        </p:nvCxnSpPr>
        <p:spPr>
          <a:xfrm>
            <a:off x="5807678" y="1412287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FA82C96-54DA-10DA-0BC3-3DD0863DEA8D}"/>
              </a:ext>
            </a:extLst>
          </p:cNvPr>
          <p:cNvSpPr/>
          <p:nvPr/>
        </p:nvSpPr>
        <p:spPr>
          <a:xfrm>
            <a:off x="5044545" y="1940153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4516BC7-35CC-A794-5C39-8C0A619A195A}"/>
              </a:ext>
            </a:extLst>
          </p:cNvPr>
          <p:cNvSpPr/>
          <p:nvPr/>
        </p:nvSpPr>
        <p:spPr>
          <a:xfrm>
            <a:off x="6530952" y="16086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DC7866DB-7F8F-F972-88BF-02B2839B4A3B}"/>
              </a:ext>
            </a:extLst>
          </p:cNvPr>
          <p:cNvSpPr/>
          <p:nvPr/>
        </p:nvSpPr>
        <p:spPr>
          <a:xfrm rot="4714836">
            <a:off x="7143602" y="1542840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E6CAED7-E6A3-8F88-96AB-76FA80FC95A3}"/>
              </a:ext>
            </a:extLst>
          </p:cNvPr>
          <p:cNvCxnSpPr>
            <a:cxnSpLocks/>
          </p:cNvCxnSpPr>
          <p:nvPr/>
        </p:nvCxnSpPr>
        <p:spPr>
          <a:xfrm>
            <a:off x="5807678" y="2373692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501D7FD-B74B-7CBE-A88A-C9C7DCC9D7E1}"/>
              </a:ext>
            </a:extLst>
          </p:cNvPr>
          <p:cNvSpPr/>
          <p:nvPr/>
        </p:nvSpPr>
        <p:spPr>
          <a:xfrm>
            <a:off x="4824807" y="2864124"/>
            <a:ext cx="2507845" cy="42498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A154983-B35B-35B1-10A9-57B6B7706E6E}"/>
              </a:ext>
            </a:extLst>
          </p:cNvPr>
          <p:cNvSpPr/>
          <p:nvPr/>
        </p:nvSpPr>
        <p:spPr>
          <a:xfrm>
            <a:off x="6504816" y="2522058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43B1977F-FFA8-BC3E-EC16-93D10C78A19C}"/>
              </a:ext>
            </a:extLst>
          </p:cNvPr>
          <p:cNvSpPr/>
          <p:nvPr/>
        </p:nvSpPr>
        <p:spPr>
          <a:xfrm rot="5400000">
            <a:off x="7058285" y="2565468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C7F1E30-62A0-1FB5-4EBF-884296CC7920}"/>
              </a:ext>
            </a:extLst>
          </p:cNvPr>
          <p:cNvCxnSpPr>
            <a:cxnSpLocks/>
          </p:cNvCxnSpPr>
          <p:nvPr/>
        </p:nvCxnSpPr>
        <p:spPr>
          <a:xfrm flipV="1">
            <a:off x="6200176" y="2428729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448B995-8914-1FA4-BCFA-5317AF7637E6}"/>
              </a:ext>
            </a:extLst>
          </p:cNvPr>
          <p:cNvCxnSpPr>
            <a:cxnSpLocks/>
          </p:cNvCxnSpPr>
          <p:nvPr/>
        </p:nvCxnSpPr>
        <p:spPr>
          <a:xfrm>
            <a:off x="7560880" y="2254877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6FE4398-8269-DF57-6098-206212C5EFFB}"/>
              </a:ext>
            </a:extLst>
          </p:cNvPr>
          <p:cNvCxnSpPr>
            <a:cxnSpLocks/>
          </p:cNvCxnSpPr>
          <p:nvPr/>
        </p:nvCxnSpPr>
        <p:spPr>
          <a:xfrm>
            <a:off x="8011609" y="2254877"/>
            <a:ext cx="0" cy="1752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EAE123E-723B-689F-4E6F-0C85AA8ED97A}"/>
              </a:ext>
            </a:extLst>
          </p:cNvPr>
          <p:cNvSpPr/>
          <p:nvPr/>
        </p:nvSpPr>
        <p:spPr>
          <a:xfrm>
            <a:off x="6258712" y="4108952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(1) |  DS : [ 1,2 ]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0EB5161-59A7-6E5A-9926-FD180E06F971}"/>
              </a:ext>
            </a:extLst>
          </p:cNvPr>
          <p:cNvSpPr/>
          <p:nvPr/>
        </p:nvSpPr>
        <p:spPr>
          <a:xfrm>
            <a:off x="5559174" y="379034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DD6BF6F1-EC64-412F-5C76-AD47EE17DECA}"/>
              </a:ext>
            </a:extLst>
          </p:cNvPr>
          <p:cNvSpPr/>
          <p:nvPr/>
        </p:nvSpPr>
        <p:spPr>
          <a:xfrm rot="10556446">
            <a:off x="5817738" y="3758666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AE1749C-503F-BD23-C6ED-5AB73FEDF8E3}"/>
              </a:ext>
            </a:extLst>
          </p:cNvPr>
          <p:cNvCxnSpPr>
            <a:cxnSpLocks/>
          </p:cNvCxnSpPr>
          <p:nvPr/>
        </p:nvCxnSpPr>
        <p:spPr>
          <a:xfrm flipV="1">
            <a:off x="6200176" y="146778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1E6B119-2F4C-B210-2AEF-625A8A291B28}"/>
              </a:ext>
            </a:extLst>
          </p:cNvPr>
          <p:cNvCxnSpPr>
            <a:cxnSpLocks/>
          </p:cNvCxnSpPr>
          <p:nvPr/>
        </p:nvCxnSpPr>
        <p:spPr>
          <a:xfrm>
            <a:off x="7551608" y="1260319"/>
            <a:ext cx="1428792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E8538F1-3C04-8D72-E417-030D4C11E815}"/>
              </a:ext>
            </a:extLst>
          </p:cNvPr>
          <p:cNvCxnSpPr>
            <a:cxnSpLocks/>
          </p:cNvCxnSpPr>
          <p:nvPr/>
        </p:nvCxnSpPr>
        <p:spPr>
          <a:xfrm>
            <a:off x="8980400" y="1260319"/>
            <a:ext cx="0" cy="370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85C7D0E-B0A1-D4A8-FB68-0BCA0E2AC357}"/>
              </a:ext>
            </a:extLst>
          </p:cNvPr>
          <p:cNvSpPr/>
          <p:nvPr/>
        </p:nvSpPr>
        <p:spPr>
          <a:xfrm>
            <a:off x="7936093" y="1683577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2182DD2-5EE8-1249-1855-39BFF8048447}"/>
              </a:ext>
            </a:extLst>
          </p:cNvPr>
          <p:cNvSpPr/>
          <p:nvPr/>
        </p:nvSpPr>
        <p:spPr>
          <a:xfrm>
            <a:off x="9592976" y="13800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856D74D2-CE88-9BC5-CCAD-B3C6934CE291}"/>
              </a:ext>
            </a:extLst>
          </p:cNvPr>
          <p:cNvSpPr/>
          <p:nvPr/>
        </p:nvSpPr>
        <p:spPr>
          <a:xfrm rot="5804947">
            <a:off x="10121802" y="135901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F2E77A6-4F4D-2765-7735-050AFB1E93D5}"/>
              </a:ext>
            </a:extLst>
          </p:cNvPr>
          <p:cNvCxnSpPr>
            <a:cxnSpLocks/>
          </p:cNvCxnSpPr>
          <p:nvPr/>
        </p:nvCxnSpPr>
        <p:spPr>
          <a:xfrm>
            <a:off x="8980775" y="2118521"/>
            <a:ext cx="0" cy="310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137DBC5-0D5F-7EDB-8EC8-6B05FAB3EF3C}"/>
              </a:ext>
            </a:extLst>
          </p:cNvPr>
          <p:cNvSpPr/>
          <p:nvPr/>
        </p:nvSpPr>
        <p:spPr>
          <a:xfrm>
            <a:off x="9745561" y="222155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225561E-ABE0-05DB-0306-DE6A11DAD76D}"/>
              </a:ext>
            </a:extLst>
          </p:cNvPr>
          <p:cNvSpPr/>
          <p:nvPr/>
        </p:nvSpPr>
        <p:spPr>
          <a:xfrm>
            <a:off x="8274938" y="2518735"/>
            <a:ext cx="2498644" cy="31020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3756B628-9F6E-3DA1-3B24-9B97208E63AD}"/>
              </a:ext>
            </a:extLst>
          </p:cNvPr>
          <p:cNvSpPr/>
          <p:nvPr/>
        </p:nvSpPr>
        <p:spPr>
          <a:xfrm rot="5400000">
            <a:off x="10535935" y="2226926"/>
            <a:ext cx="555489" cy="446460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309788C-7E94-C192-D4F6-9DBC6C623895}"/>
              </a:ext>
            </a:extLst>
          </p:cNvPr>
          <p:cNvCxnSpPr>
            <a:cxnSpLocks/>
          </p:cNvCxnSpPr>
          <p:nvPr/>
        </p:nvCxnSpPr>
        <p:spPr>
          <a:xfrm>
            <a:off x="7407474" y="-62725"/>
            <a:ext cx="5023736" cy="0"/>
          </a:xfrm>
          <a:prstGeom prst="line">
            <a:avLst/>
          </a:prstGeom>
          <a:ln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46F812B-585F-29D1-C54C-1554B9783106}"/>
              </a:ext>
            </a:extLst>
          </p:cNvPr>
          <p:cNvCxnSpPr>
            <a:cxnSpLocks/>
          </p:cNvCxnSpPr>
          <p:nvPr/>
        </p:nvCxnSpPr>
        <p:spPr>
          <a:xfrm>
            <a:off x="12431210" y="-62725"/>
            <a:ext cx="0" cy="291973"/>
          </a:xfrm>
          <a:prstGeom prst="straightConnector1">
            <a:avLst/>
          </a:prstGeom>
          <a:ln>
            <a:solidFill>
              <a:srgbClr val="6633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B80A838A-728A-0F0B-5380-C25E010C52CF}"/>
              </a:ext>
            </a:extLst>
          </p:cNvPr>
          <p:cNvSpPr/>
          <p:nvPr/>
        </p:nvSpPr>
        <p:spPr>
          <a:xfrm>
            <a:off x="11281478" y="275324"/>
            <a:ext cx="2299464" cy="356735"/>
          </a:xfrm>
          <a:prstGeom prst="roundRect">
            <a:avLst/>
          </a:prstGeom>
          <a:solidFill>
            <a:srgbClr val="6633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(2)  |   T: (2) |  DS : [ 2 ]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24B9CFD-3502-F134-DCCA-D98251900409}"/>
              </a:ext>
            </a:extLst>
          </p:cNvPr>
          <p:cNvCxnSpPr>
            <a:cxnSpLocks/>
          </p:cNvCxnSpPr>
          <p:nvPr/>
        </p:nvCxnSpPr>
        <p:spPr>
          <a:xfrm>
            <a:off x="12431210" y="741457"/>
            <a:ext cx="0" cy="291973"/>
          </a:xfrm>
          <a:prstGeom prst="straightConnector1">
            <a:avLst/>
          </a:prstGeom>
          <a:ln>
            <a:solidFill>
              <a:srgbClr val="6633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035F514-1E0F-3738-9481-8230C4FD2FAB}"/>
              </a:ext>
            </a:extLst>
          </p:cNvPr>
          <p:cNvSpPr/>
          <p:nvPr/>
        </p:nvSpPr>
        <p:spPr>
          <a:xfrm>
            <a:off x="11140033" y="1143506"/>
            <a:ext cx="2473243" cy="324280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(3)  |   T: (0) |  DS : [ 2,2 ]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64D4EDE-5355-0CC4-864B-44CB3BB3E5A4}"/>
              </a:ext>
            </a:extLst>
          </p:cNvPr>
          <p:cNvCxnSpPr>
            <a:cxnSpLocks/>
          </p:cNvCxnSpPr>
          <p:nvPr/>
        </p:nvCxnSpPr>
        <p:spPr>
          <a:xfrm flipV="1">
            <a:off x="12822824" y="736187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478D2B1-9F20-8DFB-C2BE-35FC5444C464}"/>
              </a:ext>
            </a:extLst>
          </p:cNvPr>
          <p:cNvCxnSpPr>
            <a:cxnSpLocks/>
          </p:cNvCxnSpPr>
          <p:nvPr/>
        </p:nvCxnSpPr>
        <p:spPr>
          <a:xfrm>
            <a:off x="13613276" y="60959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0E559BB-A2F2-0376-6B57-2B4FE5A83ABD}"/>
              </a:ext>
            </a:extLst>
          </p:cNvPr>
          <p:cNvCxnSpPr>
            <a:cxnSpLocks/>
          </p:cNvCxnSpPr>
          <p:nvPr/>
        </p:nvCxnSpPr>
        <p:spPr>
          <a:xfrm>
            <a:off x="14064005" y="616547"/>
            <a:ext cx="0" cy="1752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B76E017-464E-A894-837B-3CBCBB5883BB}"/>
              </a:ext>
            </a:extLst>
          </p:cNvPr>
          <p:cNvSpPr/>
          <p:nvPr/>
        </p:nvSpPr>
        <p:spPr>
          <a:xfrm>
            <a:off x="12604323" y="-3103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F37ACD98-0889-9643-1531-0B22B1E5B802}"/>
              </a:ext>
            </a:extLst>
          </p:cNvPr>
          <p:cNvSpPr/>
          <p:nvPr/>
        </p:nvSpPr>
        <p:spPr>
          <a:xfrm rot="4594443">
            <a:off x="13237010" y="-101420"/>
            <a:ext cx="663184" cy="641845"/>
          </a:xfrm>
          <a:prstGeom prst="arc">
            <a:avLst/>
          </a:prstGeom>
          <a:ln w="19050" cap="flat" cmpd="sng" algn="ctr">
            <a:solidFill>
              <a:srgbClr val="6633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9C11B18-266A-2BD2-3EC1-5AA4618DE569}"/>
              </a:ext>
            </a:extLst>
          </p:cNvPr>
          <p:cNvSpPr/>
          <p:nvPr/>
        </p:nvSpPr>
        <p:spPr>
          <a:xfrm>
            <a:off x="12004761" y="2417875"/>
            <a:ext cx="2473243" cy="324280"/>
          </a:xfrm>
          <a:prstGeom prst="roundRect">
            <a:avLst/>
          </a:prstGeom>
          <a:solidFill>
            <a:srgbClr val="6633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(3)  |   T: (0) |  DS : [ 2,2 ]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7C2752BB-24A3-2493-28E5-5481D6D86BA5}"/>
              </a:ext>
            </a:extLst>
          </p:cNvPr>
          <p:cNvSpPr/>
          <p:nvPr/>
        </p:nvSpPr>
        <p:spPr>
          <a:xfrm>
            <a:off x="11651248" y="211208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(2-2) </a:t>
            </a:r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5A96D5C1-2EC5-ADE7-D523-7C8E33AA908E}"/>
              </a:ext>
            </a:extLst>
          </p:cNvPr>
          <p:cNvSpPr/>
          <p:nvPr/>
        </p:nvSpPr>
        <p:spPr>
          <a:xfrm rot="11582240">
            <a:off x="11709606" y="2113477"/>
            <a:ext cx="663184" cy="641845"/>
          </a:xfrm>
          <a:prstGeom prst="arc">
            <a:avLst/>
          </a:prstGeom>
          <a:ln w="19050" cap="flat" cmpd="sng" algn="ctr">
            <a:solidFill>
              <a:srgbClr val="6633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466A56D5-7F59-68ED-628B-F2DF7AC850CA}"/>
              </a:ext>
            </a:extLst>
          </p:cNvPr>
          <p:cNvSpPr/>
          <p:nvPr/>
        </p:nvSpPr>
        <p:spPr>
          <a:xfrm>
            <a:off x="12473427" y="2741527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</p:spTree>
    <p:extLst>
      <p:ext uri="{BB962C8B-B14F-4D97-AF65-F5344CB8AC3E}">
        <p14:creationId xmlns:p14="http://schemas.microsoft.com/office/powerpoint/2010/main" val="1438757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671D5-A6F2-5198-2117-FFCE195F9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66EA377-9F25-45AD-E96E-E539FDCE514E}"/>
              </a:ext>
            </a:extLst>
          </p:cNvPr>
          <p:cNvSpPr/>
          <p:nvPr/>
        </p:nvSpPr>
        <p:spPr>
          <a:xfrm>
            <a:off x="-2361236" y="-619760"/>
            <a:ext cx="20603516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CB7F8F-7770-3F52-09CC-6BEDE1D947FD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FCA71F-BBDC-F84D-F0C6-C194EFABC3BC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BF09B3-0812-9AD9-7442-F1FE7DBD709C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629D932-D23A-745F-3E6C-D7668854A07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094B98-77A6-7FC4-04E8-5A6C90ADCF8F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50B89B-FF56-9561-754A-8FA733AC3071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166C5A56-0FB5-7CD8-1637-72CE32219E93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6D7173-61A3-ACE3-682A-8CD8A4F6B537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FA3877-091E-5D06-65FD-05D2FF6C42A4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FC3AA0-E2D1-CDAD-CAB4-51702A50A3F9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F5379D12-C50A-B409-79CD-C1872BEBAAF7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998F94-7641-09B4-1847-39B873FBBEBF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1D8E304-F7DC-1CEA-7FA4-25346AC9B06E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17E464A-DB23-AD45-22C5-0C2D94EB678D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FDC5A757-1885-8325-B364-3C9F6AC8D0B4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974FA19-35E3-4955-F6B5-F1519986A5D3}"/>
              </a:ext>
            </a:extLst>
          </p:cNvPr>
          <p:cNvCxnSpPr>
            <a:cxnSpLocks/>
          </p:cNvCxnSpPr>
          <p:nvPr/>
        </p:nvCxnSpPr>
        <p:spPr>
          <a:xfrm flipV="1">
            <a:off x="318308" y="173552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9290EA0-AFA2-8B25-CF5A-90E45851A4BB}"/>
              </a:ext>
            </a:extLst>
          </p:cNvPr>
          <p:cNvCxnSpPr>
            <a:cxnSpLocks/>
          </p:cNvCxnSpPr>
          <p:nvPr/>
        </p:nvCxnSpPr>
        <p:spPr>
          <a:xfrm>
            <a:off x="1216025" y="145841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7FD8474-B6FF-EE11-C16E-140CBDCC72C2}"/>
              </a:ext>
            </a:extLst>
          </p:cNvPr>
          <p:cNvCxnSpPr>
            <a:cxnSpLocks/>
          </p:cNvCxnSpPr>
          <p:nvPr/>
        </p:nvCxnSpPr>
        <p:spPr>
          <a:xfrm>
            <a:off x="1666754" y="1458411"/>
            <a:ext cx="0" cy="2882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41C1F3F-088F-C296-4DB6-7669CCF4A0E1}"/>
              </a:ext>
            </a:extLst>
          </p:cNvPr>
          <p:cNvSpPr/>
          <p:nvPr/>
        </p:nvSpPr>
        <p:spPr>
          <a:xfrm>
            <a:off x="368445" y="4431529"/>
            <a:ext cx="2511700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A5102FB-BF3E-06F9-7D01-6E0E19BA0B6A}"/>
              </a:ext>
            </a:extLst>
          </p:cNvPr>
          <p:cNvSpPr/>
          <p:nvPr/>
        </p:nvSpPr>
        <p:spPr>
          <a:xfrm>
            <a:off x="-381506" y="4124023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25D03CF8-5AA9-7A9B-4D3A-68564A07839A}"/>
              </a:ext>
            </a:extLst>
          </p:cNvPr>
          <p:cNvSpPr/>
          <p:nvPr/>
        </p:nvSpPr>
        <p:spPr>
          <a:xfrm rot="10649572">
            <a:off x="18760" y="402127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2A0DB4B-A75E-BDF5-1EBB-29D6B4E92375}"/>
              </a:ext>
            </a:extLst>
          </p:cNvPr>
          <p:cNvSpPr/>
          <p:nvPr/>
        </p:nvSpPr>
        <p:spPr>
          <a:xfrm>
            <a:off x="826388" y="483506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DF6CAE-F561-076F-360E-150B74BB60F6}"/>
              </a:ext>
            </a:extLst>
          </p:cNvPr>
          <p:cNvCxnSpPr>
            <a:cxnSpLocks/>
          </p:cNvCxnSpPr>
          <p:nvPr/>
        </p:nvCxnSpPr>
        <p:spPr>
          <a:xfrm flipV="1">
            <a:off x="318308" y="853921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3880D99-E48D-86D9-2327-9C3EB27F7B0A}"/>
              </a:ext>
            </a:extLst>
          </p:cNvPr>
          <p:cNvCxnSpPr>
            <a:cxnSpLocks/>
          </p:cNvCxnSpPr>
          <p:nvPr/>
        </p:nvCxnSpPr>
        <p:spPr>
          <a:xfrm>
            <a:off x="1100254" y="754284"/>
            <a:ext cx="206231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9E8C3C9-D382-DC79-EE57-E30EA74E6EED}"/>
              </a:ext>
            </a:extLst>
          </p:cNvPr>
          <p:cNvCxnSpPr>
            <a:cxnSpLocks/>
          </p:cNvCxnSpPr>
          <p:nvPr/>
        </p:nvCxnSpPr>
        <p:spPr>
          <a:xfrm flipH="1">
            <a:off x="3159642" y="741457"/>
            <a:ext cx="1951" cy="71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1AD67D6-BEA9-EA8A-812B-2C4833F605A3}"/>
              </a:ext>
            </a:extLst>
          </p:cNvPr>
          <p:cNvSpPr/>
          <p:nvPr/>
        </p:nvSpPr>
        <p:spPr>
          <a:xfrm>
            <a:off x="2008390" y="1515748"/>
            <a:ext cx="2447861" cy="34619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[ 1,1 ]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A0DC71B-DDCF-4E23-E54E-6FE3F8800438}"/>
              </a:ext>
            </a:extLst>
          </p:cNvPr>
          <p:cNvSpPr/>
          <p:nvPr/>
        </p:nvSpPr>
        <p:spPr>
          <a:xfrm>
            <a:off x="3474169" y="118940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410F31B1-10BE-3621-1ADE-2864DFC1A815}"/>
              </a:ext>
            </a:extLst>
          </p:cNvPr>
          <p:cNvSpPr/>
          <p:nvPr/>
        </p:nvSpPr>
        <p:spPr>
          <a:xfrm rot="4469145">
            <a:off x="4125147" y="11221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F02A46C-5D1A-F1C4-AA4D-D2B72159C50D}"/>
              </a:ext>
            </a:extLst>
          </p:cNvPr>
          <p:cNvCxnSpPr>
            <a:cxnSpLocks/>
          </p:cNvCxnSpPr>
          <p:nvPr/>
        </p:nvCxnSpPr>
        <p:spPr>
          <a:xfrm>
            <a:off x="3161593" y="1968575"/>
            <a:ext cx="0" cy="392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857FC5F-4CB3-C02A-E9CA-203DA4D5FA42}"/>
              </a:ext>
            </a:extLst>
          </p:cNvPr>
          <p:cNvSpPr/>
          <p:nvPr/>
        </p:nvSpPr>
        <p:spPr>
          <a:xfrm>
            <a:off x="1886675" y="2467301"/>
            <a:ext cx="2601193" cy="29780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[ 1,1,2 ]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9AA830E-8BF9-53AC-C6C0-6E3EF2856D8E}"/>
              </a:ext>
            </a:extLst>
          </p:cNvPr>
          <p:cNvSpPr/>
          <p:nvPr/>
        </p:nvSpPr>
        <p:spPr>
          <a:xfrm>
            <a:off x="3468660" y="220859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4D922093-7F18-6618-79EA-92AB1FF251D2}"/>
              </a:ext>
            </a:extLst>
          </p:cNvPr>
          <p:cNvSpPr/>
          <p:nvPr/>
        </p:nvSpPr>
        <p:spPr>
          <a:xfrm rot="4469145">
            <a:off x="4095292" y="20610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12BB20E-BE90-9883-D61D-F78F4DD6A837}"/>
              </a:ext>
            </a:extLst>
          </p:cNvPr>
          <p:cNvSpPr/>
          <p:nvPr/>
        </p:nvSpPr>
        <p:spPr>
          <a:xfrm>
            <a:off x="2389364" y="276510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C518FA2-1E56-F67F-6D04-34D7155F95DA}"/>
              </a:ext>
            </a:extLst>
          </p:cNvPr>
          <p:cNvCxnSpPr>
            <a:cxnSpLocks/>
          </p:cNvCxnSpPr>
          <p:nvPr/>
        </p:nvCxnSpPr>
        <p:spPr>
          <a:xfrm>
            <a:off x="5807678" y="428941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5D8B6D8-D609-48A9-C54F-630BAF6BCA2B}"/>
              </a:ext>
            </a:extLst>
          </p:cNvPr>
          <p:cNvSpPr/>
          <p:nvPr/>
        </p:nvSpPr>
        <p:spPr>
          <a:xfrm>
            <a:off x="5173415" y="946974"/>
            <a:ext cx="229946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(3) |  DS : [ 1 ]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68C0018-1514-A6E0-2CB3-13BD2E17C3BD}"/>
              </a:ext>
            </a:extLst>
          </p:cNvPr>
          <p:cNvSpPr/>
          <p:nvPr/>
        </p:nvSpPr>
        <p:spPr>
          <a:xfrm>
            <a:off x="6469216" y="62117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(4-1) 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EB9D0F26-7CCD-645A-0F34-9F9884DCD4B2}"/>
              </a:ext>
            </a:extLst>
          </p:cNvPr>
          <p:cNvSpPr/>
          <p:nvPr/>
        </p:nvSpPr>
        <p:spPr>
          <a:xfrm rot="4469145">
            <a:off x="7112872" y="53404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794905-0FD3-14CE-AD05-493FADF32F75}"/>
              </a:ext>
            </a:extLst>
          </p:cNvPr>
          <p:cNvCxnSpPr>
            <a:cxnSpLocks/>
          </p:cNvCxnSpPr>
          <p:nvPr/>
        </p:nvCxnSpPr>
        <p:spPr>
          <a:xfrm>
            <a:off x="5807678" y="1412287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1B833DD-EED3-F474-83E5-F5A82C3A439F}"/>
              </a:ext>
            </a:extLst>
          </p:cNvPr>
          <p:cNvSpPr/>
          <p:nvPr/>
        </p:nvSpPr>
        <p:spPr>
          <a:xfrm>
            <a:off x="5044545" y="1940153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CA46240-55FF-6672-0BA5-6CA67C0E8913}"/>
              </a:ext>
            </a:extLst>
          </p:cNvPr>
          <p:cNvSpPr/>
          <p:nvPr/>
        </p:nvSpPr>
        <p:spPr>
          <a:xfrm>
            <a:off x="6530952" y="16086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199901E4-13C3-8FAE-F214-691CF07B433D}"/>
              </a:ext>
            </a:extLst>
          </p:cNvPr>
          <p:cNvSpPr/>
          <p:nvPr/>
        </p:nvSpPr>
        <p:spPr>
          <a:xfrm rot="4714836">
            <a:off x="7143602" y="1542840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F4A2AEB-5322-1976-E77F-6DE9DD888034}"/>
              </a:ext>
            </a:extLst>
          </p:cNvPr>
          <p:cNvCxnSpPr>
            <a:cxnSpLocks/>
          </p:cNvCxnSpPr>
          <p:nvPr/>
        </p:nvCxnSpPr>
        <p:spPr>
          <a:xfrm>
            <a:off x="5807678" y="2373692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D9BD543-3E83-CDEF-328F-68C6E0EB1324}"/>
              </a:ext>
            </a:extLst>
          </p:cNvPr>
          <p:cNvSpPr/>
          <p:nvPr/>
        </p:nvSpPr>
        <p:spPr>
          <a:xfrm>
            <a:off x="4824807" y="2864124"/>
            <a:ext cx="2507845" cy="42498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2A5C367-0D9B-3F5A-299C-346BD216D07F}"/>
              </a:ext>
            </a:extLst>
          </p:cNvPr>
          <p:cNvSpPr/>
          <p:nvPr/>
        </p:nvSpPr>
        <p:spPr>
          <a:xfrm>
            <a:off x="6504816" y="2522058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1804CA80-1E18-3DB2-1206-9386932118C7}"/>
              </a:ext>
            </a:extLst>
          </p:cNvPr>
          <p:cNvSpPr/>
          <p:nvPr/>
        </p:nvSpPr>
        <p:spPr>
          <a:xfrm rot="5400000">
            <a:off x="7058285" y="2565468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6B15594-ADDC-458C-3B96-90319A2E1FE9}"/>
              </a:ext>
            </a:extLst>
          </p:cNvPr>
          <p:cNvCxnSpPr>
            <a:cxnSpLocks/>
          </p:cNvCxnSpPr>
          <p:nvPr/>
        </p:nvCxnSpPr>
        <p:spPr>
          <a:xfrm flipV="1">
            <a:off x="6200176" y="2428729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60AC80A-1B27-CB1A-26C3-CD092BA210BA}"/>
              </a:ext>
            </a:extLst>
          </p:cNvPr>
          <p:cNvCxnSpPr>
            <a:cxnSpLocks/>
          </p:cNvCxnSpPr>
          <p:nvPr/>
        </p:nvCxnSpPr>
        <p:spPr>
          <a:xfrm>
            <a:off x="7560880" y="2254877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6FB58DE-3C67-9A57-DF43-01895573C271}"/>
              </a:ext>
            </a:extLst>
          </p:cNvPr>
          <p:cNvCxnSpPr>
            <a:cxnSpLocks/>
          </p:cNvCxnSpPr>
          <p:nvPr/>
        </p:nvCxnSpPr>
        <p:spPr>
          <a:xfrm>
            <a:off x="8011609" y="2254877"/>
            <a:ext cx="0" cy="1752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BFDAE5A-5581-3D99-1768-2B6C568CB4CA}"/>
              </a:ext>
            </a:extLst>
          </p:cNvPr>
          <p:cNvSpPr/>
          <p:nvPr/>
        </p:nvSpPr>
        <p:spPr>
          <a:xfrm>
            <a:off x="6258712" y="4108952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(1) |  DS : [ 1,2 ]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2AFAF9B-1A7C-D61C-EDCB-6B7A712C0BBC}"/>
              </a:ext>
            </a:extLst>
          </p:cNvPr>
          <p:cNvSpPr/>
          <p:nvPr/>
        </p:nvSpPr>
        <p:spPr>
          <a:xfrm>
            <a:off x="5559174" y="379034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40B9D2D2-2CC4-D15D-6DFF-A8FE2AD8E9A5}"/>
              </a:ext>
            </a:extLst>
          </p:cNvPr>
          <p:cNvSpPr/>
          <p:nvPr/>
        </p:nvSpPr>
        <p:spPr>
          <a:xfrm rot="10556446">
            <a:off x="5817738" y="3758666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4804BCC-D09B-C489-788D-D8D0EFEEBEB0}"/>
              </a:ext>
            </a:extLst>
          </p:cNvPr>
          <p:cNvCxnSpPr>
            <a:cxnSpLocks/>
          </p:cNvCxnSpPr>
          <p:nvPr/>
        </p:nvCxnSpPr>
        <p:spPr>
          <a:xfrm flipV="1">
            <a:off x="6200176" y="146778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8827FBE-8993-CEA8-1D61-CDCDFCB706BB}"/>
              </a:ext>
            </a:extLst>
          </p:cNvPr>
          <p:cNvCxnSpPr>
            <a:cxnSpLocks/>
          </p:cNvCxnSpPr>
          <p:nvPr/>
        </p:nvCxnSpPr>
        <p:spPr>
          <a:xfrm>
            <a:off x="7551608" y="1260319"/>
            <a:ext cx="1428792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54FD553-54B2-EE55-141A-697A88F91EE9}"/>
              </a:ext>
            </a:extLst>
          </p:cNvPr>
          <p:cNvCxnSpPr>
            <a:cxnSpLocks/>
          </p:cNvCxnSpPr>
          <p:nvPr/>
        </p:nvCxnSpPr>
        <p:spPr>
          <a:xfrm>
            <a:off x="8980400" y="1260319"/>
            <a:ext cx="0" cy="370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7A57B09-223F-B1D7-866A-EA88621245FE}"/>
              </a:ext>
            </a:extLst>
          </p:cNvPr>
          <p:cNvSpPr/>
          <p:nvPr/>
        </p:nvSpPr>
        <p:spPr>
          <a:xfrm>
            <a:off x="7936093" y="1683577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D31073C-137D-88C3-8110-85B18E2F149F}"/>
              </a:ext>
            </a:extLst>
          </p:cNvPr>
          <p:cNvSpPr/>
          <p:nvPr/>
        </p:nvSpPr>
        <p:spPr>
          <a:xfrm>
            <a:off x="9592976" y="13800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27FF0888-7E8E-E9C6-DD4E-DACA0CBEE57C}"/>
              </a:ext>
            </a:extLst>
          </p:cNvPr>
          <p:cNvSpPr/>
          <p:nvPr/>
        </p:nvSpPr>
        <p:spPr>
          <a:xfrm rot="5804947">
            <a:off x="10121802" y="135901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2E06A50-B01D-A247-2B20-0B80CF778CFF}"/>
              </a:ext>
            </a:extLst>
          </p:cNvPr>
          <p:cNvCxnSpPr>
            <a:cxnSpLocks/>
          </p:cNvCxnSpPr>
          <p:nvPr/>
        </p:nvCxnSpPr>
        <p:spPr>
          <a:xfrm>
            <a:off x="8980775" y="2118521"/>
            <a:ext cx="0" cy="310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26461163-4094-808C-29EB-5A488740FE6A}"/>
              </a:ext>
            </a:extLst>
          </p:cNvPr>
          <p:cNvSpPr/>
          <p:nvPr/>
        </p:nvSpPr>
        <p:spPr>
          <a:xfrm>
            <a:off x="9745561" y="222155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599EC5B-25CE-C264-B5B6-22A1D0C49895}"/>
              </a:ext>
            </a:extLst>
          </p:cNvPr>
          <p:cNvSpPr/>
          <p:nvPr/>
        </p:nvSpPr>
        <p:spPr>
          <a:xfrm>
            <a:off x="8274938" y="2518735"/>
            <a:ext cx="2498644" cy="31020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447F19DB-834B-A78D-7AE3-9FE0BA93A33D}"/>
              </a:ext>
            </a:extLst>
          </p:cNvPr>
          <p:cNvSpPr/>
          <p:nvPr/>
        </p:nvSpPr>
        <p:spPr>
          <a:xfrm rot="5400000">
            <a:off x="10535935" y="2226926"/>
            <a:ext cx="555489" cy="446460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F1C3FCE-0E9A-9202-9457-D8C89D9F07AC}"/>
              </a:ext>
            </a:extLst>
          </p:cNvPr>
          <p:cNvCxnSpPr>
            <a:cxnSpLocks/>
          </p:cNvCxnSpPr>
          <p:nvPr/>
        </p:nvCxnSpPr>
        <p:spPr>
          <a:xfrm>
            <a:off x="7407474" y="-62725"/>
            <a:ext cx="5023736" cy="0"/>
          </a:xfrm>
          <a:prstGeom prst="line">
            <a:avLst/>
          </a:prstGeom>
          <a:ln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DE78571-9AC5-D341-0FFD-096FFE90CCB3}"/>
              </a:ext>
            </a:extLst>
          </p:cNvPr>
          <p:cNvCxnSpPr>
            <a:cxnSpLocks/>
          </p:cNvCxnSpPr>
          <p:nvPr/>
        </p:nvCxnSpPr>
        <p:spPr>
          <a:xfrm>
            <a:off x="12431210" y="-62725"/>
            <a:ext cx="0" cy="291973"/>
          </a:xfrm>
          <a:prstGeom prst="straightConnector1">
            <a:avLst/>
          </a:prstGeom>
          <a:ln>
            <a:solidFill>
              <a:srgbClr val="6633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4774C645-1462-F144-B377-59124342E8DB}"/>
              </a:ext>
            </a:extLst>
          </p:cNvPr>
          <p:cNvSpPr/>
          <p:nvPr/>
        </p:nvSpPr>
        <p:spPr>
          <a:xfrm>
            <a:off x="11281478" y="275324"/>
            <a:ext cx="2299464" cy="356735"/>
          </a:xfrm>
          <a:prstGeom prst="roundRect">
            <a:avLst/>
          </a:prstGeom>
          <a:solidFill>
            <a:srgbClr val="6633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(2)  |   T: (2) |  DS : [ 2 ]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644AA65-79C0-2335-3F9C-466135B2E2BF}"/>
              </a:ext>
            </a:extLst>
          </p:cNvPr>
          <p:cNvCxnSpPr>
            <a:cxnSpLocks/>
          </p:cNvCxnSpPr>
          <p:nvPr/>
        </p:nvCxnSpPr>
        <p:spPr>
          <a:xfrm>
            <a:off x="12431210" y="741457"/>
            <a:ext cx="0" cy="291973"/>
          </a:xfrm>
          <a:prstGeom prst="straightConnector1">
            <a:avLst/>
          </a:prstGeom>
          <a:ln>
            <a:solidFill>
              <a:srgbClr val="6633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280DD2C-783B-B9EE-DF43-487AC386A411}"/>
              </a:ext>
            </a:extLst>
          </p:cNvPr>
          <p:cNvSpPr/>
          <p:nvPr/>
        </p:nvSpPr>
        <p:spPr>
          <a:xfrm>
            <a:off x="11140033" y="1143506"/>
            <a:ext cx="2473243" cy="324280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(3)  |   T: (0) |  DS : [ 2,2 ]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18D9793-BE04-82A8-071C-CFD525389966}"/>
              </a:ext>
            </a:extLst>
          </p:cNvPr>
          <p:cNvCxnSpPr>
            <a:cxnSpLocks/>
          </p:cNvCxnSpPr>
          <p:nvPr/>
        </p:nvCxnSpPr>
        <p:spPr>
          <a:xfrm flipV="1">
            <a:off x="12822824" y="736187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FA8F6AD-2A6E-07C5-ED21-2039500D2A05}"/>
              </a:ext>
            </a:extLst>
          </p:cNvPr>
          <p:cNvCxnSpPr>
            <a:cxnSpLocks/>
          </p:cNvCxnSpPr>
          <p:nvPr/>
        </p:nvCxnSpPr>
        <p:spPr>
          <a:xfrm>
            <a:off x="13613276" y="60959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AA587C6-37F3-4CC9-5B2E-C39F965505BB}"/>
              </a:ext>
            </a:extLst>
          </p:cNvPr>
          <p:cNvCxnSpPr>
            <a:cxnSpLocks/>
          </p:cNvCxnSpPr>
          <p:nvPr/>
        </p:nvCxnSpPr>
        <p:spPr>
          <a:xfrm>
            <a:off x="14064005" y="616547"/>
            <a:ext cx="0" cy="1752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B2D30D5-7F29-D4C6-8747-4229E059699E}"/>
              </a:ext>
            </a:extLst>
          </p:cNvPr>
          <p:cNvSpPr/>
          <p:nvPr/>
        </p:nvSpPr>
        <p:spPr>
          <a:xfrm>
            <a:off x="12604323" y="-3103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1887E7B4-04DE-6A3D-305A-2AC09C76AAF7}"/>
              </a:ext>
            </a:extLst>
          </p:cNvPr>
          <p:cNvSpPr/>
          <p:nvPr/>
        </p:nvSpPr>
        <p:spPr>
          <a:xfrm rot="4594443">
            <a:off x="13237010" y="-101420"/>
            <a:ext cx="663184" cy="641845"/>
          </a:xfrm>
          <a:prstGeom prst="arc">
            <a:avLst/>
          </a:prstGeom>
          <a:ln w="19050" cap="flat" cmpd="sng" algn="ctr">
            <a:solidFill>
              <a:srgbClr val="6633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D38A13CB-EDBF-760C-05D6-63F806F2F33A}"/>
              </a:ext>
            </a:extLst>
          </p:cNvPr>
          <p:cNvSpPr/>
          <p:nvPr/>
        </p:nvSpPr>
        <p:spPr>
          <a:xfrm>
            <a:off x="12004761" y="2417875"/>
            <a:ext cx="2473243" cy="324280"/>
          </a:xfrm>
          <a:prstGeom prst="roundRect">
            <a:avLst/>
          </a:prstGeom>
          <a:solidFill>
            <a:srgbClr val="6633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(3)  |   T: (0) |  DS : [ 2,2 ]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24A3DAF4-2FCB-4075-CC77-14FA743F3F3F}"/>
              </a:ext>
            </a:extLst>
          </p:cNvPr>
          <p:cNvSpPr/>
          <p:nvPr/>
        </p:nvSpPr>
        <p:spPr>
          <a:xfrm>
            <a:off x="11651248" y="211208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(2-2) </a:t>
            </a:r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783DCCE7-AD62-91D1-265E-800B6E1D2EBF}"/>
              </a:ext>
            </a:extLst>
          </p:cNvPr>
          <p:cNvSpPr/>
          <p:nvPr/>
        </p:nvSpPr>
        <p:spPr>
          <a:xfrm rot="11582240">
            <a:off x="11709606" y="2113477"/>
            <a:ext cx="663184" cy="641845"/>
          </a:xfrm>
          <a:prstGeom prst="arc">
            <a:avLst/>
          </a:prstGeom>
          <a:ln w="19050" cap="flat" cmpd="sng" algn="ctr">
            <a:solidFill>
              <a:srgbClr val="6633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B6E28049-3E0F-581E-10B6-A72A6729CD01}"/>
              </a:ext>
            </a:extLst>
          </p:cNvPr>
          <p:cNvSpPr/>
          <p:nvPr/>
        </p:nvSpPr>
        <p:spPr>
          <a:xfrm>
            <a:off x="12473427" y="2741527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0032F0E-91FA-4284-DD9E-660D6B7A8042}"/>
              </a:ext>
            </a:extLst>
          </p:cNvPr>
          <p:cNvCxnSpPr>
            <a:cxnSpLocks/>
          </p:cNvCxnSpPr>
          <p:nvPr/>
        </p:nvCxnSpPr>
        <p:spPr>
          <a:xfrm>
            <a:off x="7407474" y="-231131"/>
            <a:ext cx="856558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81DFAA7-1334-276A-7C0C-278B4BB1D252}"/>
              </a:ext>
            </a:extLst>
          </p:cNvPr>
          <p:cNvCxnSpPr>
            <a:cxnSpLocks/>
          </p:cNvCxnSpPr>
          <p:nvPr/>
        </p:nvCxnSpPr>
        <p:spPr>
          <a:xfrm>
            <a:off x="15974992" y="-230731"/>
            <a:ext cx="0" cy="29197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F66A4D7-74C3-F004-9C93-2787851953AA}"/>
              </a:ext>
            </a:extLst>
          </p:cNvPr>
          <p:cNvSpPr/>
          <p:nvPr/>
        </p:nvSpPr>
        <p:spPr>
          <a:xfrm>
            <a:off x="14824513" y="114011"/>
            <a:ext cx="2299464" cy="356735"/>
          </a:xfrm>
          <a:prstGeom prst="round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(3)  |   T: (2) |  DS : [ 2 ]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72B11CD1-1216-ED4B-5B04-189EA3B4C45D}"/>
              </a:ext>
            </a:extLst>
          </p:cNvPr>
          <p:cNvSpPr/>
          <p:nvPr/>
        </p:nvSpPr>
        <p:spPr>
          <a:xfrm>
            <a:off x="16192982" y="-20242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A2B82C13-E7F1-3A38-C280-4EB9E48155F9}"/>
              </a:ext>
            </a:extLst>
          </p:cNvPr>
          <p:cNvSpPr/>
          <p:nvPr/>
        </p:nvSpPr>
        <p:spPr>
          <a:xfrm rot="4978990">
            <a:off x="16799993" y="-237661"/>
            <a:ext cx="663184" cy="641845"/>
          </a:xfrm>
          <a:prstGeom prst="arc">
            <a:avLst/>
          </a:prstGeom>
          <a:ln w="19050" cap="flat" cmpd="sng" algn="ctr">
            <a:solidFill>
              <a:schemeClr val="accent5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9129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67F97-323E-158D-999E-1E29297B0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7D06206-81EB-2005-B14D-1952C280032A}"/>
              </a:ext>
            </a:extLst>
          </p:cNvPr>
          <p:cNvSpPr/>
          <p:nvPr/>
        </p:nvSpPr>
        <p:spPr>
          <a:xfrm>
            <a:off x="-2361236" y="-619760"/>
            <a:ext cx="20603516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202CD3-7D3C-8051-5972-58F9ED8BB236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3243FE-FCA3-10A3-7CE4-E8EC56A1EC42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F8DD3C-E2A6-E592-1708-BA067ACA622F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CE4C97C-5C01-046B-99EB-2349CD0A6AD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96BE1B-1242-69F7-1A1A-42E6542F1F9B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235D84-1D49-C0E6-812B-63C889472F97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D6513249-DF3E-1C2D-E42E-DBD4845B6062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773296-4AD8-6640-0139-08CA63B19383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5FD0A7-FEEB-4233-8EDE-E8420D22FC51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2F7C80-4E20-8523-285F-D2423D29CD96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B2D11CF1-5571-83A2-EBCF-3BDFB7802E94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606E3E-A86F-3090-7915-556050AE3E3E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4015E7-6161-9AF9-1BA7-9D0E8A9FA5DF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245C564-6C75-92BC-3E6D-322CD9F024C2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A883F2D6-8DC6-DACB-AFD3-2B1B7B2AC242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A56E80-C9A0-8718-3048-A8DEA224D53D}"/>
              </a:ext>
            </a:extLst>
          </p:cNvPr>
          <p:cNvCxnSpPr>
            <a:cxnSpLocks/>
          </p:cNvCxnSpPr>
          <p:nvPr/>
        </p:nvCxnSpPr>
        <p:spPr>
          <a:xfrm flipV="1">
            <a:off x="318308" y="173552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F0C53E-C789-6F7F-2CF6-E2791ADE5345}"/>
              </a:ext>
            </a:extLst>
          </p:cNvPr>
          <p:cNvCxnSpPr>
            <a:cxnSpLocks/>
          </p:cNvCxnSpPr>
          <p:nvPr/>
        </p:nvCxnSpPr>
        <p:spPr>
          <a:xfrm>
            <a:off x="1216025" y="145841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CCEE1C8-E908-313B-67C5-A8C8EF088658}"/>
              </a:ext>
            </a:extLst>
          </p:cNvPr>
          <p:cNvCxnSpPr>
            <a:cxnSpLocks/>
          </p:cNvCxnSpPr>
          <p:nvPr/>
        </p:nvCxnSpPr>
        <p:spPr>
          <a:xfrm>
            <a:off x="1666754" y="1458411"/>
            <a:ext cx="0" cy="2882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00A123D-A802-8D89-9CE1-C46B87E02131}"/>
              </a:ext>
            </a:extLst>
          </p:cNvPr>
          <p:cNvSpPr/>
          <p:nvPr/>
        </p:nvSpPr>
        <p:spPr>
          <a:xfrm>
            <a:off x="368445" y="4431529"/>
            <a:ext cx="2511700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AFED8BB-823C-EC1D-1770-BA2DCD0316DB}"/>
              </a:ext>
            </a:extLst>
          </p:cNvPr>
          <p:cNvSpPr/>
          <p:nvPr/>
        </p:nvSpPr>
        <p:spPr>
          <a:xfrm>
            <a:off x="-381506" y="4124023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9F69CFE5-C243-9158-4463-DC27314F24AA}"/>
              </a:ext>
            </a:extLst>
          </p:cNvPr>
          <p:cNvSpPr/>
          <p:nvPr/>
        </p:nvSpPr>
        <p:spPr>
          <a:xfrm rot="10649572">
            <a:off x="18760" y="402127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6150AD4-202B-702F-8073-C4695F736060}"/>
              </a:ext>
            </a:extLst>
          </p:cNvPr>
          <p:cNvSpPr/>
          <p:nvPr/>
        </p:nvSpPr>
        <p:spPr>
          <a:xfrm>
            <a:off x="826388" y="483506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4A5A410-DC08-FE64-EC98-0E1715A7E7DD}"/>
              </a:ext>
            </a:extLst>
          </p:cNvPr>
          <p:cNvCxnSpPr>
            <a:cxnSpLocks/>
          </p:cNvCxnSpPr>
          <p:nvPr/>
        </p:nvCxnSpPr>
        <p:spPr>
          <a:xfrm flipV="1">
            <a:off x="318308" y="853921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AEB07C6-BC0A-8256-ABBE-70F04C4EC3BC}"/>
              </a:ext>
            </a:extLst>
          </p:cNvPr>
          <p:cNvCxnSpPr>
            <a:cxnSpLocks/>
          </p:cNvCxnSpPr>
          <p:nvPr/>
        </p:nvCxnSpPr>
        <p:spPr>
          <a:xfrm>
            <a:off x="1100254" y="754284"/>
            <a:ext cx="206231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3AE63AD-B7BC-2EDD-C14E-AD77377A5EAA}"/>
              </a:ext>
            </a:extLst>
          </p:cNvPr>
          <p:cNvCxnSpPr>
            <a:cxnSpLocks/>
          </p:cNvCxnSpPr>
          <p:nvPr/>
        </p:nvCxnSpPr>
        <p:spPr>
          <a:xfrm flipH="1">
            <a:off x="3159642" y="741457"/>
            <a:ext cx="1951" cy="71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97CCDE3-0725-615C-27BE-6F75CDE87596}"/>
              </a:ext>
            </a:extLst>
          </p:cNvPr>
          <p:cNvSpPr/>
          <p:nvPr/>
        </p:nvSpPr>
        <p:spPr>
          <a:xfrm>
            <a:off x="2008390" y="1515748"/>
            <a:ext cx="2447861" cy="34619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[ 1,1 ]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A554BCB-96BD-523A-4ACF-28A280EF073A}"/>
              </a:ext>
            </a:extLst>
          </p:cNvPr>
          <p:cNvSpPr/>
          <p:nvPr/>
        </p:nvSpPr>
        <p:spPr>
          <a:xfrm>
            <a:off x="3474169" y="118940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AB350729-C7A1-9283-BB7E-215AC9D50D47}"/>
              </a:ext>
            </a:extLst>
          </p:cNvPr>
          <p:cNvSpPr/>
          <p:nvPr/>
        </p:nvSpPr>
        <p:spPr>
          <a:xfrm rot="4469145">
            <a:off x="4125147" y="11221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C977F5E-2F65-E7C4-85D3-A9316721DC11}"/>
              </a:ext>
            </a:extLst>
          </p:cNvPr>
          <p:cNvCxnSpPr>
            <a:cxnSpLocks/>
          </p:cNvCxnSpPr>
          <p:nvPr/>
        </p:nvCxnSpPr>
        <p:spPr>
          <a:xfrm>
            <a:off x="3161593" y="1968575"/>
            <a:ext cx="0" cy="392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64D1817-9FE7-283C-EB48-DF37960D5166}"/>
              </a:ext>
            </a:extLst>
          </p:cNvPr>
          <p:cNvSpPr/>
          <p:nvPr/>
        </p:nvSpPr>
        <p:spPr>
          <a:xfrm>
            <a:off x="1886675" y="2467301"/>
            <a:ext cx="2601193" cy="29780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[ 1,1,2 ]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DBBFF21-9CAF-7D55-5346-5A6F3659BC7C}"/>
              </a:ext>
            </a:extLst>
          </p:cNvPr>
          <p:cNvSpPr/>
          <p:nvPr/>
        </p:nvSpPr>
        <p:spPr>
          <a:xfrm>
            <a:off x="3468660" y="220859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D00A009-DA97-3013-BED9-9B57B6B947CC}"/>
              </a:ext>
            </a:extLst>
          </p:cNvPr>
          <p:cNvSpPr/>
          <p:nvPr/>
        </p:nvSpPr>
        <p:spPr>
          <a:xfrm rot="4469145">
            <a:off x="4095292" y="20610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4C8A6DC-8243-C6A6-FEA5-20CE463625E9}"/>
              </a:ext>
            </a:extLst>
          </p:cNvPr>
          <p:cNvSpPr/>
          <p:nvPr/>
        </p:nvSpPr>
        <p:spPr>
          <a:xfrm>
            <a:off x="2389364" y="276510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F445BD2-8668-2B7C-D048-D6772BD9594A}"/>
              </a:ext>
            </a:extLst>
          </p:cNvPr>
          <p:cNvCxnSpPr>
            <a:cxnSpLocks/>
          </p:cNvCxnSpPr>
          <p:nvPr/>
        </p:nvCxnSpPr>
        <p:spPr>
          <a:xfrm>
            <a:off x="5807678" y="428941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49AE0CD-1F83-A35D-019E-095C6361C667}"/>
              </a:ext>
            </a:extLst>
          </p:cNvPr>
          <p:cNvSpPr/>
          <p:nvPr/>
        </p:nvSpPr>
        <p:spPr>
          <a:xfrm>
            <a:off x="5173415" y="946974"/>
            <a:ext cx="229946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(3) |  DS : [ 1 ]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DBA68E1-1E4B-252C-6D64-3E4B1020D810}"/>
              </a:ext>
            </a:extLst>
          </p:cNvPr>
          <p:cNvSpPr/>
          <p:nvPr/>
        </p:nvSpPr>
        <p:spPr>
          <a:xfrm>
            <a:off x="6469216" y="62117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(4-1) 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6B0037B4-6F9C-2CB0-F727-B97ABF83ADB4}"/>
              </a:ext>
            </a:extLst>
          </p:cNvPr>
          <p:cNvSpPr/>
          <p:nvPr/>
        </p:nvSpPr>
        <p:spPr>
          <a:xfrm rot="4469145">
            <a:off x="7112872" y="53404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2CA382-AAEC-8438-A3B4-FEA6AFBA3CEC}"/>
              </a:ext>
            </a:extLst>
          </p:cNvPr>
          <p:cNvCxnSpPr>
            <a:cxnSpLocks/>
          </p:cNvCxnSpPr>
          <p:nvPr/>
        </p:nvCxnSpPr>
        <p:spPr>
          <a:xfrm>
            <a:off x="5807678" y="1412287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B79EF47-9F34-8710-136D-9D4D7645567D}"/>
              </a:ext>
            </a:extLst>
          </p:cNvPr>
          <p:cNvSpPr/>
          <p:nvPr/>
        </p:nvSpPr>
        <p:spPr>
          <a:xfrm>
            <a:off x="5044545" y="1940153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30657CE-FEA7-4FAB-5282-5A78237E66D9}"/>
              </a:ext>
            </a:extLst>
          </p:cNvPr>
          <p:cNvSpPr/>
          <p:nvPr/>
        </p:nvSpPr>
        <p:spPr>
          <a:xfrm>
            <a:off x="6530952" y="16086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D6ADEFB4-3018-5059-3DCA-133DA8DDE0F7}"/>
              </a:ext>
            </a:extLst>
          </p:cNvPr>
          <p:cNvSpPr/>
          <p:nvPr/>
        </p:nvSpPr>
        <p:spPr>
          <a:xfrm rot="4714836">
            <a:off x="7143602" y="1542840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4D4047A-868E-9AA6-7949-90643ED5C3C3}"/>
              </a:ext>
            </a:extLst>
          </p:cNvPr>
          <p:cNvCxnSpPr>
            <a:cxnSpLocks/>
          </p:cNvCxnSpPr>
          <p:nvPr/>
        </p:nvCxnSpPr>
        <p:spPr>
          <a:xfrm>
            <a:off x="5807678" y="2373692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725FB2C-957F-1BF6-D300-155FF74804FC}"/>
              </a:ext>
            </a:extLst>
          </p:cNvPr>
          <p:cNvSpPr/>
          <p:nvPr/>
        </p:nvSpPr>
        <p:spPr>
          <a:xfrm>
            <a:off x="4824807" y="2864124"/>
            <a:ext cx="2507845" cy="42498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9197E0B-183E-2268-7FCB-2E200F179873}"/>
              </a:ext>
            </a:extLst>
          </p:cNvPr>
          <p:cNvSpPr/>
          <p:nvPr/>
        </p:nvSpPr>
        <p:spPr>
          <a:xfrm>
            <a:off x="6504816" y="2522058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9F004431-B095-C9C6-8C4B-67A74518FB37}"/>
              </a:ext>
            </a:extLst>
          </p:cNvPr>
          <p:cNvSpPr/>
          <p:nvPr/>
        </p:nvSpPr>
        <p:spPr>
          <a:xfrm rot="5400000">
            <a:off x="7058285" y="2565468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6A17014-078E-916E-034C-498A4948E3DA}"/>
              </a:ext>
            </a:extLst>
          </p:cNvPr>
          <p:cNvCxnSpPr>
            <a:cxnSpLocks/>
          </p:cNvCxnSpPr>
          <p:nvPr/>
        </p:nvCxnSpPr>
        <p:spPr>
          <a:xfrm flipV="1">
            <a:off x="6200176" y="2428729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ACF2E48-6400-EF0C-4960-3030D9DFB113}"/>
              </a:ext>
            </a:extLst>
          </p:cNvPr>
          <p:cNvCxnSpPr>
            <a:cxnSpLocks/>
          </p:cNvCxnSpPr>
          <p:nvPr/>
        </p:nvCxnSpPr>
        <p:spPr>
          <a:xfrm>
            <a:off x="7560880" y="2254877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205A86E-1D65-7B46-773D-BAB805661A3C}"/>
              </a:ext>
            </a:extLst>
          </p:cNvPr>
          <p:cNvCxnSpPr>
            <a:cxnSpLocks/>
          </p:cNvCxnSpPr>
          <p:nvPr/>
        </p:nvCxnSpPr>
        <p:spPr>
          <a:xfrm>
            <a:off x="8011609" y="2254877"/>
            <a:ext cx="0" cy="1752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8166AA7-BEDA-76A3-75AE-D7F9B22D3CB5}"/>
              </a:ext>
            </a:extLst>
          </p:cNvPr>
          <p:cNvSpPr/>
          <p:nvPr/>
        </p:nvSpPr>
        <p:spPr>
          <a:xfrm>
            <a:off x="6258712" y="4108952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(1) |  DS : [ 1,2 ]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2C4476B-24E9-9543-610D-499B258B27B2}"/>
              </a:ext>
            </a:extLst>
          </p:cNvPr>
          <p:cNvSpPr/>
          <p:nvPr/>
        </p:nvSpPr>
        <p:spPr>
          <a:xfrm>
            <a:off x="5559174" y="379034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6FB87EF5-6697-C87A-CD63-B13E4EAD6635}"/>
              </a:ext>
            </a:extLst>
          </p:cNvPr>
          <p:cNvSpPr/>
          <p:nvPr/>
        </p:nvSpPr>
        <p:spPr>
          <a:xfrm rot="10556446">
            <a:off x="5817738" y="3758666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737208C-0750-699C-42E1-922A1888F2D4}"/>
              </a:ext>
            </a:extLst>
          </p:cNvPr>
          <p:cNvCxnSpPr>
            <a:cxnSpLocks/>
          </p:cNvCxnSpPr>
          <p:nvPr/>
        </p:nvCxnSpPr>
        <p:spPr>
          <a:xfrm flipV="1">
            <a:off x="6200176" y="146778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26B45A3-B49B-CFD8-A40F-D2CF55907877}"/>
              </a:ext>
            </a:extLst>
          </p:cNvPr>
          <p:cNvCxnSpPr>
            <a:cxnSpLocks/>
          </p:cNvCxnSpPr>
          <p:nvPr/>
        </p:nvCxnSpPr>
        <p:spPr>
          <a:xfrm>
            <a:off x="7551608" y="1260319"/>
            <a:ext cx="1428792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C9F6F9D-0C8F-E0E8-FEDB-AB4EDCDFBBA4}"/>
              </a:ext>
            </a:extLst>
          </p:cNvPr>
          <p:cNvCxnSpPr>
            <a:cxnSpLocks/>
          </p:cNvCxnSpPr>
          <p:nvPr/>
        </p:nvCxnSpPr>
        <p:spPr>
          <a:xfrm>
            <a:off x="8980400" y="1260319"/>
            <a:ext cx="0" cy="370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F1D18F4-FA6A-EC04-8FC7-DDDE1C34AB67}"/>
              </a:ext>
            </a:extLst>
          </p:cNvPr>
          <p:cNvSpPr/>
          <p:nvPr/>
        </p:nvSpPr>
        <p:spPr>
          <a:xfrm>
            <a:off x="7936093" y="1683577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18CF693-9105-2B7A-F350-5304631AE259}"/>
              </a:ext>
            </a:extLst>
          </p:cNvPr>
          <p:cNvSpPr/>
          <p:nvPr/>
        </p:nvSpPr>
        <p:spPr>
          <a:xfrm>
            <a:off x="9592976" y="13800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C8FCF158-03ED-A66C-CE04-7C47C6E243C7}"/>
              </a:ext>
            </a:extLst>
          </p:cNvPr>
          <p:cNvSpPr/>
          <p:nvPr/>
        </p:nvSpPr>
        <p:spPr>
          <a:xfrm rot="5804947">
            <a:off x="10121802" y="135901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99F73D9-B808-B318-0A04-08322A1BED64}"/>
              </a:ext>
            </a:extLst>
          </p:cNvPr>
          <p:cNvCxnSpPr>
            <a:cxnSpLocks/>
          </p:cNvCxnSpPr>
          <p:nvPr/>
        </p:nvCxnSpPr>
        <p:spPr>
          <a:xfrm>
            <a:off x="8980775" y="2118521"/>
            <a:ext cx="0" cy="310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EAB9745-332B-F537-BF5D-5A33B535AC9E}"/>
              </a:ext>
            </a:extLst>
          </p:cNvPr>
          <p:cNvSpPr/>
          <p:nvPr/>
        </p:nvSpPr>
        <p:spPr>
          <a:xfrm>
            <a:off x="9745561" y="222155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2A7FF49-D8C6-9858-11B3-9148C514E4D1}"/>
              </a:ext>
            </a:extLst>
          </p:cNvPr>
          <p:cNvSpPr/>
          <p:nvPr/>
        </p:nvSpPr>
        <p:spPr>
          <a:xfrm>
            <a:off x="8274938" y="2518735"/>
            <a:ext cx="2498644" cy="31020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558318F4-4221-D92C-D855-37FC566527FB}"/>
              </a:ext>
            </a:extLst>
          </p:cNvPr>
          <p:cNvSpPr/>
          <p:nvPr/>
        </p:nvSpPr>
        <p:spPr>
          <a:xfrm rot="5400000">
            <a:off x="10535935" y="2226926"/>
            <a:ext cx="555489" cy="446460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0BA4F68-CBCC-A9FE-C5FA-47FE130BB0DB}"/>
              </a:ext>
            </a:extLst>
          </p:cNvPr>
          <p:cNvCxnSpPr>
            <a:cxnSpLocks/>
          </p:cNvCxnSpPr>
          <p:nvPr/>
        </p:nvCxnSpPr>
        <p:spPr>
          <a:xfrm>
            <a:off x="7407474" y="-62725"/>
            <a:ext cx="5023736" cy="0"/>
          </a:xfrm>
          <a:prstGeom prst="line">
            <a:avLst/>
          </a:prstGeom>
          <a:ln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39B933D-DF49-5094-B499-D88534A50510}"/>
              </a:ext>
            </a:extLst>
          </p:cNvPr>
          <p:cNvCxnSpPr>
            <a:cxnSpLocks/>
          </p:cNvCxnSpPr>
          <p:nvPr/>
        </p:nvCxnSpPr>
        <p:spPr>
          <a:xfrm>
            <a:off x="12431210" y="-62725"/>
            <a:ext cx="0" cy="291973"/>
          </a:xfrm>
          <a:prstGeom prst="straightConnector1">
            <a:avLst/>
          </a:prstGeom>
          <a:ln>
            <a:solidFill>
              <a:srgbClr val="6633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B283ACF7-8834-991E-E05B-1039E27605B5}"/>
              </a:ext>
            </a:extLst>
          </p:cNvPr>
          <p:cNvSpPr/>
          <p:nvPr/>
        </p:nvSpPr>
        <p:spPr>
          <a:xfrm>
            <a:off x="11281478" y="275324"/>
            <a:ext cx="2299464" cy="356735"/>
          </a:xfrm>
          <a:prstGeom prst="roundRect">
            <a:avLst/>
          </a:prstGeom>
          <a:solidFill>
            <a:srgbClr val="6633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(2)  |   T: (2) |  DS : [ 2 ]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9CA34E5-80DD-AF27-6BA7-7827A7ABF240}"/>
              </a:ext>
            </a:extLst>
          </p:cNvPr>
          <p:cNvCxnSpPr>
            <a:cxnSpLocks/>
          </p:cNvCxnSpPr>
          <p:nvPr/>
        </p:nvCxnSpPr>
        <p:spPr>
          <a:xfrm>
            <a:off x="12431210" y="741457"/>
            <a:ext cx="0" cy="291973"/>
          </a:xfrm>
          <a:prstGeom prst="straightConnector1">
            <a:avLst/>
          </a:prstGeom>
          <a:ln>
            <a:solidFill>
              <a:srgbClr val="6633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6B694E8-208D-700B-8882-72D9329DFE6B}"/>
              </a:ext>
            </a:extLst>
          </p:cNvPr>
          <p:cNvSpPr/>
          <p:nvPr/>
        </p:nvSpPr>
        <p:spPr>
          <a:xfrm>
            <a:off x="11140033" y="1143506"/>
            <a:ext cx="2473243" cy="324280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(3)  |   T: (0) |  DS : [ 2,2 ]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A9C8D55-ABD8-8CAE-5CB2-26EA3241B98E}"/>
              </a:ext>
            </a:extLst>
          </p:cNvPr>
          <p:cNvCxnSpPr>
            <a:cxnSpLocks/>
          </p:cNvCxnSpPr>
          <p:nvPr/>
        </p:nvCxnSpPr>
        <p:spPr>
          <a:xfrm flipV="1">
            <a:off x="12822824" y="736187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FE8F942-A5B7-12AA-F844-1D44A3614C8D}"/>
              </a:ext>
            </a:extLst>
          </p:cNvPr>
          <p:cNvCxnSpPr>
            <a:cxnSpLocks/>
          </p:cNvCxnSpPr>
          <p:nvPr/>
        </p:nvCxnSpPr>
        <p:spPr>
          <a:xfrm>
            <a:off x="13613276" y="60959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1B859D7-3490-01C0-AB00-458C9E749FC2}"/>
              </a:ext>
            </a:extLst>
          </p:cNvPr>
          <p:cNvCxnSpPr>
            <a:cxnSpLocks/>
          </p:cNvCxnSpPr>
          <p:nvPr/>
        </p:nvCxnSpPr>
        <p:spPr>
          <a:xfrm>
            <a:off x="14064005" y="616547"/>
            <a:ext cx="0" cy="1752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E217FA42-C58E-3F0A-48BA-7F0BFFC97D98}"/>
              </a:ext>
            </a:extLst>
          </p:cNvPr>
          <p:cNvSpPr/>
          <p:nvPr/>
        </p:nvSpPr>
        <p:spPr>
          <a:xfrm>
            <a:off x="12604323" y="-3103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FF96A945-648E-91A4-BAF0-B53D743230A5}"/>
              </a:ext>
            </a:extLst>
          </p:cNvPr>
          <p:cNvSpPr/>
          <p:nvPr/>
        </p:nvSpPr>
        <p:spPr>
          <a:xfrm rot="4594443">
            <a:off x="13237010" y="-101420"/>
            <a:ext cx="663184" cy="641845"/>
          </a:xfrm>
          <a:prstGeom prst="arc">
            <a:avLst/>
          </a:prstGeom>
          <a:ln w="19050" cap="flat" cmpd="sng" algn="ctr">
            <a:solidFill>
              <a:srgbClr val="6633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7B55E0C7-BA40-E6F4-0CB9-60D6B5A91145}"/>
              </a:ext>
            </a:extLst>
          </p:cNvPr>
          <p:cNvSpPr/>
          <p:nvPr/>
        </p:nvSpPr>
        <p:spPr>
          <a:xfrm>
            <a:off x="12004761" y="2417875"/>
            <a:ext cx="2473243" cy="324280"/>
          </a:xfrm>
          <a:prstGeom prst="roundRect">
            <a:avLst/>
          </a:prstGeom>
          <a:solidFill>
            <a:srgbClr val="6633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(3)  |   T: (0) |  DS : [ 2,2 ]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E852BEEA-D9EF-C883-721E-23005E24D52A}"/>
              </a:ext>
            </a:extLst>
          </p:cNvPr>
          <p:cNvSpPr/>
          <p:nvPr/>
        </p:nvSpPr>
        <p:spPr>
          <a:xfrm>
            <a:off x="11651248" y="211208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(2-2) </a:t>
            </a:r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A3F1A980-724C-6E63-46D3-D5AEBFB7FF96}"/>
              </a:ext>
            </a:extLst>
          </p:cNvPr>
          <p:cNvSpPr/>
          <p:nvPr/>
        </p:nvSpPr>
        <p:spPr>
          <a:xfrm rot="11582240">
            <a:off x="11709606" y="2113477"/>
            <a:ext cx="663184" cy="641845"/>
          </a:xfrm>
          <a:prstGeom prst="arc">
            <a:avLst/>
          </a:prstGeom>
          <a:ln w="19050" cap="flat" cmpd="sng" algn="ctr">
            <a:solidFill>
              <a:srgbClr val="6633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2A87D8A2-E97C-BBDC-A74A-F7E448299FDE}"/>
              </a:ext>
            </a:extLst>
          </p:cNvPr>
          <p:cNvSpPr/>
          <p:nvPr/>
        </p:nvSpPr>
        <p:spPr>
          <a:xfrm>
            <a:off x="12473427" y="2741527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B8DB552-1857-BB54-9ED1-90F5C47026EE}"/>
              </a:ext>
            </a:extLst>
          </p:cNvPr>
          <p:cNvCxnSpPr>
            <a:cxnSpLocks/>
          </p:cNvCxnSpPr>
          <p:nvPr/>
        </p:nvCxnSpPr>
        <p:spPr>
          <a:xfrm>
            <a:off x="7407474" y="-231131"/>
            <a:ext cx="856558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2737B23-ED20-4805-BAA2-7F8000E23079}"/>
              </a:ext>
            </a:extLst>
          </p:cNvPr>
          <p:cNvCxnSpPr>
            <a:cxnSpLocks/>
          </p:cNvCxnSpPr>
          <p:nvPr/>
        </p:nvCxnSpPr>
        <p:spPr>
          <a:xfrm>
            <a:off x="15974992" y="-230731"/>
            <a:ext cx="0" cy="29197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2445133-7DC3-8EEF-504A-9323B9472AAF}"/>
              </a:ext>
            </a:extLst>
          </p:cNvPr>
          <p:cNvSpPr/>
          <p:nvPr/>
        </p:nvSpPr>
        <p:spPr>
          <a:xfrm>
            <a:off x="14824513" y="114011"/>
            <a:ext cx="2299464" cy="356735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(3)  |   T: (2) |  DS : [ 2 ]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394420E0-0AB1-A3F2-7302-7D761EC4FCFB}"/>
              </a:ext>
            </a:extLst>
          </p:cNvPr>
          <p:cNvSpPr/>
          <p:nvPr/>
        </p:nvSpPr>
        <p:spPr>
          <a:xfrm>
            <a:off x="16192982" y="-20242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D32145A5-2A46-2C2E-7967-DA2808A9E278}"/>
              </a:ext>
            </a:extLst>
          </p:cNvPr>
          <p:cNvSpPr/>
          <p:nvPr/>
        </p:nvSpPr>
        <p:spPr>
          <a:xfrm rot="4978990">
            <a:off x="16799993" y="-237661"/>
            <a:ext cx="663184" cy="641845"/>
          </a:xfrm>
          <a:prstGeom prst="arc">
            <a:avLst/>
          </a:prstGeom>
          <a:ln w="19050" cap="flat" cmpd="sng" algn="ctr">
            <a:solidFill>
              <a:schemeClr val="accent5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853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577C1-A3DE-BE20-E609-1EF861C08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7CE6CB-F735-8375-BF2B-2CC156843293}"/>
              </a:ext>
            </a:extLst>
          </p:cNvPr>
          <p:cNvSpPr/>
          <p:nvPr/>
        </p:nvSpPr>
        <p:spPr>
          <a:xfrm>
            <a:off x="-2361236" y="-619760"/>
            <a:ext cx="20603516" cy="8196072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AF570D-ED40-AB5D-4BD4-BCB43B2239FD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7BAA1-A7AC-A2E5-FAD2-AB918A35B9E6}"/>
              </a:ext>
            </a:extLst>
          </p:cNvPr>
          <p:cNvSpPr txBox="1"/>
          <p:nvPr/>
        </p:nvSpPr>
        <p:spPr>
          <a:xfrm>
            <a:off x="4295248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14B64-0E30-5C75-3BF7-AF8709F4ED61}"/>
              </a:ext>
            </a:extLst>
          </p:cNvPr>
          <p:cNvSpPr txBox="1"/>
          <p:nvPr/>
        </p:nvSpPr>
        <p:spPr>
          <a:xfrm>
            <a:off x="3756113" y="-228209"/>
            <a:ext cx="4913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1    1     2      2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578CD07E-ED0A-B45A-A9DF-A4E32104E36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1171" y="-60298"/>
            <a:ext cx="2635168" cy="65482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7CA001-4B67-F582-8592-3ADD1019AE88}"/>
              </a:ext>
            </a:extLst>
          </p:cNvPr>
          <p:cNvSpPr/>
          <p:nvPr/>
        </p:nvSpPr>
        <p:spPr>
          <a:xfrm>
            <a:off x="-1315616" y="416163"/>
            <a:ext cx="2299464" cy="35673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(3) |  DS : [ 1 ]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574171-26E6-2363-12AB-D8F670CA3152}"/>
              </a:ext>
            </a:extLst>
          </p:cNvPr>
          <p:cNvSpPr/>
          <p:nvPr/>
        </p:nvSpPr>
        <p:spPr>
          <a:xfrm>
            <a:off x="-2215885" y="11401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(0)  |   T: (4-1) 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877D47BE-8A19-3CC4-4490-86B62219FCFE}"/>
              </a:ext>
            </a:extLst>
          </p:cNvPr>
          <p:cNvSpPr/>
          <p:nvPr/>
        </p:nvSpPr>
        <p:spPr>
          <a:xfrm rot="10649572">
            <a:off x="-1991573" y="87845"/>
            <a:ext cx="1097267" cy="694944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6651C3-8E70-FCE3-E30F-DBA57E759379}"/>
              </a:ext>
            </a:extLst>
          </p:cNvPr>
          <p:cNvSpPr/>
          <p:nvPr/>
        </p:nvSpPr>
        <p:spPr>
          <a:xfrm>
            <a:off x="-1315615" y="1226917"/>
            <a:ext cx="2426782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[1,1]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4F54E5-5215-F279-8196-DEE82487A05B}"/>
              </a:ext>
            </a:extLst>
          </p:cNvPr>
          <p:cNvCxnSpPr>
            <a:cxnSpLocks/>
          </p:cNvCxnSpPr>
          <p:nvPr/>
        </p:nvCxnSpPr>
        <p:spPr>
          <a:xfrm>
            <a:off x="-544009" y="853921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8A8187-2921-C8E1-012B-E8FB8AD70336}"/>
              </a:ext>
            </a:extLst>
          </p:cNvPr>
          <p:cNvSpPr/>
          <p:nvPr/>
        </p:nvSpPr>
        <p:spPr>
          <a:xfrm>
            <a:off x="-2215885" y="92140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46BC5110-59B6-D708-B172-C90AA1E325CC}"/>
              </a:ext>
            </a:extLst>
          </p:cNvPr>
          <p:cNvSpPr/>
          <p:nvPr/>
        </p:nvSpPr>
        <p:spPr>
          <a:xfrm rot="10649572">
            <a:off x="-1812009" y="91639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F7A895-9FA2-CA44-A6E7-ECA0653A6D01}"/>
              </a:ext>
            </a:extLst>
          </p:cNvPr>
          <p:cNvCxnSpPr>
            <a:cxnSpLocks/>
          </p:cNvCxnSpPr>
          <p:nvPr/>
        </p:nvCxnSpPr>
        <p:spPr>
          <a:xfrm>
            <a:off x="-544009" y="1735526"/>
            <a:ext cx="0" cy="29197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A2E4B1A-BCE4-C722-0082-205ACB68E1B9}"/>
              </a:ext>
            </a:extLst>
          </p:cNvPr>
          <p:cNvSpPr/>
          <p:nvPr/>
        </p:nvSpPr>
        <p:spPr>
          <a:xfrm>
            <a:off x="-1400533" y="2118521"/>
            <a:ext cx="2511700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0C3254A-6493-5F36-56B8-3AB55B8C1CF6}"/>
              </a:ext>
            </a:extLst>
          </p:cNvPr>
          <p:cNvSpPr/>
          <p:nvPr/>
        </p:nvSpPr>
        <p:spPr>
          <a:xfrm>
            <a:off x="-2215885" y="1779208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(2-2)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90299F05-7720-BC2A-4237-59D7B2FEC831}"/>
              </a:ext>
            </a:extLst>
          </p:cNvPr>
          <p:cNvSpPr/>
          <p:nvPr/>
        </p:nvSpPr>
        <p:spPr>
          <a:xfrm rot="10649572">
            <a:off x="-1831263" y="1705530"/>
            <a:ext cx="663184" cy="641845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C081AC4-D492-3452-C7BB-9FA224A4A1B5}"/>
              </a:ext>
            </a:extLst>
          </p:cNvPr>
          <p:cNvCxnSpPr>
            <a:cxnSpLocks/>
          </p:cNvCxnSpPr>
          <p:nvPr/>
        </p:nvCxnSpPr>
        <p:spPr>
          <a:xfrm flipV="1">
            <a:off x="318308" y="173552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D144AC-F978-AAE0-A5B7-024D9692FF39}"/>
              </a:ext>
            </a:extLst>
          </p:cNvPr>
          <p:cNvCxnSpPr>
            <a:cxnSpLocks/>
          </p:cNvCxnSpPr>
          <p:nvPr/>
        </p:nvCxnSpPr>
        <p:spPr>
          <a:xfrm>
            <a:off x="1216025" y="145841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407DDF-D7B4-2034-55ED-9E5E92263565}"/>
              </a:ext>
            </a:extLst>
          </p:cNvPr>
          <p:cNvCxnSpPr>
            <a:cxnSpLocks/>
          </p:cNvCxnSpPr>
          <p:nvPr/>
        </p:nvCxnSpPr>
        <p:spPr>
          <a:xfrm>
            <a:off x="1666754" y="1458411"/>
            <a:ext cx="0" cy="2882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63831B2-A537-B1A1-59DC-FB1CAF176A03}"/>
              </a:ext>
            </a:extLst>
          </p:cNvPr>
          <p:cNvSpPr/>
          <p:nvPr/>
        </p:nvSpPr>
        <p:spPr>
          <a:xfrm>
            <a:off x="368445" y="4431529"/>
            <a:ext cx="2511700" cy="40353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[1,1,2]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EB10711-3DF8-C396-4777-B54E5F64BB10}"/>
              </a:ext>
            </a:extLst>
          </p:cNvPr>
          <p:cNvSpPr/>
          <p:nvPr/>
        </p:nvSpPr>
        <p:spPr>
          <a:xfrm>
            <a:off x="-381506" y="4124023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B5D5143D-EF67-BEB3-38C0-F17BE0FF1935}"/>
              </a:ext>
            </a:extLst>
          </p:cNvPr>
          <p:cNvSpPr/>
          <p:nvPr/>
        </p:nvSpPr>
        <p:spPr>
          <a:xfrm rot="10649572">
            <a:off x="18760" y="4021272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FABBFD5-10C7-63FF-E254-5BA7F3BE2D9A}"/>
              </a:ext>
            </a:extLst>
          </p:cNvPr>
          <p:cNvSpPr/>
          <p:nvPr/>
        </p:nvSpPr>
        <p:spPr>
          <a:xfrm>
            <a:off x="826388" y="483506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BE87EE-B56D-8689-9ADA-E805426C3923}"/>
              </a:ext>
            </a:extLst>
          </p:cNvPr>
          <p:cNvCxnSpPr>
            <a:cxnSpLocks/>
          </p:cNvCxnSpPr>
          <p:nvPr/>
        </p:nvCxnSpPr>
        <p:spPr>
          <a:xfrm flipV="1">
            <a:off x="318308" y="853921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7C9F0BA-32F4-F053-E68B-D48DD1252626}"/>
              </a:ext>
            </a:extLst>
          </p:cNvPr>
          <p:cNvCxnSpPr>
            <a:cxnSpLocks/>
          </p:cNvCxnSpPr>
          <p:nvPr/>
        </p:nvCxnSpPr>
        <p:spPr>
          <a:xfrm>
            <a:off x="1100254" y="754284"/>
            <a:ext cx="206231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A9C90DC-CA26-8B0A-319B-63C25B07B5B1}"/>
              </a:ext>
            </a:extLst>
          </p:cNvPr>
          <p:cNvCxnSpPr>
            <a:cxnSpLocks/>
          </p:cNvCxnSpPr>
          <p:nvPr/>
        </p:nvCxnSpPr>
        <p:spPr>
          <a:xfrm flipH="1">
            <a:off x="3159642" y="741457"/>
            <a:ext cx="1951" cy="716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7A981AC-90F4-6DD2-83D4-C15F82E07F19}"/>
              </a:ext>
            </a:extLst>
          </p:cNvPr>
          <p:cNvSpPr/>
          <p:nvPr/>
        </p:nvSpPr>
        <p:spPr>
          <a:xfrm>
            <a:off x="2008390" y="1515748"/>
            <a:ext cx="2447861" cy="346197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(2) |  DS : [ 1,1 ]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93007FB-3AE5-076B-5094-F79E5C73570A}"/>
              </a:ext>
            </a:extLst>
          </p:cNvPr>
          <p:cNvSpPr/>
          <p:nvPr/>
        </p:nvSpPr>
        <p:spPr>
          <a:xfrm>
            <a:off x="3474169" y="118940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(3-1) 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205CB3C1-A9B5-DC56-F93F-E914D897F5A8}"/>
              </a:ext>
            </a:extLst>
          </p:cNvPr>
          <p:cNvSpPr/>
          <p:nvPr/>
        </p:nvSpPr>
        <p:spPr>
          <a:xfrm rot="4469145">
            <a:off x="4125147" y="11221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E2DA687-05C4-C6DF-391C-26B4172E2D18}"/>
              </a:ext>
            </a:extLst>
          </p:cNvPr>
          <p:cNvCxnSpPr>
            <a:cxnSpLocks/>
          </p:cNvCxnSpPr>
          <p:nvPr/>
        </p:nvCxnSpPr>
        <p:spPr>
          <a:xfrm>
            <a:off x="3161593" y="1968575"/>
            <a:ext cx="0" cy="392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5FF2597-E265-1BFA-86F6-8A54DEAC6CC5}"/>
              </a:ext>
            </a:extLst>
          </p:cNvPr>
          <p:cNvSpPr/>
          <p:nvPr/>
        </p:nvSpPr>
        <p:spPr>
          <a:xfrm>
            <a:off x="1886675" y="2467301"/>
            <a:ext cx="2601193" cy="29780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(0) |  DS : [ 1,1,2 ]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8F0B67C-4118-9388-EE09-B7FAD77F9F97}"/>
              </a:ext>
            </a:extLst>
          </p:cNvPr>
          <p:cNvSpPr/>
          <p:nvPr/>
        </p:nvSpPr>
        <p:spPr>
          <a:xfrm>
            <a:off x="3468660" y="2208597"/>
            <a:ext cx="1180311" cy="19055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9D24206E-0A7F-5236-9EDB-DE311CE3D7B8}"/>
              </a:ext>
            </a:extLst>
          </p:cNvPr>
          <p:cNvSpPr/>
          <p:nvPr/>
        </p:nvSpPr>
        <p:spPr>
          <a:xfrm rot="4469145">
            <a:off x="4095292" y="2061047"/>
            <a:ext cx="663184" cy="641845"/>
          </a:xfrm>
          <a:prstGeom prst="arc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1A81336-A53E-C778-F977-00EF7890429E}"/>
              </a:ext>
            </a:extLst>
          </p:cNvPr>
          <p:cNvSpPr/>
          <p:nvPr/>
        </p:nvSpPr>
        <p:spPr>
          <a:xfrm>
            <a:off x="2389364" y="2765106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AB5E572-0713-82D8-2251-27A7C2058992}"/>
              </a:ext>
            </a:extLst>
          </p:cNvPr>
          <p:cNvCxnSpPr>
            <a:cxnSpLocks/>
          </p:cNvCxnSpPr>
          <p:nvPr/>
        </p:nvCxnSpPr>
        <p:spPr>
          <a:xfrm>
            <a:off x="5807678" y="428941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A86A93D-8B08-F85C-81B6-37FC68177375}"/>
              </a:ext>
            </a:extLst>
          </p:cNvPr>
          <p:cNvSpPr/>
          <p:nvPr/>
        </p:nvSpPr>
        <p:spPr>
          <a:xfrm>
            <a:off x="5173415" y="946974"/>
            <a:ext cx="229946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T: (3) |  DS : [ 1 ]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48C36B4-12C5-F6CA-6E6E-A80160927B27}"/>
              </a:ext>
            </a:extLst>
          </p:cNvPr>
          <p:cNvSpPr/>
          <p:nvPr/>
        </p:nvSpPr>
        <p:spPr>
          <a:xfrm>
            <a:off x="6469216" y="62117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T: (4-1) 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12B07A03-D9EF-3637-AF79-CF0A909FF7B1}"/>
              </a:ext>
            </a:extLst>
          </p:cNvPr>
          <p:cNvSpPr/>
          <p:nvPr/>
        </p:nvSpPr>
        <p:spPr>
          <a:xfrm rot="4469145">
            <a:off x="7112872" y="53404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EBE17F-925F-F508-953C-2410CED564C3}"/>
              </a:ext>
            </a:extLst>
          </p:cNvPr>
          <p:cNvCxnSpPr>
            <a:cxnSpLocks/>
          </p:cNvCxnSpPr>
          <p:nvPr/>
        </p:nvCxnSpPr>
        <p:spPr>
          <a:xfrm>
            <a:off x="5807678" y="1412287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AB4B94F-E261-FEEF-8506-8A479169F9AE}"/>
              </a:ext>
            </a:extLst>
          </p:cNvPr>
          <p:cNvSpPr/>
          <p:nvPr/>
        </p:nvSpPr>
        <p:spPr>
          <a:xfrm>
            <a:off x="5044545" y="1940153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0760E93-4E3D-C1F4-D693-88D7C0A1B502}"/>
              </a:ext>
            </a:extLst>
          </p:cNvPr>
          <p:cNvSpPr/>
          <p:nvPr/>
        </p:nvSpPr>
        <p:spPr>
          <a:xfrm>
            <a:off x="6530952" y="16086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EF124DCC-E892-A914-1D84-DAE5BD9C0F82}"/>
              </a:ext>
            </a:extLst>
          </p:cNvPr>
          <p:cNvSpPr/>
          <p:nvPr/>
        </p:nvSpPr>
        <p:spPr>
          <a:xfrm rot="4714836">
            <a:off x="7143602" y="1542840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91D903F-787E-5504-87D6-4ED6690CCDDD}"/>
              </a:ext>
            </a:extLst>
          </p:cNvPr>
          <p:cNvCxnSpPr>
            <a:cxnSpLocks/>
          </p:cNvCxnSpPr>
          <p:nvPr/>
        </p:nvCxnSpPr>
        <p:spPr>
          <a:xfrm>
            <a:off x="5807678" y="2373692"/>
            <a:ext cx="0" cy="424980"/>
          </a:xfrm>
          <a:prstGeom prst="straightConnector1">
            <a:avLst/>
          </a:prstGeom>
          <a:ln>
            <a:solidFill>
              <a:srgbClr val="294287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3C9EC3F-6E2C-C965-BF54-862CB73F619E}"/>
              </a:ext>
            </a:extLst>
          </p:cNvPr>
          <p:cNvSpPr/>
          <p:nvPr/>
        </p:nvSpPr>
        <p:spPr>
          <a:xfrm>
            <a:off x="4824807" y="2864124"/>
            <a:ext cx="2507845" cy="42498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F82D120-48E5-8DE0-7BDD-074886E89B9E}"/>
              </a:ext>
            </a:extLst>
          </p:cNvPr>
          <p:cNvSpPr/>
          <p:nvPr/>
        </p:nvSpPr>
        <p:spPr>
          <a:xfrm>
            <a:off x="6504816" y="2522058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E3D1527F-5C2F-8C36-74B2-36183759B0B8}"/>
              </a:ext>
            </a:extLst>
          </p:cNvPr>
          <p:cNvSpPr/>
          <p:nvPr/>
        </p:nvSpPr>
        <p:spPr>
          <a:xfrm rot="5400000">
            <a:off x="7058285" y="2565468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A20D61C-29A1-CD36-34F4-253FBAD1E204}"/>
              </a:ext>
            </a:extLst>
          </p:cNvPr>
          <p:cNvCxnSpPr>
            <a:cxnSpLocks/>
          </p:cNvCxnSpPr>
          <p:nvPr/>
        </p:nvCxnSpPr>
        <p:spPr>
          <a:xfrm flipV="1">
            <a:off x="6200176" y="2428729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F282FBE-4B88-5770-4B98-CD494E8D2238}"/>
              </a:ext>
            </a:extLst>
          </p:cNvPr>
          <p:cNvCxnSpPr>
            <a:cxnSpLocks/>
          </p:cNvCxnSpPr>
          <p:nvPr/>
        </p:nvCxnSpPr>
        <p:spPr>
          <a:xfrm>
            <a:off x="7560880" y="2254877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7F2EEF8-7F4C-6761-ADEB-0CF0FCC0309E}"/>
              </a:ext>
            </a:extLst>
          </p:cNvPr>
          <p:cNvCxnSpPr>
            <a:cxnSpLocks/>
          </p:cNvCxnSpPr>
          <p:nvPr/>
        </p:nvCxnSpPr>
        <p:spPr>
          <a:xfrm>
            <a:off x="8011609" y="2254877"/>
            <a:ext cx="0" cy="1752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9DBDD6D8-BA36-97B7-2048-34FB313C9270}"/>
              </a:ext>
            </a:extLst>
          </p:cNvPr>
          <p:cNvSpPr/>
          <p:nvPr/>
        </p:nvSpPr>
        <p:spPr>
          <a:xfrm>
            <a:off x="6258712" y="4108952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(1) |  DS : [ 1,2 ]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5D1E71F-8C2E-0BD1-9527-A348986A6BD2}"/>
              </a:ext>
            </a:extLst>
          </p:cNvPr>
          <p:cNvSpPr/>
          <p:nvPr/>
        </p:nvSpPr>
        <p:spPr>
          <a:xfrm>
            <a:off x="5559174" y="379034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261B906E-4523-4146-4A0D-F5C1A0CE55A8}"/>
              </a:ext>
            </a:extLst>
          </p:cNvPr>
          <p:cNvSpPr/>
          <p:nvPr/>
        </p:nvSpPr>
        <p:spPr>
          <a:xfrm rot="10556446">
            <a:off x="5817738" y="3758666"/>
            <a:ext cx="663184" cy="641845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A2A979-B044-AC73-7329-2C3870B68CD6}"/>
              </a:ext>
            </a:extLst>
          </p:cNvPr>
          <p:cNvCxnSpPr>
            <a:cxnSpLocks/>
          </p:cNvCxnSpPr>
          <p:nvPr/>
        </p:nvCxnSpPr>
        <p:spPr>
          <a:xfrm flipV="1">
            <a:off x="6200176" y="1467786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2721277-73C7-05AB-128E-F1D4E503EB21}"/>
              </a:ext>
            </a:extLst>
          </p:cNvPr>
          <p:cNvCxnSpPr>
            <a:cxnSpLocks/>
          </p:cNvCxnSpPr>
          <p:nvPr/>
        </p:nvCxnSpPr>
        <p:spPr>
          <a:xfrm>
            <a:off x="7551608" y="1260319"/>
            <a:ext cx="1428792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10AC92F-5071-8F87-2630-7FCB50041B84}"/>
              </a:ext>
            </a:extLst>
          </p:cNvPr>
          <p:cNvCxnSpPr>
            <a:cxnSpLocks/>
          </p:cNvCxnSpPr>
          <p:nvPr/>
        </p:nvCxnSpPr>
        <p:spPr>
          <a:xfrm>
            <a:off x="8980400" y="1260319"/>
            <a:ext cx="0" cy="370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24A1FD5-3718-71DC-2C9D-90B200A77C11}"/>
              </a:ext>
            </a:extLst>
          </p:cNvPr>
          <p:cNvSpPr/>
          <p:nvPr/>
        </p:nvSpPr>
        <p:spPr>
          <a:xfrm>
            <a:off x="7936093" y="1683577"/>
            <a:ext cx="2428334" cy="356735"/>
          </a:xfrm>
          <a:prstGeom prst="roundRect">
            <a:avLst/>
          </a:prstGeom>
          <a:solidFill>
            <a:srgbClr val="29428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T: (1) |  DS : [ 1,2 ]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10A995E-B105-CB77-B124-F676D7FD382A}"/>
              </a:ext>
            </a:extLst>
          </p:cNvPr>
          <p:cNvSpPr/>
          <p:nvPr/>
        </p:nvSpPr>
        <p:spPr>
          <a:xfrm>
            <a:off x="9592976" y="138006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(3-2) 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A3931B42-5F8C-3385-0DBE-EF616DDE39C1}"/>
              </a:ext>
            </a:extLst>
          </p:cNvPr>
          <p:cNvSpPr/>
          <p:nvPr/>
        </p:nvSpPr>
        <p:spPr>
          <a:xfrm rot="5804947">
            <a:off x="10121802" y="1359016"/>
            <a:ext cx="663184" cy="641845"/>
          </a:xfrm>
          <a:prstGeom prst="arc">
            <a:avLst/>
          </a:prstGeom>
          <a:ln w="19050" cap="flat" cmpd="sng" algn="ctr">
            <a:solidFill>
              <a:srgbClr val="294287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00C2E56-AB63-5ED7-D8D5-AA238275933A}"/>
              </a:ext>
            </a:extLst>
          </p:cNvPr>
          <p:cNvCxnSpPr>
            <a:cxnSpLocks/>
          </p:cNvCxnSpPr>
          <p:nvPr/>
        </p:nvCxnSpPr>
        <p:spPr>
          <a:xfrm>
            <a:off x="8980775" y="2118521"/>
            <a:ext cx="0" cy="310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DD0CF70-CA5F-2B9C-A556-CB09A8FA4D87}"/>
              </a:ext>
            </a:extLst>
          </p:cNvPr>
          <p:cNvSpPr/>
          <p:nvPr/>
        </p:nvSpPr>
        <p:spPr>
          <a:xfrm>
            <a:off x="9745561" y="2221556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(1-2) 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2B3A9D6-35BD-EBB6-7E68-F1B8A3564402}"/>
              </a:ext>
            </a:extLst>
          </p:cNvPr>
          <p:cNvSpPr/>
          <p:nvPr/>
        </p:nvSpPr>
        <p:spPr>
          <a:xfrm>
            <a:off x="8274938" y="2518735"/>
            <a:ext cx="2498644" cy="31020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 T: (-1) |  DS : [ 1,2 ]</a:t>
            </a: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6B2AD4CB-80AD-FA75-3A8F-D5A7360AA949}"/>
              </a:ext>
            </a:extLst>
          </p:cNvPr>
          <p:cNvSpPr/>
          <p:nvPr/>
        </p:nvSpPr>
        <p:spPr>
          <a:xfrm rot="5400000">
            <a:off x="10535935" y="2226926"/>
            <a:ext cx="555489" cy="446460"/>
          </a:xfrm>
          <a:prstGeom prst="arc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1545922-FA7A-1DBF-DDA8-0FCEB1635CD1}"/>
              </a:ext>
            </a:extLst>
          </p:cNvPr>
          <p:cNvCxnSpPr>
            <a:cxnSpLocks/>
          </p:cNvCxnSpPr>
          <p:nvPr/>
        </p:nvCxnSpPr>
        <p:spPr>
          <a:xfrm>
            <a:off x="7407474" y="-62725"/>
            <a:ext cx="5023736" cy="0"/>
          </a:xfrm>
          <a:prstGeom prst="line">
            <a:avLst/>
          </a:prstGeom>
          <a:ln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F07FBE8-3B69-35E7-0643-35DACE2B7E0B}"/>
              </a:ext>
            </a:extLst>
          </p:cNvPr>
          <p:cNvCxnSpPr>
            <a:cxnSpLocks/>
          </p:cNvCxnSpPr>
          <p:nvPr/>
        </p:nvCxnSpPr>
        <p:spPr>
          <a:xfrm>
            <a:off x="12431210" y="-62725"/>
            <a:ext cx="0" cy="291973"/>
          </a:xfrm>
          <a:prstGeom prst="straightConnector1">
            <a:avLst/>
          </a:prstGeom>
          <a:ln>
            <a:solidFill>
              <a:srgbClr val="6633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B5D9F98B-DF2E-AF69-E756-AAB2BA45D734}"/>
              </a:ext>
            </a:extLst>
          </p:cNvPr>
          <p:cNvSpPr/>
          <p:nvPr/>
        </p:nvSpPr>
        <p:spPr>
          <a:xfrm>
            <a:off x="11281478" y="275324"/>
            <a:ext cx="2299464" cy="356735"/>
          </a:xfrm>
          <a:prstGeom prst="roundRect">
            <a:avLst/>
          </a:prstGeom>
          <a:solidFill>
            <a:srgbClr val="6633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(2)  |   T: (2) |  DS : [ 2 ]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70CDA23-4E87-9E75-5D90-22DAFB2F85F0}"/>
              </a:ext>
            </a:extLst>
          </p:cNvPr>
          <p:cNvCxnSpPr>
            <a:cxnSpLocks/>
          </p:cNvCxnSpPr>
          <p:nvPr/>
        </p:nvCxnSpPr>
        <p:spPr>
          <a:xfrm>
            <a:off x="12431210" y="741457"/>
            <a:ext cx="0" cy="291973"/>
          </a:xfrm>
          <a:prstGeom prst="straightConnector1">
            <a:avLst/>
          </a:prstGeom>
          <a:ln>
            <a:solidFill>
              <a:srgbClr val="6633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11AD159-AB1F-7F52-593B-F33E5D845D60}"/>
              </a:ext>
            </a:extLst>
          </p:cNvPr>
          <p:cNvSpPr/>
          <p:nvPr/>
        </p:nvSpPr>
        <p:spPr>
          <a:xfrm>
            <a:off x="11140033" y="1143506"/>
            <a:ext cx="2473243" cy="324280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(3)  |   T: (0) |  DS : [ 2,2 ]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8DBFB57-8616-DD02-673D-F9BBBBAAFE15}"/>
              </a:ext>
            </a:extLst>
          </p:cNvPr>
          <p:cNvCxnSpPr>
            <a:cxnSpLocks/>
          </p:cNvCxnSpPr>
          <p:nvPr/>
        </p:nvCxnSpPr>
        <p:spPr>
          <a:xfrm flipV="1">
            <a:off x="12822824" y="736187"/>
            <a:ext cx="0" cy="31142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9631FB9-3C7E-7371-7081-5880381A9942}"/>
              </a:ext>
            </a:extLst>
          </p:cNvPr>
          <p:cNvCxnSpPr>
            <a:cxnSpLocks/>
          </p:cNvCxnSpPr>
          <p:nvPr/>
        </p:nvCxnSpPr>
        <p:spPr>
          <a:xfrm>
            <a:off x="13613276" y="609591"/>
            <a:ext cx="45072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CC3F37C-3149-60B3-D309-0D8393B66A7D}"/>
              </a:ext>
            </a:extLst>
          </p:cNvPr>
          <p:cNvCxnSpPr>
            <a:cxnSpLocks/>
          </p:cNvCxnSpPr>
          <p:nvPr/>
        </p:nvCxnSpPr>
        <p:spPr>
          <a:xfrm>
            <a:off x="14064005" y="616547"/>
            <a:ext cx="0" cy="1752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5174D85-0694-9022-356E-09101651D552}"/>
              </a:ext>
            </a:extLst>
          </p:cNvPr>
          <p:cNvSpPr/>
          <p:nvPr/>
        </p:nvSpPr>
        <p:spPr>
          <a:xfrm>
            <a:off x="12604323" y="-31039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E8DF64C7-C9FB-71C1-DC43-19AC4F32E2E1}"/>
              </a:ext>
            </a:extLst>
          </p:cNvPr>
          <p:cNvSpPr/>
          <p:nvPr/>
        </p:nvSpPr>
        <p:spPr>
          <a:xfrm rot="4594443">
            <a:off x="13237010" y="-101420"/>
            <a:ext cx="663184" cy="641845"/>
          </a:xfrm>
          <a:prstGeom prst="arc">
            <a:avLst/>
          </a:prstGeom>
          <a:ln w="19050" cap="flat" cmpd="sng" algn="ctr">
            <a:solidFill>
              <a:srgbClr val="6633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DE645E83-039E-00C5-F161-1F8D4013A80C}"/>
              </a:ext>
            </a:extLst>
          </p:cNvPr>
          <p:cNvSpPr/>
          <p:nvPr/>
        </p:nvSpPr>
        <p:spPr>
          <a:xfrm>
            <a:off x="12004761" y="2417875"/>
            <a:ext cx="2473243" cy="324280"/>
          </a:xfrm>
          <a:prstGeom prst="roundRect">
            <a:avLst/>
          </a:prstGeom>
          <a:solidFill>
            <a:srgbClr val="6633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(3)  |   T: (0) |  DS : [ 2,2 ]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E15952DD-05BB-1BF9-5D21-3877B9CA4C5D}"/>
              </a:ext>
            </a:extLst>
          </p:cNvPr>
          <p:cNvSpPr/>
          <p:nvPr/>
        </p:nvSpPr>
        <p:spPr>
          <a:xfrm>
            <a:off x="11651248" y="2112081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(3)  |   T: (2-2) </a:t>
            </a:r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EA49EEAC-B36F-66AA-080C-3F4F2DC4BAA3}"/>
              </a:ext>
            </a:extLst>
          </p:cNvPr>
          <p:cNvSpPr/>
          <p:nvPr/>
        </p:nvSpPr>
        <p:spPr>
          <a:xfrm rot="11582240">
            <a:off x="11709606" y="2113477"/>
            <a:ext cx="663184" cy="641845"/>
          </a:xfrm>
          <a:prstGeom prst="arc">
            <a:avLst/>
          </a:prstGeom>
          <a:ln w="19050" cap="flat" cmpd="sng" algn="ctr">
            <a:solidFill>
              <a:srgbClr val="6633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83DF13BF-C263-C195-3F78-50381A49EB4C}"/>
              </a:ext>
            </a:extLst>
          </p:cNvPr>
          <p:cNvSpPr/>
          <p:nvPr/>
        </p:nvSpPr>
        <p:spPr>
          <a:xfrm>
            <a:off x="12473427" y="2741527"/>
            <a:ext cx="1595813" cy="33508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Found Duplicate 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930C44C-0C14-9A87-E649-CCD3E40EEC31}"/>
              </a:ext>
            </a:extLst>
          </p:cNvPr>
          <p:cNvCxnSpPr>
            <a:cxnSpLocks/>
          </p:cNvCxnSpPr>
          <p:nvPr/>
        </p:nvCxnSpPr>
        <p:spPr>
          <a:xfrm>
            <a:off x="7407474" y="-231131"/>
            <a:ext cx="856558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0C880D2-3542-4B94-7E8B-CCF6E292B772}"/>
              </a:ext>
            </a:extLst>
          </p:cNvPr>
          <p:cNvCxnSpPr>
            <a:cxnSpLocks/>
          </p:cNvCxnSpPr>
          <p:nvPr/>
        </p:nvCxnSpPr>
        <p:spPr>
          <a:xfrm>
            <a:off x="15974992" y="-230731"/>
            <a:ext cx="0" cy="29197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6A1F08A-C1B9-15E4-930B-952230895A76}"/>
              </a:ext>
            </a:extLst>
          </p:cNvPr>
          <p:cNvSpPr/>
          <p:nvPr/>
        </p:nvSpPr>
        <p:spPr>
          <a:xfrm>
            <a:off x="14824513" y="114011"/>
            <a:ext cx="2299464" cy="356735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i : (3)  |   T: (2) |  DS : [ 2 ]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17C767D3-BA68-357C-5219-7A22C854C31C}"/>
              </a:ext>
            </a:extLst>
          </p:cNvPr>
          <p:cNvSpPr/>
          <p:nvPr/>
        </p:nvSpPr>
        <p:spPr>
          <a:xfrm>
            <a:off x="16192982" y="-202427"/>
            <a:ext cx="1180311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79C36F8F-1655-C87E-6FAB-74E21E7D5E54}"/>
              </a:ext>
            </a:extLst>
          </p:cNvPr>
          <p:cNvSpPr/>
          <p:nvPr/>
        </p:nvSpPr>
        <p:spPr>
          <a:xfrm rot="4978990">
            <a:off x="16799993" y="-237661"/>
            <a:ext cx="663184" cy="641845"/>
          </a:xfrm>
          <a:prstGeom prst="arc">
            <a:avLst/>
          </a:prstGeom>
          <a:ln w="19050" cap="flat" cmpd="sng" algn="ctr">
            <a:solidFill>
              <a:schemeClr val="accent5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FE75C88-1A71-B5ED-EBDA-E0FD971FD317}"/>
              </a:ext>
            </a:extLst>
          </p:cNvPr>
          <p:cNvSpPr txBox="1"/>
          <p:nvPr/>
        </p:nvSpPr>
        <p:spPr>
          <a:xfrm>
            <a:off x="7094971" y="5597681"/>
            <a:ext cx="2853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err="1">
                <a:solidFill>
                  <a:schemeClr val="bg2"/>
                </a:solidFill>
              </a:rPr>
              <a:t>OutPut</a:t>
            </a:r>
            <a:r>
              <a:rPr lang="en-IN" sz="3600" dirty="0">
                <a:solidFill>
                  <a:schemeClr val="bg2"/>
                </a:solidFill>
              </a:rPr>
              <a:t> :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5E9F2C7F-F550-39B5-9618-BA566B304EC6}"/>
              </a:ext>
            </a:extLst>
          </p:cNvPr>
          <p:cNvSpPr/>
          <p:nvPr/>
        </p:nvSpPr>
        <p:spPr>
          <a:xfrm>
            <a:off x="8921348" y="5707423"/>
            <a:ext cx="1343255" cy="40353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[1,1,2]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F9B4BBB3-0BDF-8F07-0664-BA6EBE78EF00}"/>
              </a:ext>
            </a:extLst>
          </p:cNvPr>
          <p:cNvSpPr/>
          <p:nvPr/>
        </p:nvSpPr>
        <p:spPr>
          <a:xfrm>
            <a:off x="8956118" y="6264824"/>
            <a:ext cx="1163202" cy="466133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DS : [ 2,2 ]</a:t>
            </a:r>
          </a:p>
        </p:txBody>
      </p:sp>
    </p:spTree>
    <p:extLst>
      <p:ext uri="{BB962C8B-B14F-4D97-AF65-F5344CB8AC3E}">
        <p14:creationId xmlns:p14="http://schemas.microsoft.com/office/powerpoint/2010/main" val="2483980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</TotalTime>
  <Words>4932</Words>
  <Application>Microsoft Office PowerPoint</Application>
  <PresentationFormat>Widescreen</PresentationFormat>
  <Paragraphs>413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2</cp:revision>
  <dcterms:created xsi:type="dcterms:W3CDTF">2025-11-03T11:00:42Z</dcterms:created>
  <dcterms:modified xsi:type="dcterms:W3CDTF">2025-11-04T05:28:31Z</dcterms:modified>
</cp:coreProperties>
</file>