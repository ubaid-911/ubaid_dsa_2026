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1" r:id="rId44"/>
    <p:sldId id="300" r:id="rId45"/>
    <p:sldId id="302" r:id="rId46"/>
    <p:sldId id="303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D2605-6C6F-4CD8-9BD4-452E2D1D8A5D}" v="117" dt="2025-10-26T05:39:36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1454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 sldOrd">
      <pc:chgData name="UBAID QURESHI" userId="dd4ae95d8f7c04fe" providerId="LiveId" clId="{AF920071-46B6-4E4C-A6D8-3E93B456AF12}" dt="2025-10-26T05:39:40.153" v="423" actId="1076"/>
      <pc:docMkLst>
        <pc:docMk/>
      </pc:docMkLst>
      <pc:sldChg chg="addSp delSp modSp mod">
        <pc:chgData name="UBAID QURESHI" userId="dd4ae95d8f7c04fe" providerId="LiveId" clId="{AF920071-46B6-4E4C-A6D8-3E93B456AF12}" dt="2025-10-26T03:05:25.335" v="55" actId="1076"/>
        <pc:sldMkLst>
          <pc:docMk/>
          <pc:sldMk cId="2701535539" sldId="258"/>
        </pc:sldMkLst>
        <pc:spChg chg="add mod">
          <ac:chgData name="UBAID QURESHI" userId="dd4ae95d8f7c04fe" providerId="LiveId" clId="{AF920071-46B6-4E4C-A6D8-3E93B456AF12}" dt="2025-10-26T03:05:25.335" v="55" actId="1076"/>
          <ac:spMkLst>
            <pc:docMk/>
            <pc:sldMk cId="2701535539" sldId="258"/>
            <ac:spMk id="5" creationId="{9CB2F380-4C14-A02E-3925-B1891432458C}"/>
          </ac:spMkLst>
        </pc:spChg>
        <pc:spChg chg="del">
          <ac:chgData name="UBAID QURESHI" userId="dd4ae95d8f7c04fe" providerId="LiveId" clId="{AF920071-46B6-4E4C-A6D8-3E93B456AF12}" dt="2025-10-26T02:56:05.989" v="10" actId="478"/>
          <ac:spMkLst>
            <pc:docMk/>
            <pc:sldMk cId="2701535539" sldId="258"/>
            <ac:spMk id="6" creationId="{C24E2D40-CE50-9197-BD2B-4DE48DF498B1}"/>
          </ac:spMkLst>
        </pc:spChg>
        <pc:spChg chg="add mod">
          <ac:chgData name="UBAID QURESHI" userId="dd4ae95d8f7c04fe" providerId="LiveId" clId="{AF920071-46B6-4E4C-A6D8-3E93B456AF12}" dt="2025-10-26T03:05:21.434" v="54" actId="1076"/>
          <ac:spMkLst>
            <pc:docMk/>
            <pc:sldMk cId="2701535539" sldId="258"/>
            <ac:spMk id="16" creationId="{E4FAF246-1277-7157-BD3B-17B5166FD6C8}"/>
          </ac:spMkLst>
        </pc:spChg>
        <pc:graphicFrameChg chg="del modGraphic">
          <ac:chgData name="UBAID QURESHI" userId="dd4ae95d8f7c04fe" providerId="LiveId" clId="{AF920071-46B6-4E4C-A6D8-3E93B456AF12}" dt="2025-10-26T02:56:01.799" v="8" actId="478"/>
          <ac:graphicFrameMkLst>
            <pc:docMk/>
            <pc:sldMk cId="2701535539" sldId="258"/>
            <ac:graphicFrameMk id="7" creationId="{4D0C0ADC-E473-D7CD-819C-856DB2CE4FB3}"/>
          </ac:graphicFrameMkLst>
        </pc:graphicFrameChg>
        <pc:graphicFrameChg chg="del">
          <ac:chgData name="UBAID QURESHI" userId="dd4ae95d8f7c04fe" providerId="LiveId" clId="{AF920071-46B6-4E4C-A6D8-3E93B456AF12}" dt="2025-10-26T02:56:03.769" v="9" actId="478"/>
          <ac:graphicFrameMkLst>
            <pc:docMk/>
            <pc:sldMk cId="2701535539" sldId="258"/>
            <ac:graphicFrameMk id="8" creationId="{338FEC6E-38B1-42C6-6EB2-E29B5487F45D}"/>
          </ac:graphicFrameMkLst>
        </pc:graphicFrameChg>
        <pc:graphicFrameChg chg="del">
          <ac:chgData name="UBAID QURESHI" userId="dd4ae95d8f7c04fe" providerId="LiveId" clId="{AF920071-46B6-4E4C-A6D8-3E93B456AF12}" dt="2025-10-26T02:55:53.769" v="2" actId="478"/>
          <ac:graphicFrameMkLst>
            <pc:docMk/>
            <pc:sldMk cId="2701535539" sldId="258"/>
            <ac:graphicFrameMk id="9" creationId="{71530BB2-DC62-7490-DEB9-4A860DB648A1}"/>
          </ac:graphicFrameMkLst>
        </pc:graphicFrameChg>
        <pc:graphicFrameChg chg="del">
          <ac:chgData name="UBAID QURESHI" userId="dd4ae95d8f7c04fe" providerId="LiveId" clId="{AF920071-46B6-4E4C-A6D8-3E93B456AF12}" dt="2025-10-26T02:55:56.292" v="6" actId="478"/>
          <ac:graphicFrameMkLst>
            <pc:docMk/>
            <pc:sldMk cId="2701535539" sldId="258"/>
            <ac:graphicFrameMk id="10" creationId="{A4B14152-FD31-856F-A3D0-8F669F53D432}"/>
          </ac:graphicFrameMkLst>
        </pc:graphicFrameChg>
        <pc:graphicFrameChg chg="del">
          <ac:chgData name="UBAID QURESHI" userId="dd4ae95d8f7c04fe" providerId="LiveId" clId="{AF920071-46B6-4E4C-A6D8-3E93B456AF12}" dt="2025-10-26T02:55:55.960" v="5" actId="478"/>
          <ac:graphicFrameMkLst>
            <pc:docMk/>
            <pc:sldMk cId="2701535539" sldId="258"/>
            <ac:graphicFrameMk id="11" creationId="{D7008AD4-8170-F4DA-A6AC-A502D07D87F6}"/>
          </ac:graphicFrameMkLst>
        </pc:graphicFrameChg>
        <pc:graphicFrameChg chg="del">
          <ac:chgData name="UBAID QURESHI" userId="dd4ae95d8f7c04fe" providerId="LiveId" clId="{AF920071-46B6-4E4C-A6D8-3E93B456AF12}" dt="2025-10-26T02:55:53.226" v="1" actId="478"/>
          <ac:graphicFrameMkLst>
            <pc:docMk/>
            <pc:sldMk cId="2701535539" sldId="258"/>
            <ac:graphicFrameMk id="12" creationId="{1B55386E-D231-3DAA-345D-B1CEDA67DCF4}"/>
          </ac:graphicFrameMkLst>
        </pc:graphicFrameChg>
        <pc:graphicFrameChg chg="del">
          <ac:chgData name="UBAID QURESHI" userId="dd4ae95d8f7c04fe" providerId="LiveId" clId="{AF920071-46B6-4E4C-A6D8-3E93B456AF12}" dt="2025-10-26T02:55:54.915" v="3" actId="478"/>
          <ac:graphicFrameMkLst>
            <pc:docMk/>
            <pc:sldMk cId="2701535539" sldId="258"/>
            <ac:graphicFrameMk id="13" creationId="{46268855-3736-FC0C-6BCB-8E19ABED0908}"/>
          </ac:graphicFrameMkLst>
        </pc:graphicFrameChg>
        <pc:graphicFrameChg chg="del">
          <ac:chgData name="UBAID QURESHI" userId="dd4ae95d8f7c04fe" providerId="LiveId" clId="{AF920071-46B6-4E4C-A6D8-3E93B456AF12}" dt="2025-10-26T02:55:55.479" v="4" actId="478"/>
          <ac:graphicFrameMkLst>
            <pc:docMk/>
            <pc:sldMk cId="2701535539" sldId="258"/>
            <ac:graphicFrameMk id="14" creationId="{4F8D3042-1571-CB2D-B764-1F2DA239EBC5}"/>
          </ac:graphicFrameMkLst>
        </pc:graphicFrameChg>
        <pc:graphicFrameChg chg="del">
          <ac:chgData name="UBAID QURESHI" userId="dd4ae95d8f7c04fe" providerId="LiveId" clId="{AF920071-46B6-4E4C-A6D8-3E93B456AF12}" dt="2025-10-26T02:55:52.681" v="0" actId="478"/>
          <ac:graphicFrameMkLst>
            <pc:docMk/>
            <pc:sldMk cId="2701535539" sldId="258"/>
            <ac:graphicFrameMk id="15" creationId="{A36D2791-21A0-B3C8-8E10-A51CA6990680}"/>
          </ac:graphicFrameMkLst>
        </pc:graphicFrameChg>
      </pc:sldChg>
      <pc:sldChg chg="addSp modSp add del mod">
        <pc:chgData name="UBAID QURESHI" userId="dd4ae95d8f7c04fe" providerId="LiveId" clId="{AF920071-46B6-4E4C-A6D8-3E93B456AF12}" dt="2025-10-26T03:29:29.596" v="132" actId="47"/>
        <pc:sldMkLst>
          <pc:docMk/>
          <pc:sldMk cId="2576933421" sldId="259"/>
        </pc:sldMkLst>
        <pc:spChg chg="add mod">
          <ac:chgData name="UBAID QURESHI" userId="dd4ae95d8f7c04fe" providerId="LiveId" clId="{AF920071-46B6-4E4C-A6D8-3E93B456AF12}" dt="2025-10-26T03:10:17.805" v="94" actId="255"/>
          <ac:spMkLst>
            <pc:docMk/>
            <pc:sldMk cId="2576933421" sldId="259"/>
            <ac:spMk id="6" creationId="{1F100F92-695B-5FD6-5072-8BA989058999}"/>
          </ac:spMkLst>
        </pc:spChg>
        <pc:spChg chg="add mod">
          <ac:chgData name="UBAID QURESHI" userId="dd4ae95d8f7c04fe" providerId="LiveId" clId="{AF920071-46B6-4E4C-A6D8-3E93B456AF12}" dt="2025-10-26T03:10:48.257" v="99" actId="20577"/>
          <ac:spMkLst>
            <pc:docMk/>
            <pc:sldMk cId="2576933421" sldId="259"/>
            <ac:spMk id="7" creationId="{BF8B276F-D690-7971-65FD-FBC71A1FC17C}"/>
          </ac:spMkLst>
        </pc:spChg>
        <pc:spChg chg="add mod">
          <ac:chgData name="UBAID QURESHI" userId="dd4ae95d8f7c04fe" providerId="LiveId" clId="{AF920071-46B6-4E4C-A6D8-3E93B456AF12}" dt="2025-10-26T03:11:09.570" v="105" actId="255"/>
          <ac:spMkLst>
            <pc:docMk/>
            <pc:sldMk cId="2576933421" sldId="259"/>
            <ac:spMk id="8" creationId="{6DC87750-F737-B6BA-3F61-72335EBC8699}"/>
          </ac:spMkLst>
        </pc:spChg>
        <pc:spChg chg="add mod">
          <ac:chgData name="UBAID QURESHI" userId="dd4ae95d8f7c04fe" providerId="LiveId" clId="{AF920071-46B6-4E4C-A6D8-3E93B456AF12}" dt="2025-10-26T03:10:59.186" v="102" actId="255"/>
          <ac:spMkLst>
            <pc:docMk/>
            <pc:sldMk cId="2576933421" sldId="259"/>
            <ac:spMk id="9" creationId="{50622432-E401-C434-43E6-907DBF116D72}"/>
          </ac:spMkLst>
        </pc:spChg>
        <pc:spChg chg="add mod">
          <ac:chgData name="UBAID QURESHI" userId="dd4ae95d8f7c04fe" providerId="LiveId" clId="{AF920071-46B6-4E4C-A6D8-3E93B456AF12}" dt="2025-10-26T03:13:28.757" v="118" actId="1076"/>
          <ac:spMkLst>
            <pc:docMk/>
            <pc:sldMk cId="2576933421" sldId="259"/>
            <ac:spMk id="22" creationId="{850B96B8-05D0-7133-93C8-0905E34D7487}"/>
          </ac:spMkLst>
        </pc:spChg>
        <pc:cxnChg chg="add mod">
          <ac:chgData name="UBAID QURESHI" userId="dd4ae95d8f7c04fe" providerId="LiveId" clId="{AF920071-46B6-4E4C-A6D8-3E93B456AF12}" dt="2025-10-26T03:08:17.357" v="76" actId="208"/>
          <ac:cxnSpMkLst>
            <pc:docMk/>
            <pc:sldMk cId="2576933421" sldId="259"/>
            <ac:cxnSpMk id="11" creationId="{AED6604B-3121-68A7-6E9A-CAB74329DA81}"/>
          </ac:cxnSpMkLst>
        </pc:cxnChg>
        <pc:cxnChg chg="add mod">
          <ac:chgData name="UBAID QURESHI" userId="dd4ae95d8f7c04fe" providerId="LiveId" clId="{AF920071-46B6-4E4C-A6D8-3E93B456AF12}" dt="2025-10-26T03:08:29.859" v="78" actId="1076"/>
          <ac:cxnSpMkLst>
            <pc:docMk/>
            <pc:sldMk cId="2576933421" sldId="259"/>
            <ac:cxnSpMk id="13" creationId="{8B733524-517C-CD28-E973-51F74DEBE417}"/>
          </ac:cxnSpMkLst>
        </pc:cxnChg>
        <pc:cxnChg chg="add mod">
          <ac:chgData name="UBAID QURESHI" userId="dd4ae95d8f7c04fe" providerId="LiveId" clId="{AF920071-46B6-4E4C-A6D8-3E93B456AF12}" dt="2025-10-26T03:08:55.737" v="84" actId="1076"/>
          <ac:cxnSpMkLst>
            <pc:docMk/>
            <pc:sldMk cId="2576933421" sldId="259"/>
            <ac:cxnSpMk id="14" creationId="{BCAEB0D6-38D9-A3F8-81AD-1A8EF2BE154C}"/>
          </ac:cxnSpMkLst>
        </pc:cxnChg>
        <pc:cxnChg chg="add mod">
          <ac:chgData name="UBAID QURESHI" userId="dd4ae95d8f7c04fe" providerId="LiveId" clId="{AF920071-46B6-4E4C-A6D8-3E93B456AF12}" dt="2025-10-26T03:09:02.279" v="86" actId="1076"/>
          <ac:cxnSpMkLst>
            <pc:docMk/>
            <pc:sldMk cId="2576933421" sldId="259"/>
            <ac:cxnSpMk id="18" creationId="{0D88F2EE-B654-6EE0-E857-01ED6C205FE0}"/>
          </ac:cxnSpMkLst>
        </pc:cxnChg>
        <pc:cxnChg chg="add mod">
          <ac:chgData name="UBAID QURESHI" userId="dd4ae95d8f7c04fe" providerId="LiveId" clId="{AF920071-46B6-4E4C-A6D8-3E93B456AF12}" dt="2025-10-26T03:09:21.369" v="91" actId="14100"/>
          <ac:cxnSpMkLst>
            <pc:docMk/>
            <pc:sldMk cId="2576933421" sldId="259"/>
            <ac:cxnSpMk id="19" creationId="{6A078DD3-0F4D-A4B8-3525-1766FCD39FB4}"/>
          </ac:cxnSpMkLst>
        </pc:cxnChg>
      </pc:sldChg>
      <pc:sldChg chg="addSp modSp add mod">
        <pc:chgData name="UBAID QURESHI" userId="dd4ae95d8f7c04fe" providerId="LiveId" clId="{AF920071-46B6-4E4C-A6D8-3E93B456AF12}" dt="2025-10-26T03:29:22.747" v="131" actId="1076"/>
        <pc:sldMkLst>
          <pc:docMk/>
          <pc:sldMk cId="2712386504" sldId="260"/>
        </pc:sldMkLst>
        <pc:spChg chg="add mod">
          <ac:chgData name="UBAID QURESHI" userId="dd4ae95d8f7c04fe" providerId="LiveId" clId="{AF920071-46B6-4E4C-A6D8-3E93B456AF12}" dt="2025-10-26T03:27:48.699" v="123" actId="20577"/>
          <ac:spMkLst>
            <pc:docMk/>
            <pc:sldMk cId="2712386504" sldId="260"/>
            <ac:spMk id="10" creationId="{338A3D64-5E0D-8AA8-E579-0419FC01CDF5}"/>
          </ac:spMkLst>
        </pc:spChg>
        <pc:spChg chg="mod">
          <ac:chgData name="UBAID QURESHI" userId="dd4ae95d8f7c04fe" providerId="LiveId" clId="{AF920071-46B6-4E4C-A6D8-3E93B456AF12}" dt="2025-10-26T03:29:22.747" v="131" actId="1076"/>
          <ac:spMkLst>
            <pc:docMk/>
            <pc:sldMk cId="2712386504" sldId="260"/>
            <ac:spMk id="22" creationId="{9F41A972-C43E-266F-D5D9-12F6F7641346}"/>
          </ac:spMkLst>
        </pc:spChg>
      </pc:sldChg>
      <pc:sldChg chg="addSp modSp add mod">
        <pc:chgData name="UBAID QURESHI" userId="dd4ae95d8f7c04fe" providerId="LiveId" clId="{AF920071-46B6-4E4C-A6D8-3E93B456AF12}" dt="2025-10-26T03:31:56.731" v="150" actId="20577"/>
        <pc:sldMkLst>
          <pc:docMk/>
          <pc:sldMk cId="3457601425" sldId="261"/>
        </pc:sldMkLst>
        <pc:spChg chg="mod">
          <ac:chgData name="UBAID QURESHI" userId="dd4ae95d8f7c04fe" providerId="LiveId" clId="{AF920071-46B6-4E4C-A6D8-3E93B456AF12}" dt="2025-10-26T03:30:31.593" v="139" actId="1076"/>
          <ac:spMkLst>
            <pc:docMk/>
            <pc:sldMk cId="3457601425" sldId="261"/>
            <ac:spMk id="10" creationId="{10FFAB46-646D-57FA-0F1C-A8EFBAEF1A70}"/>
          </ac:spMkLst>
        </pc:spChg>
        <pc:spChg chg="add mod">
          <ac:chgData name="UBAID QURESHI" userId="dd4ae95d8f7c04fe" providerId="LiveId" clId="{AF920071-46B6-4E4C-A6D8-3E93B456AF12}" dt="2025-10-26T03:31:19.910" v="144" actId="1076"/>
          <ac:spMkLst>
            <pc:docMk/>
            <pc:sldMk cId="3457601425" sldId="261"/>
            <ac:spMk id="12" creationId="{0EC4B085-7A41-8AAE-4E9E-12046C2D8252}"/>
          </ac:spMkLst>
        </pc:spChg>
        <pc:spChg chg="add mod">
          <ac:chgData name="UBAID QURESHI" userId="dd4ae95d8f7c04fe" providerId="LiveId" clId="{AF920071-46B6-4E4C-A6D8-3E93B456AF12}" dt="2025-10-26T03:31:40.798" v="147" actId="1076"/>
          <ac:spMkLst>
            <pc:docMk/>
            <pc:sldMk cId="3457601425" sldId="261"/>
            <ac:spMk id="15" creationId="{65142FA2-F189-89EB-7436-CDEB2172925E}"/>
          </ac:spMkLst>
        </pc:spChg>
        <pc:spChg chg="add mod">
          <ac:chgData name="UBAID QURESHI" userId="dd4ae95d8f7c04fe" providerId="LiveId" clId="{AF920071-46B6-4E4C-A6D8-3E93B456AF12}" dt="2025-10-26T03:31:56.731" v="150" actId="20577"/>
          <ac:spMkLst>
            <pc:docMk/>
            <pc:sldMk cId="3457601425" sldId="261"/>
            <ac:spMk id="17" creationId="{A030B172-4F2D-8446-74A2-5AFF29253E64}"/>
          </ac:spMkLst>
        </pc:spChg>
      </pc:sldChg>
      <pc:sldChg chg="modSp add mod">
        <pc:chgData name="UBAID QURESHI" userId="dd4ae95d8f7c04fe" providerId="LiveId" clId="{AF920071-46B6-4E4C-A6D8-3E93B456AF12}" dt="2025-10-26T03:32:59.234" v="152" actId="208"/>
        <pc:sldMkLst>
          <pc:docMk/>
          <pc:sldMk cId="2884780058" sldId="262"/>
        </pc:sldMkLst>
        <pc:cxnChg chg="mod">
          <ac:chgData name="UBAID QURESHI" userId="dd4ae95d8f7c04fe" providerId="LiveId" clId="{AF920071-46B6-4E4C-A6D8-3E93B456AF12}" dt="2025-10-26T03:32:59.234" v="152" actId="208"/>
          <ac:cxnSpMkLst>
            <pc:docMk/>
            <pc:sldMk cId="2884780058" sldId="262"/>
            <ac:cxnSpMk id="11" creationId="{EAC66730-4E69-952A-051B-EF54BEF3F9B4}"/>
          </ac:cxnSpMkLst>
        </pc:cxnChg>
      </pc:sldChg>
      <pc:sldChg chg="modSp add mod">
        <pc:chgData name="UBAID QURESHI" userId="dd4ae95d8f7c04fe" providerId="LiveId" clId="{AF920071-46B6-4E4C-A6D8-3E93B456AF12}" dt="2025-10-26T03:33:09.022" v="154" actId="208"/>
        <pc:sldMkLst>
          <pc:docMk/>
          <pc:sldMk cId="795821994" sldId="263"/>
        </pc:sldMkLst>
        <pc:cxnChg chg="mod">
          <ac:chgData name="UBAID QURESHI" userId="dd4ae95d8f7c04fe" providerId="LiveId" clId="{AF920071-46B6-4E4C-A6D8-3E93B456AF12}" dt="2025-10-26T03:33:09.022" v="154" actId="208"/>
          <ac:cxnSpMkLst>
            <pc:docMk/>
            <pc:sldMk cId="795821994" sldId="263"/>
            <ac:cxnSpMk id="14" creationId="{9C6BDFE4-3B15-3361-FE7F-BE7EA8DDBD83}"/>
          </ac:cxnSpMkLst>
        </pc:cxnChg>
      </pc:sldChg>
      <pc:sldChg chg="modSp add mod">
        <pc:chgData name="UBAID QURESHI" userId="dd4ae95d8f7c04fe" providerId="LiveId" clId="{AF920071-46B6-4E4C-A6D8-3E93B456AF12}" dt="2025-10-26T03:33:33.149" v="156" actId="208"/>
        <pc:sldMkLst>
          <pc:docMk/>
          <pc:sldMk cId="1918768316" sldId="264"/>
        </pc:sldMkLst>
        <pc:cxnChg chg="mod">
          <ac:chgData name="UBAID QURESHI" userId="dd4ae95d8f7c04fe" providerId="LiveId" clId="{AF920071-46B6-4E4C-A6D8-3E93B456AF12}" dt="2025-10-26T03:33:33.149" v="156" actId="208"/>
          <ac:cxnSpMkLst>
            <pc:docMk/>
            <pc:sldMk cId="1918768316" sldId="264"/>
            <ac:cxnSpMk id="13" creationId="{BFFBD1F5-E5E7-CEB1-BC9B-603EC0984EA0}"/>
          </ac:cxnSpMkLst>
        </pc:cxnChg>
      </pc:sldChg>
      <pc:sldChg chg="modSp add mod">
        <pc:chgData name="UBAID QURESHI" userId="dd4ae95d8f7c04fe" providerId="LiveId" clId="{AF920071-46B6-4E4C-A6D8-3E93B456AF12}" dt="2025-10-26T03:33:42.596" v="158" actId="208"/>
        <pc:sldMkLst>
          <pc:docMk/>
          <pc:sldMk cId="1280300209" sldId="265"/>
        </pc:sldMkLst>
        <pc:cxnChg chg="mod">
          <ac:chgData name="UBAID QURESHI" userId="dd4ae95d8f7c04fe" providerId="LiveId" clId="{AF920071-46B6-4E4C-A6D8-3E93B456AF12}" dt="2025-10-26T03:33:42.596" v="158" actId="208"/>
          <ac:cxnSpMkLst>
            <pc:docMk/>
            <pc:sldMk cId="1280300209" sldId="265"/>
            <ac:cxnSpMk id="18" creationId="{992E5DB5-B25E-9C79-6207-24849667AA0B}"/>
          </ac:cxnSpMkLst>
        </pc:cxnChg>
      </pc:sldChg>
      <pc:sldChg chg="modSp add mod">
        <pc:chgData name="UBAID QURESHI" userId="dd4ae95d8f7c04fe" providerId="LiveId" clId="{AF920071-46B6-4E4C-A6D8-3E93B456AF12}" dt="2025-10-26T03:33:53.271" v="160" actId="208"/>
        <pc:sldMkLst>
          <pc:docMk/>
          <pc:sldMk cId="1138656879" sldId="266"/>
        </pc:sldMkLst>
        <pc:cxnChg chg="mod">
          <ac:chgData name="UBAID QURESHI" userId="dd4ae95d8f7c04fe" providerId="LiveId" clId="{AF920071-46B6-4E4C-A6D8-3E93B456AF12}" dt="2025-10-26T03:33:53.271" v="160" actId="208"/>
          <ac:cxnSpMkLst>
            <pc:docMk/>
            <pc:sldMk cId="1138656879" sldId="266"/>
            <ac:cxnSpMk id="19" creationId="{599A4952-CB1A-2EE9-8692-AA10D143BCED}"/>
          </ac:cxnSpMkLst>
        </pc:cxnChg>
      </pc:sldChg>
      <pc:sldChg chg="modSp add mod">
        <pc:chgData name="UBAID QURESHI" userId="dd4ae95d8f7c04fe" providerId="LiveId" clId="{AF920071-46B6-4E4C-A6D8-3E93B456AF12}" dt="2025-10-26T03:38:19.018" v="162" actId="20577"/>
        <pc:sldMkLst>
          <pc:docMk/>
          <pc:sldMk cId="2133931716" sldId="267"/>
        </pc:sldMkLst>
        <pc:spChg chg="mod">
          <ac:chgData name="UBAID QURESHI" userId="dd4ae95d8f7c04fe" providerId="LiveId" clId="{AF920071-46B6-4E4C-A6D8-3E93B456AF12}" dt="2025-10-26T03:38:19.018" v="162" actId="20577"/>
          <ac:spMkLst>
            <pc:docMk/>
            <pc:sldMk cId="2133931716" sldId="267"/>
            <ac:spMk id="22" creationId="{2A81075E-5A29-8F51-0673-E342E35F48B0}"/>
          </ac:spMkLst>
        </pc:spChg>
      </pc:sldChg>
      <pc:sldChg chg="addSp modSp add mod">
        <pc:chgData name="UBAID QURESHI" userId="dd4ae95d8f7c04fe" providerId="LiveId" clId="{AF920071-46B6-4E4C-A6D8-3E93B456AF12}" dt="2025-10-26T03:39:52.062" v="174" actId="1076"/>
        <pc:sldMkLst>
          <pc:docMk/>
          <pc:sldMk cId="3662353638" sldId="268"/>
        </pc:sldMkLst>
        <pc:spChg chg="add mod">
          <ac:chgData name="UBAID QURESHI" userId="dd4ae95d8f7c04fe" providerId="LiveId" clId="{AF920071-46B6-4E4C-A6D8-3E93B456AF12}" dt="2025-10-26T03:38:46.536" v="164"/>
          <ac:spMkLst>
            <pc:docMk/>
            <pc:sldMk cId="3662353638" sldId="268"/>
            <ac:spMk id="12" creationId="{E04D2DF8-1CD1-BCF5-057B-7F88B5648A70}"/>
          </ac:spMkLst>
        </pc:spChg>
        <pc:spChg chg="add mod">
          <ac:chgData name="UBAID QURESHI" userId="dd4ae95d8f7c04fe" providerId="LiveId" clId="{AF920071-46B6-4E4C-A6D8-3E93B456AF12}" dt="2025-10-26T03:39:13.075" v="167" actId="20577"/>
          <ac:spMkLst>
            <pc:docMk/>
            <pc:sldMk cId="3662353638" sldId="268"/>
            <ac:spMk id="15" creationId="{A30BD260-35BD-5D53-DE55-A19A69BA8864}"/>
          </ac:spMkLst>
        </pc:spChg>
        <pc:spChg chg="add mod">
          <ac:chgData name="UBAID QURESHI" userId="dd4ae95d8f7c04fe" providerId="LiveId" clId="{AF920071-46B6-4E4C-A6D8-3E93B456AF12}" dt="2025-10-26T03:39:29.181" v="170" actId="1076"/>
          <ac:spMkLst>
            <pc:docMk/>
            <pc:sldMk cId="3662353638" sldId="268"/>
            <ac:spMk id="17" creationId="{F9F9C995-BFB0-7771-6B18-3DB15BF8FE05}"/>
          </ac:spMkLst>
        </pc:spChg>
        <pc:spChg chg="add mod">
          <ac:chgData name="UBAID QURESHI" userId="dd4ae95d8f7c04fe" providerId="LiveId" clId="{AF920071-46B6-4E4C-A6D8-3E93B456AF12}" dt="2025-10-26T03:39:52.062" v="174" actId="1076"/>
          <ac:spMkLst>
            <pc:docMk/>
            <pc:sldMk cId="3662353638" sldId="268"/>
            <ac:spMk id="20" creationId="{12038D8A-B0CE-2AB7-06A5-A9A44D16CA26}"/>
          </ac:spMkLst>
        </pc:spChg>
      </pc:sldChg>
      <pc:sldChg chg="modSp add mod">
        <pc:chgData name="UBAID QURESHI" userId="dd4ae95d8f7c04fe" providerId="LiveId" clId="{AF920071-46B6-4E4C-A6D8-3E93B456AF12}" dt="2025-10-26T03:40:27.703" v="176" actId="208"/>
        <pc:sldMkLst>
          <pc:docMk/>
          <pc:sldMk cId="3873183741" sldId="269"/>
        </pc:sldMkLst>
        <pc:cxnChg chg="mod">
          <ac:chgData name="UBAID QURESHI" userId="dd4ae95d8f7c04fe" providerId="LiveId" clId="{AF920071-46B6-4E4C-A6D8-3E93B456AF12}" dt="2025-10-26T03:40:27.703" v="176" actId="208"/>
          <ac:cxnSpMkLst>
            <pc:docMk/>
            <pc:sldMk cId="3873183741" sldId="269"/>
            <ac:cxnSpMk id="11" creationId="{17346139-CBF4-9DC3-CA5E-AB1477244399}"/>
          </ac:cxnSpMkLst>
        </pc:cxnChg>
      </pc:sldChg>
      <pc:sldChg chg="modSp add mod">
        <pc:chgData name="UBAID QURESHI" userId="dd4ae95d8f7c04fe" providerId="LiveId" clId="{AF920071-46B6-4E4C-A6D8-3E93B456AF12}" dt="2025-10-26T03:40:50.163" v="178" actId="208"/>
        <pc:sldMkLst>
          <pc:docMk/>
          <pc:sldMk cId="2497591658" sldId="270"/>
        </pc:sldMkLst>
        <pc:cxnChg chg="mod">
          <ac:chgData name="UBAID QURESHI" userId="dd4ae95d8f7c04fe" providerId="LiveId" clId="{AF920071-46B6-4E4C-A6D8-3E93B456AF12}" dt="2025-10-26T03:40:50.163" v="178" actId="208"/>
          <ac:cxnSpMkLst>
            <pc:docMk/>
            <pc:sldMk cId="2497591658" sldId="270"/>
            <ac:cxnSpMk id="19" creationId="{DFAB47A7-4380-FFF2-889C-D3E85E461489}"/>
          </ac:cxnSpMkLst>
        </pc:cxnChg>
      </pc:sldChg>
      <pc:sldChg chg="modSp add mod">
        <pc:chgData name="UBAID QURESHI" userId="dd4ae95d8f7c04fe" providerId="LiveId" clId="{AF920071-46B6-4E4C-A6D8-3E93B456AF12}" dt="2025-10-26T03:57:00.892" v="191" actId="1076"/>
        <pc:sldMkLst>
          <pc:docMk/>
          <pc:sldMk cId="819103860" sldId="271"/>
        </pc:sldMkLst>
        <pc:spChg chg="mod">
          <ac:chgData name="UBAID QURESHI" userId="dd4ae95d8f7c04fe" providerId="LiveId" clId="{AF920071-46B6-4E4C-A6D8-3E93B456AF12}" dt="2025-10-26T03:56:10.199" v="184" actId="1076"/>
          <ac:spMkLst>
            <pc:docMk/>
            <pc:sldMk cId="819103860" sldId="271"/>
            <ac:spMk id="5" creationId="{19611BA5-8ADE-933A-02C8-B4CAC32DBC31}"/>
          </ac:spMkLst>
        </pc:spChg>
        <pc:spChg chg="mod">
          <ac:chgData name="UBAID QURESHI" userId="dd4ae95d8f7c04fe" providerId="LiveId" clId="{AF920071-46B6-4E4C-A6D8-3E93B456AF12}" dt="2025-10-26T03:56:54.700" v="190" actId="1076"/>
          <ac:spMkLst>
            <pc:docMk/>
            <pc:sldMk cId="819103860" sldId="271"/>
            <ac:spMk id="6" creationId="{033E0CC6-B7B9-CB39-F125-11E8E32BC6A6}"/>
          </ac:spMkLst>
        </pc:spChg>
        <pc:spChg chg="mod">
          <ac:chgData name="UBAID QURESHI" userId="dd4ae95d8f7c04fe" providerId="LiveId" clId="{AF920071-46B6-4E4C-A6D8-3E93B456AF12}" dt="2025-10-26T03:56:54.700" v="190" actId="1076"/>
          <ac:spMkLst>
            <pc:docMk/>
            <pc:sldMk cId="819103860" sldId="271"/>
            <ac:spMk id="7" creationId="{F25C1203-556F-1176-A8F2-7A970F62FA22}"/>
          </ac:spMkLst>
        </pc:spChg>
        <pc:spChg chg="mod">
          <ac:chgData name="UBAID QURESHI" userId="dd4ae95d8f7c04fe" providerId="LiveId" clId="{AF920071-46B6-4E4C-A6D8-3E93B456AF12}" dt="2025-10-26T03:56:54.700" v="190" actId="1076"/>
          <ac:spMkLst>
            <pc:docMk/>
            <pc:sldMk cId="819103860" sldId="271"/>
            <ac:spMk id="8" creationId="{3B011B46-F2C2-0F56-55AB-948227E8F8A0}"/>
          </ac:spMkLst>
        </pc:spChg>
        <pc:spChg chg="mod">
          <ac:chgData name="UBAID QURESHI" userId="dd4ae95d8f7c04fe" providerId="LiveId" clId="{AF920071-46B6-4E4C-A6D8-3E93B456AF12}" dt="2025-10-26T03:56:54.700" v="190" actId="1076"/>
          <ac:spMkLst>
            <pc:docMk/>
            <pc:sldMk cId="819103860" sldId="271"/>
            <ac:spMk id="9" creationId="{892156BD-9656-06DE-BC14-39023221A3EC}"/>
          </ac:spMkLst>
        </pc:spChg>
        <pc:spChg chg="mod">
          <ac:chgData name="UBAID QURESHI" userId="dd4ae95d8f7c04fe" providerId="LiveId" clId="{AF920071-46B6-4E4C-A6D8-3E93B456AF12}" dt="2025-10-26T03:56:31.906" v="189" actId="1076"/>
          <ac:spMkLst>
            <pc:docMk/>
            <pc:sldMk cId="819103860" sldId="271"/>
            <ac:spMk id="16" creationId="{47EA3C56-E71A-926F-84B3-000695A2B206}"/>
          </ac:spMkLst>
        </pc:spChg>
        <pc:spChg chg="mod">
          <ac:chgData name="UBAID QURESHI" userId="dd4ae95d8f7c04fe" providerId="LiveId" clId="{AF920071-46B6-4E4C-A6D8-3E93B456AF12}" dt="2025-10-26T03:57:00.892" v="191" actId="1076"/>
          <ac:spMkLst>
            <pc:docMk/>
            <pc:sldMk cId="819103860" sldId="271"/>
            <ac:spMk id="22" creationId="{A5AC1481-0AD6-DB94-C42F-F0A1A78FCB4B}"/>
          </ac:spMkLst>
        </pc:spChg>
        <pc:cxnChg chg="mod">
          <ac:chgData name="UBAID QURESHI" userId="dd4ae95d8f7c04fe" providerId="LiveId" clId="{AF920071-46B6-4E4C-A6D8-3E93B456AF12}" dt="2025-10-26T03:56:54.700" v="190" actId="1076"/>
          <ac:cxnSpMkLst>
            <pc:docMk/>
            <pc:sldMk cId="819103860" sldId="271"/>
            <ac:cxnSpMk id="11" creationId="{7B444D22-5814-5B7A-5628-A2549E9A96B7}"/>
          </ac:cxnSpMkLst>
        </pc:cxnChg>
        <pc:cxnChg chg="mod">
          <ac:chgData name="UBAID QURESHI" userId="dd4ae95d8f7c04fe" providerId="LiveId" clId="{AF920071-46B6-4E4C-A6D8-3E93B456AF12}" dt="2025-10-26T03:56:54.700" v="190" actId="1076"/>
          <ac:cxnSpMkLst>
            <pc:docMk/>
            <pc:sldMk cId="819103860" sldId="271"/>
            <ac:cxnSpMk id="13" creationId="{F9F60644-340A-DD50-0E40-AC6BFF78EA5B}"/>
          </ac:cxnSpMkLst>
        </pc:cxnChg>
        <pc:cxnChg chg="mod">
          <ac:chgData name="UBAID QURESHI" userId="dd4ae95d8f7c04fe" providerId="LiveId" clId="{AF920071-46B6-4E4C-A6D8-3E93B456AF12}" dt="2025-10-26T03:56:54.700" v="190" actId="1076"/>
          <ac:cxnSpMkLst>
            <pc:docMk/>
            <pc:sldMk cId="819103860" sldId="271"/>
            <ac:cxnSpMk id="14" creationId="{AEE107D5-35C6-A864-6250-B834717704C2}"/>
          </ac:cxnSpMkLst>
        </pc:cxnChg>
        <pc:cxnChg chg="mod">
          <ac:chgData name="UBAID QURESHI" userId="dd4ae95d8f7c04fe" providerId="LiveId" clId="{AF920071-46B6-4E4C-A6D8-3E93B456AF12}" dt="2025-10-26T03:56:54.700" v="190" actId="1076"/>
          <ac:cxnSpMkLst>
            <pc:docMk/>
            <pc:sldMk cId="819103860" sldId="271"/>
            <ac:cxnSpMk id="18" creationId="{D81AE419-2F9A-3082-B2A4-79B48AFAA974}"/>
          </ac:cxnSpMkLst>
        </pc:cxnChg>
        <pc:cxnChg chg="mod">
          <ac:chgData name="UBAID QURESHI" userId="dd4ae95d8f7c04fe" providerId="LiveId" clId="{AF920071-46B6-4E4C-A6D8-3E93B456AF12}" dt="2025-10-26T03:56:54.700" v="190" actId="1076"/>
          <ac:cxnSpMkLst>
            <pc:docMk/>
            <pc:sldMk cId="819103860" sldId="271"/>
            <ac:cxnSpMk id="19" creationId="{2758D3DA-4A2B-7A75-006E-79604F497A58}"/>
          </ac:cxnSpMkLst>
        </pc:cxnChg>
      </pc:sldChg>
      <pc:sldChg chg="addSp delSp modSp add mod">
        <pc:chgData name="UBAID QURESHI" userId="dd4ae95d8f7c04fe" providerId="LiveId" clId="{AF920071-46B6-4E4C-A6D8-3E93B456AF12}" dt="2025-10-26T03:58:17.236" v="197" actId="478"/>
        <pc:sldMkLst>
          <pc:docMk/>
          <pc:sldMk cId="3511108856" sldId="272"/>
        </pc:sldMkLst>
        <pc:spChg chg="add mod">
          <ac:chgData name="UBAID QURESHI" userId="dd4ae95d8f7c04fe" providerId="LiveId" clId="{AF920071-46B6-4E4C-A6D8-3E93B456AF12}" dt="2025-10-26T03:57:46.807" v="194" actId="1076"/>
          <ac:spMkLst>
            <pc:docMk/>
            <pc:sldMk cId="3511108856" sldId="272"/>
            <ac:spMk id="12" creationId="{65709895-7B3B-8634-E449-9E7CEF04E6FE}"/>
          </ac:spMkLst>
        </pc:spChg>
        <pc:spChg chg="add del mod">
          <ac:chgData name="UBAID QURESHI" userId="dd4ae95d8f7c04fe" providerId="LiveId" clId="{AF920071-46B6-4E4C-A6D8-3E93B456AF12}" dt="2025-10-26T03:58:17.236" v="197" actId="478"/>
          <ac:spMkLst>
            <pc:docMk/>
            <pc:sldMk cId="3511108856" sldId="272"/>
            <ac:spMk id="15" creationId="{69AB6E7B-C09A-857A-8256-541336554907}"/>
          </ac:spMkLst>
        </pc:spChg>
      </pc:sldChg>
      <pc:sldChg chg="addSp delSp modSp add mod">
        <pc:chgData name="UBAID QURESHI" userId="dd4ae95d8f7c04fe" providerId="LiveId" clId="{AF920071-46B6-4E4C-A6D8-3E93B456AF12}" dt="2025-10-26T04:00:38.910" v="214" actId="1076"/>
        <pc:sldMkLst>
          <pc:docMk/>
          <pc:sldMk cId="508736970" sldId="273"/>
        </pc:sldMkLst>
        <pc:spChg chg="mod">
          <ac:chgData name="UBAID QURESHI" userId="dd4ae95d8f7c04fe" providerId="LiveId" clId="{AF920071-46B6-4E4C-A6D8-3E93B456AF12}" dt="2025-10-26T04:00:38.910" v="214" actId="1076"/>
          <ac:spMkLst>
            <pc:docMk/>
            <pc:sldMk cId="508736970" sldId="273"/>
            <ac:spMk id="15" creationId="{D7BF6B64-BD75-80C2-DDF7-B7AC744560F9}"/>
          </ac:spMkLst>
        </pc:spChg>
        <pc:cxnChg chg="add del mod">
          <ac:chgData name="UBAID QURESHI" userId="dd4ae95d8f7c04fe" providerId="LiveId" clId="{AF920071-46B6-4E4C-A6D8-3E93B456AF12}" dt="2025-10-26T03:59:02.431" v="201" actId="478"/>
          <ac:cxnSpMkLst>
            <pc:docMk/>
            <pc:sldMk cId="508736970" sldId="273"/>
            <ac:cxnSpMk id="20" creationId="{00000045-040D-E454-536B-16723A09D03D}"/>
          </ac:cxnSpMkLst>
        </pc:cxnChg>
        <pc:cxnChg chg="add del mod">
          <ac:chgData name="UBAID QURESHI" userId="dd4ae95d8f7c04fe" providerId="LiveId" clId="{AF920071-46B6-4E4C-A6D8-3E93B456AF12}" dt="2025-10-26T03:59:26.187" v="204" actId="478"/>
          <ac:cxnSpMkLst>
            <pc:docMk/>
            <pc:sldMk cId="508736970" sldId="273"/>
            <ac:cxnSpMk id="23" creationId="{05178100-4859-5EEA-D505-6E3CCFCB9BAF}"/>
          </ac:cxnSpMkLst>
        </pc:cxnChg>
        <pc:cxnChg chg="add mod">
          <ac:chgData name="UBAID QURESHI" userId="dd4ae95d8f7c04fe" providerId="LiveId" clId="{AF920071-46B6-4E4C-A6D8-3E93B456AF12}" dt="2025-10-26T04:00:02.315" v="207" actId="1582"/>
          <ac:cxnSpMkLst>
            <pc:docMk/>
            <pc:sldMk cId="508736970" sldId="273"/>
            <ac:cxnSpMk id="26" creationId="{8B58425C-31A2-6041-329F-6D8620A70C06}"/>
          </ac:cxnSpMkLst>
        </pc:cxnChg>
        <pc:cxnChg chg="add del mod">
          <ac:chgData name="UBAID QURESHI" userId="dd4ae95d8f7c04fe" providerId="LiveId" clId="{AF920071-46B6-4E4C-A6D8-3E93B456AF12}" dt="2025-10-26T04:00:07.984" v="209" actId="478"/>
          <ac:cxnSpMkLst>
            <pc:docMk/>
            <pc:sldMk cId="508736970" sldId="273"/>
            <ac:cxnSpMk id="27" creationId="{0B6875C5-017A-CB55-F054-7F6DA0FA30C5}"/>
          </ac:cxnSpMkLst>
        </pc:cxnChg>
        <pc:cxnChg chg="add mod">
          <ac:chgData name="UBAID QURESHI" userId="dd4ae95d8f7c04fe" providerId="LiveId" clId="{AF920071-46B6-4E4C-A6D8-3E93B456AF12}" dt="2025-10-26T04:00:22.410" v="212" actId="1076"/>
          <ac:cxnSpMkLst>
            <pc:docMk/>
            <pc:sldMk cId="508736970" sldId="273"/>
            <ac:cxnSpMk id="29" creationId="{DB6FA5FB-1D45-32F0-BE4A-9BED82E67405}"/>
          </ac:cxnSpMkLst>
        </pc:cxnChg>
      </pc:sldChg>
      <pc:sldChg chg="addSp modSp add mod ord">
        <pc:chgData name="UBAID QURESHI" userId="dd4ae95d8f7c04fe" providerId="LiveId" clId="{AF920071-46B6-4E4C-A6D8-3E93B456AF12}" dt="2025-10-26T04:04:48.819" v="238" actId="207"/>
        <pc:sldMkLst>
          <pc:docMk/>
          <pc:sldMk cId="1427619224" sldId="274"/>
        </pc:sldMkLst>
        <pc:spChg chg="mod">
          <ac:chgData name="UBAID QURESHI" userId="dd4ae95d8f7c04fe" providerId="LiveId" clId="{AF920071-46B6-4E4C-A6D8-3E93B456AF12}" dt="2025-10-26T04:02:03.647" v="227" actId="20577"/>
          <ac:spMkLst>
            <pc:docMk/>
            <pc:sldMk cId="1427619224" sldId="274"/>
            <ac:spMk id="15" creationId="{A5ABE6D9-92CD-E590-8492-43587481D9FF}"/>
          </ac:spMkLst>
        </pc:spChg>
        <pc:spChg chg="add mod">
          <ac:chgData name="UBAID QURESHI" userId="dd4ae95d8f7c04fe" providerId="LiveId" clId="{AF920071-46B6-4E4C-A6D8-3E93B456AF12}" dt="2025-10-26T04:04:33.810" v="237" actId="207"/>
          <ac:spMkLst>
            <pc:docMk/>
            <pc:sldMk cId="1427619224" sldId="274"/>
            <ac:spMk id="23" creationId="{63ECA320-E658-50E4-F807-7CEB74333510}"/>
          </ac:spMkLst>
        </pc:spChg>
        <pc:spChg chg="add mod">
          <ac:chgData name="UBAID QURESHI" userId="dd4ae95d8f7c04fe" providerId="LiveId" clId="{AF920071-46B6-4E4C-A6D8-3E93B456AF12}" dt="2025-10-26T04:04:48.819" v="238" actId="207"/>
          <ac:spMkLst>
            <pc:docMk/>
            <pc:sldMk cId="1427619224" sldId="274"/>
            <ac:spMk id="27" creationId="{ABD01B34-6A43-3B0A-62DC-4B4B93996685}"/>
          </ac:spMkLst>
        </pc:spChg>
        <pc:cxnChg chg="add mod">
          <ac:chgData name="UBAID QURESHI" userId="dd4ae95d8f7c04fe" providerId="LiveId" clId="{AF920071-46B6-4E4C-A6D8-3E93B456AF12}" dt="2025-10-26T04:01:11.730" v="218" actId="14100"/>
          <ac:cxnSpMkLst>
            <pc:docMk/>
            <pc:sldMk cId="1427619224" sldId="274"/>
            <ac:cxnSpMk id="20" creationId="{315844CB-6D94-6130-14CA-683B2F4E5A60}"/>
          </ac:cxnSpMkLst>
        </pc:cxnChg>
        <pc:cxnChg chg="add mod">
          <ac:chgData name="UBAID QURESHI" userId="dd4ae95d8f7c04fe" providerId="LiveId" clId="{AF920071-46B6-4E4C-A6D8-3E93B456AF12}" dt="2025-10-26T04:01:46.680" v="223" actId="1076"/>
          <ac:cxnSpMkLst>
            <pc:docMk/>
            <pc:sldMk cId="1427619224" sldId="274"/>
            <ac:cxnSpMk id="24" creationId="{0B458F62-76B2-E363-B2CF-C22CE4D754C7}"/>
          </ac:cxnSpMkLst>
        </pc:cxnChg>
        <pc:cxnChg chg="add mod">
          <ac:chgData name="UBAID QURESHI" userId="dd4ae95d8f7c04fe" providerId="LiveId" clId="{AF920071-46B6-4E4C-A6D8-3E93B456AF12}" dt="2025-10-26T04:01:56.892" v="225" actId="1076"/>
          <ac:cxnSpMkLst>
            <pc:docMk/>
            <pc:sldMk cId="1427619224" sldId="274"/>
            <ac:cxnSpMk id="25" creationId="{F0531BCE-12CF-A7BE-EE2D-7CDAA5AB53A6}"/>
          </ac:cxnSpMkLst>
        </pc:cxnChg>
      </pc:sldChg>
      <pc:sldChg chg="delSp modSp add mod">
        <pc:chgData name="UBAID QURESHI" userId="dd4ae95d8f7c04fe" providerId="LiveId" clId="{AF920071-46B6-4E4C-A6D8-3E93B456AF12}" dt="2025-10-26T04:05:00.438" v="239" actId="207"/>
        <pc:sldMkLst>
          <pc:docMk/>
          <pc:sldMk cId="1906196647" sldId="275"/>
        </pc:sldMkLst>
        <pc:spChg chg="mod">
          <ac:chgData name="UBAID QURESHI" userId="dd4ae95d8f7c04fe" providerId="LiveId" clId="{AF920071-46B6-4E4C-A6D8-3E93B456AF12}" dt="2025-10-26T04:05:00.438" v="239" actId="207"/>
          <ac:spMkLst>
            <pc:docMk/>
            <pc:sldMk cId="1906196647" sldId="275"/>
            <ac:spMk id="23" creationId="{528DA4CA-42F6-7EC3-EAB3-7094067E9DA5}"/>
          </ac:spMkLst>
        </pc:spChg>
        <pc:spChg chg="del">
          <ac:chgData name="UBAID QURESHI" userId="dd4ae95d8f7c04fe" providerId="LiveId" clId="{AF920071-46B6-4E4C-A6D8-3E93B456AF12}" dt="2025-10-26T04:02:27.519" v="232" actId="478"/>
          <ac:spMkLst>
            <pc:docMk/>
            <pc:sldMk cId="1906196647" sldId="275"/>
            <ac:spMk id="27" creationId="{FFC7EBD2-1700-85DF-978B-A50286CAF7B3}"/>
          </ac:spMkLst>
        </pc:spChg>
        <pc:cxnChg chg="del">
          <ac:chgData name="UBAID QURESHI" userId="dd4ae95d8f7c04fe" providerId="LiveId" clId="{AF920071-46B6-4E4C-A6D8-3E93B456AF12}" dt="2025-10-26T04:02:31.215" v="234" actId="478"/>
          <ac:cxnSpMkLst>
            <pc:docMk/>
            <pc:sldMk cId="1906196647" sldId="275"/>
            <ac:cxnSpMk id="24" creationId="{829AA4E4-C530-2ACE-5CCC-BE4EAC2CBAFE}"/>
          </ac:cxnSpMkLst>
        </pc:cxnChg>
        <pc:cxnChg chg="del">
          <ac:chgData name="UBAID QURESHI" userId="dd4ae95d8f7c04fe" providerId="LiveId" clId="{AF920071-46B6-4E4C-A6D8-3E93B456AF12}" dt="2025-10-26T04:02:29.258" v="233" actId="478"/>
          <ac:cxnSpMkLst>
            <pc:docMk/>
            <pc:sldMk cId="1906196647" sldId="275"/>
            <ac:cxnSpMk id="25" creationId="{806CF4E6-E796-A5B0-81B3-AB875DBD0B32}"/>
          </ac:cxnSpMkLst>
        </pc:cxnChg>
      </pc:sldChg>
      <pc:sldChg chg="addSp delSp modSp add mod">
        <pc:chgData name="UBAID QURESHI" userId="dd4ae95d8f7c04fe" providerId="LiveId" clId="{AF920071-46B6-4E4C-A6D8-3E93B456AF12}" dt="2025-10-26T04:06:03.226" v="247" actId="1076"/>
        <pc:sldMkLst>
          <pc:docMk/>
          <pc:sldMk cId="160437674" sldId="276"/>
        </pc:sldMkLst>
        <pc:spChg chg="add mod">
          <ac:chgData name="UBAID QURESHI" userId="dd4ae95d8f7c04fe" providerId="LiveId" clId="{AF920071-46B6-4E4C-A6D8-3E93B456AF12}" dt="2025-10-26T04:06:03.226" v="247" actId="1076"/>
          <ac:spMkLst>
            <pc:docMk/>
            <pc:sldMk cId="160437674" sldId="276"/>
            <ac:spMk id="17" creationId="{610A8EA7-8892-D987-E7BA-ED82F972495A}"/>
          </ac:spMkLst>
        </pc:spChg>
        <pc:spChg chg="del">
          <ac:chgData name="UBAID QURESHI" userId="dd4ae95d8f7c04fe" providerId="LiveId" clId="{AF920071-46B6-4E4C-A6D8-3E93B456AF12}" dt="2025-10-26T04:05:35.488" v="242" actId="478"/>
          <ac:spMkLst>
            <pc:docMk/>
            <pc:sldMk cId="160437674" sldId="276"/>
            <ac:spMk id="23" creationId="{0056C494-7EB1-28F6-4737-304172F0261B}"/>
          </ac:spMkLst>
        </pc:spChg>
        <pc:spChg chg="del">
          <ac:chgData name="UBAID QURESHI" userId="dd4ae95d8f7c04fe" providerId="LiveId" clId="{AF920071-46B6-4E4C-A6D8-3E93B456AF12}" dt="2025-10-26T04:05:39.374" v="244" actId="478"/>
          <ac:spMkLst>
            <pc:docMk/>
            <pc:sldMk cId="160437674" sldId="276"/>
            <ac:spMk id="27" creationId="{9F70A9F7-55D1-2047-CBFC-9EADF56BC73F}"/>
          </ac:spMkLst>
        </pc:spChg>
        <pc:cxnChg chg="del">
          <ac:chgData name="UBAID QURESHI" userId="dd4ae95d8f7c04fe" providerId="LiveId" clId="{AF920071-46B6-4E4C-A6D8-3E93B456AF12}" dt="2025-10-26T04:05:33.960" v="241" actId="478"/>
          <ac:cxnSpMkLst>
            <pc:docMk/>
            <pc:sldMk cId="160437674" sldId="276"/>
            <ac:cxnSpMk id="20" creationId="{AFF93473-20E3-E555-EC3C-D8CDA0CBAE15}"/>
          </ac:cxnSpMkLst>
        </pc:cxnChg>
        <pc:cxnChg chg="del">
          <ac:chgData name="UBAID QURESHI" userId="dd4ae95d8f7c04fe" providerId="LiveId" clId="{AF920071-46B6-4E4C-A6D8-3E93B456AF12}" dt="2025-10-26T04:05:40.754" v="245" actId="478"/>
          <ac:cxnSpMkLst>
            <pc:docMk/>
            <pc:sldMk cId="160437674" sldId="276"/>
            <ac:cxnSpMk id="24" creationId="{652058DE-029E-F9C7-B5A2-65A537348564}"/>
          </ac:cxnSpMkLst>
        </pc:cxnChg>
        <pc:cxnChg chg="del">
          <ac:chgData name="UBAID QURESHI" userId="dd4ae95d8f7c04fe" providerId="LiveId" clId="{AF920071-46B6-4E4C-A6D8-3E93B456AF12}" dt="2025-10-26T04:05:37.652" v="243" actId="478"/>
          <ac:cxnSpMkLst>
            <pc:docMk/>
            <pc:sldMk cId="160437674" sldId="276"/>
            <ac:cxnSpMk id="25" creationId="{262EBA6E-66A0-94A1-7C38-27970A4047FC}"/>
          </ac:cxnSpMkLst>
        </pc:cxnChg>
      </pc:sldChg>
      <pc:sldChg chg="addSp modSp add mod">
        <pc:chgData name="UBAID QURESHI" userId="dd4ae95d8f7c04fe" providerId="LiveId" clId="{AF920071-46B6-4E4C-A6D8-3E93B456AF12}" dt="2025-10-26T04:07:48.438" v="254" actId="1076"/>
        <pc:sldMkLst>
          <pc:docMk/>
          <pc:sldMk cId="4186047111" sldId="277"/>
        </pc:sldMkLst>
        <pc:spChg chg="add mod">
          <ac:chgData name="UBAID QURESHI" userId="dd4ae95d8f7c04fe" providerId="LiveId" clId="{AF920071-46B6-4E4C-A6D8-3E93B456AF12}" dt="2025-10-26T04:07:48.438" v="254" actId="1076"/>
          <ac:spMkLst>
            <pc:docMk/>
            <pc:sldMk cId="4186047111" sldId="277"/>
            <ac:spMk id="20" creationId="{B81484FB-F87D-B9D4-18EB-D882730D1D0A}"/>
          </ac:spMkLst>
        </pc:spChg>
        <pc:cxnChg chg="add mod">
          <ac:chgData name="UBAID QURESHI" userId="dd4ae95d8f7c04fe" providerId="LiveId" clId="{AF920071-46B6-4E4C-A6D8-3E93B456AF12}" dt="2025-10-26T04:07:44.212" v="253" actId="1076"/>
          <ac:cxnSpMkLst>
            <pc:docMk/>
            <pc:sldMk cId="4186047111" sldId="277"/>
            <ac:cxnSpMk id="21" creationId="{F3EB4F2E-9817-31DE-F6C8-7DD9BE830DFC}"/>
          </ac:cxnSpMkLst>
        </pc:cxnChg>
      </pc:sldChg>
      <pc:sldChg chg="addSp modSp add mod">
        <pc:chgData name="UBAID QURESHI" userId="dd4ae95d8f7c04fe" providerId="LiveId" clId="{AF920071-46B6-4E4C-A6D8-3E93B456AF12}" dt="2025-10-26T04:09:20.469" v="258" actId="1076"/>
        <pc:sldMkLst>
          <pc:docMk/>
          <pc:sldMk cId="3938676336" sldId="278"/>
        </pc:sldMkLst>
        <pc:spChg chg="add mod">
          <ac:chgData name="UBAID QURESHI" userId="dd4ae95d8f7c04fe" providerId="LiveId" clId="{AF920071-46B6-4E4C-A6D8-3E93B456AF12}" dt="2025-10-26T04:09:20.469" v="258" actId="1076"/>
          <ac:spMkLst>
            <pc:docMk/>
            <pc:sldMk cId="3938676336" sldId="278"/>
            <ac:spMk id="23" creationId="{6A7B8410-5E07-4381-C8CE-C359DE2DF895}"/>
          </ac:spMkLst>
        </pc:spChg>
      </pc:sldChg>
      <pc:sldChg chg="modSp add mod">
        <pc:chgData name="UBAID QURESHI" userId="dd4ae95d8f7c04fe" providerId="LiveId" clId="{AF920071-46B6-4E4C-A6D8-3E93B456AF12}" dt="2025-10-26T04:09:44.477" v="260" actId="208"/>
        <pc:sldMkLst>
          <pc:docMk/>
          <pc:sldMk cId="1010051248" sldId="279"/>
        </pc:sldMkLst>
        <pc:cxnChg chg="mod">
          <ac:chgData name="UBAID QURESHI" userId="dd4ae95d8f7c04fe" providerId="LiveId" clId="{AF920071-46B6-4E4C-A6D8-3E93B456AF12}" dt="2025-10-26T04:09:44.477" v="260" actId="208"/>
          <ac:cxnSpMkLst>
            <pc:docMk/>
            <pc:sldMk cId="1010051248" sldId="279"/>
            <ac:cxnSpMk id="19" creationId="{1AF22741-CCA3-5B3E-163F-6C1BF4AC0FEC}"/>
          </ac:cxnSpMkLst>
        </pc:cxnChg>
      </pc:sldChg>
      <pc:sldChg chg="modSp add mod">
        <pc:chgData name="UBAID QURESHI" userId="dd4ae95d8f7c04fe" providerId="LiveId" clId="{AF920071-46B6-4E4C-A6D8-3E93B456AF12}" dt="2025-10-26T04:11:23.489" v="265" actId="20577"/>
        <pc:sldMkLst>
          <pc:docMk/>
          <pc:sldMk cId="535322177" sldId="280"/>
        </pc:sldMkLst>
        <pc:spChg chg="mod">
          <ac:chgData name="UBAID QURESHI" userId="dd4ae95d8f7c04fe" providerId="LiveId" clId="{AF920071-46B6-4E4C-A6D8-3E93B456AF12}" dt="2025-10-26T04:11:23.489" v="265" actId="20577"/>
          <ac:spMkLst>
            <pc:docMk/>
            <pc:sldMk cId="535322177" sldId="280"/>
            <ac:spMk id="23" creationId="{4C056B39-84C3-8673-5687-7CD47152E401}"/>
          </ac:spMkLst>
        </pc:spChg>
      </pc:sldChg>
      <pc:sldChg chg="add del">
        <pc:chgData name="UBAID QURESHI" userId="dd4ae95d8f7c04fe" providerId="LiveId" clId="{AF920071-46B6-4E4C-A6D8-3E93B456AF12}" dt="2025-10-26T04:11:11.725" v="262"/>
        <pc:sldMkLst>
          <pc:docMk/>
          <pc:sldMk cId="2290590544" sldId="280"/>
        </pc:sldMkLst>
      </pc:sldChg>
      <pc:sldChg chg="addSp modSp add mod">
        <pc:chgData name="UBAID QURESHI" userId="dd4ae95d8f7c04fe" providerId="LiveId" clId="{AF920071-46B6-4E4C-A6D8-3E93B456AF12}" dt="2025-10-26T04:12:50.077" v="273" actId="1076"/>
        <pc:sldMkLst>
          <pc:docMk/>
          <pc:sldMk cId="2761170848" sldId="281"/>
        </pc:sldMkLst>
        <pc:spChg chg="add mod">
          <ac:chgData name="UBAID QURESHI" userId="dd4ae95d8f7c04fe" providerId="LiveId" clId="{AF920071-46B6-4E4C-A6D8-3E93B456AF12}" dt="2025-10-26T04:12:50.077" v="273" actId="1076"/>
          <ac:spMkLst>
            <pc:docMk/>
            <pc:sldMk cId="2761170848" sldId="281"/>
            <ac:spMk id="27" creationId="{0FD2E74A-774D-C647-A3AC-2F189495E567}"/>
          </ac:spMkLst>
        </pc:spChg>
        <pc:cxnChg chg="mod">
          <ac:chgData name="UBAID QURESHI" userId="dd4ae95d8f7c04fe" providerId="LiveId" clId="{AF920071-46B6-4E4C-A6D8-3E93B456AF12}" dt="2025-10-26T04:11:42.415" v="267" actId="208"/>
          <ac:cxnSpMkLst>
            <pc:docMk/>
            <pc:sldMk cId="2761170848" sldId="281"/>
            <ac:cxnSpMk id="19" creationId="{82CEA72C-C396-A97F-CA2D-B8BFD91EFD26}"/>
          </ac:cxnSpMkLst>
        </pc:cxnChg>
        <pc:cxnChg chg="add mod">
          <ac:chgData name="UBAID QURESHI" userId="dd4ae95d8f7c04fe" providerId="LiveId" clId="{AF920071-46B6-4E4C-A6D8-3E93B456AF12}" dt="2025-10-26T04:12:32.823" v="271" actId="1076"/>
          <ac:cxnSpMkLst>
            <pc:docMk/>
            <pc:sldMk cId="2761170848" sldId="281"/>
            <ac:cxnSpMk id="24" creationId="{59210357-A46B-7F0A-C375-3FE31E77F380}"/>
          </ac:cxnSpMkLst>
        </pc:cxnChg>
      </pc:sldChg>
      <pc:sldChg chg="addSp modSp add mod">
        <pc:chgData name="UBAID QURESHI" userId="dd4ae95d8f7c04fe" providerId="LiveId" clId="{AF920071-46B6-4E4C-A6D8-3E93B456AF12}" dt="2025-10-26T04:13:29.780" v="278" actId="1076"/>
        <pc:sldMkLst>
          <pc:docMk/>
          <pc:sldMk cId="1452649677" sldId="282"/>
        </pc:sldMkLst>
        <pc:spChg chg="add mod">
          <ac:chgData name="UBAID QURESHI" userId="dd4ae95d8f7c04fe" providerId="LiveId" clId="{AF920071-46B6-4E4C-A6D8-3E93B456AF12}" dt="2025-10-26T04:13:29.780" v="278" actId="1076"/>
          <ac:spMkLst>
            <pc:docMk/>
            <pc:sldMk cId="1452649677" sldId="282"/>
            <ac:spMk id="28" creationId="{923DED35-2BFF-388A-8097-3C2C9E22C0E6}"/>
          </ac:spMkLst>
        </pc:spChg>
        <pc:cxnChg chg="add mod">
          <ac:chgData name="UBAID QURESHI" userId="dd4ae95d8f7c04fe" providerId="LiveId" clId="{AF920071-46B6-4E4C-A6D8-3E93B456AF12}" dt="2025-10-26T04:13:17.830" v="276" actId="1076"/>
          <ac:cxnSpMkLst>
            <pc:docMk/>
            <pc:sldMk cId="1452649677" sldId="282"/>
            <ac:cxnSpMk id="25" creationId="{6B32A744-FEC4-B2AC-89AE-0D29CCDA181E}"/>
          </ac:cxnSpMkLst>
        </pc:cxnChg>
      </pc:sldChg>
      <pc:sldChg chg="addSp modSp add mod">
        <pc:chgData name="UBAID QURESHI" userId="dd4ae95d8f7c04fe" providerId="LiveId" clId="{AF920071-46B6-4E4C-A6D8-3E93B456AF12}" dt="2025-10-26T04:13:57.846" v="282" actId="1076"/>
        <pc:sldMkLst>
          <pc:docMk/>
          <pc:sldMk cId="4160556127" sldId="283"/>
        </pc:sldMkLst>
        <pc:spChg chg="add mod">
          <ac:chgData name="UBAID QURESHI" userId="dd4ae95d8f7c04fe" providerId="LiveId" clId="{AF920071-46B6-4E4C-A6D8-3E93B456AF12}" dt="2025-10-26T04:13:57.846" v="282" actId="1076"/>
          <ac:spMkLst>
            <pc:docMk/>
            <pc:sldMk cId="4160556127" sldId="283"/>
            <ac:spMk id="30" creationId="{1BB2425B-1BFE-7572-DA4F-0FBD981A525D}"/>
          </ac:spMkLst>
        </pc:spChg>
      </pc:sldChg>
      <pc:sldChg chg="modSp add mod">
        <pc:chgData name="UBAID QURESHI" userId="dd4ae95d8f7c04fe" providerId="LiveId" clId="{AF920071-46B6-4E4C-A6D8-3E93B456AF12}" dt="2025-10-26T04:14:32.137" v="284" actId="208"/>
        <pc:sldMkLst>
          <pc:docMk/>
          <pc:sldMk cId="2364319127" sldId="284"/>
        </pc:sldMkLst>
        <pc:cxnChg chg="mod">
          <ac:chgData name="UBAID QURESHI" userId="dd4ae95d8f7c04fe" providerId="LiveId" clId="{AF920071-46B6-4E4C-A6D8-3E93B456AF12}" dt="2025-10-26T04:14:32.137" v="284" actId="208"/>
          <ac:cxnSpMkLst>
            <pc:docMk/>
            <pc:sldMk cId="2364319127" sldId="284"/>
            <ac:cxnSpMk id="14" creationId="{5370E686-4E1C-C293-5072-6278EF4701AD}"/>
          </ac:cxnSpMkLst>
        </pc:cxnChg>
      </pc:sldChg>
      <pc:sldChg chg="modSp add mod ord">
        <pc:chgData name="UBAID QURESHI" userId="dd4ae95d8f7c04fe" providerId="LiveId" clId="{AF920071-46B6-4E4C-A6D8-3E93B456AF12}" dt="2025-10-26T04:14:50.971" v="288" actId="20577"/>
        <pc:sldMkLst>
          <pc:docMk/>
          <pc:sldMk cId="3433747297" sldId="285"/>
        </pc:sldMkLst>
        <pc:spChg chg="mod">
          <ac:chgData name="UBAID QURESHI" userId="dd4ae95d8f7c04fe" providerId="LiveId" clId="{AF920071-46B6-4E4C-A6D8-3E93B456AF12}" dt="2025-10-26T04:14:50.971" v="288" actId="20577"/>
          <ac:spMkLst>
            <pc:docMk/>
            <pc:sldMk cId="3433747297" sldId="285"/>
            <ac:spMk id="30" creationId="{5A8E6DA7-819C-F9B2-D629-890DD5EC9160}"/>
          </ac:spMkLst>
        </pc:spChg>
      </pc:sldChg>
      <pc:sldChg chg="modSp add mod">
        <pc:chgData name="UBAID QURESHI" userId="dd4ae95d8f7c04fe" providerId="LiveId" clId="{AF920071-46B6-4E4C-A6D8-3E93B456AF12}" dt="2025-10-26T04:15:04.453" v="290" actId="208"/>
        <pc:sldMkLst>
          <pc:docMk/>
          <pc:sldMk cId="3409494397" sldId="286"/>
        </pc:sldMkLst>
        <pc:cxnChg chg="mod">
          <ac:chgData name="UBAID QURESHI" userId="dd4ae95d8f7c04fe" providerId="LiveId" clId="{AF920071-46B6-4E4C-A6D8-3E93B456AF12}" dt="2025-10-26T04:15:04.453" v="290" actId="208"/>
          <ac:cxnSpMkLst>
            <pc:docMk/>
            <pc:sldMk cId="3409494397" sldId="286"/>
            <ac:cxnSpMk id="13" creationId="{3A27B1C2-71C8-6E63-E03C-1DA858313B52}"/>
          </ac:cxnSpMkLst>
        </pc:cxnChg>
      </pc:sldChg>
      <pc:sldChg chg="modSp add mod ord">
        <pc:chgData name="UBAID QURESHI" userId="dd4ae95d8f7c04fe" providerId="LiveId" clId="{AF920071-46B6-4E4C-A6D8-3E93B456AF12}" dt="2025-10-26T04:15:46.573" v="296" actId="20577"/>
        <pc:sldMkLst>
          <pc:docMk/>
          <pc:sldMk cId="336279953" sldId="287"/>
        </pc:sldMkLst>
        <pc:spChg chg="mod">
          <ac:chgData name="UBAID QURESHI" userId="dd4ae95d8f7c04fe" providerId="LiveId" clId="{AF920071-46B6-4E4C-A6D8-3E93B456AF12}" dt="2025-10-26T04:15:46.573" v="296" actId="20577"/>
          <ac:spMkLst>
            <pc:docMk/>
            <pc:sldMk cId="336279953" sldId="287"/>
            <ac:spMk id="30" creationId="{90EC20A8-EAB3-A16E-1F39-772974EEBB5E}"/>
          </ac:spMkLst>
        </pc:spChg>
      </pc:sldChg>
      <pc:sldChg chg="add del">
        <pc:chgData name="UBAID QURESHI" userId="dd4ae95d8f7c04fe" providerId="LiveId" clId="{AF920071-46B6-4E4C-A6D8-3E93B456AF12}" dt="2025-10-26T04:15:29.043" v="292"/>
        <pc:sldMkLst>
          <pc:docMk/>
          <pc:sldMk cId="2807033819" sldId="287"/>
        </pc:sldMkLst>
      </pc:sldChg>
      <pc:sldChg chg="modSp add mod">
        <pc:chgData name="UBAID QURESHI" userId="dd4ae95d8f7c04fe" providerId="LiveId" clId="{AF920071-46B6-4E4C-A6D8-3E93B456AF12}" dt="2025-10-26T04:16:06.754" v="298" actId="208"/>
        <pc:sldMkLst>
          <pc:docMk/>
          <pc:sldMk cId="1158300423" sldId="288"/>
        </pc:sldMkLst>
        <pc:cxnChg chg="mod">
          <ac:chgData name="UBAID QURESHI" userId="dd4ae95d8f7c04fe" providerId="LiveId" clId="{AF920071-46B6-4E4C-A6D8-3E93B456AF12}" dt="2025-10-26T04:16:06.754" v="298" actId="208"/>
          <ac:cxnSpMkLst>
            <pc:docMk/>
            <pc:sldMk cId="1158300423" sldId="288"/>
            <ac:cxnSpMk id="14" creationId="{B69105B3-CFDF-BCA6-603A-ED58A06DD01C}"/>
          </ac:cxnSpMkLst>
        </pc:cxnChg>
      </pc:sldChg>
      <pc:sldChg chg="addSp modSp add mod">
        <pc:chgData name="UBAID QURESHI" userId="dd4ae95d8f7c04fe" providerId="LiveId" clId="{AF920071-46B6-4E4C-A6D8-3E93B456AF12}" dt="2025-10-26T04:16:55.812" v="304" actId="1076"/>
        <pc:sldMkLst>
          <pc:docMk/>
          <pc:sldMk cId="70038025" sldId="289"/>
        </pc:sldMkLst>
        <pc:spChg chg="add mod">
          <ac:chgData name="UBAID QURESHI" userId="dd4ae95d8f7c04fe" providerId="LiveId" clId="{AF920071-46B6-4E4C-A6D8-3E93B456AF12}" dt="2025-10-26T04:16:55.812" v="304" actId="1076"/>
          <ac:spMkLst>
            <pc:docMk/>
            <pc:sldMk cId="70038025" sldId="289"/>
            <ac:spMk id="32" creationId="{03E35957-3499-BC9C-60CF-A13461AB6854}"/>
          </ac:spMkLst>
        </pc:spChg>
        <pc:cxnChg chg="mod">
          <ac:chgData name="UBAID QURESHI" userId="dd4ae95d8f7c04fe" providerId="LiveId" clId="{AF920071-46B6-4E4C-A6D8-3E93B456AF12}" dt="2025-10-26T04:16:21.973" v="300" actId="208"/>
          <ac:cxnSpMkLst>
            <pc:docMk/>
            <pc:sldMk cId="70038025" sldId="289"/>
            <ac:cxnSpMk id="13" creationId="{41E8E4F8-B190-3D78-30DC-48C073857627}"/>
          </ac:cxnSpMkLst>
        </pc:cxnChg>
        <pc:cxnChg chg="add mod">
          <ac:chgData name="UBAID QURESHI" userId="dd4ae95d8f7c04fe" providerId="LiveId" clId="{AF920071-46B6-4E4C-A6D8-3E93B456AF12}" dt="2025-10-26T04:16:44.550" v="302" actId="1076"/>
          <ac:cxnSpMkLst>
            <pc:docMk/>
            <pc:sldMk cId="70038025" sldId="289"/>
            <ac:cxnSpMk id="31" creationId="{FC7D38BC-13E3-AC48-8174-9D1330B0823A}"/>
          </ac:cxnSpMkLst>
        </pc:cxnChg>
      </pc:sldChg>
      <pc:sldChg chg="addSp modSp add mod">
        <pc:chgData name="UBAID QURESHI" userId="dd4ae95d8f7c04fe" providerId="LiveId" clId="{AF920071-46B6-4E4C-A6D8-3E93B456AF12}" dt="2025-10-26T04:17:51.688" v="309" actId="1076"/>
        <pc:sldMkLst>
          <pc:docMk/>
          <pc:sldMk cId="3091322199" sldId="290"/>
        </pc:sldMkLst>
        <pc:spChg chg="add mod">
          <ac:chgData name="UBAID QURESHI" userId="dd4ae95d8f7c04fe" providerId="LiveId" clId="{AF920071-46B6-4E4C-A6D8-3E93B456AF12}" dt="2025-10-26T04:17:51.688" v="309" actId="1076"/>
          <ac:spMkLst>
            <pc:docMk/>
            <pc:sldMk cId="3091322199" sldId="290"/>
            <ac:spMk id="34" creationId="{B86126D6-05E7-6A31-0761-734F9E7DC202}"/>
          </ac:spMkLst>
        </pc:spChg>
        <pc:cxnChg chg="add mod">
          <ac:chgData name="UBAID QURESHI" userId="dd4ae95d8f7c04fe" providerId="LiveId" clId="{AF920071-46B6-4E4C-A6D8-3E93B456AF12}" dt="2025-10-26T04:17:38.382" v="307" actId="1076"/>
          <ac:cxnSpMkLst>
            <pc:docMk/>
            <pc:sldMk cId="3091322199" sldId="290"/>
            <ac:cxnSpMk id="33" creationId="{F276882C-765E-63D0-9DDD-84512AA4A1B0}"/>
          </ac:cxnSpMkLst>
        </pc:cxnChg>
      </pc:sldChg>
      <pc:sldChg chg="addSp modSp add mod">
        <pc:chgData name="UBAID QURESHI" userId="dd4ae95d8f7c04fe" providerId="LiveId" clId="{AF920071-46B6-4E4C-A6D8-3E93B456AF12}" dt="2025-10-26T04:18:32.669" v="312" actId="1076"/>
        <pc:sldMkLst>
          <pc:docMk/>
          <pc:sldMk cId="3046844121" sldId="291"/>
        </pc:sldMkLst>
        <pc:spChg chg="add mod">
          <ac:chgData name="UBAID QURESHI" userId="dd4ae95d8f7c04fe" providerId="LiveId" clId="{AF920071-46B6-4E4C-A6D8-3E93B456AF12}" dt="2025-10-26T04:18:32.669" v="312" actId="1076"/>
          <ac:spMkLst>
            <pc:docMk/>
            <pc:sldMk cId="3046844121" sldId="291"/>
            <ac:spMk id="35" creationId="{F56D1B0D-D48F-C657-06A1-F2EB353007F8}"/>
          </ac:spMkLst>
        </pc:spChg>
      </pc:sldChg>
      <pc:sldChg chg="modSp add mod">
        <pc:chgData name="UBAID QURESHI" userId="dd4ae95d8f7c04fe" providerId="LiveId" clId="{AF920071-46B6-4E4C-A6D8-3E93B456AF12}" dt="2025-10-26T04:18:48.304" v="314" actId="208"/>
        <pc:sldMkLst>
          <pc:docMk/>
          <pc:sldMk cId="1146127876" sldId="292"/>
        </pc:sldMkLst>
        <pc:cxnChg chg="mod">
          <ac:chgData name="UBAID QURESHI" userId="dd4ae95d8f7c04fe" providerId="LiveId" clId="{AF920071-46B6-4E4C-A6D8-3E93B456AF12}" dt="2025-10-26T04:18:48.304" v="314" actId="208"/>
          <ac:cxnSpMkLst>
            <pc:docMk/>
            <pc:sldMk cId="1146127876" sldId="292"/>
            <ac:cxnSpMk id="11" creationId="{5EFF96B1-3BF8-F8FD-EE5E-C589C2DB6E85}"/>
          </ac:cxnSpMkLst>
        </pc:cxnChg>
      </pc:sldChg>
      <pc:sldChg chg="modSp add mod">
        <pc:chgData name="UBAID QURESHI" userId="dd4ae95d8f7c04fe" providerId="LiveId" clId="{AF920071-46B6-4E4C-A6D8-3E93B456AF12}" dt="2025-10-26T04:19:10.870" v="317" actId="20577"/>
        <pc:sldMkLst>
          <pc:docMk/>
          <pc:sldMk cId="802391824" sldId="293"/>
        </pc:sldMkLst>
        <pc:spChg chg="mod">
          <ac:chgData name="UBAID QURESHI" userId="dd4ae95d8f7c04fe" providerId="LiveId" clId="{AF920071-46B6-4E4C-A6D8-3E93B456AF12}" dt="2025-10-26T04:19:10.870" v="317" actId="20577"/>
          <ac:spMkLst>
            <pc:docMk/>
            <pc:sldMk cId="802391824" sldId="293"/>
            <ac:spMk id="35" creationId="{F6F282C8-BA8F-CB54-562B-4AE4C5201D0A}"/>
          </ac:spMkLst>
        </pc:spChg>
        <pc:cxnChg chg="mod">
          <ac:chgData name="UBAID QURESHI" userId="dd4ae95d8f7c04fe" providerId="LiveId" clId="{AF920071-46B6-4E4C-A6D8-3E93B456AF12}" dt="2025-10-26T04:19:05.974" v="316" actId="208"/>
          <ac:cxnSpMkLst>
            <pc:docMk/>
            <pc:sldMk cId="802391824" sldId="293"/>
            <ac:cxnSpMk id="11" creationId="{6684B382-6E85-87EE-1DC8-FF718958F33D}"/>
          </ac:cxnSpMkLst>
        </pc:cxnChg>
      </pc:sldChg>
      <pc:sldChg chg="modSp add mod">
        <pc:chgData name="UBAID QURESHI" userId="dd4ae95d8f7c04fe" providerId="LiveId" clId="{AF920071-46B6-4E4C-A6D8-3E93B456AF12}" dt="2025-10-26T04:19:25.932" v="319" actId="208"/>
        <pc:sldMkLst>
          <pc:docMk/>
          <pc:sldMk cId="690167049" sldId="294"/>
        </pc:sldMkLst>
        <pc:cxnChg chg="mod">
          <ac:chgData name="UBAID QURESHI" userId="dd4ae95d8f7c04fe" providerId="LiveId" clId="{AF920071-46B6-4E4C-A6D8-3E93B456AF12}" dt="2025-10-26T04:19:25.932" v="319" actId="208"/>
          <ac:cxnSpMkLst>
            <pc:docMk/>
            <pc:sldMk cId="690167049" sldId="294"/>
            <ac:cxnSpMk id="18" creationId="{21C5F485-86F4-292F-467E-03CC18B33762}"/>
          </ac:cxnSpMkLst>
        </pc:cxnChg>
      </pc:sldChg>
      <pc:sldChg chg="modSp add mod">
        <pc:chgData name="UBAID QURESHI" userId="dd4ae95d8f7c04fe" providerId="LiveId" clId="{AF920071-46B6-4E4C-A6D8-3E93B456AF12}" dt="2025-10-26T04:19:51.349" v="322" actId="20577"/>
        <pc:sldMkLst>
          <pc:docMk/>
          <pc:sldMk cId="1316003320" sldId="295"/>
        </pc:sldMkLst>
        <pc:spChg chg="mod">
          <ac:chgData name="UBAID QURESHI" userId="dd4ae95d8f7c04fe" providerId="LiveId" clId="{AF920071-46B6-4E4C-A6D8-3E93B456AF12}" dt="2025-10-26T04:19:51.349" v="322" actId="20577"/>
          <ac:spMkLst>
            <pc:docMk/>
            <pc:sldMk cId="1316003320" sldId="295"/>
            <ac:spMk id="35" creationId="{99996B24-06FA-5816-A8B8-9176C2AEBB18}"/>
          </ac:spMkLst>
        </pc:spChg>
        <pc:cxnChg chg="mod">
          <ac:chgData name="UBAID QURESHI" userId="dd4ae95d8f7c04fe" providerId="LiveId" clId="{AF920071-46B6-4E4C-A6D8-3E93B456AF12}" dt="2025-10-26T04:19:45.534" v="321" actId="208"/>
          <ac:cxnSpMkLst>
            <pc:docMk/>
            <pc:sldMk cId="1316003320" sldId="295"/>
            <ac:cxnSpMk id="18" creationId="{75102AF5-C4DD-F3E8-A8A1-6C26442CB73E}"/>
          </ac:cxnSpMkLst>
        </pc:cxnChg>
      </pc:sldChg>
      <pc:sldChg chg="modSp add mod">
        <pc:chgData name="UBAID QURESHI" userId="dd4ae95d8f7c04fe" providerId="LiveId" clId="{AF920071-46B6-4E4C-A6D8-3E93B456AF12}" dt="2025-10-26T04:20:06.740" v="324" actId="208"/>
        <pc:sldMkLst>
          <pc:docMk/>
          <pc:sldMk cId="2935924207" sldId="296"/>
        </pc:sldMkLst>
        <pc:cxnChg chg="mod">
          <ac:chgData name="UBAID QURESHI" userId="dd4ae95d8f7c04fe" providerId="LiveId" clId="{AF920071-46B6-4E4C-A6D8-3E93B456AF12}" dt="2025-10-26T04:20:06.740" v="324" actId="208"/>
          <ac:cxnSpMkLst>
            <pc:docMk/>
            <pc:sldMk cId="2935924207" sldId="296"/>
            <ac:cxnSpMk id="11" creationId="{8FB938DE-2484-469F-8801-9512F3EB1D20}"/>
          </ac:cxnSpMkLst>
        </pc:cxnChg>
      </pc:sldChg>
      <pc:sldChg chg="addSp modSp add mod">
        <pc:chgData name="UBAID QURESHI" userId="dd4ae95d8f7c04fe" providerId="LiveId" clId="{AF920071-46B6-4E4C-A6D8-3E93B456AF12}" dt="2025-10-26T04:20:48.676" v="330" actId="1076"/>
        <pc:sldMkLst>
          <pc:docMk/>
          <pc:sldMk cId="2987591810" sldId="297"/>
        </pc:sldMkLst>
        <pc:spChg chg="add mod">
          <ac:chgData name="UBAID QURESHI" userId="dd4ae95d8f7c04fe" providerId="LiveId" clId="{AF920071-46B6-4E4C-A6D8-3E93B456AF12}" dt="2025-10-26T04:20:48.676" v="330" actId="1076"/>
          <ac:spMkLst>
            <pc:docMk/>
            <pc:sldMk cId="2987591810" sldId="297"/>
            <ac:spMk id="37" creationId="{01793BF8-5055-8BDD-C00F-B97FECF5950E}"/>
          </ac:spMkLst>
        </pc:spChg>
        <pc:cxnChg chg="mod">
          <ac:chgData name="UBAID QURESHI" userId="dd4ae95d8f7c04fe" providerId="LiveId" clId="{AF920071-46B6-4E4C-A6D8-3E93B456AF12}" dt="2025-10-26T04:20:17.113" v="326" actId="208"/>
          <ac:cxnSpMkLst>
            <pc:docMk/>
            <pc:sldMk cId="2987591810" sldId="297"/>
            <ac:cxnSpMk id="18" creationId="{9DBF5AB9-3E8B-1F9C-591A-55DD25CF3600}"/>
          </ac:cxnSpMkLst>
        </pc:cxnChg>
        <pc:cxnChg chg="add mod">
          <ac:chgData name="UBAID QURESHI" userId="dd4ae95d8f7c04fe" providerId="LiveId" clId="{AF920071-46B6-4E4C-A6D8-3E93B456AF12}" dt="2025-10-26T04:20:39.274" v="328" actId="1076"/>
          <ac:cxnSpMkLst>
            <pc:docMk/>
            <pc:sldMk cId="2987591810" sldId="297"/>
            <ac:cxnSpMk id="36" creationId="{5E10B092-AC2A-7D35-27E2-71B3F2570EE8}"/>
          </ac:cxnSpMkLst>
        </pc:cxnChg>
      </pc:sldChg>
      <pc:sldChg chg="addSp modSp add mod">
        <pc:chgData name="UBAID QURESHI" userId="dd4ae95d8f7c04fe" providerId="LiveId" clId="{AF920071-46B6-4E4C-A6D8-3E93B456AF12}" dt="2025-10-26T05:28:01.192" v="338" actId="20577"/>
        <pc:sldMkLst>
          <pc:docMk/>
          <pc:sldMk cId="3416149616" sldId="298"/>
        </pc:sldMkLst>
        <pc:spChg chg="mod">
          <ac:chgData name="UBAID QURESHI" userId="dd4ae95d8f7c04fe" providerId="LiveId" clId="{AF920071-46B6-4E4C-A6D8-3E93B456AF12}" dt="2025-10-26T05:27:42.214" v="332" actId="14100"/>
          <ac:spMkLst>
            <pc:docMk/>
            <pc:sldMk cId="3416149616" sldId="298"/>
            <ac:spMk id="4" creationId="{4DB356E4-4111-4D0A-E341-F04A2E2ACA95}"/>
          </ac:spMkLst>
        </pc:spChg>
        <pc:spChg chg="add mod">
          <ac:chgData name="UBAID QURESHI" userId="dd4ae95d8f7c04fe" providerId="LiveId" clId="{AF920071-46B6-4E4C-A6D8-3E93B456AF12}" dt="2025-10-26T05:28:01.192" v="338" actId="20577"/>
          <ac:spMkLst>
            <pc:docMk/>
            <pc:sldMk cId="3416149616" sldId="298"/>
            <ac:spMk id="39" creationId="{9940AE0B-FC34-9D0D-F27D-3AF9F136EFA4}"/>
          </ac:spMkLst>
        </pc:spChg>
        <pc:cxnChg chg="add mod">
          <ac:chgData name="UBAID QURESHI" userId="dd4ae95d8f7c04fe" providerId="LiveId" clId="{AF920071-46B6-4E4C-A6D8-3E93B456AF12}" dt="2025-10-26T05:27:49.692" v="334" actId="1076"/>
          <ac:cxnSpMkLst>
            <pc:docMk/>
            <pc:sldMk cId="3416149616" sldId="298"/>
            <ac:cxnSpMk id="38" creationId="{66AFBBF2-1948-060B-E28A-08E523597938}"/>
          </ac:cxnSpMkLst>
        </pc:cxnChg>
      </pc:sldChg>
      <pc:sldChg chg="addSp modSp add mod">
        <pc:chgData name="UBAID QURESHI" userId="dd4ae95d8f7c04fe" providerId="LiveId" clId="{AF920071-46B6-4E4C-A6D8-3E93B456AF12}" dt="2025-10-26T05:29:54.617" v="349" actId="1076"/>
        <pc:sldMkLst>
          <pc:docMk/>
          <pc:sldMk cId="3555563052" sldId="299"/>
        </pc:sldMkLst>
        <pc:cxnChg chg="add mod">
          <ac:chgData name="UBAID QURESHI" userId="dd4ae95d8f7c04fe" providerId="LiveId" clId="{AF920071-46B6-4E4C-A6D8-3E93B456AF12}" dt="2025-10-26T05:29:22.059" v="342" actId="1582"/>
          <ac:cxnSpMkLst>
            <pc:docMk/>
            <pc:sldMk cId="3555563052" sldId="299"/>
            <ac:cxnSpMk id="41" creationId="{9BB82FDB-6193-0286-9AD6-26D4B34AC4B2}"/>
          </ac:cxnSpMkLst>
        </pc:cxnChg>
        <pc:cxnChg chg="add mod">
          <ac:chgData name="UBAID QURESHI" userId="dd4ae95d8f7c04fe" providerId="LiveId" clId="{AF920071-46B6-4E4C-A6D8-3E93B456AF12}" dt="2025-10-26T05:29:32.417" v="344" actId="1076"/>
          <ac:cxnSpMkLst>
            <pc:docMk/>
            <pc:sldMk cId="3555563052" sldId="299"/>
            <ac:cxnSpMk id="42" creationId="{32861B5D-5665-2C0C-A57E-9F9A9B86427E}"/>
          </ac:cxnSpMkLst>
        </pc:cxnChg>
        <pc:cxnChg chg="add mod">
          <ac:chgData name="UBAID QURESHI" userId="dd4ae95d8f7c04fe" providerId="LiveId" clId="{AF920071-46B6-4E4C-A6D8-3E93B456AF12}" dt="2025-10-26T05:29:54.617" v="349" actId="1076"/>
          <ac:cxnSpMkLst>
            <pc:docMk/>
            <pc:sldMk cId="3555563052" sldId="299"/>
            <ac:cxnSpMk id="43" creationId="{51FACB39-D038-BA6D-4302-A8CA9475AB5B}"/>
          </ac:cxnSpMkLst>
        </pc:cxnChg>
      </pc:sldChg>
      <pc:sldChg chg="addSp modSp add mod ord">
        <pc:chgData name="UBAID QURESHI" userId="dd4ae95d8f7c04fe" providerId="LiveId" clId="{AF920071-46B6-4E4C-A6D8-3E93B456AF12}" dt="2025-10-26T05:35:08.710" v="380"/>
        <pc:sldMkLst>
          <pc:docMk/>
          <pc:sldMk cId="1245158847" sldId="300"/>
        </pc:sldMkLst>
        <pc:spChg chg="add mod">
          <ac:chgData name="UBAID QURESHI" userId="dd4ae95d8f7c04fe" providerId="LiveId" clId="{AF920071-46B6-4E4C-A6D8-3E93B456AF12}" dt="2025-10-26T05:31:17.386" v="360" actId="1076"/>
          <ac:spMkLst>
            <pc:docMk/>
            <pc:sldMk cId="1245158847" sldId="300"/>
            <ac:spMk id="40" creationId="{6E273789-66A7-1E8E-6151-82A0BF0B7E63}"/>
          </ac:spMkLst>
        </pc:spChg>
        <pc:spChg chg="add mod">
          <ac:chgData name="UBAID QURESHI" userId="dd4ae95d8f7c04fe" providerId="LiveId" clId="{AF920071-46B6-4E4C-A6D8-3E93B456AF12}" dt="2025-10-26T05:32:08.632" v="370" actId="1076"/>
          <ac:spMkLst>
            <pc:docMk/>
            <pc:sldMk cId="1245158847" sldId="300"/>
            <ac:spMk id="48" creationId="{EC375339-B9C8-473F-ED34-3B349CC870BE}"/>
          </ac:spMkLst>
        </pc:spChg>
        <pc:cxnChg chg="add mod">
          <ac:chgData name="UBAID QURESHI" userId="dd4ae95d8f7c04fe" providerId="LiveId" clId="{AF920071-46B6-4E4C-A6D8-3E93B456AF12}" dt="2025-10-26T05:31:31.118" v="362" actId="1076"/>
          <ac:cxnSpMkLst>
            <pc:docMk/>
            <pc:sldMk cId="1245158847" sldId="300"/>
            <ac:cxnSpMk id="44" creationId="{81D43172-8120-71BA-0FF5-2A090BDE9EB7}"/>
          </ac:cxnSpMkLst>
        </pc:cxnChg>
        <pc:cxnChg chg="add mod">
          <ac:chgData name="UBAID QURESHI" userId="dd4ae95d8f7c04fe" providerId="LiveId" clId="{AF920071-46B6-4E4C-A6D8-3E93B456AF12}" dt="2025-10-26T05:31:37.166" v="364" actId="1076"/>
          <ac:cxnSpMkLst>
            <pc:docMk/>
            <pc:sldMk cId="1245158847" sldId="300"/>
            <ac:cxnSpMk id="45" creationId="{19FDE3DA-C82B-A099-93A1-1F2C704B4530}"/>
          </ac:cxnSpMkLst>
        </pc:cxnChg>
        <pc:cxnChg chg="add mod">
          <ac:chgData name="UBAID QURESHI" userId="dd4ae95d8f7c04fe" providerId="LiveId" clId="{AF920071-46B6-4E4C-A6D8-3E93B456AF12}" dt="2025-10-26T05:31:54.499" v="368" actId="1076"/>
          <ac:cxnSpMkLst>
            <pc:docMk/>
            <pc:sldMk cId="1245158847" sldId="300"/>
            <ac:cxnSpMk id="46" creationId="{4911E6BA-F6B5-02CE-955E-C79EA61C5535}"/>
          </ac:cxnSpMkLst>
        </pc:cxnChg>
      </pc:sldChg>
      <pc:sldChg chg="addSp delSp add mod">
        <pc:chgData name="UBAID QURESHI" userId="dd4ae95d8f7c04fe" providerId="LiveId" clId="{AF920071-46B6-4E4C-A6D8-3E93B456AF12}" dt="2025-10-26T05:35:01.646" v="378" actId="478"/>
        <pc:sldMkLst>
          <pc:docMk/>
          <pc:sldMk cId="409865066" sldId="301"/>
        </pc:sldMkLst>
        <pc:spChg chg="add del">
          <ac:chgData name="UBAID QURESHI" userId="dd4ae95d8f7c04fe" providerId="LiveId" clId="{AF920071-46B6-4E4C-A6D8-3E93B456AF12}" dt="2025-10-26T05:34:57.452" v="375" actId="478"/>
          <ac:spMkLst>
            <pc:docMk/>
            <pc:sldMk cId="409865066" sldId="301"/>
            <ac:spMk id="4" creationId="{5A6E2508-910F-058E-54D9-AD35505BA60B}"/>
          </ac:spMkLst>
        </pc:spChg>
        <pc:spChg chg="del">
          <ac:chgData name="UBAID QURESHI" userId="dd4ae95d8f7c04fe" providerId="LiveId" clId="{AF920071-46B6-4E4C-A6D8-3E93B456AF12}" dt="2025-10-26T05:35:01.646" v="378" actId="478"/>
          <ac:spMkLst>
            <pc:docMk/>
            <pc:sldMk cId="409865066" sldId="301"/>
            <ac:spMk id="48" creationId="{6E51B2E4-A411-843B-7A95-44428CF0B23A}"/>
          </ac:spMkLst>
        </pc:spChg>
        <pc:cxnChg chg="del">
          <ac:chgData name="UBAID QURESHI" userId="dd4ae95d8f7c04fe" providerId="LiveId" clId="{AF920071-46B6-4E4C-A6D8-3E93B456AF12}" dt="2025-10-26T05:35:00.036" v="377" actId="478"/>
          <ac:cxnSpMkLst>
            <pc:docMk/>
            <pc:sldMk cId="409865066" sldId="301"/>
            <ac:cxnSpMk id="44" creationId="{24A4E204-FB1A-D644-E430-F02FA4AA87A3}"/>
          </ac:cxnSpMkLst>
        </pc:cxnChg>
        <pc:cxnChg chg="del">
          <ac:chgData name="UBAID QURESHI" userId="dd4ae95d8f7c04fe" providerId="LiveId" clId="{AF920071-46B6-4E4C-A6D8-3E93B456AF12}" dt="2025-10-26T05:34:55.224" v="373" actId="478"/>
          <ac:cxnSpMkLst>
            <pc:docMk/>
            <pc:sldMk cId="409865066" sldId="301"/>
            <ac:cxnSpMk id="45" creationId="{CCFB8886-7B94-D476-ADE0-5FEE3478CFEF}"/>
          </ac:cxnSpMkLst>
        </pc:cxnChg>
        <pc:cxnChg chg="del">
          <ac:chgData name="UBAID QURESHI" userId="dd4ae95d8f7c04fe" providerId="LiveId" clId="{AF920071-46B6-4E4C-A6D8-3E93B456AF12}" dt="2025-10-26T05:34:58.966" v="376" actId="478"/>
          <ac:cxnSpMkLst>
            <pc:docMk/>
            <pc:sldMk cId="409865066" sldId="301"/>
            <ac:cxnSpMk id="46" creationId="{2E4BA622-EF6D-E6C8-7005-8B4F62810E9F}"/>
          </ac:cxnSpMkLst>
        </pc:cxnChg>
      </pc:sldChg>
      <pc:sldChg chg="addSp modSp add mod">
        <pc:chgData name="UBAID QURESHI" userId="dd4ae95d8f7c04fe" providerId="LiveId" clId="{AF920071-46B6-4E4C-A6D8-3E93B456AF12}" dt="2025-10-26T05:36:34.305" v="389" actId="1076"/>
        <pc:sldMkLst>
          <pc:docMk/>
          <pc:sldMk cId="387430939" sldId="302"/>
        </pc:sldMkLst>
        <pc:spChg chg="add mod">
          <ac:chgData name="UBAID QURESHI" userId="dd4ae95d8f7c04fe" providerId="LiveId" clId="{AF920071-46B6-4E4C-A6D8-3E93B456AF12}" dt="2025-10-26T05:36:34.305" v="389" actId="1076"/>
          <ac:spMkLst>
            <pc:docMk/>
            <pc:sldMk cId="387430939" sldId="302"/>
            <ac:spMk id="52" creationId="{2AD42B63-6A1F-9B29-1511-414C0A3526C0}"/>
          </ac:spMkLst>
        </pc:spChg>
        <pc:cxnChg chg="add mod">
          <ac:chgData name="UBAID QURESHI" userId="dd4ae95d8f7c04fe" providerId="LiveId" clId="{AF920071-46B6-4E4C-A6D8-3E93B456AF12}" dt="2025-10-26T05:35:37.373" v="382" actId="1076"/>
          <ac:cxnSpMkLst>
            <pc:docMk/>
            <pc:sldMk cId="387430939" sldId="302"/>
            <ac:cxnSpMk id="47" creationId="{99036600-0AE2-B6BD-29D0-1D7F2BAB778D}"/>
          </ac:cxnSpMkLst>
        </pc:cxnChg>
        <pc:cxnChg chg="add mod">
          <ac:chgData name="UBAID QURESHI" userId="dd4ae95d8f7c04fe" providerId="LiveId" clId="{AF920071-46B6-4E4C-A6D8-3E93B456AF12}" dt="2025-10-26T05:35:50.401" v="385" actId="14100"/>
          <ac:cxnSpMkLst>
            <pc:docMk/>
            <pc:sldMk cId="387430939" sldId="302"/>
            <ac:cxnSpMk id="49" creationId="{44C99E7E-36ED-C63D-C63D-9EACE73792CF}"/>
          </ac:cxnSpMkLst>
        </pc:cxnChg>
        <pc:cxnChg chg="add mod">
          <ac:chgData name="UBAID QURESHI" userId="dd4ae95d8f7c04fe" providerId="LiveId" clId="{AF920071-46B6-4E4C-A6D8-3E93B456AF12}" dt="2025-10-26T05:35:57.517" v="387" actId="1076"/>
          <ac:cxnSpMkLst>
            <pc:docMk/>
            <pc:sldMk cId="387430939" sldId="302"/>
            <ac:cxnSpMk id="51" creationId="{C160F2FB-44DA-FBC2-08C5-2B0711BD3652}"/>
          </ac:cxnSpMkLst>
        </pc:cxnChg>
      </pc:sldChg>
      <pc:sldChg chg="addSp modSp add mod">
        <pc:chgData name="UBAID QURESHI" userId="dd4ae95d8f7c04fe" providerId="LiveId" clId="{AF920071-46B6-4E4C-A6D8-3E93B456AF12}" dt="2025-10-26T05:38:36.417" v="406" actId="208"/>
        <pc:sldMkLst>
          <pc:docMk/>
          <pc:sldMk cId="3643729462" sldId="303"/>
        </pc:sldMkLst>
        <pc:cxnChg chg="add mod">
          <ac:chgData name="UBAID QURESHI" userId="dd4ae95d8f7c04fe" providerId="LiveId" clId="{AF920071-46B6-4E4C-A6D8-3E93B456AF12}" dt="2025-10-26T05:38:33.896" v="405" actId="208"/>
          <ac:cxnSpMkLst>
            <pc:docMk/>
            <pc:sldMk cId="3643729462" sldId="303"/>
            <ac:cxnSpMk id="21" creationId="{2F7FA0AE-79C3-2FAA-EFA3-251964C051E9}"/>
          </ac:cxnSpMkLst>
        </pc:cxnChg>
        <pc:cxnChg chg="add mod">
          <ac:chgData name="UBAID QURESHI" userId="dd4ae95d8f7c04fe" providerId="LiveId" clId="{AF920071-46B6-4E4C-A6D8-3E93B456AF12}" dt="2025-10-26T05:38:36.417" v="406" actId="208"/>
          <ac:cxnSpMkLst>
            <pc:docMk/>
            <pc:sldMk cId="3643729462" sldId="303"/>
            <ac:cxnSpMk id="30" creationId="{E9BB30A7-33EE-6599-A764-AC2221886B9B}"/>
          </ac:cxnSpMkLst>
        </pc:cxnChg>
        <pc:cxnChg chg="add mod">
          <ac:chgData name="UBAID QURESHI" userId="dd4ae95d8f7c04fe" providerId="LiveId" clId="{AF920071-46B6-4E4C-A6D8-3E93B456AF12}" dt="2025-10-26T05:38:29.708" v="404" actId="208"/>
          <ac:cxnSpMkLst>
            <pc:docMk/>
            <pc:sldMk cId="3643729462" sldId="303"/>
            <ac:cxnSpMk id="31" creationId="{01B1A8BC-7886-5D1F-6DC9-C4D906C7D91B}"/>
          </ac:cxnSpMkLst>
        </pc:cxnChg>
      </pc:sldChg>
      <pc:sldChg chg="addSp modSp add mod">
        <pc:chgData name="UBAID QURESHI" userId="dd4ae95d8f7c04fe" providerId="LiveId" clId="{AF920071-46B6-4E4C-A6D8-3E93B456AF12}" dt="2025-10-26T05:39:40.153" v="423" actId="1076"/>
        <pc:sldMkLst>
          <pc:docMk/>
          <pc:sldMk cId="2752768516" sldId="304"/>
        </pc:sldMkLst>
        <pc:spChg chg="add mod">
          <ac:chgData name="UBAID QURESHI" userId="dd4ae95d8f7c04fe" providerId="LiveId" clId="{AF920071-46B6-4E4C-A6D8-3E93B456AF12}" dt="2025-10-26T05:39:40.153" v="423" actId="1076"/>
          <ac:spMkLst>
            <pc:docMk/>
            <pc:sldMk cId="2752768516" sldId="304"/>
            <ac:spMk id="33" creationId="{EAF89D42-156C-859C-65C8-DF17229592F3}"/>
          </ac:spMkLst>
        </pc:spChg>
        <pc:cxnChg chg="add mod">
          <ac:chgData name="UBAID QURESHI" userId="dd4ae95d8f7c04fe" providerId="LiveId" clId="{AF920071-46B6-4E4C-A6D8-3E93B456AF12}" dt="2025-10-26T05:39:08.897" v="409" actId="1076"/>
          <ac:cxnSpMkLst>
            <pc:docMk/>
            <pc:sldMk cId="2752768516" sldId="304"/>
            <ac:cxnSpMk id="17" creationId="{23B4031B-C6AB-D2FA-3B48-A427510ED209}"/>
          </ac:cxnSpMkLst>
        </pc:cxnChg>
        <pc:cxnChg chg="add mod">
          <ac:chgData name="UBAID QURESHI" userId="dd4ae95d8f7c04fe" providerId="LiveId" clId="{AF920071-46B6-4E4C-A6D8-3E93B456AF12}" dt="2025-10-26T05:39:24.112" v="421" actId="1035"/>
          <ac:cxnSpMkLst>
            <pc:docMk/>
            <pc:sldMk cId="2752768516" sldId="304"/>
            <ac:cxnSpMk id="28" creationId="{AB227F41-75E8-9581-47B3-9DD25112D10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56BF-CA18-04B2-4061-00567D4C7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B5B41-CADB-B616-5CA1-EBBB58E06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B9EF-5FAA-C014-A482-8C28DD7E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381E-C8F1-F10B-6016-449A5314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3D51F-61CB-89A7-0459-4A200A91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19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F5F2-9E7C-5170-CE7F-C6E8F760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DFCC-C3C5-5765-350B-FE280BFF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3458-0606-B3BB-8F25-D4459B3B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D528-B75F-4BFC-1574-0F9BBE0A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27947-F66E-7FE0-6478-80AF1242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26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C8CF-5EF4-3C51-3CD6-C1E9002A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8B378-B3CD-8606-8847-034CC7055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A0072-500D-C8A5-351F-193119D8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E179E-92A4-8359-6BD4-5EC38C50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1075C-451D-5877-3C0E-C2EC3FB9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88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B526-210B-E518-4428-190E59A5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45F30-D322-83AD-FAA3-0A38D1C95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121AD-8EFC-755A-B42D-C720257BB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7199D-953E-17F8-EBE7-8B561F1D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134C-B50E-F229-2DE5-D0515B06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FC93A-1DB2-88DF-E523-5AD6878F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39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7265-F54C-09E7-E4AD-002E9DD3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CD8A6-F1C4-310E-72FF-B3CA6500F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7F379-6CD4-19C5-0614-1438B0392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FFF58-9E61-EC3B-BD9E-512B3BBE7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0CA50-9C39-26F6-78C3-6C29BFF62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A9557-AAD8-971F-4746-E0B474F0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FB6AB-65D8-3707-B9CF-34711CDE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F36A3-938E-8AC7-91C5-6B5C2A51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305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A7BF-D33C-1911-8139-3413D4B6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67BE-9858-9EA9-DBAB-BAF1497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1F553-4080-1F5E-BE6A-E24104AF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C07F5-41A1-F655-2CD7-D530306B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80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C9FE0-A3CD-8359-3EFC-7E0C1C21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86674-5BCC-A859-A623-CB9A5FBF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52699-3E1E-0E54-AC4D-76AF38AB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95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EAB5-7EBF-381F-D34F-7B1C6EC0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B7B2-550D-D47B-D1FA-5E82A08B1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8529E-86EC-4BB6-82A2-FF534FF3E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72834-7329-5EB2-4B92-43A04120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A489C-533D-1AA3-5EF6-6861A27B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18ED6-3499-42ED-3D3E-CA503441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5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2E2A-9260-7C1A-E8B5-660F928A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C2B6A-CE4C-D9CE-ADD2-25E6A6C72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6E7B5-25B3-6AD2-AD2B-0DB0AB743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2BED6-2BB3-EEB9-2EBF-717DB28C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BE473-B301-88A0-C09D-AE4EA60A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A3201-D0C5-773C-4CB5-7019F380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11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83BD-9F2E-A9B9-25E8-87A72CCF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C1C4F-FD2A-557C-F770-FBAF510D8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D24D-2EA0-7C1B-BF39-3C6DB89F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B1365-03E7-DDA7-6AEA-C098B18A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51124-0449-4A49-C4BA-56E14A84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04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6DD2A-7364-1A9E-2219-5D823E98F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BF4DA-F6C6-E35C-4906-C948C7511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434BE-DA0D-AD69-52D9-E13783BD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1CE5-B408-3160-05BA-2A27BE0E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76B2-A57B-8B84-B9E7-87F9C6E1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30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482B4-A488-57E9-1970-167C548A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54CF2-1A1E-F59F-5FC1-DCB0C503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7CE02-D331-DC78-18B0-8F958F73A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7AF5C-4F7D-471A-BA02-71B9B376E7D5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0E6E-2E8B-B9B2-2BEC-504254D3E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05957-04C2-5820-D11E-06E41286C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1BB1D-B9B4-4912-9237-443691B1E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53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1939668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M - Coloring</a:t>
            </a:r>
            <a:endParaRPr lang="en-IN" sz="9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2F380-4C14-A02E-3925-B1891432458C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AF246-1277-7157-BD3B-17B5166FD6C8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B941-F5FA-C246-6219-3EA9119A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EAD3-A38D-768C-841C-566DCC91F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78D0A-F77E-572B-EF36-0207431C2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72A98-434B-3C9D-F998-D8E9912E75F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243D4-4961-4305-9A3C-2641E8D672A1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04FD0-AF33-EE8C-A8F6-4B09FC2ACE9F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3B091B-F4C4-86B1-F472-89CFA257AB70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B5C5AB-A241-AF62-61A2-5B45ABD24D76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716393-411D-5281-88F7-8CED3558199C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61AB9B-84FE-99AC-ADA2-BB0D5FE20783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00BE13-34A9-81CA-AF11-681202971635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E233D2-5CD2-1BE0-7016-6663A1E0A8DD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B0B2D8-476B-38B1-ACF1-CF2AA2D4D468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6E3BB6-B885-1266-5277-33FDC35B903B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54B4D5-B5FA-9748-74E1-1633807EFC5F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41A972-C43E-266F-D5D9-12F6F7641346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A3D64-5E0D-8AA8-E579-0419FC01CDF5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238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1FE8-A103-4BAD-5469-9475983D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D568-234D-029B-B5AC-0A326EEE0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0C40A-4A1E-6C58-C0EB-30BD30B7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80884-1CC8-A7EC-E35C-065728BD35D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6CD1F3-45C8-D0F1-FC0A-F75C0A09CF73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5792F-2FAF-E9D2-EC8E-DD306D7D5000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BC5C3C-2D9A-3BDD-FE2D-B74C94CF62D6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C843D1-8EBB-4502-11B3-3F7005F2CE8A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A29ADA-BA62-20BC-E148-F4D16461A707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C6B19C-A753-FA96-CA24-758DD57194CB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0E0211-B36B-51C3-F253-6D5CAD1123C6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62442B-2626-3184-C182-30DA1423CEDC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A4F2C3-6C94-90C7-075F-EB63597B3039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49399A-0791-EFCC-3042-43B7A6AB4B21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46FC22-5D58-C707-1A37-9F31C4783EA8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C4FF63-C2B4-C290-29CD-E415EDC87ECA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FAB46-646D-57FA-0F1C-A8EFBAEF1A70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4B085-7A41-8AAE-4E9E-12046C2D8252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142FA2-F189-89EB-7436-CDEB2172925E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0B172-4F2D-8446-74A2-5AFF29253E64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5760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AD09-9E1F-657F-B260-4D3CD6CB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496B-4B3D-53F2-8F3C-82E49C2DB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F211F-D34E-8D27-EDAF-33FC80542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99B88-46C5-3ACC-9800-AE6C5BD8652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E60C00-36BC-F293-4434-1A95736E0B42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55E2DB-EBF5-DA6E-30AB-836E4C9E4B0A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B6AF00-1BCE-9788-B188-662576CD11B2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0D0F71-19B2-331D-FA05-E3107E686DA6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77A954-DA58-3358-D656-A9777F79EFA1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5B8618-6724-91A5-B03D-39D150F81F7A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C66730-4E69-952A-051B-EF54BEF3F9B4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B4D083-4FB3-3133-9144-92F2F302BD0F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309690-85B0-CF0D-93DE-B5D4A10E5CD6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B93E06-E19F-B96F-4D43-8BDB9748A6AE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AB82D2-9E24-A0B5-ECE5-D057D22D50DA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A0D80E-94F4-3250-060C-4109F907B0CA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1D007-A73C-62C9-C2CB-5CFD1FF5E913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F00F2F-3EEC-4ED4-9B25-9BB8F074AD0A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CF409-0084-77BD-91A4-E188F9761526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18E81-C0B6-DABB-F489-5B2D055D4027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8478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7AC0-D549-A080-D07C-DE01C4D5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16A8-35D8-431F-0449-936DFDB08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A31DF-2959-95FA-8E1B-97D9F7DA07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F2E03-6398-33CE-389B-6456F804F9C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C6E59-722A-1457-7B76-3515D7A2A32B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1B24D-4AEC-7BD7-D258-6650F1A024BE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4A7978-5DCB-203B-A298-37C2B0356C3F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CA4983-6661-78D0-A399-BDC58F19CD79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660152-AAFC-8F07-8E7E-B253D2AFCEDF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56C244-5A42-38F8-C5B0-56FF2C5D466D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F310BC-D1CF-A336-68AC-7D32AB0C86A4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65470B-33D1-A679-9FD1-63C9098C3815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6BDFE4-3B15-3361-FE7F-BE7EA8DDBD83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25A2AA-9855-0866-78E1-39BC7DD41F92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CEB7F5-52DC-637F-D7E4-B304045A906C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65D352-52AF-C132-200F-36B82D9B4097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8A7AC-4BFE-1695-B4D7-0851C0E67360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F38084-5EDC-FD57-0700-B09AE0597AEE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D40068-6D2F-DB75-BD18-DE9AF06BBC5E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6C020-644D-816E-A1C2-9BB0D1D509B6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582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AB01-815F-8B55-6E57-4ECD14E9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DF8F-D20F-7BF5-C687-01D4987CB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5FD09-F47F-15E2-E74D-81402E377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EAADA-554E-505F-AE4A-8BE7CB799AB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22C8A-4EE8-EDA1-8227-BDF8BA347FC1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716D0E-1272-1D0F-E556-9171770E45BF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EAD417-7FFD-BB5E-75A2-07ECF45A7E38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60C30-0644-B6FF-E1C6-0C5A9119AB93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6DBF5F-E5C4-26B3-CD6B-3E3A50B8A219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4D0375-3212-778C-1047-869D04F7DFD5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BFD5D9-875C-0D71-E648-8810A1DAB976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FBD1F5-E5E7-CEB1-BC9B-603EC0984EA0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BDEF19-6D96-AA7D-DACF-53A117AF7C11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60DF4C-4B6E-1B16-65B0-5A92557C04F8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76982D-B091-DB24-E318-1272FD95F983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3E43AB-FA62-C5DA-6749-19C037F94521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E9B35-B2EE-575E-92F4-56C893E8083F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CB9E5-41BB-6BC5-844D-2C5AFF72607D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FFEB2-1261-C50A-89C3-1F39F3FFD6D5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BF28B7-2928-57E0-E483-1C15FD8C788D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876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FE80-58C1-0117-D986-BAC7ADF7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8FA7-D1B1-346C-01C6-5D70620D5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6A8C4-869B-B3F3-C29D-87EE172CA1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A7CE7-E48A-FF8B-2D57-97319418C8F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271AE-001A-1EB6-ABD0-65779127948F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5BAB1-38C7-8990-ABCD-D98B70CBB6CF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01DFCE-4EEC-F4C5-2AEC-C7A4C8A60B96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53B290-25EE-2EC1-031D-661030F46484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5FFD33-5213-C509-F2A6-D64E9F154335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10EC2D-C13A-1018-4B62-DB7F5F4D4C2A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A2183-AFBB-92A7-894C-F26225D65DA6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685050-7CC2-1C0E-3953-E6DE3EBC6249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145E07-474B-916F-0253-823D5CA178CC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2E5DB5-B25E-9C79-6207-24849667AA0B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37021E-927D-EF03-DB61-ABAC30BBF3AF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CA15E0-FA58-A3EC-4DDE-2ED306E318C1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A53A0-96C5-39DD-3403-87C7C2AC6A1F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CF0CC-A6F8-3948-F071-6B14D9B70EA0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FD924-A1B1-408B-1D61-8900C6AA3FFA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24799-492A-631D-3C09-3751D7B627FB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030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D535-5733-443F-B2FC-BD4E6C72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E147-57A5-15B4-A54A-FD24292B1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CACE0-4527-7470-F4CF-C0AF0381C6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83C7E-4F27-6C81-3F75-BE498732B48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C759DF-3576-DA5D-7A38-A4E580795318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FF9A80-F482-504F-9C0E-88327F08EE8A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8E23CB-64C1-F160-8B95-03BF6A74167E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1C95E3-9B7B-2C1E-C303-0789D19163AB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6CDC12-958E-12B8-8E1B-A5A1A847E916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36B09B-B1D6-F678-3515-2DE7F2C55573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EC7043-A7D5-F098-E566-63ED53F071DC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42843F-20F2-8DD7-9134-38347E0250A1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323C07-6137-C5AB-15AE-B2AB6AD62D18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CA34C7-CD13-A2C5-65F6-391DFEA993B9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9A4952-CB1A-2EE9-8692-AA10D143BCED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BF750E7-88AC-1E14-F8C1-1B7167F1CCFF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2C1CA-7CD2-60DD-8243-05A9CF9B09E8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149522-930C-E7C5-CC03-79FB332EE0B7}"/>
              </a:ext>
            </a:extLst>
          </p:cNvPr>
          <p:cNvSpPr txBox="1"/>
          <p:nvPr/>
        </p:nvSpPr>
        <p:spPr>
          <a:xfrm>
            <a:off x="5298696" y="182113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406B-4614-AAC3-F594-D6F336CA36E6}"/>
              </a:ext>
            </a:extLst>
          </p:cNvPr>
          <p:cNvSpPr txBox="1"/>
          <p:nvPr/>
        </p:nvSpPr>
        <p:spPr>
          <a:xfrm>
            <a:off x="2982598" y="54245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54511D-000E-C462-B77A-B66BC3CDAB6D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865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66F9-542C-042C-20F8-0F484FDD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26FE-7479-8E34-48C8-28A7B493F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D691E-4DE3-F9BA-235D-86BA7A191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DBB54-4158-638E-1F9D-32C6CE235CB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AD9B3-FA0C-2C3C-88A8-4CCEE27B24E2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D88A2-A461-8CF7-187A-15ECA70220E3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1E146E-E019-B637-B53D-D776F9E889CA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4DB681-F262-16FC-5F61-80E8C991C617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8D102C-7ECC-9AB6-31B8-48D09FF14AD5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EA5CEC-5990-4A52-12E7-CD1E14B1AFB2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E6407A-F120-D0E4-C180-701D0FB471B8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78395A-DE2D-1AC4-C895-476A4361D442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C9489E-C1EB-BA6F-88C9-3A2B80F14964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0EFEB6-6749-CDF4-E943-714F74D8A971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277E99-4EAB-8DC6-1A50-50FDB36483E0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81075E-5A29-8F51-0673-E342E35F48B0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C10F5-2C37-F55F-78EC-074B03F2FC06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3931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4082-57F1-0369-A0B7-1AA8F148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5F45-90AA-4113-E3F5-1DF912E9A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9044F-2103-2CDF-0049-6E7A7F938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04C23-BE32-7192-0A0A-80456346E26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FFC50-14A2-8C79-144C-C0EB76D8032C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C15CC-B2A2-7C49-3509-448D9A548DEC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9B1C2E-4131-DB4C-093D-6A7395A4E654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149480-619D-1F5E-B3B3-369BC148A7BA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2A46C1-8BCE-BC51-C2DE-E1D05CDB8800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1C51EB-75A6-2DC0-8258-89714C0D72CF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50E947-CD8E-6A6A-4DAD-9BEC5172EFE8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BDA679-E67E-494F-8957-4C52ABB85200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EFE5E-778C-8697-DC0B-33080D98F23D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594977-4C13-22F3-67CA-04B1054BA092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4D0E15-6965-43BF-232E-33ADF7C8242F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3A3E19-F36B-6968-2BD0-C187715AF0E9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89025-552C-FB8D-C9C9-D5144E8CDD2F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D2DF8-1CD1-BCF5-057B-7F88B5648A70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BD260-35BD-5D53-DE55-A19A69BA8864}"/>
              </a:ext>
            </a:extLst>
          </p:cNvPr>
          <p:cNvSpPr txBox="1"/>
          <p:nvPr/>
        </p:nvSpPr>
        <p:spPr>
          <a:xfrm>
            <a:off x="5298696" y="191959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9C995-BFB0-7771-6B18-3DB15BF8FE05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038D8A-B0CE-2AB7-06A5-A9A44D16CA26}"/>
              </a:ext>
            </a:extLst>
          </p:cNvPr>
          <p:cNvSpPr txBox="1"/>
          <p:nvPr/>
        </p:nvSpPr>
        <p:spPr>
          <a:xfrm>
            <a:off x="2906395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235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96D3-67C1-31A4-2420-E4FF99FC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53EE-7A4C-B639-BB01-D1D19C1B76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8CD1A-3857-B6E2-5809-DE8B4251F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87B886-E681-691B-A0D9-BCF30D8633B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3D9137-C3E0-57D0-EA94-A78AFE114858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D49A0-83E7-BBE0-C41F-CAD1623000CE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E03356-CC28-F46E-5069-4C04AC7FB706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1E6D85-4EF5-432B-BFA6-D36BF42633F7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BFFC0B-D44D-F845-23D0-F5B8FF9CF12F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792D52-D0C5-B363-3BD0-FA94CB9671B8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346139-CBF4-9DC3-CA5E-AB1477244399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E067B5-6EF7-76E3-E4D7-C934EC02FF7D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664A05-1445-3AFC-24B3-7ACEE4FF0BBF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7A103F-C170-124F-F0C3-5417EDD3054B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584E6C-BC32-9DE6-E6D3-7C6BE3FA84E5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A1BA95D-57FE-5C40-5A57-BFBF2E1B9F61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074FF-BB62-D382-1FCB-CE5C4F73FC71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5FBB0-723E-84AA-E76C-D105C343C7AB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5D6E63-B781-FCAC-3A58-13587622061A}"/>
              </a:ext>
            </a:extLst>
          </p:cNvPr>
          <p:cNvSpPr txBox="1"/>
          <p:nvPr/>
        </p:nvSpPr>
        <p:spPr>
          <a:xfrm>
            <a:off x="5298696" y="191959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A36C8-9C5E-53C7-2301-1FA34C495A10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E5431-E6B5-6671-C567-6570BF129747}"/>
              </a:ext>
            </a:extLst>
          </p:cNvPr>
          <p:cNvSpPr txBox="1"/>
          <p:nvPr/>
        </p:nvSpPr>
        <p:spPr>
          <a:xfrm>
            <a:off x="2906395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7318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B2A34-AD6C-76B0-6BD1-FA5DC1FB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CBE5-4F77-FD34-F3F1-12AD37BD3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5C644-DCF0-59B3-1DBC-B65EDC14FB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D795F-9A3D-9745-5A77-789C2213EB2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52624-58DC-3A67-ED93-1A5CC390DEC8}"/>
              </a:ext>
            </a:extLst>
          </p:cNvPr>
          <p:cNvSpPr/>
          <p:nvPr/>
        </p:nvSpPr>
        <p:spPr>
          <a:xfrm>
            <a:off x="772743" y="-612126"/>
            <a:ext cx="7883237" cy="1224252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7FBD73-F01A-74B0-2F33-C6393C860B02}"/>
              </a:ext>
            </a:extLst>
          </p:cNvPr>
          <p:cNvSpPr txBox="1"/>
          <p:nvPr/>
        </p:nvSpPr>
        <p:spPr>
          <a:xfrm>
            <a:off x="-2355273" y="-353943"/>
            <a:ext cx="3412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181573-ACC1-EC2B-35A5-C8FF487E466C}"/>
              </a:ext>
            </a:extLst>
          </p:cNvPr>
          <p:cNvSpPr/>
          <p:nvPr/>
        </p:nvSpPr>
        <p:spPr>
          <a:xfrm>
            <a:off x="2830201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517A7D-D9B2-9449-45B4-8D07483A67D3}"/>
              </a:ext>
            </a:extLst>
          </p:cNvPr>
          <p:cNvSpPr/>
          <p:nvPr/>
        </p:nvSpPr>
        <p:spPr>
          <a:xfrm>
            <a:off x="5146298" y="252675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C05796-F3E7-A525-4CBC-D8963F91D763}"/>
              </a:ext>
            </a:extLst>
          </p:cNvPr>
          <p:cNvSpPr/>
          <p:nvPr/>
        </p:nvSpPr>
        <p:spPr>
          <a:xfrm>
            <a:off x="2830200" y="4565073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878A90-82B4-A0D3-A5F7-3619B56C7E2F}"/>
              </a:ext>
            </a:extLst>
          </p:cNvPr>
          <p:cNvSpPr/>
          <p:nvPr/>
        </p:nvSpPr>
        <p:spPr>
          <a:xfrm>
            <a:off x="5146298" y="456507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1C231B-0B10-8B26-092F-21D455C53288}"/>
              </a:ext>
            </a:extLst>
          </p:cNvPr>
          <p:cNvCxnSpPr>
            <a:cxnSpLocks/>
          </p:cNvCxnSpPr>
          <p:nvPr/>
        </p:nvCxnSpPr>
        <p:spPr>
          <a:xfrm>
            <a:off x="3629890" y="2873115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ECDFA0-9DB0-23C8-C55C-DDE432DCC5E9}"/>
              </a:ext>
            </a:extLst>
          </p:cNvPr>
          <p:cNvCxnSpPr>
            <a:cxnSpLocks/>
          </p:cNvCxnSpPr>
          <p:nvPr/>
        </p:nvCxnSpPr>
        <p:spPr>
          <a:xfrm>
            <a:off x="3629890" y="4911435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8FC1B6-DB78-0977-221F-2C567F91EDA9}"/>
              </a:ext>
            </a:extLst>
          </p:cNvPr>
          <p:cNvCxnSpPr>
            <a:cxnSpLocks/>
          </p:cNvCxnSpPr>
          <p:nvPr/>
        </p:nvCxnSpPr>
        <p:spPr>
          <a:xfrm flipV="1">
            <a:off x="3174624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7427A5-B016-6B88-0AFC-45D750121E9D}"/>
              </a:ext>
            </a:extLst>
          </p:cNvPr>
          <p:cNvCxnSpPr>
            <a:cxnSpLocks/>
          </p:cNvCxnSpPr>
          <p:nvPr/>
        </p:nvCxnSpPr>
        <p:spPr>
          <a:xfrm flipV="1">
            <a:off x="5490722" y="3340317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AB47A7-4380-FFF2-889C-D3E85E461489}"/>
              </a:ext>
            </a:extLst>
          </p:cNvPr>
          <p:cNvCxnSpPr>
            <a:cxnSpLocks/>
          </p:cNvCxnSpPr>
          <p:nvPr/>
        </p:nvCxnSpPr>
        <p:spPr>
          <a:xfrm flipH="1" flipV="1">
            <a:off x="3538869" y="3255962"/>
            <a:ext cx="1607429" cy="11891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67ADE1-ABDC-65AF-4F63-BB9AEAD841CE}"/>
              </a:ext>
            </a:extLst>
          </p:cNvPr>
          <p:cNvSpPr txBox="1"/>
          <p:nvPr/>
        </p:nvSpPr>
        <p:spPr>
          <a:xfrm>
            <a:off x="7528389" y="3428999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B4B0E-FA10-22DC-49F9-ADE0B91008B1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CD7081-CD10-19B2-7D88-52C6AAE503D9}"/>
              </a:ext>
            </a:extLst>
          </p:cNvPr>
          <p:cNvSpPr txBox="1"/>
          <p:nvPr/>
        </p:nvSpPr>
        <p:spPr>
          <a:xfrm>
            <a:off x="2906396" y="184990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892AB-3809-97BB-B91B-75050F3A15C4}"/>
              </a:ext>
            </a:extLst>
          </p:cNvPr>
          <p:cNvSpPr txBox="1"/>
          <p:nvPr/>
        </p:nvSpPr>
        <p:spPr>
          <a:xfrm>
            <a:off x="5298696" y="191959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F15D2-6F49-3A72-1C46-329202C7CA55}"/>
              </a:ext>
            </a:extLst>
          </p:cNvPr>
          <p:cNvSpPr txBox="1"/>
          <p:nvPr/>
        </p:nvSpPr>
        <p:spPr>
          <a:xfrm>
            <a:off x="5298696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3C171A-AD8C-4CCA-DD3A-72E6B991016D}"/>
              </a:ext>
            </a:extLst>
          </p:cNvPr>
          <p:cNvSpPr txBox="1"/>
          <p:nvPr/>
        </p:nvSpPr>
        <p:spPr>
          <a:xfrm>
            <a:off x="2906395" y="54432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7591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E7FD-D672-A475-FCD7-1AC4BCBC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CB8D-870F-5160-E489-82C386E75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90572-618C-EF53-E41A-80094C03C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4FD91F-0BE1-25F3-B4D2-E644166B7F8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611BA5-8ADE-933A-02C8-B4CAC32DBC31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A3C56-E71A-926F-84B3-000695A2B206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3E0CC6-B7B9-CB39-F125-11E8E32BC6A6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5C1203-556F-1176-A8F2-7A970F62FA22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011B46-F2C2-0F56-55AB-948227E8F8A0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2156BD-9656-06DE-BC14-39023221A3E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444D22-5814-5B7A-5628-A2549E9A96B7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F60644-340A-DD50-0E40-AC6BFF78EA5B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E107D5-35C6-A864-6250-B834717704C2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1AE419-2F9A-3082-B2A4-79B48AFAA974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58D3DA-4A2B-7A75-006E-79604F497A5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AC1481-0AD6-DB94-C42F-F0A1A78FCB4B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5E3-E583-7C6B-81DC-9AEA520123FD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9103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3E42-801A-75D9-C9EA-5EF6CEB3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178F-ACBB-222C-C269-A6B4AB212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899F8-9D25-5FD0-15E5-D026AD5F8C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74E2F-0241-78EC-3E0C-848912B29D2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F9203-ED69-9DD4-4D52-DDB23AAA2885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AD157E-0558-DCD6-DACB-391BCB34D9C3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16888-58D2-54DA-1C7B-F05929D6E862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D86839-67F0-EE4F-8157-35DB8B307126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4A7062-7539-8B56-B5B8-44FA23B936B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870CCC-4DEB-4857-A007-B27D6AC8459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DE0D8F-C078-37AC-1D6F-4E2BFF200D49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754063-C109-C304-2E44-4304EBC60067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DB1D0B-4048-6ED5-407A-8EBBC6607A5C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D35475-37DC-8218-6FA2-567420B51A86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B7A884-A2B4-4733-5BFB-F50F44B6E209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91BF21E-B277-E3C1-DBCC-4131755CF492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6753F-2C91-4B57-4659-0BC37BAA3E7C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709895-7B3B-8634-E449-9E7CEF04E6FE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11108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608A7-01BB-6274-5BC4-F4D74CC2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C361-BFCC-196A-2DE5-E6FBFE531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A14D8-D2CD-319D-97AE-189461846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280CE-51C7-391C-7E20-44AB19AE967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2E3BA-82BC-30B0-A6EE-CA8F4AE85396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10892-6FBD-582C-CB4B-EC98C8E9C30E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95D5F0-86C9-9835-D6D8-9CEF4EB91CAB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0B1E1-D8CB-BF00-4915-C3956E3688F8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786617-88DC-3371-B3E3-4FDC88D1EE67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6391FD-05A5-FED4-7610-9868ACAFBAF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874A9F-210D-1680-5516-D139F13F5F02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0F98E3-D4EF-447E-DA7B-FD9633262F65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E5E1E0-22DC-BA21-A2A4-B2EAB27AF537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4A931C-79F3-A0DC-F4EB-49BCFA204B5A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5FEAA2-D40B-7755-296C-F16F1C262102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08A29C-78E4-609D-ABE1-B677E7C5363F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40C76-2069-4327-9CF3-C277EB06FE61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656305-BF1B-B73A-5F9B-B049DA3B98A7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BF6B64-BD75-80C2-DDF7-B7AC744560F9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58425C-31A2-6041-329F-6D8620A70C06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6FA5FB-1D45-32F0-BE4A-9BED82E67405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736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D5B7-E282-30CC-D155-9B2E7599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E724-50F0-018A-FE5D-9850AAE3B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8CD31-C9D0-DB77-9AB6-A5FB27D33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8CE1F-B394-FE7E-DBD9-2431903D763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BE7FB6-5982-5125-2A7A-0F51BFA3BD5D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8D40B3-0908-E0E4-11BD-AD195760E81A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7B1696-BCE5-F0B2-70F8-AA2D7658FFBF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87B676-C183-5919-5B3F-F7FFE72A0902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A6BEB8-7E7A-4131-FE6C-2D2D6612B41C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90672C-A1BF-3611-C9C7-E1616E98E51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C504ED-679E-5CE0-0995-1E1E9046F988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D0BD68-EDD1-C6E5-57BF-C9621C1AF9D9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6F6DEB-BC22-9857-8F4E-7113053ACF58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2E49F7-B1B7-7DDB-ED51-7B7B1650AB88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45866E-DD45-8F7B-E5EA-CA839A8CD9E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F0EE9D-9EFF-A9C0-E7B3-28E105CB2F83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C9EE5-4BA9-040F-D663-27D6B53A5FD8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369AC6-513F-CAE2-992B-047A098F7252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E62EE-6DBB-20AD-7804-B78F77FFD923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B5F372-3299-4975-3DB0-D971DA4329F4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15ADAC-D076-7325-0733-BD3A8EAE1859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0233B4-E247-05EB-1FCC-622A00B6933C}"/>
              </a:ext>
            </a:extLst>
          </p:cNvPr>
          <p:cNvCxnSpPr>
            <a:cxnSpLocks/>
          </p:cNvCxnSpPr>
          <p:nvPr/>
        </p:nvCxnSpPr>
        <p:spPr>
          <a:xfrm>
            <a:off x="5735782" y="1537855"/>
            <a:ext cx="0" cy="62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8DA4CA-42F6-7EC3-EAB3-7094067E9DA5}"/>
              </a:ext>
            </a:extLst>
          </p:cNvPr>
          <p:cNvSpPr txBox="1"/>
          <p:nvPr/>
        </p:nvSpPr>
        <p:spPr>
          <a:xfrm>
            <a:off x="5559545" y="21420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6196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1C64-BA8A-6028-CEDD-43646AC37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3B54-69BB-9203-216A-76EAC1881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381BF-F4F9-4AD0-472E-510D30BE4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B79F-B561-E67F-9BC5-FC8DE14D148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0A877-1827-6B9E-164D-B671CF278879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D281B1-BAA1-8C59-EF8F-919871342DE5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6A34DF-D877-C2D7-951C-8150922E5DCA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AE1541-331D-383C-DD90-CDF930725E42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77C83F-B65A-CDE9-23EF-78CAE5E715CE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F59E27-0ABE-8A2A-B509-5C477D1749DD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3620D8-77A2-92C1-6990-E20298E3859D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662175-B55B-4B1A-2ED9-2CFA92F8296D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2215BD-E637-BD5B-B1B9-793BCAD6F602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5B43D2-D3CE-48B4-678B-8620509A2E55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2CC33C-2BFF-A847-E5DE-DCEDD88156C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884C79D-AC87-934C-56E8-AA811813B54A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2E70A-31C9-C33C-8CE5-0B252D640045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2AF873-40FA-F5CF-F47E-0A3611A6DA14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BE6D9-92CD-E590-8492-43587481D9FF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A0BFE9-7903-FF3F-1F53-25E91B81CB01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608657-2206-79C8-84F0-DF23D3A15009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5844CB-6D94-6130-14CA-683B2F4E5A60}"/>
              </a:ext>
            </a:extLst>
          </p:cNvPr>
          <p:cNvCxnSpPr>
            <a:cxnSpLocks/>
          </p:cNvCxnSpPr>
          <p:nvPr/>
        </p:nvCxnSpPr>
        <p:spPr>
          <a:xfrm>
            <a:off x="5735782" y="1537855"/>
            <a:ext cx="0" cy="62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3ECA320-E658-50E4-F807-7CEB74333510}"/>
              </a:ext>
            </a:extLst>
          </p:cNvPr>
          <p:cNvSpPr txBox="1"/>
          <p:nvPr/>
        </p:nvSpPr>
        <p:spPr>
          <a:xfrm>
            <a:off x="5559545" y="21420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458F62-76B2-E363-B2CF-C22CE4D754C7}"/>
              </a:ext>
            </a:extLst>
          </p:cNvPr>
          <p:cNvCxnSpPr/>
          <p:nvPr/>
        </p:nvCxnSpPr>
        <p:spPr>
          <a:xfrm>
            <a:off x="6320059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531BCE-12CF-A7BE-EE2D-7CDAA5AB53A6}"/>
              </a:ext>
            </a:extLst>
          </p:cNvPr>
          <p:cNvCxnSpPr/>
          <p:nvPr/>
        </p:nvCxnSpPr>
        <p:spPr>
          <a:xfrm>
            <a:off x="7628648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BD01B34-6A43-3B0A-62DC-4B4B93996685}"/>
              </a:ext>
            </a:extLst>
          </p:cNvPr>
          <p:cNvSpPr txBox="1"/>
          <p:nvPr/>
        </p:nvSpPr>
        <p:spPr>
          <a:xfrm>
            <a:off x="7455230" y="2142088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761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6734-F532-4B77-8239-A7B2A339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EB7D-D7A8-E204-FC31-6A33FDEC8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EF306-C2E3-8021-4BC1-3CB920EA22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0F0027-12CF-6A8D-1233-6F1489A02AC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F610A-2440-3B09-B4B6-E0819A791A45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9B705-F95B-FBCE-AD29-982EA7AF88E4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549AF4-6A00-EC47-69D7-3E4D1DEA79E3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62E908-E50F-4244-6329-4713FA320443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B419A8-C4DB-2CFB-E89E-2E62EC7F88B0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E55B6F-262A-3AA6-947E-9E0F556DE7C6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0C99E9-68EA-7134-B824-CBA8381C98DC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FC4BF7-F637-0B4E-8D72-83E6ED47F513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3EF9C9-7D25-2EC1-E53A-107FDDBDF995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C3D423-8766-1ED9-23B5-108492B3337C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3CE75C-A1D2-AEBF-D77D-9BD8B2ADE2F1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BFC14C-D0AA-C073-4906-156D90261A30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AD28F-2A15-AF5D-89CD-E45620066967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9B8A44-728A-9D1B-E615-F5885A3F41FA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B212F1-C78B-BED0-7366-A61EDCE615A1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3459B2-82B8-CDA9-B2EC-191390F420A6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26F689-E29D-13A1-0EB8-7EDCDB3CEA14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10A8EA7-8892-D987-E7BA-ED82F972495A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437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BE04-D9B6-44C8-E558-4D615FDB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EBD9-6CE5-6569-6BC5-168F4BA83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F87F8-FD12-0796-D00B-72ED4982D6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28A721-4111-B428-A719-B6ADCA375E8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44CFB-79D0-B152-A20B-E18B896A0DB3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0F3AE4-0FAE-4633-8B81-7F463399269C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3BA07D-5ABE-429B-6B6B-92D44E807ABD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2CEDDC-760F-5C16-A41F-18F147987C39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974F69-8300-CFF9-62BF-443047E9D681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2BD90D-9037-DC17-F0F2-C701C105A62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DF42EE-2BF0-6CD7-799A-9B7E2A5FF0D3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42E8D4-A71B-A9AA-33DA-639B7315FCF0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49D65F-B936-8801-9610-70F92FE7D3D0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2437C3-E8D2-6006-D94F-1523CD893BF4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B3D7CE-8D26-D120-F370-523FCFAE6DA1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CA79D9B-C4BB-5CF9-CF5E-81D741779EA6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6B2E6-1F62-34C3-9D6F-52D8A2C595A6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F92A34-5013-DFA8-CEF5-6BEA3C25C590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77CD1-AA2A-D343-ABDA-6057578408CC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456BEE-A325-8A8B-01F9-6DCCF16854FB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2F0C36-D6DB-B2FF-BF4C-048233864467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56F6E2-C6C5-8D1A-4A0C-6774CB5680F1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1484FB-F87D-B9D4-18EB-D882730D1D0A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EB4F2E-9817-31DE-F6C8-7DD9BE830DFC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047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0066-F872-231F-D033-53EC9AE2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498E-26CD-4FC9-7559-D1CAF67EB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5E125-BBD9-C3E6-CD3D-8A22091840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D9D87-0600-FDBD-5D0A-B680AF1C960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DF50F0-5098-2523-BCBD-0DDC2368994E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60E0E-C04B-B2F5-352F-194ABA372AFB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56AAFB-F34F-E31D-EB52-7F0541E3E861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5BE74B-0568-5CF0-D06D-D5D5154CA848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8CA183-859B-9BEF-C095-5A04A77ED6D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C6F998-A905-345F-7400-55BF2294B289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44D65C-42F6-424F-C71C-8DAC06D8EB6B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95DDD6-52F9-4BD2-B07E-9B1F04D3D695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B6E474-7094-03E7-5EC4-74FBEF372D70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4C5E97-E273-3C90-604C-662812955C60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A5DFED-687A-4F0E-1EE6-F8FDBFA17700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9903B8C-6A29-7BDF-1BD9-433D7144588A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5B0B2-7F36-0AA8-94C5-3923F9DDCA6F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7ED57E-F6BE-E278-A578-029E0B89E6B5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DBC3D-12E6-03B7-1DA2-F7C1154902A0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A62808-7E89-8333-3EA8-86637D98D885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4EE611-A26E-F702-01F1-05F1E42A26C0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5741D8-2740-F95A-8E6B-BB2110FC1522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CF7A247-05CE-66D0-881B-26B0547E9125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6D2B19-56D7-577A-03FB-08FBC68D108B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A7B8410-5E07-4381-C8CE-C359DE2DF895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8676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D49DF-00CA-0B3F-6A6D-34FA9DE0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7323-BF82-3B4F-4407-150E500BD4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8B3D3-7808-FA4E-4412-4EA66B067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F0905F-7ED0-F74E-E1E3-06756C98AF5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D534A-D67E-2FE5-0938-33B66E349ECB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15B0C-8764-7968-D2E6-564100C6B264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8A6F7C-3B51-3197-4F36-9E2CA347176B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600C04-17AD-F230-9A43-91E38E5CFE35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CAC97C-9101-233E-EF69-DB8B87F4F4AE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B0867A-E559-A383-8FDA-BAACEE5A315A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2586F7-3C1D-87F1-18A3-04524C6EB382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6EFE6-BB5B-FA19-5A04-55F340AC9CDC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56DD5E-DC3C-1BFA-E914-44E552EFA09D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DC5A3D-AEF0-357D-DEEC-5288C0E225CE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F22741-CCA3-5B3E-163F-6C1BF4AC0FEC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B53227-1FA3-0B28-B203-A01E5DF41E91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978B3-AA62-C939-CB28-949F2A639976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08906F-9791-9839-728D-C09DD4E3474E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C9EFD-065B-7873-1F01-AE262BB4F3CD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56061B-4ABD-F720-154B-4D570251B157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58BE8D-9A3B-1EE3-108B-645E137E28F8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DDD0EA-F9F2-4FAC-AFD3-570B26F1BED4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E2E42E-F027-9F38-2E21-075A3A75051D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D89B20-BF99-45F5-9616-E26AAC8A9CF2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42A06C-E7A1-EFF9-4814-6F515D387BCE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005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5237-EC9C-9C63-B240-C4526516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3437-65B1-AB29-666B-354E1D5C67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8ADD3-2A3E-9096-F714-B37E18274E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34893-8953-8C04-D97C-CC1507F9D63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C10B5-8314-4880-A19F-00542ECD04B4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996F2C-DC4B-E0C6-B51B-8C5BB54DE11D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196CE8-D633-B3F4-77FC-49FE38A7DEC1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49BEF-512F-E981-40A6-05F7BD4DB33A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D6F8700-03C6-D8C8-5B27-220A7031A4CC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1D0541-E445-9B56-91D5-98BA9F94EB62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60DBBF-3AB1-92F2-7EE0-AA0E48108329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F62F9-EC97-7BA9-A764-18FD285D79CB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816EE-1BDB-ADF6-C1FA-CC5F5D90E5DF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ADBCBA-C882-2BC8-F95B-5688B7A6E0D9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61862C-4188-EC73-D79E-B3DAC98A967D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D2C7CE-7DD5-EDC9-9F4A-7A080A3113F5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C0061-C40D-DA90-B022-49CF8199F469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1693EC-E080-41E4-C11E-6035294BA10E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65C9EC-5732-A352-54B8-F519324C7F87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20E4B2-2A16-0C36-8650-AC4759EFAD4B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4CD690-F19A-645F-C823-293F4095A87A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7C9D47-BC5F-B864-C729-F5815D57190F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904BF8-E226-EE3C-1991-56279B7FC31B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7D868B-60A4-B93C-C659-C0CB04DF9366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056B39-84C3-8673-5687-7CD47152E401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35322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BC41-07FC-AEA9-3FA4-E4491448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9F76-D20B-C372-9407-7AA82AFE8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A9F5D-BDED-3B4A-CD39-EF51B5EFE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8A569F-FD78-F83D-081A-A446D896D75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06C27-CB1F-16AC-78BA-020EF9A10814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366B5-709A-AF95-ADD0-0D3A4F142062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942608-0EBB-86B1-1A41-7FF4D21F2D6E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0C50CB-2842-8337-470A-81227624B8A3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71A0C3-917B-2D95-17A4-1FB4B00D286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E45E8B-9F0C-0B14-34B8-CC83D6187BF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4FC04C-4F30-4410-60EB-F4D13029AC1A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26DDD-9AE9-8A72-A609-72016D223CA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472FD0-C886-8953-AD3C-79EFADDF5AE0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61364E-A39E-850E-A1B8-AABC54AACC00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CEA72C-C396-A97F-CA2D-B8BFD91EFD26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DB6A4A-EE0A-01CF-5324-93BB79064661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F0BE2-93A6-176D-B976-147AB3C90C89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1A834B-E4F1-AEC2-06F6-A27C174E4C00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F10EA-675E-57EE-016D-30A366D44825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0AB6CE-362E-E932-32BA-A30041D22D60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D240C8-49B8-D7B1-919C-49FACFD20FF0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5D2D2B-B618-9C85-AF97-8D2FA3E0606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D21DB2-A4A9-9900-28F7-0095B6BCEC8D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6E7E56-F957-038E-7CDD-2E20C4E878D6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E9053B5-86AB-425F-5A93-5FF98CF371C1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210357-A46B-7F0A-C375-3FE31E77F380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D2E74A-774D-C647-A3AC-2F189495E567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1170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30A9-1EEE-7229-C2D9-2A9407F0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CE84-1D6F-7215-3091-480182C8D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E6F85-5E9D-20FB-E053-AF752736F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1E7ED-6ACA-BE3B-DCD1-6739058D42A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3E647-3160-C49C-77E5-BA6E3667F7DA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61EEF-C1AF-4543-4A03-4A9397AFB30E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E8D438-55E9-2F10-1409-400B81B10950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467514-EAAD-5AE2-681E-FFBCFD91C0F1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131642-1297-BC30-A36B-DF57BB8A7915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69877-9B81-D02E-0ABF-FC885D4FB607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99B512-1581-D213-6321-218C41764C0B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DEFABE-79E0-5CAD-DCDA-E69186098895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4BEE13-B853-CE60-DF26-FDE850E62FCE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C581D3-1117-6CC9-E631-88D9DF955575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B28B51-40D7-F928-015A-1907F65D7C11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EEC44D-67D6-344A-D8A0-6A7F05A0465C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CC614-EF33-10DC-C92E-98657713B613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E4F218-B6F4-4B46-10B8-05C46ABA0BD7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B773F-4474-3F0E-BE03-D4401899F017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D9176E-737B-67E3-CCFF-F31FE7DB4260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0EEE25-A062-3F62-F439-09DBF151F114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FBC513-7DFE-B80F-B36F-7522AAE2337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C261FF-5B8F-31EA-6355-DF279A6F52E8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DB38FC-D3EB-F567-59B4-8ABE00CA3491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07A92A-2E28-C9F0-0313-355186D58475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DEFF32-ED7A-7DC7-D80C-AD782DCCB0EE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012D3E-C12F-8041-55E5-7BCEE798A5B2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32A744-FEC4-B2AC-89AE-0D29CCDA181E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3DED35-2BFF-388A-8097-3C2C9E22C0E6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2649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4647-E417-0E7F-35AC-BAAA1849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E75F-9C53-F760-8C2E-0BBAB1BB0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EF49-CB9B-9D3C-646C-C1273049B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DCC59-5486-68A5-5DBE-E85BE9E141D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BE44B-977A-F484-E0D7-249BB074D131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CB633-DE28-BFD2-DB8E-8F541177B16A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7A28D2-D034-35EB-A1C4-37FBA165C8C0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418A78-6643-90D1-5001-07B39802EF7B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08E21D-589A-860F-CAFB-2E7385FEE698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C91D83-699F-5CAF-6902-D5505064DBD9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FD7EE6-B296-DE74-CA89-116AC69A02C1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7E9478-19A5-A057-43EF-F42EDFBBCCA0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70C10-9687-EB69-5304-0CF3E004D17D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64A442-F909-5489-1018-1E17D7799954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F711AF-A486-DF24-0EE3-EDD654ED1549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3CE0540-5DB4-160C-9995-89AA53E37FEB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C0409-6308-B5D0-01EB-E0A907E6E32B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3FFF62-D264-4254-3889-07499D8EBBF1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0A49E-1BD7-43E9-D222-01404D2AB8ED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3E12E6-0D02-EBA5-4030-5692E7C26FEA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19B20E-3FA1-CABD-6607-0C123C176E27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D93F5C-48DA-AE60-807C-99E51C57D70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8D87C0-8C6B-7586-7306-98A427D1E2D3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0D21CE-E2C9-16E0-7513-E52441861EAE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1D71E9-13D2-45CC-FD2D-A5354386B678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4A9D52-3D7B-3CC5-1126-ED5CB5B29DAF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034BA2-B524-0B42-6B2A-17823EA18565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E7C487-95C9-E5C7-948E-14420A81EF47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1573EBF-F9F7-D828-D997-3532591F84FC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B2425B-1BFE-7572-DA4F-0FBD981A525D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60556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6050-AE65-9019-03D6-EB215ED8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7A9A-AE81-F2B6-6806-F331F8139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54987-AB05-632E-9BAF-329DF33056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52AC6-71D2-DF1F-29F9-42218281929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966E3-F31D-6584-B749-38F901D4D431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7B810-FF96-21E2-9369-96906F7533D0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54E5CD-F8F2-AF90-FF3A-E8066D319613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1BFD32-CF67-068A-6665-D55C57E72639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CE41C-791F-B5DD-EDDD-B2BBEDE907FF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C02AC9-A0FC-6814-5CDF-D2B9645D4D5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583182-C718-690F-1DD1-EC5D13A1795B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C844F5-7856-0009-1B10-6326AAC3D018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70E686-4E1C-C293-5072-6278EF4701AD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AF2472-3060-02D5-4418-A1343C4DAAD6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F380D0-2675-AB65-B991-3C059C5C9270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A9DBB50-44F9-732E-594D-CB01459BF375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484C1-DE99-87D1-2DC1-1FCA7D53536F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B668DE-7B1A-E66C-7ADE-43971C883951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3A168-9DE8-0D92-1C10-469AE8E7AF96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D69A61-313A-B54D-2C40-3874C1887158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D7850C-9324-D53B-418B-23554DAF9064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C1EAE3-F749-E146-99E8-B6FC937F2173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0A7117-7DFC-6E9C-AB88-ACF775B372DB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96D436-EF40-50DE-10EB-D2EEB8424D09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F981ABD-C52D-EF84-3A24-ED46055C2942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F9E18C-DF62-30C8-E25F-B19044747C58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01C6AE-8BE9-E6D4-28B3-AFA977ACF0A8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DF2399-F256-72D5-361B-5A1CD5CD289C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D5AA446-A315-54F9-AA92-DF96AFDF321E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35B17-2282-0C79-93DB-189BB7D6DFE5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64319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B05A-5A71-B029-3F0E-6705DC18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CDB8-356C-0C09-F8B2-123E57925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2461A-9A0C-B152-814F-5A95F940C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53EC1-F94C-E7D3-AF69-4D032B5B613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659D6-F5D3-D96D-824F-E67CC9786E3A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73981-A067-B975-D14D-7C78C12B0A24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AD5A59-52E2-151C-CAF4-A933355700C1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D1E1A3-6E4E-DEC6-E6C2-58FF9423A7AA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E2B7C3-ADA0-0B18-0BB7-8E412146BF48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10F115-EDF1-E0DB-6694-E0E6B646B00C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F13E1D-C33F-D2D4-9FA3-7D9FE0552B67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DDFD6B-B4E1-FB53-9567-605B0008FBA0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FFD41A-215B-80B7-D569-86B6C2EF7391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5F20D7-BCFB-5B84-1BE3-34587863DC29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E7D617-9185-B618-A70B-56B56D45FE95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F672AC-4222-5231-5194-0DF0963FDAB8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563B2-7029-E18B-5579-FB3BD286A450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5E2B83-1133-9B0F-D4C8-EE75869C4F31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911F5-4F9F-0A18-BBAC-B61204344AD7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B9EF3A-9F3C-F575-C034-5676F80DD899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600649-C3D2-FC0C-6463-C7EE6320EED3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33F44C9-30D9-33B6-6D2C-D32F039EC1F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F2B2D1-E5C1-2A32-E9D7-3E877E4245CC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64FE3D-FA01-58E5-8C58-EA0DB8A2D4C7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9F291F-C9D6-DBAB-2412-42E051BE64D6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1F1A18-BDCD-7A23-5A72-CDFB322F4072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9C0650-86F8-E067-BC1F-FC1850C08864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234D31-548D-1CBC-3F70-546DE28B569F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CA8AE65-35B7-20B9-51F3-A639A3530B74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6DA7-819C-F9B2-D629-890DD5EC9160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3747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A5EE-254F-4A34-2748-407DB484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C9A9-4871-8A20-C94E-69878EE43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C21BE-E303-4358-9645-BB4F7772D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88494-091D-4F22-B803-6DCE5650BCD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8B9CB-DE18-5B39-FF48-CC1D056B8253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94402-1D17-B246-A052-78FF9E79A9D3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5F6328-55A0-7271-C030-97BC48757508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EF9C9A-03AF-ADCE-9092-6C36591C2FD5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4E2703-9EE9-D877-5B06-FB3C63024FBA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B5CF5A-6928-5FD4-E017-171814C3F2B6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790B63-5721-D64A-D4C7-748C32752C89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27B1C2-71C8-6E63-E03C-1DA858313B52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7493A7-567C-E218-DE3D-65BA3DD92C10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55D957-A739-2203-14B6-4E9A1D08F60C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C6E408-D075-726B-2591-54E2D66E860A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DEBDEC-A330-C6E0-BF1D-89386DEA4483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CC1D4-6D32-76DE-4A80-5DCE1608CBDD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4812CC-2BB4-BA81-059B-8A859AD4C2BF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48B58-FFD0-61EB-B189-F936E17C1564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A6743F-E465-0A79-870B-61256AA8EB9F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0DAAF9-DC5C-829B-5919-98859CF1232B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70121B5-ECD6-A27B-A16A-D77437AE9BDF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B3B1BE-753B-694A-98F8-9D95A2EAF1A9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8CD543-DBA3-222C-713B-67770BFA72EA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2BA51C-5A74-C187-377C-BF9CCB670228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56BCC5-F115-B5FA-BEC1-E1E0A5427049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52858A-2106-4F4A-71CF-931E8A43A311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7AF32-B4E4-1C23-AF3C-E637FDCA5F1B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88D2916-6247-6DAB-4B09-49EA55965CE4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1C1869-96B6-E348-377A-D216F642F74D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9494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43E7-A747-A064-B2E2-B7A730BC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437E-79B8-B447-850C-DA9BBCB72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0410A-E0FD-36EB-9C35-50987AFB5E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9EAFF9-72EC-711F-BA6B-709E5AEEB8A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984C0F-ABFA-88C9-2080-24C5F3F9BCAF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CCAAB-9997-4689-BE1B-C5738A40ACE8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C8A591-B762-9807-AB46-D962B051AABC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9F6786-538B-34A1-B7E2-3E203BF706D5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7E4426-8958-BEF4-D07E-9AA992A43C18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1A0205-E1BB-46ED-6CA5-A9B494F10276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F4A28F-EE70-D001-8C2D-39EC9A183DFC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8587AE-2D8A-5A9D-DFEF-942D80360C0E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7BA8F9-B74B-77BC-758B-F6F254775A93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D2318-1BD5-25DB-682E-AE6DCD49D6DD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6CDE88-5B8D-3516-B6CA-FCF0AAABB62E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9D3744-299E-B9F9-46C6-EE348DFBFEB2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98E3E-C2D3-633A-E63A-4D35AB3D38C5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30C3B0-9F3D-C0F5-505E-E4CF3AC03E7F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ECB722-84F8-C341-7821-E953236192F3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25AECE1-28F7-0B98-59A0-F13F67AEC4CE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F86E64-8F06-370E-2920-14929D09744D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21C048-29D5-127D-7BC1-BC0BD791C72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F2F997-5F1C-4154-81D3-5E982160CE3A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26C3E9-AFDC-BC53-A4D4-F83F7D72BDB5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AAA0AC-2A85-ECB0-E84D-24258A4374EE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5D7871-F203-96DC-123C-156EF24BB699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476C82-B6FA-3C3E-F629-74C9F868CEC6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F43E9F-9AF4-678A-D056-336FB9FD11D4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B925942-CFC8-EDA8-3120-123ABF61CA33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EC20A8-EAB3-A16E-1F39-772974EEBB5E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279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350F-83E6-13E5-1334-45D6F10B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C3F9-7830-CEE2-BFA1-2ABFE8C5A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DCE42-B830-CE50-321A-4248D3B68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271F0-3C45-D921-8416-77B4D4B7E81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27AF9C-EDFD-3373-2CC3-B28D95A8C662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DC2FD-1AB2-DFBB-CB40-B52719942FCF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E5E034-8D3D-89AD-77BF-551C7C8A1D42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1DA1F9-DE7A-8209-48A9-7E748AEC0342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F9A2BD-474B-11AE-7BF5-61E67C0539B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C6B46-EEAB-9361-8475-287993BE9D00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DDE7C1-C748-66E1-D3A3-3EC71ADA6543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85DAC0-4BAD-021B-FDB9-E88B50D135CB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9105B3-CFDF-BCA6-603A-ED58A06DD01C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CBB1CC-10F6-35C4-DD5B-5A2E18ACE0FE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B78E30-D2CD-49C7-917C-5E40B436695B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143C67-8B69-007D-2467-ED76EB1136DA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19450-5885-7C44-212A-43155333CE32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39A546-BD5F-CD2B-DDBA-3DC7ADECF6DA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AB57B-7EB9-7FF7-1C86-1444661BD5EA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059AEA-1E60-0A5C-9E11-FED27DE8C22E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7DF55B-437C-26F4-279B-166D3066E6D9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833F58-B6FE-A01E-F1C0-B060F7C3EC2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0C3FE2-8CDB-3778-E44F-554EB938540B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6C40EA-38CF-6F7A-E5BA-204D870BF67C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A461FC-36D7-4631-ED94-4AC8BED61C76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D1622D-C57C-E528-9F67-AB75C9E5A26B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B9B93FE-A39E-F97C-9742-E1721AEF0873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D022FD0-B755-E52F-D270-354F6FCF0DD7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9E43A2B-9A43-C571-E29C-5CD4C1BDCE78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6C12EB-BA74-E176-72B7-FB6C6ED18D81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8300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9E72-9798-EFA2-2CBA-4537EEA5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F8C8-E805-0871-573A-012BFF415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B5FA0-EB84-A2DE-2AF0-A102C4890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00E397-601E-259F-8FF4-5C5526A50F8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A0FB96-FEFB-DD31-1131-F1F89552150F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1121C-5F39-7574-44A1-9BBA65CDF2F6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E5BB0B-202F-36FA-3689-117EB07A2C16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6E1127-1C24-15BC-1844-C1354EE3EF83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4A3BB3-7659-24C2-7086-FCCE7E93EC7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0AD9C6-3C8A-78CF-E03F-DC0765D4364F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B98311-4ACA-1D48-576A-7C9B43B109F8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E8E4F8-B190-3D78-30DC-48C073857627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2FC4C5-E1B5-7C5B-BD30-145B970932C3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DE6E19-7D02-20EB-CAE7-58716527208A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ADC89F-F9FF-D1E1-FA2B-8B48AFF27A51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64E5F4-B1C8-523E-BCC2-D7E3474141FC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9B943-279B-3B64-9315-790D749AE85E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875DBC-4F8B-E490-8E1F-A1048CC0E2E2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1115B-7AB0-AE4D-79B7-2CB5B0B5AF6D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41682-02E6-D49A-8D2A-FE137CEA2FCD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9A0F9E-0094-76B5-A166-5D7FB1B2C337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E4A9C3-EBEA-860B-3158-5F8F0F40F10E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8C1A9D-9681-EE61-D57A-9A7ECCBA7BB5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491B51-BC06-D6A9-5602-9B0B3F0CDF40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25EEF2-6282-E6D4-E48D-CE8FC5898327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08CD13-062C-E82A-3511-CF9C7F35F179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522CB15-604C-1652-E307-4B33833E0B36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A65120-CF31-15C2-A575-EA4CC7B3EE80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80EF059-D48A-3438-CEEC-75F3A3DCA877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DD44A5-D9FD-18F7-B9D8-75F56A43480A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7D38BC-13E3-AC48-8174-9D1330B0823A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3E35957-3499-BC9C-60CF-A13461AB6854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038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A061-F9AB-7B35-B74B-18D173E5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184C-2481-C393-2B71-8112665949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288E2-5604-BAFD-18B7-E9466B0B9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60B48-2013-96BA-05F3-F1003110F17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BB75A-714F-FDA2-3233-496492C3F446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B8CA3-7D50-D740-FA0A-172B9D722D37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65A553-DD6B-01F0-BBD9-BC44D232CBFA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B4DB0A-A862-A465-3100-AA6B66A523B2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A0184F-BCB6-B6BA-6F3E-9CD5AE4AEC82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909887-E911-DF07-D2F1-5B775F23C814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88AE07-3AE0-7FDD-E68A-4E05348D107A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960E14-E9AF-3AAB-48E7-3754033D71E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C398C6-7807-6370-569C-E640651003B5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97E542-3A29-DBA9-1B41-5C183DDB9EAB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9B5ADD-F5DF-54BC-CC06-3B6B57259242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B5C5E5-5C63-3090-FFE0-89CF25C6B579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B0A17-332A-EE10-6A2B-C5CF742A44C0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2134B7-0819-1E28-F3CD-5D920D52A1E0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1B405-FE93-11AE-0B96-8A37C99B7307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B5D8CD-B33F-C035-5D33-8F5811AC6534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2DABAF-B969-7267-C230-37787E74BBDA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8451CA7-C0A2-6BE9-F939-5491FE1BFE80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41C2B2C-F1E6-0A09-6806-909AF54D7209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851539-5153-FBFF-60F0-3B688B2B4561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A90DCD-C9A6-2C04-8CC8-42E520B68F29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A9D63F-9AD0-4CE7-B4EB-DBCD548C9301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B150EFC-479E-B360-F679-F2395B0B755B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20DA9E-9413-CFBF-03DA-298040916A6E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0E90FAE-FE79-BE3D-8A2B-321024B2207B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490347-0772-B22B-B58C-E9ECC5C23603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11B7E1-35D2-4D54-1822-19A5608B20AC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EEF3EA-130F-E9FE-9600-9DB1209F2BD9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76882C-765E-63D0-9DDD-84512AA4A1B0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86126D6-05E7-6A31-0761-734F9E7DC202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1322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D726-4228-D4A2-06BB-38F67015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A9CF-51FD-C8B8-6CB0-F8D255850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33E7C-1B64-2868-8B23-2061DF7E2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D1969-EF4F-8465-4DE8-36AF58CA3D3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95593-9EDC-85B8-CC51-F1775A47D7AD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6E219-989E-842B-3D14-D6F731D2C05F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B61B40-84C7-9F9F-C764-933C27D867A8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B9C28B-838A-AD6E-0593-FC3B2B062FCB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56CED-F654-B3EC-1E32-5CC25FA0B3A7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5FF59E-EA3D-9316-A7E6-ED928AE6DE0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A037D4-31EB-9F7C-DA5D-30045EF15FF8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799F20-4AC3-CA0B-2219-1423330D21D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A12D51-A657-3618-4D3C-EB6D5A2212B8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D7B8A4-B819-A44C-31B5-66A6A6A63FCA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17155B-8EF4-C415-8519-CEC781BD22FB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40FEFC-9626-D12B-2CFD-149278D50009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81C58-3FD5-461E-044C-1BAFD4FD7C13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C17A2D-AF4C-DA62-A404-E13F71BCE74D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E0859-3DF7-25F2-7354-130D0B6D8AB1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7E68D3-24D5-EF26-204C-B04F35620311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EBD9CF-9D1B-0C46-A5ED-8B254C6BDCEB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50F44D-22FA-A50E-1C87-5364061195C6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2C85F3-37A5-D9D1-2D4B-7C21501479EF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89F9A9-1029-D492-76F5-E56076F80421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2952B6-2562-430F-DA23-C42600551962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0EE0DC-6895-896C-9EE3-302FD773D45F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539033-AE7C-91B9-CD02-C48B5B9CAD77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F17F5B-299F-2F34-B33C-C35D20D15EA3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7DADAF2-9049-631E-7F17-BE41131AA227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4F9227-0745-D61A-780B-E2210A5F74A3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132D7E-D80A-6348-11D8-6C2144F423BA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D05366-F347-B09C-F4F6-E120C5C9054E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1CEDE6-D4A7-792F-F4DB-E787267BB1B6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1CA7D0E-3469-2A88-3A47-7B4B303A8D92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6D1B0D-D48F-C657-06A1-F2EB353007F8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6844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C1F10-C6F4-1A49-8A5D-D324299B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1FF1-B909-5CE0-9E75-C61540424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8EFF7-80F8-60BE-A19E-75B04935A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90B12-6621-DCB4-0C42-4AF007F0142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C93C8-B082-A034-A093-D9C7CEB4A4A9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64F15-CAB8-9A3E-10E2-7C389FC320B2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A28327-8E9C-5339-A0DE-1C13B5FC67B2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32F65F-9866-C192-1564-B47C0C09AAF9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268BAF-C060-1131-2AB5-F3DDF99F95FE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C2FE8E-1A68-70DA-2A19-B8AED032090A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FF96B1-3BF8-F8FD-EE5E-C589C2DB6E85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0D2BA6-98E6-9D25-79E4-42712A500633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BEAE30-3512-587F-CA8B-77E208F78AB3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FAEAE1-DF9B-7B08-582C-6197C5633C5A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2F2B54-2BDA-43AC-DC38-10D52FCF69A9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E3D437D-3B07-1B1F-A765-92DAB99158A5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3FE9F-2C30-C271-6033-B93F4677630A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C3BF90-D70C-DEB6-5583-0EBE6BD8B33B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DEA04B-9732-1EE6-6968-B2D531DF18C8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C303CF-A0F1-66B5-CDCF-DEBF5C09F9F2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6DC4B9-36AE-7327-ABCE-626D9C7D8810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991514-20C6-326C-B107-753BAE6AEF41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69E1F8-8032-2A06-69F7-2FF0A4B6B66C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1807A9-15CF-4501-3EFD-4FE4FE98C4D0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5FEA62-A59B-B943-4F35-57A241F25A89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AD61A5-A23F-08B1-9216-23871A7EBAC0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4C1653-7B27-10E6-1C82-B50405A7EF26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ED57F1-3569-7C53-ED55-994234DEBDDF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6E3510C-526B-4392-962B-4DC1272605F8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70B745-03CB-116F-C7C0-20449BF82293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362E85-077D-C60D-3691-74DB69FA643F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177E680-1588-566F-4C86-0C7745FB8627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5AF0AB-4FE6-B8A0-DA10-33F24AAAB11F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FBC9E6A-9936-8DD4-940A-46907BD6D80B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38C9E4-F4AE-97F5-AE75-A0AF5A70938E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6127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BA36-0462-EBAA-52C1-ABB25900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8974-A616-EB00-7E14-98B14F892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C84BE-BC11-FA19-CDF9-1B26F721E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F0917-F864-B008-94AC-F2C537ED813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6C138-9A17-467B-D4CC-1C8EA2B03DDC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FA3189-9021-296E-C939-8677351EF7C0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E31DBD-C71C-3E1C-5BB5-65A5FF298C48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339ACC-07C3-1C33-09EA-C166C57D4701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1FA791-3FC2-5166-A39A-D930ADE126BB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51FDE3-9B4B-2C37-6045-368FED3DC8D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84B382-6E85-87EE-1DC8-FF718958F33D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59A347-5BB7-7AD5-5C96-534A5914F136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8828FB-4051-5F50-9130-D4FF50945616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24C38C-F971-FE1E-05A4-7909CC5285DF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B05571-1EDA-0059-E3AF-FE939586390A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C6C772-A71B-AA99-0EFB-D213B949962E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4CCE4-001D-EFB2-8047-CE2EFF11EA8F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050E1-DE12-757F-5D26-68491FAFE0AC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903E1-B0BC-DF25-4C88-64608B7DE2D4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2D48EC-5FDC-47E0-F43D-9289C3B94A5D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0587AF-7C54-28AC-FBEB-D9156663EB62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9DB2F2-A2E4-FC61-A637-5A019058D984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65BCC1E-C931-6C8F-7074-E9CB51E1DA11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808FAE-0D68-8E22-CC2D-DBE780F595BB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080EF6-890A-3BF9-F73F-952164E47778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F14B37-3945-C1E4-0351-197FAF81E40E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D2214C8-FC32-A6AE-82AA-3FFDF45ACAB8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83EA1B-1C36-7AD0-2786-48387CDE293F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1526C0-4DCD-094D-E492-6DED057E2364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A217A8-0CC9-AD53-BF49-B6FFBEAB60B8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972A47-B2F1-CE67-CB9B-254545A0EB60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CA4CDA-CFB0-F1F1-47EE-13386D9BD4B3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F1C10C-8EA3-C6EC-D0BE-8A93D86175E9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DFB92A1-88F4-4BAB-0BEB-3EF6055FC5A2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F282C8-BA8F-CB54-562B-4AE4C5201D0A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2391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AA92-4DF0-B4D9-24B7-E3D8CB3A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8E33-EC0D-9B4E-7ABA-9535C98F32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E0112-4646-A86D-8CF5-6EEF9F5984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23C117-0A0E-40E1-662F-9659EC30C56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AF7FC-B291-7CD9-C168-82E58DF36EF1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75EAB-FBF9-B829-775D-66740DA9DFC6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B165F6-390E-0970-A994-1344F68D9074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FEA1D5-8FBB-CCE8-2B88-3754DC0FB73B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C96FD-0653-07A2-EF54-92B48820BD20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B38EA8-2295-0B23-56A6-CDF5991D345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C62F44-8F46-E193-817A-A25E71A8C4EB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09887C-9B10-8CF3-DF24-27A2ABC6F71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8F4C26-3731-9011-0BAC-E0C41189BA7C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C5F485-86F4-292F-467E-03CC18B33762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7DC02C-86CE-D236-DF11-901191021D8F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386FE1-A8CE-41EC-3DCC-8400B8813BBA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F6F00-11C3-1271-D851-4D5D17ED6F4D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EC1DBE-7692-73D1-699B-2EA012237EEE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883DB-C46F-5584-8434-2798F3E07C06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461DBD-6B9C-C07F-AFD4-E087A1FD28F8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7BA68A-21FC-8BDE-6FFB-5B54E2F24C31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325D35-7E04-35F0-0E32-1A250C23B122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4B7ABDF-F1D1-3DA9-363C-C0AC5FFE5636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336540-0219-5775-C269-7A38D941D5F3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AAE9BA3-FF6E-7FFC-75C4-E96795A826D8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F8B2A9-81A7-D4B4-61FC-8101FDC06D9A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B455F9B-A9AF-96BC-E30C-D2ED5EABD72F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E4A063-7991-3045-0B05-4953E1C72E69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9A34391-3E16-D603-2AA1-1C84F1AB92B2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217B1A-E9F0-A4E8-753B-4EA3A805CB3A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E03080-EE98-4581-4997-E3BAB1893430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20EB5D1-4E5C-95F3-B9EB-0890576C95E7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D843FB-0327-5734-6A1F-8B71643515AA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37B65FA4-443B-8812-B933-DF36FEADB0CA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C5ADB5-CD49-5240-F41A-5731A74C42FD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0167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EBA6-7DB1-22D8-949D-0DFA6A14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212B-A245-ED90-EBC4-4C0122A14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47899-479D-F5ED-CD03-5339707527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C4E06-9D4B-32F3-5B1A-1D1E58D924D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F84136-5543-6699-D5A2-2402D922A7CF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EAB28-3CC2-99A0-1E37-AF017E545456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B115E5-F45C-900D-9B7F-60F8C17CAB15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1402E1-790A-6A24-7E3C-99DA810FBDD6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E2D562-4EBF-CACC-C1C2-D72EEF1DBA57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F0E087-80A0-09E2-0082-2B59AD9989A8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368060-48DC-6D65-7877-E1EE4BF379FF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64B728-EFD1-6144-AED6-ABFAE21D31BB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F7BE71-4306-1BB4-0B6C-8A28BED4964A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102AF5-C4DD-F3E8-A8A1-6C26442CB73E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F64203-091A-D7DB-7EA3-A6A4C5B014F5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7D395E-5ECC-AA0E-76C1-C42AF7AF314E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18539-BBF8-3DD3-3DAF-F4C98E8E5F22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FC89A5-6DDC-F51D-DAB7-C756590DA2EE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C81E7-16C9-1CAD-4169-4C4691BD3441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74DB65-DB4D-3D7A-6776-D27A8E13EB27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696ACA-FBB1-48D8-4F2D-6D72D2D964A3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6C4402-6EC4-C28C-18F0-F04D38C740F6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A4A868-01B6-9880-FCF3-4D6D5F876B33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620B8B-CB34-3B0E-8DB3-CF9EED7B8F05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EFD764F-3B0A-2015-17EA-3AFF25255DF4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771E7B-BB3C-0E06-0EEE-E23F1E4110E3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5BB491-F893-C32C-B400-0317AABE87D3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98ED26-9DF4-E0B2-2DE1-BAADA5CE79AB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B32BEDC-D140-CBB5-F2BA-C6C9EFF3D0D9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A3DF0-0CFA-5AD7-7863-F4E3C4BA0D91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F0B614-4824-4025-7E96-2BD66D31FC8A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B31429D-68D8-6F63-B92E-23BA74D07C08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57602F-5F99-F647-5037-EFF882FB894C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0021A8D-D7AD-BA10-C8AE-DD16016E3CE7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996B24-06FA-5816-A8B8-9176C2AEBB18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6003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C264D-2C65-1527-307D-5B8047D6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6796-B0EE-86C5-2BE7-392C788089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0872B-39F9-C03B-AF99-5B549CE11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01D63-E5C8-2311-0480-3916B274C69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32E3B-9712-AA2E-75F0-089132E5AB1B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C4EAD-4ABE-8B92-DFB1-D78499055F2B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2F8E20-F516-BFA0-1893-D69E65B795C7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A306F9-C73B-20E1-84B6-047BF0C0C11F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9E3FF6-524F-DF0F-4544-379C386EE3E8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249F9F-DD8D-2038-ECAC-952843ABE93B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B938DE-2484-469F-8801-9512F3EB1D20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D96121-B510-E551-790A-B8BE6310739F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70E261-B4CA-5033-8A01-988B5DC50639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2C6444-F49F-F450-1853-AAC72FDEF4B9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D051A6-FA0F-058C-2348-B3B4F8FCC13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D1244B-C377-B026-EB89-BDB90BAFD299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86E6F-33A3-3CAD-53EF-9E73F165B5F6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88DFCC-738F-72D0-40B2-00423216244B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03C6F-815C-1533-0267-FAD7E82CC14C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43905B-DA95-F6D4-6BED-64FBA68B9D66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6E2DFF-3EEB-EFA4-3FCD-7A2120381E5E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EB0755-3E1F-5827-B502-36998F1793AC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18CD10-AF9C-307C-9F33-22E1AAD41334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AB5D0C-50B2-7B20-F869-15D38DB63DA5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10F020-BE55-ED7F-465A-7AB63F423D46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B5B2D7-7639-AA4B-D7CD-B07193FB9012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21F401-124D-C660-3C83-4C97F728CF64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CC1F89-B475-AAEF-AC3A-B101A9005E42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B89E23F-EFB0-7504-F1FF-F97CF84594CF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81CA5-A6CE-F94F-FFE1-87AE918B3AA2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999F1C5-360A-4C4A-6C15-E899B20C1285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80E528B-F2D9-EEA5-6FA8-F6825CE7EB56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0F80BB-FE91-CD99-51C7-F734311D73F1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FA03820-6697-C883-C044-44AA09C6A813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C7A7E4-4817-E6DD-F6B2-CE3DC8E47892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5924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F8A1-EDD4-C271-A49C-F3A48762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2C24-B3AB-723F-C1D5-D709EA626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5FDCE-AB49-B5BB-02C5-E432053CC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0D0B56-EFA9-60DE-4D49-D82376E173F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46704-7F2F-6026-275F-390CF6FBF840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20C73-8353-4F42-3E4F-2DAB5189A9E8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A74968-8470-5416-2D93-7EC8765284B1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630BE2-6E22-385A-8178-4059AE23BCA6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81D99D-2E02-6082-2837-7D23D3140046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5EFE58-BF5D-2C72-3410-3ED3768F9E19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123927-C95D-F372-4BCF-6F94FB7C644D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78924E-878D-5E73-0584-E9AB19CF7D67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D773C8-3702-B4EE-023B-F0A1AD544629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BF5AB9-3E8B-1F9C-591A-55DD25CF3600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CE37CA-7CE4-F8CE-43D0-1DD002606BCC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13E2DE9-A2AB-04F0-56CC-4C1122BF7F23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49E3E-40C0-7D84-9810-0649D312BC03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E9EFDE-F77D-1596-926B-12E608FA7EF0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1A4E93-41C3-9E3A-FF7C-B52C43081D92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5BFE8-C61C-2B56-B288-082A5B3CC321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AB7F51-5AEF-4FD4-19F5-572319203382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712E9D-E688-1C5E-BDDD-1A12743EDE04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B01D66-5488-8393-CEE3-A188A1CAE24B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E4B8FC-BA3B-D126-6A25-03FE2B0D05B9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C7D3A3B-2FCD-031F-39C6-98EAA88AFC9F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044A1A-BC89-DC85-7FB4-3ED52FFF5B92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3EBACE9-CE31-5F81-1B15-C2242322F79D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F4FC7D-65F4-67ED-0FA5-58F9B9F2B1A0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A4BC51A-188F-F8F4-FC20-CBC131D05A87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73C762-237C-8F8B-9863-7E00D46168BB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EFA826-712F-C743-8B3E-2B714DBC294E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DCB381D-CEFF-88EF-69B1-584E2B5237D0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D2503E9-669C-DE8C-BC85-BA7E5F047556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9F9EDEB-2F14-E3A6-20F9-0E19FBD86E53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6F8864-85D4-59CA-E289-9AE0593741DD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E10B092-AC2A-7D35-27E2-71B3F2570EE8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793BF8-5055-8BDD-C00F-B97FECF5950E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75918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89D2-61AB-7B0E-907F-F7D8876A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71D8-7D50-255A-61DB-F5FAD96C4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79F89-F645-55A6-FDB6-D3EAD59AE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356E4-4111-4D0A-E341-F04A2E2ACA95}"/>
              </a:ext>
            </a:extLst>
          </p:cNvPr>
          <p:cNvSpPr/>
          <p:nvPr/>
        </p:nvSpPr>
        <p:spPr>
          <a:xfrm>
            <a:off x="-2760929" y="-792263"/>
            <a:ext cx="15814455" cy="9008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B2BD0-BDE5-698E-5BDE-8123E761A757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39B15-688D-7B20-7A31-AC61BB6098D8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BC5D06-3907-2785-0200-F1FB93ECA6A1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EC8395-B5EF-20AD-0B37-9FA17324EADA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3186AE-99DE-6CDE-19EE-803D852BF64A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A9E1E0-FA2B-3AB5-857E-5B2AFE4F6714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1DB452-AFF0-0D8C-86B4-EAAE41FDF7AF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8A0D38-023D-0B94-6CE3-5F18EDDAD4B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185335-F405-6114-8ABC-1FAB53ADC884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3319D8-0AF8-CDA6-5271-9B7E866411D3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0FA4B5-54BA-2FD3-D38F-25E537802839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8D4B27-B2AD-73A8-FB74-3F5CBDA451A8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3111B-71DE-E644-C1E8-D47DD7341728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6E56E8-1182-3750-1AC9-5E6AE0F0B5B0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05168-D6C7-BDB3-410D-BBD77EA73E15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064BA8-6FDF-AF4C-BA18-0FF820E1DC78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D44056-FFCB-A00B-847C-36936D764FF1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603420-F574-F680-F915-7BAF03F23D5B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A5F3DF-A18F-9D2C-970E-E981A0987FBC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8C40F-0F08-D8BD-544E-F0F82FC6D1F7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1B598F-0723-11DA-067A-FA9D64241DED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62B2D0-EC49-6CD9-BD07-761ED759DE7B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A7322CD-5513-8968-E482-3F52627AC927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4A8DCC-6B7F-EC7A-9092-28252D2646FF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7A59828-391A-42D2-FFC7-FD028251156D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518B97-7504-C15C-0D7C-00059FE8EA77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0160AE-B732-4251-9AA1-1C23FB2F9B8A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967D68C-9FBB-2C13-3ECE-1A2783385D51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1F67BD-9191-4139-253C-954FBCBFAD6D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F7758F8-7D26-6C30-F11D-BCCBA8567405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C2D6B9-A4BA-A717-0F80-7A18E90C01F5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61E8AFD-8D11-AD16-D49B-4854D1D2CD00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E92A622-FBEF-CC37-F231-D0BE118EFE12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AFBBF2-1948-060B-E28A-08E523597938}"/>
              </a:ext>
            </a:extLst>
          </p:cNvPr>
          <p:cNvCxnSpPr>
            <a:cxnSpLocks/>
          </p:cNvCxnSpPr>
          <p:nvPr/>
        </p:nvCxnSpPr>
        <p:spPr>
          <a:xfrm>
            <a:off x="3912948" y="6858000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9940AE0B-FC34-9D0D-F27D-3AF9F136EFA4}"/>
              </a:ext>
            </a:extLst>
          </p:cNvPr>
          <p:cNvSpPr/>
          <p:nvPr/>
        </p:nvSpPr>
        <p:spPr>
          <a:xfrm>
            <a:off x="3614624" y="7426164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6149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BC064-44B8-C60A-FF56-2FC09F70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6F60-E51C-D07B-4378-B59143609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07216-FF30-13B0-C84E-50F79FAE2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FD43DF-8758-25B3-70D5-60141E41F317}"/>
              </a:ext>
            </a:extLst>
          </p:cNvPr>
          <p:cNvSpPr/>
          <p:nvPr/>
        </p:nvSpPr>
        <p:spPr>
          <a:xfrm>
            <a:off x="-2760929" y="-792263"/>
            <a:ext cx="15814455" cy="9008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1481C8-61CF-26BC-F4BF-0477AFC63F21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F2D47-ACE4-EA64-A04E-60B2DE99621E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EAA35E-7A9B-8144-5AA4-89C2EA95C6D9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11AC5F-4A48-3DE2-C6DD-D1B91CB1211D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E3014D-5BA3-4E74-C5DE-BA85FAD54277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434815-5746-A6A7-4F3F-1F1AC4ABA97B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D1372E-2113-7F82-C5BA-E7A2492CBA1E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B1FD1C-E155-DD27-4D36-61DBC75AB23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3B95DE-3EFD-AF9E-89AF-113673D9A204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CFCF72-2C1C-6402-9DE8-99E2968C457F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D5965C-258F-8ED2-2C18-299E50A2A0B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E0650F-26C6-BE25-DE90-5E875A5508EC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C2165-FC49-484C-CC41-6F1292D26AEE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53184-FAAA-E1C1-8AC0-24FEE7621EA9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27063-7925-DC04-F9ED-8BE00DCE51CE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9CD77B-9C0C-3C66-208B-D09EE2CD3B61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8ED252-258B-60C3-6528-5AF451836411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E38D4C-69FB-DE6C-FBA9-62D24608D60F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96DCFC-352B-ACDC-8095-AEADECEBF070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D33D49-CB64-4A15-5A31-63615AA87F60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70817B-BD62-ABD6-1B27-7FC3AD55580E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908644-9E11-4B48-495A-9658076F5D8F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C2D8910-7D4B-70E6-19F7-AD5E3BB62309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C1ED25-3AB1-D71C-CA05-06003FD61DAB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31C8C36-CF5F-760B-3CF1-D9D570608D86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4739B3-6D97-55A9-D995-E8121E395D56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4FB1D4-3FBC-2AA6-C5F9-2D50064A8203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832D78-B75D-36D4-BDB3-D4664A1B1CFF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664A5B-215E-CB00-F744-A5F01D85C58F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F1B3536-FD44-3204-482D-6C2AB1E0E3FA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859AAB-23B7-39EC-8815-C905619A455E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71BBBE3-1CD3-998D-EE04-426B6C838115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EAD35C9-C87D-93C0-B5EA-622131E79224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3B1A4D-A2FD-A44B-95D7-FA605F3A6D81}"/>
              </a:ext>
            </a:extLst>
          </p:cNvPr>
          <p:cNvCxnSpPr>
            <a:cxnSpLocks/>
          </p:cNvCxnSpPr>
          <p:nvPr/>
        </p:nvCxnSpPr>
        <p:spPr>
          <a:xfrm>
            <a:off x="3912948" y="6858000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C9EDFE4-947B-8641-5FA3-CFE8EB9CD060}"/>
              </a:ext>
            </a:extLst>
          </p:cNvPr>
          <p:cNvSpPr/>
          <p:nvPr/>
        </p:nvSpPr>
        <p:spPr>
          <a:xfrm>
            <a:off x="3614624" y="7426164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B82FDB-6193-0286-9AD6-26D4B34AC4B2}"/>
              </a:ext>
            </a:extLst>
          </p:cNvPr>
          <p:cNvCxnSpPr/>
          <p:nvPr/>
        </p:nvCxnSpPr>
        <p:spPr>
          <a:xfrm flipH="1">
            <a:off x="2830200" y="7855527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861B5D-5665-2C0C-A57E-9F9A9B86427E}"/>
              </a:ext>
            </a:extLst>
          </p:cNvPr>
          <p:cNvCxnSpPr/>
          <p:nvPr/>
        </p:nvCxnSpPr>
        <p:spPr>
          <a:xfrm flipH="1">
            <a:off x="2830200" y="6617738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1FACB39-D038-BA6D-4302-A8CA9475AB5B}"/>
              </a:ext>
            </a:extLst>
          </p:cNvPr>
          <p:cNvCxnSpPr>
            <a:cxnSpLocks/>
          </p:cNvCxnSpPr>
          <p:nvPr/>
        </p:nvCxnSpPr>
        <p:spPr>
          <a:xfrm flipV="1">
            <a:off x="2830200" y="6617738"/>
            <a:ext cx="0" cy="1112352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563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A8B8-C7A1-E25E-6180-76444A44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2686-1912-DDB8-5848-B8735F745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986C7-34B2-20F7-F8AC-580D52532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6E2508-910F-058E-54D9-AD35505BA60B}"/>
              </a:ext>
            </a:extLst>
          </p:cNvPr>
          <p:cNvSpPr/>
          <p:nvPr/>
        </p:nvSpPr>
        <p:spPr>
          <a:xfrm>
            <a:off x="-2760929" y="-792263"/>
            <a:ext cx="15814455" cy="9008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6872C-3643-2750-F984-814EDF249B60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4B6F2B-BEB2-A8C3-B818-73606ACC6102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E0CFF1-7234-C05E-9D08-52F1C86B4C70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2FD7D9-D3FD-3597-E0B3-62ED5A3A446E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8356BB-9722-A16C-A7E2-39EB7837CDE7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85CD6A-52E2-30A4-FF1E-2B329BC1E80E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7CC16A-60A0-BB43-473F-C9565D883000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F90D22-9C72-2906-85C1-626ECD1B5609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DEB560-AB53-D5C5-A2E3-97FF9249E145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67AE6D-D217-9D50-D0CB-6017C1BBF9D1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D6009D-C741-8AC6-4642-EDA8B8B3AD5D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C41AD4-F5B7-71B6-8197-074B8214E977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4048E-AEAD-6B85-7776-25D3C42B7F74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E551CD-02FF-1D77-C5AD-50D56A3FCAC1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C0A21-3E53-EA83-AD7B-01929CA6B4C6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D3768E-F141-FD4A-4079-2557D38FD032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2C0BCE-2120-13AD-06FD-49F6970384E6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CD8A44-00F5-359B-0E0E-89594E84CA6F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82E64F-69FF-3CC5-292D-2440DEE40EFE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1E2AFD-7B93-4708-363E-6D3E4B0AD576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0B3342-E0DD-9FC0-3C61-154CFD581A1F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36290A-A6D9-1637-8D32-9FBB0509EAF1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E1DF266-7089-F9DC-511C-85D06121EB57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7E2C2D-A8B5-8C14-4C0A-8DC1C42CFEE8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F8C27FD-4FB4-9F4D-759F-AFE7770D56F0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7E34C1-2B54-6817-AB72-C0FF88DC0D13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1A2DCF-8F36-AB39-F84A-DF0A5DC79E20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BE999E9-5F11-5F86-2F22-877DD07996CA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3E8819-8F12-9ED0-4B16-8B757B4FAEB7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040E2B4-139D-DC3B-D6B8-75069740D52E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EF17EC-A0CA-40F2-9602-4E45AE85131C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DCC362-553E-F609-F2B6-1E0CB1BA71F5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0AA465D-6EEE-7EB3-27D1-95A8BC3C2DC6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C8F380-F768-C9A2-C877-1AA01C66BD59}"/>
              </a:ext>
            </a:extLst>
          </p:cNvPr>
          <p:cNvCxnSpPr>
            <a:cxnSpLocks/>
          </p:cNvCxnSpPr>
          <p:nvPr/>
        </p:nvCxnSpPr>
        <p:spPr>
          <a:xfrm>
            <a:off x="3912948" y="6858000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0158667-16F6-59E1-7C3B-6170F2194653}"/>
              </a:ext>
            </a:extLst>
          </p:cNvPr>
          <p:cNvSpPr/>
          <p:nvPr/>
        </p:nvSpPr>
        <p:spPr>
          <a:xfrm>
            <a:off x="3614624" y="7426164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F567F17-A680-13F7-A268-2BC49218190F}"/>
              </a:ext>
            </a:extLst>
          </p:cNvPr>
          <p:cNvCxnSpPr/>
          <p:nvPr/>
        </p:nvCxnSpPr>
        <p:spPr>
          <a:xfrm flipH="1">
            <a:off x="2830200" y="7855527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3EF7E9B-8375-8E9E-29D6-29D370DC7DBE}"/>
              </a:ext>
            </a:extLst>
          </p:cNvPr>
          <p:cNvCxnSpPr/>
          <p:nvPr/>
        </p:nvCxnSpPr>
        <p:spPr>
          <a:xfrm flipH="1">
            <a:off x="2830200" y="6617738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B218173-17D1-051B-B8E5-DCF68F3EB87E}"/>
              </a:ext>
            </a:extLst>
          </p:cNvPr>
          <p:cNvCxnSpPr>
            <a:cxnSpLocks/>
          </p:cNvCxnSpPr>
          <p:nvPr/>
        </p:nvCxnSpPr>
        <p:spPr>
          <a:xfrm flipV="1">
            <a:off x="2830200" y="6617738"/>
            <a:ext cx="0" cy="1112352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FD131CD-935E-644D-D74F-148240A4D677}"/>
              </a:ext>
            </a:extLst>
          </p:cNvPr>
          <p:cNvSpPr txBox="1"/>
          <p:nvPr/>
        </p:nvSpPr>
        <p:spPr>
          <a:xfrm>
            <a:off x="1837077" y="7049729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09865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D1F7E-D21A-67E9-0653-9CE04493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E582-16F4-9F04-C627-158A28381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CAA4C-9E3E-FD2A-1213-267EEC546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46CC1-6355-F604-A61A-C643161D8723}"/>
              </a:ext>
            </a:extLst>
          </p:cNvPr>
          <p:cNvSpPr/>
          <p:nvPr/>
        </p:nvSpPr>
        <p:spPr>
          <a:xfrm>
            <a:off x="-2760929" y="-792263"/>
            <a:ext cx="15814455" cy="9008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0B45A-91C1-1BD6-FD5F-D9F19BB79157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E5B195-433D-8980-8EE5-9F2F77CA6AAB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0B7C57-050D-7F94-F870-F5A38AB8FA50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20A106-CB1F-FC4A-F4D6-CBDE14C8D02F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654D94-7DF3-854B-04D2-86E575B6F300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0A2B71-FD99-C7BD-2AF5-3149254D22A5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AF120A-17AE-E4FD-220F-974104C477C5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E773F2-D074-01FF-C310-C98C818FE007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61C597-F2A1-4308-A7D1-2AA86B0D7AF9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432004-98AF-F280-7A87-7B78DA97E2A8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92928E-60A3-F53D-B827-46CEB81CA557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DEF31C-21DF-2362-07FF-5AA348C78449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50066-2536-229B-FB6D-24326171B679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3D3751-4F6F-5347-DE28-45FC0819C6FC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D4257B-AD03-C969-F194-F2D8EF93C30C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87CDA5-2D53-2F76-4F9F-4892C3B6674F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22B9C6-8C30-BF59-1220-238C076BB5EB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C20BA8A-781F-C5D1-9432-93567935E792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4060F6-2BD0-68EF-BD9C-BD865D360A1F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93F7DD-F208-96FE-1D0E-8E3F1F13D30A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619358-9669-D9D1-73AB-6E5867FA579B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5C999C-1432-A880-7E97-DBB8B3D78576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A6F681-FC2A-42B0-73EA-F7D815CE72A7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EE852-0F3E-F223-0A30-A82C83E0C627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CDF39D1-B34B-BBB7-DE45-8F5BA85A64FF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308312-7D01-B8E7-3B72-9E05BF6B4CD9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716C23-2C50-4CA2-DFE6-EB50831A17DB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6B5AC6C-3B16-E75B-876F-403B534B5073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C67AF0-BD58-CDFC-C119-C4354F3152B1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8E46728-C0E5-53F1-5794-3364641CFDF8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70FD6F-1A6E-1D19-667F-BCAB4054C808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6B7D00-D6AE-AFA4-7872-D791B8E6E676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A92BFE1-6A51-434D-87A1-DDD34DC52D2B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AA1D1E-6CB4-7DB3-155A-21A016561028}"/>
              </a:ext>
            </a:extLst>
          </p:cNvPr>
          <p:cNvCxnSpPr>
            <a:cxnSpLocks/>
          </p:cNvCxnSpPr>
          <p:nvPr/>
        </p:nvCxnSpPr>
        <p:spPr>
          <a:xfrm>
            <a:off x="3912948" y="6858000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7B53A3C-6DA1-FF22-A69D-B94C1FB68A63}"/>
              </a:ext>
            </a:extLst>
          </p:cNvPr>
          <p:cNvSpPr/>
          <p:nvPr/>
        </p:nvSpPr>
        <p:spPr>
          <a:xfrm>
            <a:off x="3614624" y="7426164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DAC2EC-F956-AD21-9BDF-9D75BA3C8E5D}"/>
              </a:ext>
            </a:extLst>
          </p:cNvPr>
          <p:cNvCxnSpPr/>
          <p:nvPr/>
        </p:nvCxnSpPr>
        <p:spPr>
          <a:xfrm flipH="1">
            <a:off x="2830200" y="7855527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BD4B30D-0ED5-EFFF-6E5D-7101A8F9FB2A}"/>
              </a:ext>
            </a:extLst>
          </p:cNvPr>
          <p:cNvCxnSpPr/>
          <p:nvPr/>
        </p:nvCxnSpPr>
        <p:spPr>
          <a:xfrm flipH="1">
            <a:off x="2830200" y="6617738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FEE37E-66BC-C93D-721D-76E6EEFE07A5}"/>
              </a:ext>
            </a:extLst>
          </p:cNvPr>
          <p:cNvCxnSpPr>
            <a:cxnSpLocks/>
          </p:cNvCxnSpPr>
          <p:nvPr/>
        </p:nvCxnSpPr>
        <p:spPr>
          <a:xfrm flipV="1">
            <a:off x="2830200" y="6617738"/>
            <a:ext cx="0" cy="1112352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E273789-66A7-1E8E-6151-82A0BF0B7E63}"/>
              </a:ext>
            </a:extLst>
          </p:cNvPr>
          <p:cNvSpPr txBox="1"/>
          <p:nvPr/>
        </p:nvSpPr>
        <p:spPr>
          <a:xfrm>
            <a:off x="1837077" y="7049729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D43172-8120-71BA-0FF5-2A090BDE9EB7}"/>
              </a:ext>
            </a:extLst>
          </p:cNvPr>
          <p:cNvCxnSpPr/>
          <p:nvPr/>
        </p:nvCxnSpPr>
        <p:spPr>
          <a:xfrm flipH="1">
            <a:off x="2830200" y="4990550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FDE3DA-C82B-A099-93A1-1F2C704B4530}"/>
              </a:ext>
            </a:extLst>
          </p:cNvPr>
          <p:cNvCxnSpPr/>
          <p:nvPr/>
        </p:nvCxnSpPr>
        <p:spPr>
          <a:xfrm flipH="1">
            <a:off x="2830200" y="6380739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911E6BA-F6B5-02CE-955E-C79EA61C5535}"/>
              </a:ext>
            </a:extLst>
          </p:cNvPr>
          <p:cNvCxnSpPr>
            <a:cxnSpLocks/>
          </p:cNvCxnSpPr>
          <p:nvPr/>
        </p:nvCxnSpPr>
        <p:spPr>
          <a:xfrm flipV="1">
            <a:off x="2830200" y="4927100"/>
            <a:ext cx="0" cy="1333915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C375339-B9C8-473F-ED34-3B349CC870BE}"/>
              </a:ext>
            </a:extLst>
          </p:cNvPr>
          <p:cNvSpPr txBox="1"/>
          <p:nvPr/>
        </p:nvSpPr>
        <p:spPr>
          <a:xfrm>
            <a:off x="1906643" y="5536047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245158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1072-224D-B835-0241-B76E11B2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9193D-882B-561D-BC6C-4DB442373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65F98-7752-DEAC-F966-51A1C2675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A884E-EEE7-495E-BE7B-22E10128E4E8}"/>
              </a:ext>
            </a:extLst>
          </p:cNvPr>
          <p:cNvSpPr/>
          <p:nvPr/>
        </p:nvSpPr>
        <p:spPr>
          <a:xfrm>
            <a:off x="-2760929" y="-792263"/>
            <a:ext cx="15814455" cy="9008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91FC3-3A9A-710C-0D7B-CC2072E21949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A614CC-0DB1-05CA-935E-D3E017B7CA20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424215-70E9-A28C-9915-838D156B923F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930833-D4A5-F1DA-29CA-A4437B4A1513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873732-2DF2-2010-0B76-C9418E0C0579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7838FC-1C10-24C1-D9C9-F6FA98ED0A33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4F2301-CFC4-BC84-66D4-69104EF3AFD1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86C715-7E92-F084-1877-C582BD5224D7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95462A-AF86-37D3-FDA6-BF2CF521CA9A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307D55-DE93-F23A-DD6B-1CD0FD62908D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35F32A-55ED-33B9-1A45-8521DBC041E6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7DCB01-6B9F-EA4D-E814-145D4AF131E1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873857-9CC0-DE02-BD4B-D5693A77683B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12902B-FEA0-51B3-5CA5-D3C7B130E993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E07C0-C007-1D10-EC69-EC3DBB6DAC67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5F700-2492-6FC8-66F6-C288C07B6C79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2B0C4-2ACE-618F-791B-6FF844350302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AB1B4FA-285F-3780-2893-743909742353}"/>
              </a:ext>
            </a:extLst>
          </p:cNvPr>
          <p:cNvSpPr txBox="1"/>
          <p:nvPr/>
        </p:nvSpPr>
        <p:spPr>
          <a:xfrm>
            <a:off x="-1968542" y="157262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BE471B-7521-1E2A-F466-49F2016FFF2F}"/>
              </a:ext>
            </a:extLst>
          </p:cNvPr>
          <p:cNvSpPr/>
          <p:nvPr/>
        </p:nvSpPr>
        <p:spPr>
          <a:xfrm>
            <a:off x="3568521" y="3309151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3310E2-4FB2-A4AD-57A4-273FF620731E}"/>
              </a:ext>
            </a:extLst>
          </p:cNvPr>
          <p:cNvCxnSpPr>
            <a:cxnSpLocks/>
          </p:cNvCxnSpPr>
          <p:nvPr/>
        </p:nvCxnSpPr>
        <p:spPr>
          <a:xfrm>
            <a:off x="3912948" y="2744293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7D9738-2AEF-ADBA-0357-14E1C8F595D6}"/>
              </a:ext>
            </a:extLst>
          </p:cNvPr>
          <p:cNvSpPr txBox="1"/>
          <p:nvPr/>
        </p:nvSpPr>
        <p:spPr>
          <a:xfrm>
            <a:off x="399323" y="5009283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F9B7A7-ED9D-AB15-B25D-67C77D06B0FB}"/>
              </a:ext>
            </a:extLst>
          </p:cNvPr>
          <p:cNvCxnSpPr>
            <a:cxnSpLocks/>
          </p:cNvCxnSpPr>
          <p:nvPr/>
        </p:nvCxnSpPr>
        <p:spPr>
          <a:xfrm>
            <a:off x="4378037" y="3602038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ECD286-5A73-7502-3CCC-6F2F100FD184}"/>
              </a:ext>
            </a:extLst>
          </p:cNvPr>
          <p:cNvSpPr txBox="1"/>
          <p:nvPr/>
        </p:nvSpPr>
        <p:spPr>
          <a:xfrm>
            <a:off x="4923290" y="3363126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2E790A-C53E-0177-6748-E36C0CCC3936}"/>
              </a:ext>
            </a:extLst>
          </p:cNvPr>
          <p:cNvCxnSpPr>
            <a:cxnSpLocks/>
          </p:cNvCxnSpPr>
          <p:nvPr/>
        </p:nvCxnSpPr>
        <p:spPr>
          <a:xfrm>
            <a:off x="3912948" y="41098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FBC209B-5B58-608F-7A8E-9B8444664D9D}"/>
              </a:ext>
            </a:extLst>
          </p:cNvPr>
          <p:cNvSpPr/>
          <p:nvPr/>
        </p:nvSpPr>
        <p:spPr>
          <a:xfrm>
            <a:off x="3593507" y="467302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D6E95B-51C5-E3F1-7705-0647A0F71F66}"/>
              </a:ext>
            </a:extLst>
          </p:cNvPr>
          <p:cNvSpPr txBox="1"/>
          <p:nvPr/>
        </p:nvSpPr>
        <p:spPr>
          <a:xfrm>
            <a:off x="-1968542" y="5018225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1DC53B-BFD7-C30D-9F8E-E4A062890C21}"/>
              </a:ext>
            </a:extLst>
          </p:cNvPr>
          <p:cNvCxnSpPr>
            <a:cxnSpLocks/>
          </p:cNvCxnSpPr>
          <p:nvPr/>
        </p:nvCxnSpPr>
        <p:spPr>
          <a:xfrm>
            <a:off x="4378037" y="50091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A8400B3-098D-84F8-E8D1-9E92A8E37A20}"/>
              </a:ext>
            </a:extLst>
          </p:cNvPr>
          <p:cNvSpPr txBox="1"/>
          <p:nvPr/>
        </p:nvSpPr>
        <p:spPr>
          <a:xfrm>
            <a:off x="4900712" y="4716751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C17B20-8D07-4DF8-79D5-36E8524E2E5D}"/>
              </a:ext>
            </a:extLst>
          </p:cNvPr>
          <p:cNvCxnSpPr>
            <a:cxnSpLocks/>
          </p:cNvCxnSpPr>
          <p:nvPr/>
        </p:nvCxnSpPr>
        <p:spPr>
          <a:xfrm>
            <a:off x="3912948" y="5481431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754CEBC7-AA25-CA12-CE2E-1324072AEFD0}"/>
              </a:ext>
            </a:extLst>
          </p:cNvPr>
          <p:cNvSpPr/>
          <p:nvPr/>
        </p:nvSpPr>
        <p:spPr>
          <a:xfrm>
            <a:off x="3614624" y="6050448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4F08F4-2957-D6A7-B681-34595FAC3124}"/>
              </a:ext>
            </a:extLst>
          </p:cNvPr>
          <p:cNvSpPr txBox="1"/>
          <p:nvPr/>
        </p:nvSpPr>
        <p:spPr>
          <a:xfrm>
            <a:off x="347554" y="1627212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CB41C1-2FF7-4327-9C15-AB73EFC10050}"/>
              </a:ext>
            </a:extLst>
          </p:cNvPr>
          <p:cNvCxnSpPr>
            <a:cxnSpLocks/>
          </p:cNvCxnSpPr>
          <p:nvPr/>
        </p:nvCxnSpPr>
        <p:spPr>
          <a:xfrm>
            <a:off x="4378037" y="6380739"/>
            <a:ext cx="4417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5B9AA38-E397-17CA-1BC4-432A6EF49818}"/>
              </a:ext>
            </a:extLst>
          </p:cNvPr>
          <p:cNvSpPr txBox="1"/>
          <p:nvPr/>
        </p:nvSpPr>
        <p:spPr>
          <a:xfrm>
            <a:off x="4819756" y="6074527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29FA3C-80FF-26B1-A4CA-CAEA04F7246F}"/>
              </a:ext>
            </a:extLst>
          </p:cNvPr>
          <p:cNvCxnSpPr>
            <a:cxnSpLocks/>
          </p:cNvCxnSpPr>
          <p:nvPr/>
        </p:nvCxnSpPr>
        <p:spPr>
          <a:xfrm>
            <a:off x="3912948" y="6858000"/>
            <a:ext cx="0" cy="45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7CFAED1-0743-6FE8-7A4E-4E84CBD631CB}"/>
              </a:ext>
            </a:extLst>
          </p:cNvPr>
          <p:cNvSpPr/>
          <p:nvPr/>
        </p:nvSpPr>
        <p:spPr>
          <a:xfrm>
            <a:off x="3614624" y="7426164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28EB873-6D0D-F1DE-EE7A-29C57755A173}"/>
              </a:ext>
            </a:extLst>
          </p:cNvPr>
          <p:cNvCxnSpPr/>
          <p:nvPr/>
        </p:nvCxnSpPr>
        <p:spPr>
          <a:xfrm flipH="1">
            <a:off x="2830200" y="7855527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53D7CD-C589-08EF-046D-3B298DB41D3F}"/>
              </a:ext>
            </a:extLst>
          </p:cNvPr>
          <p:cNvCxnSpPr/>
          <p:nvPr/>
        </p:nvCxnSpPr>
        <p:spPr>
          <a:xfrm flipH="1">
            <a:off x="2830200" y="6617738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95C198E-0E8C-B3FD-5CF2-B20941AC2F89}"/>
              </a:ext>
            </a:extLst>
          </p:cNvPr>
          <p:cNvCxnSpPr>
            <a:cxnSpLocks/>
          </p:cNvCxnSpPr>
          <p:nvPr/>
        </p:nvCxnSpPr>
        <p:spPr>
          <a:xfrm flipV="1">
            <a:off x="2830200" y="6617738"/>
            <a:ext cx="0" cy="1112352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4672400-CE1A-A9EC-896C-1F3638234736}"/>
              </a:ext>
            </a:extLst>
          </p:cNvPr>
          <p:cNvSpPr txBox="1"/>
          <p:nvPr/>
        </p:nvSpPr>
        <p:spPr>
          <a:xfrm>
            <a:off x="1837077" y="7049729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2F6053-7916-DFD0-89F9-F10D144514CF}"/>
              </a:ext>
            </a:extLst>
          </p:cNvPr>
          <p:cNvCxnSpPr/>
          <p:nvPr/>
        </p:nvCxnSpPr>
        <p:spPr>
          <a:xfrm flipH="1">
            <a:off x="2830200" y="4990550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5500CB-E308-5564-43BB-0B5A5DD3C07F}"/>
              </a:ext>
            </a:extLst>
          </p:cNvPr>
          <p:cNvCxnSpPr/>
          <p:nvPr/>
        </p:nvCxnSpPr>
        <p:spPr>
          <a:xfrm flipH="1">
            <a:off x="2830200" y="6380739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9DCCD4C-9B44-2F21-5DD9-0ACADAB94B6C}"/>
              </a:ext>
            </a:extLst>
          </p:cNvPr>
          <p:cNvCxnSpPr>
            <a:cxnSpLocks/>
          </p:cNvCxnSpPr>
          <p:nvPr/>
        </p:nvCxnSpPr>
        <p:spPr>
          <a:xfrm flipV="1">
            <a:off x="2830200" y="4927100"/>
            <a:ext cx="0" cy="1333915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2DE31D-B302-6F52-B35D-34161F0C6F46}"/>
              </a:ext>
            </a:extLst>
          </p:cNvPr>
          <p:cNvSpPr txBox="1"/>
          <p:nvPr/>
        </p:nvSpPr>
        <p:spPr>
          <a:xfrm>
            <a:off x="1906643" y="5536047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9036600-0AE2-B6BD-29D0-1D7F2BAB778D}"/>
              </a:ext>
            </a:extLst>
          </p:cNvPr>
          <p:cNvCxnSpPr/>
          <p:nvPr/>
        </p:nvCxnSpPr>
        <p:spPr>
          <a:xfrm flipH="1">
            <a:off x="2830200" y="4738254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4C99E7E-36ED-C63D-C63D-9EACE73792CF}"/>
              </a:ext>
            </a:extLst>
          </p:cNvPr>
          <p:cNvCxnSpPr>
            <a:cxnSpLocks/>
          </p:cNvCxnSpPr>
          <p:nvPr/>
        </p:nvCxnSpPr>
        <p:spPr>
          <a:xfrm flipV="1">
            <a:off x="2830200" y="3602038"/>
            <a:ext cx="0" cy="1136216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160F2FB-44DA-FBC2-08C5-2B0711BD3652}"/>
              </a:ext>
            </a:extLst>
          </p:cNvPr>
          <p:cNvCxnSpPr/>
          <p:nvPr/>
        </p:nvCxnSpPr>
        <p:spPr>
          <a:xfrm flipH="1">
            <a:off x="2830200" y="3509963"/>
            <a:ext cx="536455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AD42B63-6A1F-9B29-1511-414C0A3526C0}"/>
              </a:ext>
            </a:extLst>
          </p:cNvPr>
          <p:cNvSpPr txBox="1"/>
          <p:nvPr/>
        </p:nvSpPr>
        <p:spPr>
          <a:xfrm>
            <a:off x="1906643" y="3998531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87430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EA98-89E3-8B56-535C-3736E414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86AC-D6FA-D6ED-FA6A-1CBA9CBE1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ECA63-A223-07A8-DB3F-1DB9CB7F11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EFFFF-C165-88D9-729F-2289FB1D7A7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C9D92-7453-8948-206A-D34F2F3E600E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DEC3A-7F03-03A1-1F14-99F695C21226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9CFFEB-5C6F-50B6-1F37-D9D5138E7E9E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F5FF3E-6844-FC65-99E1-E1AA8E183775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EA0FE3-5258-30DC-768F-E77D7316B5F6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A5263D-359F-E1F1-7F83-AA1E1A729AB7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C6EB97-1712-C066-24F7-4E8C2FF477F2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435E5A-90FD-EDE5-E7AE-E7C16310B65C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3B7534-3249-A756-E672-F4DCD2DDBBBD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1E69B4-8CF3-5DF5-3B4F-35E9796D0D0E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B4D98F-01F3-67BF-78E8-DCDE85ACC3E3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F09CB2-12B5-5807-083E-BE9A2E5330C8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37B87-1448-D2A3-B80C-5FFD0BCDEC2D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4FFCEA-CFF7-CDC1-10B3-FAA2CCD4E336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0222B-4622-0D4D-1A1E-2DBBC1EC8BC0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E2DDEF-62C8-F93D-B332-58AA1B38F5B3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AD4B37-38E8-A3AC-5B16-3E10DF8BB303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2097C2-A065-2DEC-953F-9678EE155E45}"/>
              </a:ext>
            </a:extLst>
          </p:cNvPr>
          <p:cNvCxnSpPr>
            <a:cxnSpLocks/>
          </p:cNvCxnSpPr>
          <p:nvPr/>
        </p:nvCxnSpPr>
        <p:spPr>
          <a:xfrm>
            <a:off x="5735782" y="1537855"/>
            <a:ext cx="0" cy="62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5917319-0D7F-F3DF-7E65-B723CA0A0C1E}"/>
              </a:ext>
            </a:extLst>
          </p:cNvPr>
          <p:cNvSpPr txBox="1"/>
          <p:nvPr/>
        </p:nvSpPr>
        <p:spPr>
          <a:xfrm>
            <a:off x="5559545" y="21420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5270ED-EF39-C9DE-270C-F6BD3F231FFD}"/>
              </a:ext>
            </a:extLst>
          </p:cNvPr>
          <p:cNvCxnSpPr/>
          <p:nvPr/>
        </p:nvCxnSpPr>
        <p:spPr>
          <a:xfrm>
            <a:off x="6320059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FE4789-BDB5-7D36-4246-B90BE2CA4434}"/>
              </a:ext>
            </a:extLst>
          </p:cNvPr>
          <p:cNvCxnSpPr/>
          <p:nvPr/>
        </p:nvCxnSpPr>
        <p:spPr>
          <a:xfrm>
            <a:off x="7628648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F6CB575-05E2-D8A7-FC18-520375B1DB1C}"/>
              </a:ext>
            </a:extLst>
          </p:cNvPr>
          <p:cNvSpPr txBox="1"/>
          <p:nvPr/>
        </p:nvSpPr>
        <p:spPr>
          <a:xfrm>
            <a:off x="7455230" y="2142088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7FA0AE-79C3-2FAA-EFA3-251964C051E9}"/>
              </a:ext>
            </a:extLst>
          </p:cNvPr>
          <p:cNvCxnSpPr>
            <a:cxnSpLocks/>
          </p:cNvCxnSpPr>
          <p:nvPr/>
        </p:nvCxnSpPr>
        <p:spPr>
          <a:xfrm flipV="1">
            <a:off x="4227279" y="1537855"/>
            <a:ext cx="0" cy="6741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BB30A7-33EE-6599-A764-AC2221886B9B}"/>
              </a:ext>
            </a:extLst>
          </p:cNvPr>
          <p:cNvCxnSpPr>
            <a:cxnSpLocks/>
          </p:cNvCxnSpPr>
          <p:nvPr/>
        </p:nvCxnSpPr>
        <p:spPr>
          <a:xfrm flipV="1">
            <a:off x="5408790" y="1537855"/>
            <a:ext cx="0" cy="6741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B1A8BC-7886-5D1F-6DC9-C4D906C7D91B}"/>
              </a:ext>
            </a:extLst>
          </p:cNvPr>
          <p:cNvCxnSpPr>
            <a:cxnSpLocks/>
          </p:cNvCxnSpPr>
          <p:nvPr/>
        </p:nvCxnSpPr>
        <p:spPr>
          <a:xfrm flipH="1">
            <a:off x="4227279" y="1422689"/>
            <a:ext cx="1179868" cy="9114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29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0C02-18C4-1704-5B71-F737C3B6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6310-E548-D3CC-EF1A-40DD7DAB5C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39113-B6F0-CA95-E74B-7DF0782964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73633-935E-7644-64A3-A640F908DD5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2043E-5116-F33C-AF99-D092A95BD6A7}"/>
              </a:ext>
            </a:extLst>
          </p:cNvPr>
          <p:cNvSpPr/>
          <p:nvPr/>
        </p:nvSpPr>
        <p:spPr>
          <a:xfrm>
            <a:off x="7528389" y="-612126"/>
            <a:ext cx="5323257" cy="966069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No two adjacent vertices of the graph are colored with the same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13F700-559B-B9AA-7DAE-A2A8D721EB3D}"/>
              </a:ext>
            </a:extLst>
          </p:cNvPr>
          <p:cNvSpPr txBox="1"/>
          <p:nvPr/>
        </p:nvSpPr>
        <p:spPr>
          <a:xfrm>
            <a:off x="5146298" y="-412645"/>
            <a:ext cx="3144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Remember 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920B56-F2A4-C1E7-221E-A424D995D7EF}"/>
              </a:ext>
            </a:extLst>
          </p:cNvPr>
          <p:cNvSpPr/>
          <p:nvPr/>
        </p:nvSpPr>
        <p:spPr>
          <a:xfrm>
            <a:off x="-2120939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4344A5-846A-76F5-0882-5226D6ABD6D0}"/>
              </a:ext>
            </a:extLst>
          </p:cNvPr>
          <p:cNvSpPr/>
          <p:nvPr/>
        </p:nvSpPr>
        <p:spPr>
          <a:xfrm>
            <a:off x="195158" y="227823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3CB9AB-BB33-2F29-53AA-952469B68BE1}"/>
              </a:ext>
            </a:extLst>
          </p:cNvPr>
          <p:cNvSpPr/>
          <p:nvPr/>
        </p:nvSpPr>
        <p:spPr>
          <a:xfrm>
            <a:off x="-2120940" y="4316557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22DE40-959E-7FAB-2F22-5F401D68527A}"/>
              </a:ext>
            </a:extLst>
          </p:cNvPr>
          <p:cNvSpPr/>
          <p:nvPr/>
        </p:nvSpPr>
        <p:spPr>
          <a:xfrm>
            <a:off x="195158" y="4316556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3EF081-AC69-E006-B222-4C530680C653}"/>
              </a:ext>
            </a:extLst>
          </p:cNvPr>
          <p:cNvCxnSpPr>
            <a:cxnSpLocks/>
          </p:cNvCxnSpPr>
          <p:nvPr/>
        </p:nvCxnSpPr>
        <p:spPr>
          <a:xfrm>
            <a:off x="-1321250" y="262459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7A9DBD-A2D8-2A44-5532-CD1CC09968AA}"/>
              </a:ext>
            </a:extLst>
          </p:cNvPr>
          <p:cNvCxnSpPr>
            <a:cxnSpLocks/>
          </p:cNvCxnSpPr>
          <p:nvPr/>
        </p:nvCxnSpPr>
        <p:spPr>
          <a:xfrm>
            <a:off x="-1321250" y="4662919"/>
            <a:ext cx="13577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43A439-FAB2-70ED-FE0B-438A441CBE5A}"/>
              </a:ext>
            </a:extLst>
          </p:cNvPr>
          <p:cNvCxnSpPr>
            <a:cxnSpLocks/>
          </p:cNvCxnSpPr>
          <p:nvPr/>
        </p:nvCxnSpPr>
        <p:spPr>
          <a:xfrm flipV="1">
            <a:off x="-1776516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7D8A86-AF7A-D6A8-C66C-DD908275128F}"/>
              </a:ext>
            </a:extLst>
          </p:cNvPr>
          <p:cNvCxnSpPr>
            <a:cxnSpLocks/>
          </p:cNvCxnSpPr>
          <p:nvPr/>
        </p:nvCxnSpPr>
        <p:spPr>
          <a:xfrm flipV="1">
            <a:off x="539582" y="3091801"/>
            <a:ext cx="2" cy="11048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88D03F-6FD9-CFA0-9F23-0068BE3B9908}"/>
              </a:ext>
            </a:extLst>
          </p:cNvPr>
          <p:cNvCxnSpPr>
            <a:cxnSpLocks/>
          </p:cNvCxnSpPr>
          <p:nvPr/>
        </p:nvCxnSpPr>
        <p:spPr>
          <a:xfrm flipH="1" flipV="1">
            <a:off x="-1412271" y="3007446"/>
            <a:ext cx="1607429" cy="118918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C515A2E-851E-3905-D445-500B7963152C}"/>
              </a:ext>
            </a:extLst>
          </p:cNvPr>
          <p:cNvSpPr txBox="1"/>
          <p:nvPr/>
        </p:nvSpPr>
        <p:spPr>
          <a:xfrm>
            <a:off x="-1362813" y="-149874"/>
            <a:ext cx="13993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M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52884-7383-29A4-3E02-4B1CC9628A98}"/>
              </a:ext>
            </a:extLst>
          </p:cNvPr>
          <p:cNvSpPr txBox="1"/>
          <p:nvPr/>
        </p:nvSpPr>
        <p:spPr>
          <a:xfrm>
            <a:off x="2830200" y="1842655"/>
            <a:ext cx="53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7545BC-09D5-3F45-4E4B-F481A46AA0D7}"/>
              </a:ext>
            </a:extLst>
          </p:cNvPr>
          <p:cNvSpPr/>
          <p:nvPr/>
        </p:nvSpPr>
        <p:spPr>
          <a:xfrm>
            <a:off x="5407147" y="729962"/>
            <a:ext cx="688853" cy="69272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576699-DD86-CF0D-9B40-FAAE65A5918E}"/>
              </a:ext>
            </a:extLst>
          </p:cNvPr>
          <p:cNvSpPr txBox="1"/>
          <p:nvPr/>
        </p:nvSpPr>
        <p:spPr>
          <a:xfrm>
            <a:off x="3690824" y="216594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94B081-AB6C-747C-9008-792576ED0D03}"/>
              </a:ext>
            </a:extLst>
          </p:cNvPr>
          <p:cNvCxnSpPr/>
          <p:nvPr/>
        </p:nvCxnSpPr>
        <p:spPr>
          <a:xfrm>
            <a:off x="3840096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6C6373-B95E-5723-2CFF-E87A3FBB7A39}"/>
              </a:ext>
            </a:extLst>
          </p:cNvPr>
          <p:cNvCxnSpPr/>
          <p:nvPr/>
        </p:nvCxnSpPr>
        <p:spPr>
          <a:xfrm>
            <a:off x="3840096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4826A9-DC2C-7496-9DE6-62F9485F40FC}"/>
              </a:ext>
            </a:extLst>
          </p:cNvPr>
          <p:cNvCxnSpPr>
            <a:cxnSpLocks/>
          </p:cNvCxnSpPr>
          <p:nvPr/>
        </p:nvCxnSpPr>
        <p:spPr>
          <a:xfrm>
            <a:off x="5735782" y="1537855"/>
            <a:ext cx="0" cy="62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120B27-8CCB-E6FC-B917-01402B171D6C}"/>
              </a:ext>
            </a:extLst>
          </p:cNvPr>
          <p:cNvSpPr txBox="1"/>
          <p:nvPr/>
        </p:nvSpPr>
        <p:spPr>
          <a:xfrm>
            <a:off x="5559545" y="2142089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FB9A21-82C2-5CF7-AC8C-9D12782A0345}"/>
              </a:ext>
            </a:extLst>
          </p:cNvPr>
          <p:cNvCxnSpPr/>
          <p:nvPr/>
        </p:nvCxnSpPr>
        <p:spPr>
          <a:xfrm>
            <a:off x="6320059" y="1076325"/>
            <a:ext cx="1306202" cy="0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9C26D5-EDFE-A52B-0C37-EBEA8D522B53}"/>
              </a:ext>
            </a:extLst>
          </p:cNvPr>
          <p:cNvCxnSpPr/>
          <p:nvPr/>
        </p:nvCxnSpPr>
        <p:spPr>
          <a:xfrm>
            <a:off x="7628648" y="1076325"/>
            <a:ext cx="0" cy="1089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78461AE-FA34-9367-B2BF-B6160CF4C662}"/>
              </a:ext>
            </a:extLst>
          </p:cNvPr>
          <p:cNvSpPr txBox="1"/>
          <p:nvPr/>
        </p:nvSpPr>
        <p:spPr>
          <a:xfrm>
            <a:off x="7455230" y="2142088"/>
            <a:ext cx="536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8D27ED-59C9-1728-DF96-63E8CB524DBC}"/>
              </a:ext>
            </a:extLst>
          </p:cNvPr>
          <p:cNvCxnSpPr>
            <a:cxnSpLocks/>
          </p:cNvCxnSpPr>
          <p:nvPr/>
        </p:nvCxnSpPr>
        <p:spPr>
          <a:xfrm flipV="1">
            <a:off x="4227279" y="1537855"/>
            <a:ext cx="0" cy="6741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3764248-5248-AB8F-AFCE-1A5BA8DD24BC}"/>
              </a:ext>
            </a:extLst>
          </p:cNvPr>
          <p:cNvCxnSpPr>
            <a:cxnSpLocks/>
          </p:cNvCxnSpPr>
          <p:nvPr/>
        </p:nvCxnSpPr>
        <p:spPr>
          <a:xfrm flipV="1">
            <a:off x="5408790" y="1537855"/>
            <a:ext cx="0" cy="6741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40B247-E14E-756A-A460-DEAB359E0EAF}"/>
              </a:ext>
            </a:extLst>
          </p:cNvPr>
          <p:cNvCxnSpPr>
            <a:cxnSpLocks/>
          </p:cNvCxnSpPr>
          <p:nvPr/>
        </p:nvCxnSpPr>
        <p:spPr>
          <a:xfrm flipH="1">
            <a:off x="4227279" y="1422689"/>
            <a:ext cx="1179868" cy="9114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B4031B-C6AB-D2FA-3B48-A427510ED209}"/>
              </a:ext>
            </a:extLst>
          </p:cNvPr>
          <p:cNvCxnSpPr>
            <a:cxnSpLocks/>
          </p:cNvCxnSpPr>
          <p:nvPr/>
        </p:nvCxnSpPr>
        <p:spPr>
          <a:xfrm flipV="1">
            <a:off x="3564491" y="969747"/>
            <a:ext cx="0" cy="1136216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227F41-75E8-9581-47B3-9DD25112D102}"/>
              </a:ext>
            </a:extLst>
          </p:cNvPr>
          <p:cNvCxnSpPr>
            <a:cxnSpLocks/>
          </p:cNvCxnSpPr>
          <p:nvPr/>
        </p:nvCxnSpPr>
        <p:spPr>
          <a:xfrm>
            <a:off x="3564491" y="845052"/>
            <a:ext cx="1690256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AF89D42-156C-859C-65C8-DF17229592F3}"/>
              </a:ext>
            </a:extLst>
          </p:cNvPr>
          <p:cNvSpPr txBox="1"/>
          <p:nvPr/>
        </p:nvSpPr>
        <p:spPr>
          <a:xfrm>
            <a:off x="3690824" y="322016"/>
            <a:ext cx="92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75276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1353</Words>
  <Application>Microsoft Office PowerPoint</Application>
  <PresentationFormat>Widescreen</PresentationFormat>
  <Paragraphs>663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2025-10-26T02:51:19Z</dcterms:created>
  <dcterms:modified xsi:type="dcterms:W3CDTF">2025-11-06T01:25:06Z</dcterms:modified>
</cp:coreProperties>
</file>