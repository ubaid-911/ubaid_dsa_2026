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89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0" r:id="rId31"/>
    <p:sldId id="286" r:id="rId32"/>
    <p:sldId id="285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A53D4-A582-42D7-BD4A-5D87B2B823DC}" v="80" dt="2025-10-29T02:38:10.8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 sldOrd">
      <pc:chgData name="UBAID QURESHI" userId="dd4ae95d8f7c04fe" providerId="LiveId" clId="{AF920071-46B6-4E4C-A6D8-3E93B456AF12}" dt="2025-10-29T02:38:17.104" v="375" actId="1076"/>
      <pc:docMkLst>
        <pc:docMk/>
      </pc:docMkLst>
      <pc:sldChg chg="del">
        <pc:chgData name="UBAID QURESHI" userId="dd4ae95d8f7c04fe" providerId="LiveId" clId="{AF920071-46B6-4E4C-A6D8-3E93B456AF12}" dt="2025-10-29T01:37:59.529" v="1" actId="47"/>
        <pc:sldMkLst>
          <pc:docMk/>
          <pc:sldMk cId="3336196659" sldId="256"/>
        </pc:sldMkLst>
      </pc:sldChg>
      <pc:sldChg chg="modSp add mod">
        <pc:chgData name="UBAID QURESHI" userId="dd4ae95d8f7c04fe" providerId="LiveId" clId="{AF920071-46B6-4E4C-A6D8-3E93B456AF12}" dt="2025-10-29T01:39:36.972" v="34" actId="1076"/>
        <pc:sldMkLst>
          <pc:docMk/>
          <pc:sldMk cId="1988094245" sldId="257"/>
        </pc:sldMkLst>
        <pc:spChg chg="mod">
          <ac:chgData name="UBAID QURESHI" userId="dd4ae95d8f7c04fe" providerId="LiveId" clId="{AF920071-46B6-4E4C-A6D8-3E93B456AF12}" dt="2025-10-29T01:39:36.972" v="34" actId="1076"/>
          <ac:spMkLst>
            <pc:docMk/>
            <pc:sldMk cId="1988094245" sldId="257"/>
            <ac:spMk id="2" creationId="{4A9E710A-9124-93C5-534B-B251DBB522E3}"/>
          </ac:spMkLst>
        </pc:spChg>
      </pc:sldChg>
      <pc:sldChg chg="addSp delSp modSp add mod">
        <pc:chgData name="UBAID QURESHI" userId="dd4ae95d8f7c04fe" providerId="LiveId" clId="{AF920071-46B6-4E4C-A6D8-3E93B456AF12}" dt="2025-10-29T01:44:47.691" v="69" actId="1076"/>
        <pc:sldMkLst>
          <pc:docMk/>
          <pc:sldMk cId="2701535539" sldId="258"/>
        </pc:sldMkLst>
        <pc:spChg chg="del">
          <ac:chgData name="UBAID QURESHI" userId="dd4ae95d8f7c04fe" providerId="LiveId" clId="{AF920071-46B6-4E4C-A6D8-3E93B456AF12}" dt="2025-10-29T01:39:55.794" v="35" actId="478"/>
          <ac:spMkLst>
            <pc:docMk/>
            <pc:sldMk cId="2701535539" sldId="258"/>
            <ac:spMk id="5" creationId="{9CB2F380-4C14-A02E-3925-B1891432458C}"/>
          </ac:spMkLst>
        </pc:spChg>
        <pc:spChg chg="add mod">
          <ac:chgData name="UBAID QURESHI" userId="dd4ae95d8f7c04fe" providerId="LiveId" clId="{AF920071-46B6-4E4C-A6D8-3E93B456AF12}" dt="2025-10-29T01:44:47.691" v="69" actId="1076"/>
          <ac:spMkLst>
            <pc:docMk/>
            <pc:sldMk cId="2701535539" sldId="258"/>
            <ac:spMk id="6" creationId="{A3D8ED23-6E56-FD70-A25A-A07BD6303CAE}"/>
          </ac:spMkLst>
        </pc:spChg>
        <pc:spChg chg="del">
          <ac:chgData name="UBAID QURESHI" userId="dd4ae95d8f7c04fe" providerId="LiveId" clId="{AF920071-46B6-4E4C-A6D8-3E93B456AF12}" dt="2025-10-29T01:39:58.391" v="36" actId="478"/>
          <ac:spMkLst>
            <pc:docMk/>
            <pc:sldMk cId="2701535539" sldId="258"/>
            <ac:spMk id="16" creationId="{E4FAF246-1277-7157-BD3B-17B5166FD6C8}"/>
          </ac:spMkLst>
        </pc:spChg>
      </pc:sldChg>
      <pc:sldChg chg="addSp modSp add mod">
        <pc:chgData name="UBAID QURESHI" userId="dd4ae95d8f7c04fe" providerId="LiveId" clId="{AF920071-46B6-4E4C-A6D8-3E93B456AF12}" dt="2025-10-29T01:51:56.698" v="100" actId="1076"/>
        <pc:sldMkLst>
          <pc:docMk/>
          <pc:sldMk cId="3736410083" sldId="259"/>
        </pc:sldMkLst>
        <pc:spChg chg="add mod">
          <ac:chgData name="UBAID QURESHI" userId="dd4ae95d8f7c04fe" providerId="LiveId" clId="{AF920071-46B6-4E4C-A6D8-3E93B456AF12}" dt="2025-10-29T01:51:36.634" v="96" actId="207"/>
          <ac:spMkLst>
            <pc:docMk/>
            <pc:sldMk cId="3736410083" sldId="259"/>
            <ac:spMk id="10" creationId="{43273295-D8A0-3F0C-8BC0-683A3AF944F5}"/>
          </ac:spMkLst>
        </pc:spChg>
        <pc:spChg chg="add mod">
          <ac:chgData name="UBAID QURESHI" userId="dd4ae95d8f7c04fe" providerId="LiveId" clId="{AF920071-46B6-4E4C-A6D8-3E93B456AF12}" dt="2025-10-29T01:51:56.698" v="100" actId="1076"/>
          <ac:spMkLst>
            <pc:docMk/>
            <pc:sldMk cId="3736410083" sldId="259"/>
            <ac:spMk id="11" creationId="{4EEAF2B4-BAB2-B958-8449-67D277BDE9D3}"/>
          </ac:spMkLst>
        </pc:spChg>
        <pc:cxnChg chg="add mod">
          <ac:chgData name="UBAID QURESHI" userId="dd4ae95d8f7c04fe" providerId="LiveId" clId="{AF920071-46B6-4E4C-A6D8-3E93B456AF12}" dt="2025-10-29T01:45:31.783" v="74" actId="1582"/>
          <ac:cxnSpMkLst>
            <pc:docMk/>
            <pc:sldMk cId="3736410083" sldId="259"/>
            <ac:cxnSpMk id="7" creationId="{2B8D1FCC-07ED-7C6D-9257-8C06970A09E9}"/>
          </ac:cxnSpMkLst>
        </pc:cxnChg>
        <pc:cxnChg chg="add mod">
          <ac:chgData name="UBAID QURESHI" userId="dd4ae95d8f7c04fe" providerId="LiveId" clId="{AF920071-46B6-4E4C-A6D8-3E93B456AF12}" dt="2025-10-29T01:45:56.966" v="79" actId="1076"/>
          <ac:cxnSpMkLst>
            <pc:docMk/>
            <pc:sldMk cId="3736410083" sldId="259"/>
            <ac:cxnSpMk id="8" creationId="{6E1A3227-8933-4FD8-49B0-453F1955839F}"/>
          </ac:cxnSpMkLst>
        </pc:cxnChg>
      </pc:sldChg>
      <pc:sldChg chg="addSp modSp add mod">
        <pc:chgData name="UBAID QURESHI" userId="dd4ae95d8f7c04fe" providerId="LiveId" clId="{AF920071-46B6-4E4C-A6D8-3E93B456AF12}" dt="2025-10-29T01:47:19.779" v="87" actId="1582"/>
        <pc:sldMkLst>
          <pc:docMk/>
          <pc:sldMk cId="873016849" sldId="260"/>
        </pc:sldMkLst>
        <pc:cxnChg chg="add mod">
          <ac:chgData name="UBAID QURESHI" userId="dd4ae95d8f7c04fe" providerId="LiveId" clId="{AF920071-46B6-4E4C-A6D8-3E93B456AF12}" dt="2025-10-29T01:47:19.779" v="87" actId="1582"/>
          <ac:cxnSpMkLst>
            <pc:docMk/>
            <pc:sldMk cId="873016849" sldId="260"/>
            <ac:cxnSpMk id="7" creationId="{17909F0D-B65D-2859-E674-DE4A0BD2A05C}"/>
          </ac:cxnSpMkLst>
        </pc:cxnChg>
      </pc:sldChg>
      <pc:sldChg chg="modSp add mod">
        <pc:chgData name="UBAID QURESHI" userId="dd4ae95d8f7c04fe" providerId="LiveId" clId="{AF920071-46B6-4E4C-A6D8-3E93B456AF12}" dt="2025-10-29T01:50:50.342" v="93" actId="207"/>
        <pc:sldMkLst>
          <pc:docMk/>
          <pc:sldMk cId="3701358095" sldId="261"/>
        </pc:sldMkLst>
        <pc:spChg chg="mod">
          <ac:chgData name="UBAID QURESHI" userId="dd4ae95d8f7c04fe" providerId="LiveId" clId="{AF920071-46B6-4E4C-A6D8-3E93B456AF12}" dt="2025-10-29T01:50:50.342" v="93" actId="207"/>
          <ac:spMkLst>
            <pc:docMk/>
            <pc:sldMk cId="3701358095" sldId="261"/>
            <ac:spMk id="6" creationId="{D27F6AE5-01FF-E25D-28E7-F3E5FD268934}"/>
          </ac:spMkLst>
        </pc:spChg>
      </pc:sldChg>
      <pc:sldChg chg="addSp modSp add mod">
        <pc:chgData name="UBAID QURESHI" userId="dd4ae95d8f7c04fe" providerId="LiveId" clId="{AF920071-46B6-4E4C-A6D8-3E93B456AF12}" dt="2025-10-29T01:52:38.581" v="103" actId="1076"/>
        <pc:sldMkLst>
          <pc:docMk/>
          <pc:sldMk cId="2580120949" sldId="262"/>
        </pc:sldMkLst>
        <pc:cxnChg chg="add mod">
          <ac:chgData name="UBAID QURESHI" userId="dd4ae95d8f7c04fe" providerId="LiveId" clId="{AF920071-46B6-4E4C-A6D8-3E93B456AF12}" dt="2025-10-29T01:52:38.581" v="103" actId="1076"/>
          <ac:cxnSpMkLst>
            <pc:docMk/>
            <pc:sldMk cId="2580120949" sldId="262"/>
            <ac:cxnSpMk id="5" creationId="{D262298B-FD95-AA4D-AD73-D1DE8251DEFC}"/>
          </ac:cxnSpMkLst>
        </pc:cxnChg>
      </pc:sldChg>
      <pc:sldChg chg="modSp add mod">
        <pc:chgData name="UBAID QURESHI" userId="dd4ae95d8f7c04fe" providerId="LiveId" clId="{AF920071-46B6-4E4C-A6D8-3E93B456AF12}" dt="2025-10-29T01:52:51.197" v="105" actId="207"/>
        <pc:sldMkLst>
          <pc:docMk/>
          <pc:sldMk cId="1539384954" sldId="263"/>
        </pc:sldMkLst>
        <pc:spChg chg="mod">
          <ac:chgData name="UBAID QURESHI" userId="dd4ae95d8f7c04fe" providerId="LiveId" clId="{AF920071-46B6-4E4C-A6D8-3E93B456AF12}" dt="2025-10-29T01:52:51.197" v="105" actId="207"/>
          <ac:spMkLst>
            <pc:docMk/>
            <pc:sldMk cId="1539384954" sldId="263"/>
            <ac:spMk id="6" creationId="{C88217F1-255D-0FFB-D3DA-CB6563A37C23}"/>
          </ac:spMkLst>
        </pc:spChg>
      </pc:sldChg>
      <pc:sldChg chg="addSp modSp add mod">
        <pc:chgData name="UBAID QURESHI" userId="dd4ae95d8f7c04fe" providerId="LiveId" clId="{AF920071-46B6-4E4C-A6D8-3E93B456AF12}" dt="2025-10-29T01:55:23.124" v="122" actId="1076"/>
        <pc:sldMkLst>
          <pc:docMk/>
          <pc:sldMk cId="2004201490" sldId="264"/>
        </pc:sldMkLst>
        <pc:spChg chg="add mod">
          <ac:chgData name="UBAID QURESHI" userId="dd4ae95d8f7c04fe" providerId="LiveId" clId="{AF920071-46B6-4E4C-A6D8-3E93B456AF12}" dt="2025-10-29T01:55:19.617" v="121" actId="1076"/>
          <ac:spMkLst>
            <pc:docMk/>
            <pc:sldMk cId="2004201490" sldId="264"/>
            <ac:spMk id="14" creationId="{116D248E-F773-84D9-4200-04F6F92A620C}"/>
          </ac:spMkLst>
        </pc:spChg>
        <pc:spChg chg="add mod">
          <ac:chgData name="UBAID QURESHI" userId="dd4ae95d8f7c04fe" providerId="LiveId" clId="{AF920071-46B6-4E4C-A6D8-3E93B456AF12}" dt="2025-10-29T01:55:23.124" v="122" actId="1076"/>
          <ac:spMkLst>
            <pc:docMk/>
            <pc:sldMk cId="2004201490" sldId="264"/>
            <ac:spMk id="15" creationId="{BED47D3B-4FF7-0D86-57C0-1244A35C0F0A}"/>
          </ac:spMkLst>
        </pc:spChg>
        <pc:cxnChg chg="add mod">
          <ac:chgData name="UBAID QURESHI" userId="dd4ae95d8f7c04fe" providerId="LiveId" clId="{AF920071-46B6-4E4C-A6D8-3E93B456AF12}" dt="2025-10-29T01:53:20.544" v="110" actId="14100"/>
          <ac:cxnSpMkLst>
            <pc:docMk/>
            <pc:sldMk cId="2004201490" sldId="264"/>
            <ac:cxnSpMk id="9" creationId="{53CEA8C9-6A4F-38EC-DAE9-2A0140D5EDC0}"/>
          </ac:cxnSpMkLst>
        </pc:cxnChg>
      </pc:sldChg>
      <pc:sldChg chg="modSp add mod">
        <pc:chgData name="UBAID QURESHI" userId="dd4ae95d8f7c04fe" providerId="LiveId" clId="{AF920071-46B6-4E4C-A6D8-3E93B456AF12}" dt="2025-10-29T01:56:03.531" v="126" actId="1076"/>
        <pc:sldMkLst>
          <pc:docMk/>
          <pc:sldMk cId="2169328964" sldId="265"/>
        </pc:sldMkLst>
        <pc:spChg chg="mod">
          <ac:chgData name="UBAID QURESHI" userId="dd4ae95d8f7c04fe" providerId="LiveId" clId="{AF920071-46B6-4E4C-A6D8-3E93B456AF12}" dt="2025-10-29T01:55:51.268" v="124" actId="207"/>
          <ac:spMkLst>
            <pc:docMk/>
            <pc:sldMk cId="2169328964" sldId="265"/>
            <ac:spMk id="6" creationId="{E9110C4E-AC84-A3C1-42F6-582BE4028E95}"/>
          </ac:spMkLst>
        </pc:spChg>
        <pc:cxnChg chg="mod">
          <ac:chgData name="UBAID QURESHI" userId="dd4ae95d8f7c04fe" providerId="LiveId" clId="{AF920071-46B6-4E4C-A6D8-3E93B456AF12}" dt="2025-10-29T01:56:03.531" v="126" actId="1076"/>
          <ac:cxnSpMkLst>
            <pc:docMk/>
            <pc:sldMk cId="2169328964" sldId="265"/>
            <ac:cxnSpMk id="5" creationId="{EC93F395-BB25-FF54-8120-F3A6FAA6977B}"/>
          </ac:cxnSpMkLst>
        </pc:cxnChg>
      </pc:sldChg>
      <pc:sldChg chg="modSp add mod">
        <pc:chgData name="UBAID QURESHI" userId="dd4ae95d8f7c04fe" providerId="LiveId" clId="{AF920071-46B6-4E4C-A6D8-3E93B456AF12}" dt="2025-10-29T01:56:23.183" v="129" actId="207"/>
        <pc:sldMkLst>
          <pc:docMk/>
          <pc:sldMk cId="822568728" sldId="266"/>
        </pc:sldMkLst>
        <pc:spChg chg="mod">
          <ac:chgData name="UBAID QURESHI" userId="dd4ae95d8f7c04fe" providerId="LiveId" clId="{AF920071-46B6-4E4C-A6D8-3E93B456AF12}" dt="2025-10-29T01:56:23.183" v="129" actId="207"/>
          <ac:spMkLst>
            <pc:docMk/>
            <pc:sldMk cId="822568728" sldId="266"/>
            <ac:spMk id="6" creationId="{F155E786-D61E-E94B-E3B5-832C1B65A82C}"/>
          </ac:spMkLst>
        </pc:spChg>
      </pc:sldChg>
      <pc:sldChg chg="addSp delSp modSp add mod">
        <pc:chgData name="UBAID QURESHI" userId="dd4ae95d8f7c04fe" providerId="LiveId" clId="{AF920071-46B6-4E4C-A6D8-3E93B456AF12}" dt="2025-10-29T02:05:02.077" v="141" actId="1076"/>
        <pc:sldMkLst>
          <pc:docMk/>
          <pc:sldMk cId="3351572678" sldId="267"/>
        </pc:sldMkLst>
        <pc:spChg chg="mod">
          <ac:chgData name="UBAID QURESHI" userId="dd4ae95d8f7c04fe" providerId="LiveId" clId="{AF920071-46B6-4E4C-A6D8-3E93B456AF12}" dt="2025-10-29T02:04:17.310" v="132" actId="207"/>
          <ac:spMkLst>
            <pc:docMk/>
            <pc:sldMk cId="3351572678" sldId="267"/>
            <ac:spMk id="6" creationId="{F9BE2E23-40B3-DB1A-4293-0364DCE28F40}"/>
          </ac:spMkLst>
        </pc:spChg>
        <pc:spChg chg="mod">
          <ac:chgData name="UBAID QURESHI" userId="dd4ae95d8f7c04fe" providerId="LiveId" clId="{AF920071-46B6-4E4C-A6D8-3E93B456AF12}" dt="2025-10-29T02:04:57.558" v="140" actId="1076"/>
          <ac:spMkLst>
            <pc:docMk/>
            <pc:sldMk cId="3351572678" sldId="267"/>
            <ac:spMk id="14" creationId="{02E5D94B-244D-99DB-ECB0-30699ADF966B}"/>
          </ac:spMkLst>
        </pc:spChg>
        <pc:spChg chg="mod">
          <ac:chgData name="UBAID QURESHI" userId="dd4ae95d8f7c04fe" providerId="LiveId" clId="{AF920071-46B6-4E4C-A6D8-3E93B456AF12}" dt="2025-10-29T02:05:02.077" v="141" actId="1076"/>
          <ac:spMkLst>
            <pc:docMk/>
            <pc:sldMk cId="3351572678" sldId="267"/>
            <ac:spMk id="15" creationId="{46812A9E-A603-43DC-3835-791276F3B69A}"/>
          </ac:spMkLst>
        </pc:spChg>
        <pc:cxnChg chg="del">
          <ac:chgData name="UBAID QURESHI" userId="dd4ae95d8f7c04fe" providerId="LiveId" clId="{AF920071-46B6-4E4C-A6D8-3E93B456AF12}" dt="2025-10-29T02:04:11.561" v="131" actId="478"/>
          <ac:cxnSpMkLst>
            <pc:docMk/>
            <pc:sldMk cId="3351572678" sldId="267"/>
            <ac:cxnSpMk id="5" creationId="{5234EA66-6A48-E641-4483-3A542DC77A48}"/>
          </ac:cxnSpMkLst>
        </pc:cxnChg>
        <pc:cxnChg chg="del">
          <ac:chgData name="UBAID QURESHI" userId="dd4ae95d8f7c04fe" providerId="LiveId" clId="{AF920071-46B6-4E4C-A6D8-3E93B456AF12}" dt="2025-10-29T02:04:22.079" v="133" actId="478"/>
          <ac:cxnSpMkLst>
            <pc:docMk/>
            <pc:sldMk cId="3351572678" sldId="267"/>
            <ac:cxnSpMk id="9" creationId="{50D674C3-4FB4-F8F8-5227-76F3C38BC0F7}"/>
          </ac:cxnSpMkLst>
        </pc:cxnChg>
        <pc:cxnChg chg="add mod">
          <ac:chgData name="UBAID QURESHI" userId="dd4ae95d8f7c04fe" providerId="LiveId" clId="{AF920071-46B6-4E4C-A6D8-3E93B456AF12}" dt="2025-10-29T02:04:49.405" v="138" actId="1076"/>
          <ac:cxnSpMkLst>
            <pc:docMk/>
            <pc:sldMk cId="3351572678" sldId="267"/>
            <ac:cxnSpMk id="12" creationId="{7EDF7E9C-DA04-EB10-1D1B-7AA306E97D3B}"/>
          </ac:cxnSpMkLst>
        </pc:cxnChg>
        <pc:cxnChg chg="add mod">
          <ac:chgData name="UBAID QURESHI" userId="dd4ae95d8f7c04fe" providerId="LiveId" clId="{AF920071-46B6-4E4C-A6D8-3E93B456AF12}" dt="2025-10-29T02:04:45.692" v="137" actId="1076"/>
          <ac:cxnSpMkLst>
            <pc:docMk/>
            <pc:sldMk cId="3351572678" sldId="267"/>
            <ac:cxnSpMk id="13" creationId="{FFE4B849-3F2E-3BA3-5728-88D9880D7722}"/>
          </ac:cxnSpMkLst>
        </pc:cxnChg>
      </pc:sldChg>
      <pc:sldChg chg="addSp modSp add mod">
        <pc:chgData name="UBAID QURESHI" userId="dd4ae95d8f7c04fe" providerId="LiveId" clId="{AF920071-46B6-4E4C-A6D8-3E93B456AF12}" dt="2025-10-29T02:05:44.943" v="144" actId="1076"/>
        <pc:sldMkLst>
          <pc:docMk/>
          <pc:sldMk cId="1824987545" sldId="268"/>
        </pc:sldMkLst>
        <pc:cxnChg chg="add mod">
          <ac:chgData name="UBAID QURESHI" userId="dd4ae95d8f7c04fe" providerId="LiveId" clId="{AF920071-46B6-4E4C-A6D8-3E93B456AF12}" dt="2025-10-29T02:05:44.943" v="144" actId="1076"/>
          <ac:cxnSpMkLst>
            <pc:docMk/>
            <pc:sldMk cId="1824987545" sldId="268"/>
            <ac:cxnSpMk id="5" creationId="{FED954BE-284E-B819-A209-79865CF8A504}"/>
          </ac:cxnSpMkLst>
        </pc:cxnChg>
      </pc:sldChg>
      <pc:sldChg chg="modSp add mod">
        <pc:chgData name="UBAID QURESHI" userId="dd4ae95d8f7c04fe" providerId="LiveId" clId="{AF920071-46B6-4E4C-A6D8-3E93B456AF12}" dt="2025-10-29T02:06:04.491" v="146" actId="207"/>
        <pc:sldMkLst>
          <pc:docMk/>
          <pc:sldMk cId="3507389790" sldId="269"/>
        </pc:sldMkLst>
        <pc:spChg chg="mod">
          <ac:chgData name="UBAID QURESHI" userId="dd4ae95d8f7c04fe" providerId="LiveId" clId="{AF920071-46B6-4E4C-A6D8-3E93B456AF12}" dt="2025-10-29T02:06:04.491" v="146" actId="207"/>
          <ac:spMkLst>
            <pc:docMk/>
            <pc:sldMk cId="3507389790" sldId="269"/>
            <ac:spMk id="11" creationId="{C3395914-D487-EC12-34E0-02F20AAB5772}"/>
          </ac:spMkLst>
        </pc:spChg>
      </pc:sldChg>
      <pc:sldChg chg="addSp delSp modSp add mod">
        <pc:chgData name="UBAID QURESHI" userId="dd4ae95d8f7c04fe" providerId="LiveId" clId="{AF920071-46B6-4E4C-A6D8-3E93B456AF12}" dt="2025-10-29T02:07:48.695" v="171" actId="207"/>
        <pc:sldMkLst>
          <pc:docMk/>
          <pc:sldMk cId="383001761" sldId="270"/>
        </pc:sldMkLst>
        <pc:spChg chg="mod">
          <ac:chgData name="UBAID QURESHI" userId="dd4ae95d8f7c04fe" providerId="LiveId" clId="{AF920071-46B6-4E4C-A6D8-3E93B456AF12}" dt="2025-10-29T02:07:48.695" v="171" actId="207"/>
          <ac:spMkLst>
            <pc:docMk/>
            <pc:sldMk cId="383001761" sldId="270"/>
            <ac:spMk id="11" creationId="{36CB31A0-23EE-6367-7FB4-629DDAD493C8}"/>
          </ac:spMkLst>
        </pc:spChg>
        <pc:spChg chg="add mod">
          <ac:chgData name="UBAID QURESHI" userId="dd4ae95d8f7c04fe" providerId="LiveId" clId="{AF920071-46B6-4E4C-A6D8-3E93B456AF12}" dt="2025-10-29T02:06:32.962" v="152" actId="1076"/>
          <ac:spMkLst>
            <pc:docMk/>
            <pc:sldMk cId="383001761" sldId="270"/>
            <ac:spMk id="17" creationId="{A985DF76-BFDA-84B5-C00E-3FD7805A5940}"/>
          </ac:spMkLst>
        </pc:spChg>
        <pc:spChg chg="add mod">
          <ac:chgData name="UBAID QURESHI" userId="dd4ae95d8f7c04fe" providerId="LiveId" clId="{AF920071-46B6-4E4C-A6D8-3E93B456AF12}" dt="2025-10-29T02:07:18.270" v="159" actId="14100"/>
          <ac:spMkLst>
            <pc:docMk/>
            <pc:sldMk cId="383001761" sldId="270"/>
            <ac:spMk id="18" creationId="{6D6369A9-2034-4D62-0861-3F63F3829D2E}"/>
          </ac:spMkLst>
        </pc:spChg>
        <pc:spChg chg="add mod">
          <ac:chgData name="UBAID QURESHI" userId="dd4ae95d8f7c04fe" providerId="LiveId" clId="{AF920071-46B6-4E4C-A6D8-3E93B456AF12}" dt="2025-10-29T02:07:39.823" v="170" actId="1076"/>
          <ac:spMkLst>
            <pc:docMk/>
            <pc:sldMk cId="383001761" sldId="270"/>
            <ac:spMk id="19" creationId="{9718DD77-8347-36CE-49E0-26582DD73076}"/>
          </ac:spMkLst>
        </pc:spChg>
        <pc:cxnChg chg="del">
          <ac:chgData name="UBAID QURESHI" userId="dd4ae95d8f7c04fe" providerId="LiveId" clId="{AF920071-46B6-4E4C-A6D8-3E93B456AF12}" dt="2025-10-29T02:07:02.522" v="155" actId="478"/>
          <ac:cxnSpMkLst>
            <pc:docMk/>
            <pc:sldMk cId="383001761" sldId="270"/>
            <ac:cxnSpMk id="5" creationId="{D56F0E26-2DB6-1A05-2CD7-2C55BBD85668}"/>
          </ac:cxnSpMkLst>
        </pc:cxnChg>
        <pc:cxnChg chg="add mod">
          <ac:chgData name="UBAID QURESHI" userId="dd4ae95d8f7c04fe" providerId="LiveId" clId="{AF920071-46B6-4E4C-A6D8-3E93B456AF12}" dt="2025-10-29T02:06:20.933" v="150" actId="14100"/>
          <ac:cxnSpMkLst>
            <pc:docMk/>
            <pc:sldMk cId="383001761" sldId="270"/>
            <ac:cxnSpMk id="9" creationId="{E3C84863-1B72-AA57-CD46-3E8E07296F01}"/>
          </ac:cxnSpMkLst>
        </pc:cxnChg>
      </pc:sldChg>
      <pc:sldChg chg="addSp modSp add mod">
        <pc:chgData name="UBAID QURESHI" userId="dd4ae95d8f7c04fe" providerId="LiveId" clId="{AF920071-46B6-4E4C-A6D8-3E93B456AF12}" dt="2025-10-29T02:08:44.018" v="175" actId="1076"/>
        <pc:sldMkLst>
          <pc:docMk/>
          <pc:sldMk cId="605228072" sldId="271"/>
        </pc:sldMkLst>
        <pc:cxnChg chg="add mod">
          <ac:chgData name="UBAID QURESHI" userId="dd4ae95d8f7c04fe" providerId="LiveId" clId="{AF920071-46B6-4E4C-A6D8-3E93B456AF12}" dt="2025-10-29T02:08:44.018" v="175" actId="1076"/>
          <ac:cxnSpMkLst>
            <pc:docMk/>
            <pc:sldMk cId="605228072" sldId="271"/>
            <ac:cxnSpMk id="5" creationId="{79527842-7B2F-71EE-7665-B9DDB65080C4}"/>
          </ac:cxnSpMkLst>
        </pc:cxnChg>
      </pc:sldChg>
      <pc:sldChg chg="modSp add mod">
        <pc:chgData name="UBAID QURESHI" userId="dd4ae95d8f7c04fe" providerId="LiveId" clId="{AF920071-46B6-4E4C-A6D8-3E93B456AF12}" dt="2025-10-29T02:08:59.485" v="177" actId="207"/>
        <pc:sldMkLst>
          <pc:docMk/>
          <pc:sldMk cId="3558078415" sldId="272"/>
        </pc:sldMkLst>
        <pc:spChg chg="mod">
          <ac:chgData name="UBAID QURESHI" userId="dd4ae95d8f7c04fe" providerId="LiveId" clId="{AF920071-46B6-4E4C-A6D8-3E93B456AF12}" dt="2025-10-29T02:08:59.485" v="177" actId="207"/>
          <ac:spMkLst>
            <pc:docMk/>
            <pc:sldMk cId="3558078415" sldId="272"/>
            <ac:spMk id="11" creationId="{21DC4FEF-176C-4630-89A4-1146967C4B6E}"/>
          </ac:spMkLst>
        </pc:spChg>
      </pc:sldChg>
      <pc:sldChg chg="delSp modSp add mod">
        <pc:chgData name="UBAID QURESHI" userId="dd4ae95d8f7c04fe" providerId="LiveId" clId="{AF920071-46B6-4E4C-A6D8-3E93B456AF12}" dt="2025-10-29T02:10:29.128" v="181" actId="207"/>
        <pc:sldMkLst>
          <pc:docMk/>
          <pc:sldMk cId="573715731" sldId="273"/>
        </pc:sldMkLst>
        <pc:spChg chg="mod">
          <ac:chgData name="UBAID QURESHI" userId="dd4ae95d8f7c04fe" providerId="LiveId" clId="{AF920071-46B6-4E4C-A6D8-3E93B456AF12}" dt="2025-10-29T02:10:29.128" v="181" actId="207"/>
          <ac:spMkLst>
            <pc:docMk/>
            <pc:sldMk cId="573715731" sldId="273"/>
            <ac:spMk id="11" creationId="{DC18911C-B9E8-1729-E36D-115CFB01F65F}"/>
          </ac:spMkLst>
        </pc:spChg>
        <pc:cxnChg chg="del">
          <ac:chgData name="UBAID QURESHI" userId="dd4ae95d8f7c04fe" providerId="LiveId" clId="{AF920071-46B6-4E4C-A6D8-3E93B456AF12}" dt="2025-10-29T02:10:23.392" v="179" actId="478"/>
          <ac:cxnSpMkLst>
            <pc:docMk/>
            <pc:sldMk cId="573715731" sldId="273"/>
            <ac:cxnSpMk id="5" creationId="{B7A565D8-BB73-D887-8A30-88D526B67DC0}"/>
          </ac:cxnSpMkLst>
        </pc:cxnChg>
      </pc:sldChg>
      <pc:sldChg chg="addSp modSp add mod">
        <pc:chgData name="UBAID QURESHI" userId="dd4ae95d8f7c04fe" providerId="LiveId" clId="{AF920071-46B6-4E4C-A6D8-3E93B456AF12}" dt="2025-10-29T02:10:53.443" v="184" actId="1076"/>
        <pc:sldMkLst>
          <pc:docMk/>
          <pc:sldMk cId="2007487256" sldId="274"/>
        </pc:sldMkLst>
        <pc:cxnChg chg="add mod">
          <ac:chgData name="UBAID QURESHI" userId="dd4ae95d8f7c04fe" providerId="LiveId" clId="{AF920071-46B6-4E4C-A6D8-3E93B456AF12}" dt="2025-10-29T02:10:53.443" v="184" actId="1076"/>
          <ac:cxnSpMkLst>
            <pc:docMk/>
            <pc:sldMk cId="2007487256" sldId="274"/>
            <ac:cxnSpMk id="5" creationId="{06F20FA0-779A-32D9-0FF1-17FE5555BD34}"/>
          </ac:cxnSpMkLst>
        </pc:cxnChg>
      </pc:sldChg>
      <pc:sldChg chg="modSp add mod">
        <pc:chgData name="UBAID QURESHI" userId="dd4ae95d8f7c04fe" providerId="LiveId" clId="{AF920071-46B6-4E4C-A6D8-3E93B456AF12}" dt="2025-10-29T02:11:13.883" v="188" actId="207"/>
        <pc:sldMkLst>
          <pc:docMk/>
          <pc:sldMk cId="4120623146" sldId="275"/>
        </pc:sldMkLst>
        <pc:spChg chg="mod">
          <ac:chgData name="UBAID QURESHI" userId="dd4ae95d8f7c04fe" providerId="LiveId" clId="{AF920071-46B6-4E4C-A6D8-3E93B456AF12}" dt="2025-10-29T02:11:13.883" v="188" actId="207"/>
          <ac:spMkLst>
            <pc:docMk/>
            <pc:sldMk cId="4120623146" sldId="275"/>
            <ac:spMk id="19" creationId="{A2A08B31-6B83-DE8D-A856-A29B4056D077}"/>
          </ac:spMkLst>
        </pc:spChg>
      </pc:sldChg>
      <pc:sldChg chg="addSp delSp modSp add mod">
        <pc:chgData name="UBAID QURESHI" userId="dd4ae95d8f7c04fe" providerId="LiveId" clId="{AF920071-46B6-4E4C-A6D8-3E93B456AF12}" dt="2025-10-29T02:12:03.860" v="198" actId="207"/>
        <pc:sldMkLst>
          <pc:docMk/>
          <pc:sldMk cId="1734434919" sldId="276"/>
        </pc:sldMkLst>
        <pc:spChg chg="mod">
          <ac:chgData name="UBAID QURESHI" userId="dd4ae95d8f7c04fe" providerId="LiveId" clId="{AF920071-46B6-4E4C-A6D8-3E93B456AF12}" dt="2025-10-29T02:12:03.860" v="198" actId="207"/>
          <ac:spMkLst>
            <pc:docMk/>
            <pc:sldMk cId="1734434919" sldId="276"/>
            <ac:spMk id="19" creationId="{B2D84270-A76B-4384-0CAC-D6F1327FA7C5}"/>
          </ac:spMkLst>
        </pc:spChg>
        <pc:spChg chg="add mod">
          <ac:chgData name="UBAID QURESHI" userId="dd4ae95d8f7c04fe" providerId="LiveId" clId="{AF920071-46B6-4E4C-A6D8-3E93B456AF12}" dt="2025-10-29T02:11:48.419" v="195" actId="1076"/>
          <ac:spMkLst>
            <pc:docMk/>
            <pc:sldMk cId="1734434919" sldId="276"/>
            <ac:spMk id="20" creationId="{8936E928-D886-D978-16E5-CF851064EB6C}"/>
          </ac:spMkLst>
        </pc:spChg>
        <pc:spChg chg="add mod">
          <ac:chgData name="UBAID QURESHI" userId="dd4ae95d8f7c04fe" providerId="LiveId" clId="{AF920071-46B6-4E4C-A6D8-3E93B456AF12}" dt="2025-10-29T02:11:48.419" v="195" actId="1076"/>
          <ac:spMkLst>
            <pc:docMk/>
            <pc:sldMk cId="1734434919" sldId="276"/>
            <ac:spMk id="21" creationId="{4E7587EA-81CD-8C86-B7EE-BA718A2CD20F}"/>
          </ac:spMkLst>
        </pc:spChg>
        <pc:spChg chg="add mod">
          <ac:chgData name="UBAID QURESHI" userId="dd4ae95d8f7c04fe" providerId="LiveId" clId="{AF920071-46B6-4E4C-A6D8-3E93B456AF12}" dt="2025-10-29T02:11:56.498" v="197" actId="1076"/>
          <ac:spMkLst>
            <pc:docMk/>
            <pc:sldMk cId="1734434919" sldId="276"/>
            <ac:spMk id="22" creationId="{C01CBF2A-78E3-126F-42E7-F81BEAC717DF}"/>
          </ac:spMkLst>
        </pc:spChg>
        <pc:cxnChg chg="del">
          <ac:chgData name="UBAID QURESHI" userId="dd4ae95d8f7c04fe" providerId="LiveId" clId="{AF920071-46B6-4E4C-A6D8-3E93B456AF12}" dt="2025-10-29T02:11:24.706" v="190" actId="478"/>
          <ac:cxnSpMkLst>
            <pc:docMk/>
            <pc:sldMk cId="1734434919" sldId="276"/>
            <ac:cxnSpMk id="5" creationId="{0F6E0608-7A67-DD57-1BF7-AEC263113050}"/>
          </ac:cxnSpMkLst>
        </pc:cxnChg>
        <pc:cxnChg chg="add mod">
          <ac:chgData name="UBAID QURESHI" userId="dd4ae95d8f7c04fe" providerId="LiveId" clId="{AF920071-46B6-4E4C-A6D8-3E93B456AF12}" dt="2025-10-29T02:11:37.034" v="193" actId="1076"/>
          <ac:cxnSpMkLst>
            <pc:docMk/>
            <pc:sldMk cId="1734434919" sldId="276"/>
            <ac:cxnSpMk id="16" creationId="{5C778883-8722-3028-1DD0-6F944271D78A}"/>
          </ac:cxnSpMkLst>
        </pc:cxnChg>
        <pc:cxnChg chg="add del mod">
          <ac:chgData name="UBAID QURESHI" userId="dd4ae95d8f7c04fe" providerId="LiveId" clId="{AF920071-46B6-4E4C-A6D8-3E93B456AF12}" dt="2025-10-29T02:11:53.140" v="196" actId="478"/>
          <ac:cxnSpMkLst>
            <pc:docMk/>
            <pc:sldMk cId="1734434919" sldId="276"/>
            <ac:cxnSpMk id="23" creationId="{514CF8C1-6D34-A46C-A5C4-6780BD1DE163}"/>
          </ac:cxnSpMkLst>
        </pc:cxnChg>
      </pc:sldChg>
      <pc:sldChg chg="addSp modSp add mod">
        <pc:chgData name="UBAID QURESHI" userId="dd4ae95d8f7c04fe" providerId="LiveId" clId="{AF920071-46B6-4E4C-A6D8-3E93B456AF12}" dt="2025-10-29T02:15:23.622" v="215" actId="1076"/>
        <pc:sldMkLst>
          <pc:docMk/>
          <pc:sldMk cId="3870946600" sldId="277"/>
        </pc:sldMkLst>
        <pc:spChg chg="add mod">
          <ac:chgData name="UBAID QURESHI" userId="dd4ae95d8f7c04fe" providerId="LiveId" clId="{AF920071-46B6-4E4C-A6D8-3E93B456AF12}" dt="2025-10-29T02:14:38.659" v="201" actId="1076"/>
          <ac:spMkLst>
            <pc:docMk/>
            <pc:sldMk cId="3870946600" sldId="277"/>
            <ac:spMk id="5" creationId="{0B3C893B-A674-68F3-4389-68D803F30036}"/>
          </ac:spMkLst>
        </pc:spChg>
        <pc:spChg chg="add mod">
          <ac:chgData name="UBAID QURESHI" userId="dd4ae95d8f7c04fe" providerId="LiveId" clId="{AF920071-46B6-4E4C-A6D8-3E93B456AF12}" dt="2025-10-29T02:14:38.659" v="201" actId="1076"/>
          <ac:spMkLst>
            <pc:docMk/>
            <pc:sldMk cId="3870946600" sldId="277"/>
            <ac:spMk id="23" creationId="{9154E3E5-2D00-05FE-2C07-3A7E387193FC}"/>
          </ac:spMkLst>
        </pc:spChg>
        <pc:spChg chg="add mod">
          <ac:chgData name="UBAID QURESHI" userId="dd4ae95d8f7c04fe" providerId="LiveId" clId="{AF920071-46B6-4E4C-A6D8-3E93B456AF12}" dt="2025-10-29T02:14:38.659" v="201" actId="1076"/>
          <ac:spMkLst>
            <pc:docMk/>
            <pc:sldMk cId="3870946600" sldId="277"/>
            <ac:spMk id="24" creationId="{C35EC23E-BDB5-D718-9554-367201591E2D}"/>
          </ac:spMkLst>
        </pc:spChg>
        <pc:spChg chg="add mod">
          <ac:chgData name="UBAID QURESHI" userId="dd4ae95d8f7c04fe" providerId="LiveId" clId="{AF920071-46B6-4E4C-A6D8-3E93B456AF12}" dt="2025-10-29T02:15:23.622" v="215" actId="1076"/>
          <ac:spMkLst>
            <pc:docMk/>
            <pc:sldMk cId="3870946600" sldId="277"/>
            <ac:spMk id="25" creationId="{4921DF9A-0BF6-CF70-E33D-62F396006D25}"/>
          </ac:spMkLst>
        </pc:spChg>
      </pc:sldChg>
      <pc:sldChg chg="addSp modSp add mod">
        <pc:chgData name="UBAID QURESHI" userId="dd4ae95d8f7c04fe" providerId="LiveId" clId="{AF920071-46B6-4E4C-A6D8-3E93B456AF12}" dt="2025-10-29T02:16:18.048" v="228" actId="14100"/>
        <pc:sldMkLst>
          <pc:docMk/>
          <pc:sldMk cId="1986558335" sldId="278"/>
        </pc:sldMkLst>
        <pc:cxnChg chg="add mod">
          <ac:chgData name="UBAID QURESHI" userId="dd4ae95d8f7c04fe" providerId="LiveId" clId="{AF920071-46B6-4E4C-A6D8-3E93B456AF12}" dt="2025-10-29T02:16:18.048" v="228" actId="14100"/>
          <ac:cxnSpMkLst>
            <pc:docMk/>
            <pc:sldMk cId="1986558335" sldId="278"/>
            <ac:cxnSpMk id="27" creationId="{3685B28D-162C-1F95-5B31-3DCF553574A3}"/>
          </ac:cxnSpMkLst>
        </pc:cxnChg>
        <pc:cxnChg chg="add mod">
          <ac:chgData name="UBAID QURESHI" userId="dd4ae95d8f7c04fe" providerId="LiveId" clId="{AF920071-46B6-4E4C-A6D8-3E93B456AF12}" dt="2025-10-29T02:16:07.181" v="224" actId="1076"/>
          <ac:cxnSpMkLst>
            <pc:docMk/>
            <pc:sldMk cId="1986558335" sldId="278"/>
            <ac:cxnSpMk id="28" creationId="{A49CE94C-FC32-697C-D78A-04972F4AA5BC}"/>
          </ac:cxnSpMkLst>
        </pc:cxnChg>
        <pc:cxnChg chg="add mod">
          <ac:chgData name="UBAID QURESHI" userId="dd4ae95d8f7c04fe" providerId="LiveId" clId="{AF920071-46B6-4E4C-A6D8-3E93B456AF12}" dt="2025-10-29T02:16:13.249" v="226" actId="1076"/>
          <ac:cxnSpMkLst>
            <pc:docMk/>
            <pc:sldMk cId="1986558335" sldId="278"/>
            <ac:cxnSpMk id="30" creationId="{1702EC5D-378A-F9D6-DC6C-D6741817D9BD}"/>
          </ac:cxnSpMkLst>
        </pc:cxnChg>
      </pc:sldChg>
      <pc:sldChg chg="addSp modSp add mod">
        <pc:chgData name="UBAID QURESHI" userId="dd4ae95d8f7c04fe" providerId="LiveId" clId="{AF920071-46B6-4E4C-A6D8-3E93B456AF12}" dt="2025-10-29T02:17:46.115" v="240" actId="1076"/>
        <pc:sldMkLst>
          <pc:docMk/>
          <pc:sldMk cId="1263174398" sldId="279"/>
        </pc:sldMkLst>
        <pc:spChg chg="mod">
          <ac:chgData name="UBAID QURESHI" userId="dd4ae95d8f7c04fe" providerId="LiveId" clId="{AF920071-46B6-4E4C-A6D8-3E93B456AF12}" dt="2025-10-29T02:17:37.073" v="238" actId="1076"/>
          <ac:spMkLst>
            <pc:docMk/>
            <pc:sldMk cId="1263174398" sldId="279"/>
            <ac:spMk id="4" creationId="{B8B56299-2EFD-E2C9-EEB4-D0DD2A8C8F6A}"/>
          </ac:spMkLst>
        </pc:spChg>
        <pc:cxnChg chg="add mod">
          <ac:chgData name="UBAID QURESHI" userId="dd4ae95d8f7c04fe" providerId="LiveId" clId="{AF920071-46B6-4E4C-A6D8-3E93B456AF12}" dt="2025-10-29T02:17:19.011" v="233" actId="1076"/>
          <ac:cxnSpMkLst>
            <pc:docMk/>
            <pc:sldMk cId="1263174398" sldId="279"/>
            <ac:cxnSpMk id="26" creationId="{C147634E-145D-3904-92A3-0AE6F5E25D6B}"/>
          </ac:cxnSpMkLst>
        </pc:cxnChg>
        <pc:cxnChg chg="mod">
          <ac:chgData name="UBAID QURESHI" userId="dd4ae95d8f7c04fe" providerId="LiveId" clId="{AF920071-46B6-4E4C-A6D8-3E93B456AF12}" dt="2025-10-29T02:17:09.630" v="232" actId="1076"/>
          <ac:cxnSpMkLst>
            <pc:docMk/>
            <pc:sldMk cId="1263174398" sldId="279"/>
            <ac:cxnSpMk id="27" creationId="{FE9082E9-488F-ECF1-413A-3D280077193C}"/>
          </ac:cxnSpMkLst>
        </pc:cxnChg>
        <pc:cxnChg chg="add mod">
          <ac:chgData name="UBAID QURESHI" userId="dd4ae95d8f7c04fe" providerId="LiveId" clId="{AF920071-46B6-4E4C-A6D8-3E93B456AF12}" dt="2025-10-29T02:17:25.948" v="235" actId="1076"/>
          <ac:cxnSpMkLst>
            <pc:docMk/>
            <pc:sldMk cId="1263174398" sldId="279"/>
            <ac:cxnSpMk id="29" creationId="{5131B88E-DC3B-8DAA-692D-695180CAE1B8}"/>
          </ac:cxnSpMkLst>
        </pc:cxnChg>
        <pc:cxnChg chg="add mod">
          <ac:chgData name="UBAID QURESHI" userId="dd4ae95d8f7c04fe" providerId="LiveId" clId="{AF920071-46B6-4E4C-A6D8-3E93B456AF12}" dt="2025-10-29T02:17:46.115" v="240" actId="1076"/>
          <ac:cxnSpMkLst>
            <pc:docMk/>
            <pc:sldMk cId="1263174398" sldId="279"/>
            <ac:cxnSpMk id="31" creationId="{44345E88-8BD0-BF00-08D2-FCA4EF95F6A3}"/>
          </ac:cxnSpMkLst>
        </pc:cxnChg>
      </pc:sldChg>
      <pc:sldChg chg="addSp modSp add mod">
        <pc:chgData name="UBAID QURESHI" userId="dd4ae95d8f7c04fe" providerId="LiveId" clId="{AF920071-46B6-4E4C-A6D8-3E93B456AF12}" dt="2025-10-29T02:19:35.869" v="249" actId="1076"/>
        <pc:sldMkLst>
          <pc:docMk/>
          <pc:sldMk cId="500397699" sldId="280"/>
        </pc:sldMkLst>
        <pc:cxnChg chg="add mod">
          <ac:chgData name="UBAID QURESHI" userId="dd4ae95d8f7c04fe" providerId="LiveId" clId="{AF920071-46B6-4E4C-A6D8-3E93B456AF12}" dt="2025-10-29T02:19:19.973" v="244" actId="14100"/>
          <ac:cxnSpMkLst>
            <pc:docMk/>
            <pc:sldMk cId="500397699" sldId="280"/>
            <ac:cxnSpMk id="32" creationId="{348F48E1-584B-7A02-9C3F-D6241A9D538E}"/>
          </ac:cxnSpMkLst>
        </pc:cxnChg>
        <pc:cxnChg chg="add mod">
          <ac:chgData name="UBAID QURESHI" userId="dd4ae95d8f7c04fe" providerId="LiveId" clId="{AF920071-46B6-4E4C-A6D8-3E93B456AF12}" dt="2025-10-29T02:19:35.869" v="249" actId="1076"/>
          <ac:cxnSpMkLst>
            <pc:docMk/>
            <pc:sldMk cId="500397699" sldId="280"/>
            <ac:cxnSpMk id="34" creationId="{52C9F8C8-AECC-B031-0BBF-C031B6124540}"/>
          </ac:cxnSpMkLst>
        </pc:cxnChg>
      </pc:sldChg>
      <pc:sldChg chg="addSp modSp add mod">
        <pc:chgData name="UBAID QURESHI" userId="dd4ae95d8f7c04fe" providerId="LiveId" clId="{AF920071-46B6-4E4C-A6D8-3E93B456AF12}" dt="2025-10-29T02:20:10.823" v="256" actId="1076"/>
        <pc:sldMkLst>
          <pc:docMk/>
          <pc:sldMk cId="1308287347" sldId="281"/>
        </pc:sldMkLst>
        <pc:cxnChg chg="add mod">
          <ac:chgData name="UBAID QURESHI" userId="dd4ae95d8f7c04fe" providerId="LiveId" clId="{AF920071-46B6-4E4C-A6D8-3E93B456AF12}" dt="2025-10-29T02:19:57.946" v="253" actId="14100"/>
          <ac:cxnSpMkLst>
            <pc:docMk/>
            <pc:sldMk cId="1308287347" sldId="281"/>
            <ac:cxnSpMk id="33" creationId="{D0FF21F9-42CC-5CBD-BEAA-015E451BBA2C}"/>
          </ac:cxnSpMkLst>
        </pc:cxnChg>
        <pc:cxnChg chg="add mod">
          <ac:chgData name="UBAID QURESHI" userId="dd4ae95d8f7c04fe" providerId="LiveId" clId="{AF920071-46B6-4E4C-A6D8-3E93B456AF12}" dt="2025-10-29T02:20:10.823" v="256" actId="1076"/>
          <ac:cxnSpMkLst>
            <pc:docMk/>
            <pc:sldMk cId="1308287347" sldId="281"/>
            <ac:cxnSpMk id="36" creationId="{46CBBBA6-40CA-A474-2DA5-64E71D0B5E16}"/>
          </ac:cxnSpMkLst>
        </pc:cxnChg>
      </pc:sldChg>
      <pc:sldChg chg="addSp modSp add mod">
        <pc:chgData name="UBAID QURESHI" userId="dd4ae95d8f7c04fe" providerId="LiveId" clId="{AF920071-46B6-4E4C-A6D8-3E93B456AF12}" dt="2025-10-29T02:22:34.876" v="264" actId="1036"/>
        <pc:sldMkLst>
          <pc:docMk/>
          <pc:sldMk cId="226996025" sldId="282"/>
        </pc:sldMkLst>
        <pc:cxnChg chg="add mod">
          <ac:chgData name="UBAID QURESHI" userId="dd4ae95d8f7c04fe" providerId="LiveId" clId="{AF920071-46B6-4E4C-A6D8-3E93B456AF12}" dt="2025-10-29T02:22:34.876" v="264" actId="1036"/>
          <ac:cxnSpMkLst>
            <pc:docMk/>
            <pc:sldMk cId="226996025" sldId="282"/>
            <ac:cxnSpMk id="35" creationId="{A2F7EE57-324A-41AC-5C5F-AD9EB1271856}"/>
          </ac:cxnSpMkLst>
        </pc:cxnChg>
      </pc:sldChg>
      <pc:sldChg chg="modSp add mod">
        <pc:chgData name="UBAID QURESHI" userId="dd4ae95d8f7c04fe" providerId="LiveId" clId="{AF920071-46B6-4E4C-A6D8-3E93B456AF12}" dt="2025-10-29T02:22:52.611" v="266" actId="207"/>
        <pc:sldMkLst>
          <pc:docMk/>
          <pc:sldMk cId="2987873309" sldId="283"/>
        </pc:sldMkLst>
        <pc:spChg chg="mod">
          <ac:chgData name="UBAID QURESHI" userId="dd4ae95d8f7c04fe" providerId="LiveId" clId="{AF920071-46B6-4E4C-A6D8-3E93B456AF12}" dt="2025-10-29T02:22:52.611" v="266" actId="207"/>
          <ac:spMkLst>
            <pc:docMk/>
            <pc:sldMk cId="2987873309" sldId="283"/>
            <ac:spMk id="15" creationId="{6316A927-13BE-D51C-BB6D-20481119822F}"/>
          </ac:spMkLst>
        </pc:spChg>
      </pc:sldChg>
      <pc:sldChg chg="addSp delSp modSp add mod">
        <pc:chgData name="UBAID QURESHI" userId="dd4ae95d8f7c04fe" providerId="LiveId" clId="{AF920071-46B6-4E4C-A6D8-3E93B456AF12}" dt="2025-10-29T02:26:51.990" v="301" actId="1076"/>
        <pc:sldMkLst>
          <pc:docMk/>
          <pc:sldMk cId="4137910627" sldId="284"/>
        </pc:sldMkLst>
        <pc:spChg chg="mod">
          <ac:chgData name="UBAID QURESHI" userId="dd4ae95d8f7c04fe" providerId="LiveId" clId="{AF920071-46B6-4E4C-A6D8-3E93B456AF12}" dt="2025-10-29T02:23:28.538" v="272" actId="1076"/>
          <ac:spMkLst>
            <pc:docMk/>
            <pc:sldMk cId="4137910627" sldId="284"/>
            <ac:spMk id="4" creationId="{D0491050-249B-F8D8-EF6C-F5A771BEC359}"/>
          </ac:spMkLst>
        </pc:spChg>
        <pc:spChg chg="mod">
          <ac:chgData name="UBAID QURESHI" userId="dd4ae95d8f7c04fe" providerId="LiveId" clId="{AF920071-46B6-4E4C-A6D8-3E93B456AF12}" dt="2025-10-29T02:23:09.284" v="268" actId="207"/>
          <ac:spMkLst>
            <pc:docMk/>
            <pc:sldMk cId="4137910627" sldId="284"/>
            <ac:spMk id="15" creationId="{74836C7D-3897-4EBB-408B-932E4FE6BB1F}"/>
          </ac:spMkLst>
        </pc:spChg>
        <pc:spChg chg="add del mod">
          <ac:chgData name="UBAID QURESHI" userId="dd4ae95d8f7c04fe" providerId="LiveId" clId="{AF920071-46B6-4E4C-A6D8-3E93B456AF12}" dt="2025-10-29T02:26:40.579" v="297" actId="478"/>
          <ac:spMkLst>
            <pc:docMk/>
            <pc:sldMk cId="4137910627" sldId="284"/>
            <ac:spMk id="40" creationId="{2F54EB48-178D-15F8-5039-1C0A17E62596}"/>
          </ac:spMkLst>
        </pc:spChg>
        <pc:spChg chg="add del mod">
          <ac:chgData name="UBAID QURESHI" userId="dd4ae95d8f7c04fe" providerId="LiveId" clId="{AF920071-46B6-4E4C-A6D8-3E93B456AF12}" dt="2025-10-29T02:26:42.913" v="298" actId="478"/>
          <ac:spMkLst>
            <pc:docMk/>
            <pc:sldMk cId="4137910627" sldId="284"/>
            <ac:spMk id="41" creationId="{217ABBE6-0249-7D3E-5B80-C4D7BA18D07B}"/>
          </ac:spMkLst>
        </pc:spChg>
        <pc:spChg chg="add mod">
          <ac:chgData name="UBAID QURESHI" userId="dd4ae95d8f7c04fe" providerId="LiveId" clId="{AF920071-46B6-4E4C-A6D8-3E93B456AF12}" dt="2025-10-29T02:25:23.986" v="295" actId="207"/>
          <ac:spMkLst>
            <pc:docMk/>
            <pc:sldMk cId="4137910627" sldId="284"/>
            <ac:spMk id="42" creationId="{6B2404FA-6A98-F465-F27B-FF7CFCE60208}"/>
          </ac:spMkLst>
        </pc:spChg>
        <pc:spChg chg="add mod">
          <ac:chgData name="UBAID QURESHI" userId="dd4ae95d8f7c04fe" providerId="LiveId" clId="{AF920071-46B6-4E4C-A6D8-3E93B456AF12}" dt="2025-10-29T02:26:51.990" v="301" actId="1076"/>
          <ac:spMkLst>
            <pc:docMk/>
            <pc:sldMk cId="4137910627" sldId="284"/>
            <ac:spMk id="43" creationId="{C3EDE8D2-2CDF-D923-37A8-008602857097}"/>
          </ac:spMkLst>
        </pc:spChg>
        <pc:cxnChg chg="del">
          <ac:chgData name="UBAID QURESHI" userId="dd4ae95d8f7c04fe" providerId="LiveId" clId="{AF920071-46B6-4E4C-A6D8-3E93B456AF12}" dt="2025-10-29T02:23:14.786" v="269" actId="478"/>
          <ac:cxnSpMkLst>
            <pc:docMk/>
            <pc:sldMk cId="4137910627" sldId="284"/>
            <ac:cxnSpMk id="35" creationId="{F18A6E65-59EC-FEA7-053E-5C0A03C85049}"/>
          </ac:cxnSpMkLst>
        </pc:cxnChg>
        <pc:cxnChg chg="add del mod">
          <ac:chgData name="UBAID QURESHI" userId="dd4ae95d8f7c04fe" providerId="LiveId" clId="{AF920071-46B6-4E4C-A6D8-3E93B456AF12}" dt="2025-10-29T02:23:56.985" v="277" actId="478"/>
          <ac:cxnSpMkLst>
            <pc:docMk/>
            <pc:sldMk cId="4137910627" sldId="284"/>
            <ac:cxnSpMk id="37" creationId="{A6031ACC-9DC8-352F-4EB8-EDD7ED613379}"/>
          </ac:cxnSpMkLst>
        </pc:cxnChg>
        <pc:cxnChg chg="add mod">
          <ac:chgData name="UBAID QURESHI" userId="dd4ae95d8f7c04fe" providerId="LiveId" clId="{AF920071-46B6-4E4C-A6D8-3E93B456AF12}" dt="2025-10-29T02:24:02.949" v="278" actId="1076"/>
          <ac:cxnSpMkLst>
            <pc:docMk/>
            <pc:sldMk cId="4137910627" sldId="284"/>
            <ac:cxnSpMk id="39" creationId="{7427151C-07D9-4AEF-EBB2-0FC88AE08F26}"/>
          </ac:cxnSpMkLst>
        </pc:cxnChg>
      </pc:sldChg>
      <pc:sldChg chg="addSp delSp modSp add mod">
        <pc:chgData name="UBAID QURESHI" userId="dd4ae95d8f7c04fe" providerId="LiveId" clId="{AF920071-46B6-4E4C-A6D8-3E93B456AF12}" dt="2025-10-29T02:29:00.252" v="325" actId="1076"/>
        <pc:sldMkLst>
          <pc:docMk/>
          <pc:sldMk cId="2365874887" sldId="285"/>
        </pc:sldMkLst>
        <pc:spChg chg="add mod">
          <ac:chgData name="UBAID QURESHI" userId="dd4ae95d8f7c04fe" providerId="LiveId" clId="{AF920071-46B6-4E4C-A6D8-3E93B456AF12}" dt="2025-10-29T02:27:06.764" v="305" actId="1076"/>
          <ac:spMkLst>
            <pc:docMk/>
            <pc:sldMk cId="2365874887" sldId="285"/>
            <ac:spMk id="35" creationId="{8515560A-97CD-5896-25FE-1739B4E854B0}"/>
          </ac:spMkLst>
        </pc:spChg>
        <pc:spChg chg="add mod">
          <ac:chgData name="UBAID QURESHI" userId="dd4ae95d8f7c04fe" providerId="LiveId" clId="{AF920071-46B6-4E4C-A6D8-3E93B456AF12}" dt="2025-10-29T02:27:34.214" v="308" actId="1076"/>
          <ac:spMkLst>
            <pc:docMk/>
            <pc:sldMk cId="2365874887" sldId="285"/>
            <ac:spMk id="37" creationId="{20389127-C60C-C96F-FB5B-86522CC5062B}"/>
          </ac:spMkLst>
        </pc:spChg>
        <pc:spChg chg="add mod">
          <ac:chgData name="UBAID QURESHI" userId="dd4ae95d8f7c04fe" providerId="LiveId" clId="{AF920071-46B6-4E4C-A6D8-3E93B456AF12}" dt="2025-10-29T02:27:34.214" v="308" actId="1076"/>
          <ac:spMkLst>
            <pc:docMk/>
            <pc:sldMk cId="2365874887" sldId="285"/>
            <ac:spMk id="38" creationId="{851ACF61-CC73-8FCC-99FB-3BF4789A4EBA}"/>
          </ac:spMkLst>
        </pc:spChg>
        <pc:spChg chg="del">
          <ac:chgData name="UBAID QURESHI" userId="dd4ae95d8f7c04fe" providerId="LiveId" clId="{AF920071-46B6-4E4C-A6D8-3E93B456AF12}" dt="2025-10-29T02:26:57.755" v="302" actId="478"/>
          <ac:spMkLst>
            <pc:docMk/>
            <pc:sldMk cId="2365874887" sldId="285"/>
            <ac:spMk id="40" creationId="{99DC7FE9-DBDB-F5B7-139A-F17FA3C7484D}"/>
          </ac:spMkLst>
        </pc:spChg>
        <pc:spChg chg="del">
          <ac:chgData name="UBAID QURESHI" userId="dd4ae95d8f7c04fe" providerId="LiveId" clId="{AF920071-46B6-4E4C-A6D8-3E93B456AF12}" dt="2025-10-29T02:26:59.827" v="303" actId="478"/>
          <ac:spMkLst>
            <pc:docMk/>
            <pc:sldMk cId="2365874887" sldId="285"/>
            <ac:spMk id="41" creationId="{576FFFD5-8128-1E35-1279-0ECF51966D8E}"/>
          </ac:spMkLst>
        </pc:spChg>
        <pc:cxnChg chg="add mod">
          <ac:chgData name="UBAID QURESHI" userId="dd4ae95d8f7c04fe" providerId="LiveId" clId="{AF920071-46B6-4E4C-A6D8-3E93B456AF12}" dt="2025-10-29T02:28:47.617" v="322" actId="14100"/>
          <ac:cxnSpMkLst>
            <pc:docMk/>
            <pc:sldMk cId="2365874887" sldId="285"/>
            <ac:cxnSpMk id="43" creationId="{43BF9E4C-2442-8D5D-C041-2917AAF029A3}"/>
          </ac:cxnSpMkLst>
        </pc:cxnChg>
        <pc:cxnChg chg="add mod">
          <ac:chgData name="UBAID QURESHI" userId="dd4ae95d8f7c04fe" providerId="LiveId" clId="{AF920071-46B6-4E4C-A6D8-3E93B456AF12}" dt="2025-10-29T02:28:44.955" v="321" actId="14100"/>
          <ac:cxnSpMkLst>
            <pc:docMk/>
            <pc:sldMk cId="2365874887" sldId="285"/>
            <ac:cxnSpMk id="46" creationId="{8361BF06-A8C5-3AC1-26A1-F8A5F9B4A5C0}"/>
          </ac:cxnSpMkLst>
        </pc:cxnChg>
        <pc:cxnChg chg="add mod">
          <ac:chgData name="UBAID QURESHI" userId="dd4ae95d8f7c04fe" providerId="LiveId" clId="{AF920071-46B6-4E4C-A6D8-3E93B456AF12}" dt="2025-10-29T02:29:00.252" v="325" actId="1076"/>
          <ac:cxnSpMkLst>
            <pc:docMk/>
            <pc:sldMk cId="2365874887" sldId="285"/>
            <ac:cxnSpMk id="51" creationId="{36A0F6AE-23CB-AC65-459C-D0DFD6574538}"/>
          </ac:cxnSpMkLst>
        </pc:cxnChg>
      </pc:sldChg>
      <pc:sldChg chg="delSp add mod ord">
        <pc:chgData name="UBAID QURESHI" userId="dd4ae95d8f7c04fe" providerId="LiveId" clId="{AF920071-46B6-4E4C-A6D8-3E93B456AF12}" dt="2025-10-29T02:29:53.042" v="331"/>
        <pc:sldMkLst>
          <pc:docMk/>
          <pc:sldMk cId="2561227076" sldId="286"/>
        </pc:sldMkLst>
        <pc:cxnChg chg="del">
          <ac:chgData name="UBAID QURESHI" userId="dd4ae95d8f7c04fe" providerId="LiveId" clId="{AF920071-46B6-4E4C-A6D8-3E93B456AF12}" dt="2025-10-29T02:29:41.290" v="328" actId="478"/>
          <ac:cxnSpMkLst>
            <pc:docMk/>
            <pc:sldMk cId="2561227076" sldId="286"/>
            <ac:cxnSpMk id="43" creationId="{A4C387C0-E017-3517-4F16-545230D9FCD4}"/>
          </ac:cxnSpMkLst>
        </pc:cxnChg>
        <pc:cxnChg chg="del">
          <ac:chgData name="UBAID QURESHI" userId="dd4ae95d8f7c04fe" providerId="LiveId" clId="{AF920071-46B6-4E4C-A6D8-3E93B456AF12}" dt="2025-10-29T02:29:42.170" v="329" actId="478"/>
          <ac:cxnSpMkLst>
            <pc:docMk/>
            <pc:sldMk cId="2561227076" sldId="286"/>
            <ac:cxnSpMk id="46" creationId="{6EF74580-2504-227E-D5A7-58B5B8217A3B}"/>
          </ac:cxnSpMkLst>
        </pc:cxnChg>
        <pc:cxnChg chg="del">
          <ac:chgData name="UBAID QURESHI" userId="dd4ae95d8f7c04fe" providerId="LiveId" clId="{AF920071-46B6-4E4C-A6D8-3E93B456AF12}" dt="2025-10-29T02:29:40.115" v="327" actId="478"/>
          <ac:cxnSpMkLst>
            <pc:docMk/>
            <pc:sldMk cId="2561227076" sldId="286"/>
            <ac:cxnSpMk id="51" creationId="{B7E95C71-4462-D9BF-A5C0-BF54879EFCC3}"/>
          </ac:cxnSpMkLst>
        </pc:cxnChg>
      </pc:sldChg>
      <pc:sldChg chg="addSp modSp add mod">
        <pc:chgData name="UBAID QURESHI" userId="dd4ae95d8f7c04fe" providerId="LiveId" clId="{AF920071-46B6-4E4C-A6D8-3E93B456AF12}" dt="2025-10-29T02:30:34.949" v="340" actId="14100"/>
        <pc:sldMkLst>
          <pc:docMk/>
          <pc:sldMk cId="4276930811" sldId="287"/>
        </pc:sldMkLst>
        <pc:cxnChg chg="add mod">
          <ac:chgData name="UBAID QURESHI" userId="dd4ae95d8f7c04fe" providerId="LiveId" clId="{AF920071-46B6-4E4C-A6D8-3E93B456AF12}" dt="2025-10-29T02:30:23.765" v="337" actId="1076"/>
          <ac:cxnSpMkLst>
            <pc:docMk/>
            <pc:sldMk cId="4276930811" sldId="287"/>
            <ac:cxnSpMk id="40" creationId="{D36E4511-F7F5-AA79-F326-F883645561BE}"/>
          </ac:cxnSpMkLst>
        </pc:cxnChg>
        <pc:cxnChg chg="add mod">
          <ac:chgData name="UBAID QURESHI" userId="dd4ae95d8f7c04fe" providerId="LiveId" clId="{AF920071-46B6-4E4C-A6D8-3E93B456AF12}" dt="2025-10-29T02:30:34.949" v="340" actId="14100"/>
          <ac:cxnSpMkLst>
            <pc:docMk/>
            <pc:sldMk cId="4276930811" sldId="287"/>
            <ac:cxnSpMk id="45" creationId="{65044946-D676-B236-6011-1B480A9B3BE1}"/>
          </ac:cxnSpMkLst>
        </pc:cxnChg>
      </pc:sldChg>
      <pc:sldChg chg="addSp modSp add mod">
        <pc:chgData name="UBAID QURESHI" userId="dd4ae95d8f7c04fe" providerId="LiveId" clId="{AF920071-46B6-4E4C-A6D8-3E93B456AF12}" dt="2025-10-29T02:31:29.216" v="348" actId="208"/>
        <pc:sldMkLst>
          <pc:docMk/>
          <pc:sldMk cId="408093573" sldId="288"/>
        </pc:sldMkLst>
        <pc:spChg chg="mod">
          <ac:chgData name="UBAID QURESHI" userId="dd4ae95d8f7c04fe" providerId="LiveId" clId="{AF920071-46B6-4E4C-A6D8-3E93B456AF12}" dt="2025-10-29T02:31:29.216" v="348" actId="208"/>
          <ac:spMkLst>
            <pc:docMk/>
            <pc:sldMk cId="408093573" sldId="288"/>
            <ac:spMk id="4" creationId="{CD63E5DF-568A-4F26-B69C-A9CFF02FFBA8}"/>
          </ac:spMkLst>
        </pc:spChg>
        <pc:cxnChg chg="add mod">
          <ac:chgData name="UBAID QURESHI" userId="dd4ae95d8f7c04fe" providerId="LiveId" clId="{AF920071-46B6-4E4C-A6D8-3E93B456AF12}" dt="2025-10-29T02:31:02.022" v="347" actId="208"/>
          <ac:cxnSpMkLst>
            <pc:docMk/>
            <pc:sldMk cId="408093573" sldId="288"/>
            <ac:cxnSpMk id="44" creationId="{9B83D153-F0F3-325A-CDB2-8584EBAB20F9}"/>
          </ac:cxnSpMkLst>
        </pc:cxnChg>
      </pc:sldChg>
      <pc:sldChg chg="addSp modSp add mod">
        <pc:chgData name="UBAID QURESHI" userId="dd4ae95d8f7c04fe" providerId="LiveId" clId="{AF920071-46B6-4E4C-A6D8-3E93B456AF12}" dt="2025-10-29T02:37:15.284" v="372" actId="1076"/>
        <pc:sldMkLst>
          <pc:docMk/>
          <pc:sldMk cId="3885738835" sldId="289"/>
        </pc:sldMkLst>
        <pc:spChg chg="add mod">
          <ac:chgData name="UBAID QURESHI" userId="dd4ae95d8f7c04fe" providerId="LiveId" clId="{AF920071-46B6-4E4C-A6D8-3E93B456AF12}" dt="2025-10-29T02:37:15.284" v="372" actId="1076"/>
          <ac:spMkLst>
            <pc:docMk/>
            <pc:sldMk cId="3885738835" sldId="289"/>
            <ac:spMk id="25" creationId="{BCB08A18-9123-7B3D-0A23-77038EEBDEEC}"/>
          </ac:spMkLst>
        </pc:spChg>
        <pc:cxnChg chg="add mod">
          <ac:chgData name="UBAID QURESHI" userId="dd4ae95d8f7c04fe" providerId="LiveId" clId="{AF920071-46B6-4E4C-A6D8-3E93B456AF12}" dt="2025-10-29T02:36:18.620" v="352" actId="14100"/>
          <ac:cxnSpMkLst>
            <pc:docMk/>
            <pc:sldMk cId="3885738835" sldId="289"/>
            <ac:cxnSpMk id="5" creationId="{0A6586BD-A695-B68C-52BA-8BD469D61663}"/>
          </ac:cxnSpMkLst>
        </pc:cxnChg>
        <pc:cxnChg chg="add mod">
          <ac:chgData name="UBAID QURESHI" userId="dd4ae95d8f7c04fe" providerId="LiveId" clId="{AF920071-46B6-4E4C-A6D8-3E93B456AF12}" dt="2025-10-29T02:36:31.243" v="354" actId="1076"/>
          <ac:cxnSpMkLst>
            <pc:docMk/>
            <pc:sldMk cId="3885738835" sldId="289"/>
            <ac:cxnSpMk id="24" creationId="{9E370261-CF15-DF49-B81D-53C5129C2B97}"/>
          </ac:cxnSpMkLst>
        </pc:cxnChg>
      </pc:sldChg>
      <pc:sldChg chg="addSp modSp add mod">
        <pc:chgData name="UBAID QURESHI" userId="dd4ae95d8f7c04fe" providerId="LiveId" clId="{AF920071-46B6-4E4C-A6D8-3E93B456AF12}" dt="2025-10-29T02:38:17.104" v="375" actId="1076"/>
        <pc:sldMkLst>
          <pc:docMk/>
          <pc:sldMk cId="1199021786" sldId="290"/>
        </pc:sldMkLst>
        <pc:spChg chg="add mod">
          <ac:chgData name="UBAID QURESHI" userId="dd4ae95d8f7c04fe" providerId="LiveId" clId="{AF920071-46B6-4E4C-A6D8-3E93B456AF12}" dt="2025-10-29T02:38:17.104" v="375" actId="1076"/>
          <ac:spMkLst>
            <pc:docMk/>
            <pc:sldMk cId="1199021786" sldId="290"/>
            <ac:spMk id="38" creationId="{7471CA58-9EF5-6BFF-33B0-ACF54760CFA0}"/>
          </ac:spMkLst>
        </pc:spChg>
        <pc:cxnChg chg="add mod">
          <ac:chgData name="UBAID QURESHI" userId="dd4ae95d8f7c04fe" providerId="LiveId" clId="{AF920071-46B6-4E4C-A6D8-3E93B456AF12}" dt="2025-10-29T02:38:17.104" v="375" actId="1076"/>
          <ac:cxnSpMkLst>
            <pc:docMk/>
            <pc:sldMk cId="1199021786" sldId="290"/>
            <ac:cxnSpMk id="35" creationId="{81385033-8921-BE85-AB95-1AE5BA693C90}"/>
          </ac:cxnSpMkLst>
        </pc:cxnChg>
        <pc:cxnChg chg="add mod">
          <ac:chgData name="UBAID QURESHI" userId="dd4ae95d8f7c04fe" providerId="LiveId" clId="{AF920071-46B6-4E4C-A6D8-3E93B456AF12}" dt="2025-10-29T02:38:17.104" v="375" actId="1076"/>
          <ac:cxnSpMkLst>
            <pc:docMk/>
            <pc:sldMk cId="1199021786" sldId="290"/>
            <ac:cxnSpMk id="37" creationId="{3FBF2C5C-0A5E-3C65-CC7C-7CA7D32C20C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0C12-59D2-F203-0348-4D9266CFF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D3AEE-E19B-9F56-2C4B-303C58E31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22FF-3C96-FAF9-5859-FF0307320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DC089-9AFF-3678-6875-140014FE4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EF007-D179-4554-B350-89D4BCCD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6513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1014-47F7-304A-71D2-E9F045D58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D8D69-4271-5715-131A-3F1804AFD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9C1FD-0936-5049-0580-BEA928D31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B2D48-657C-6A3C-93E1-EA61E5915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2C698-C136-0A7A-022C-A337F7F2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582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02E7-2F66-7ADE-DB39-E22DD9D7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57867-C776-6876-6A6F-AB7E58742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5197-AA5E-D267-3834-7C81AF01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51168-387B-794F-024E-8C2859F3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30BFC6-DB6A-2D6F-6947-84B93384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600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5F8D7-0B44-2BCA-D8E8-446557606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FF35-7F11-67C3-E123-E0159A7FA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D7D127-CECA-4654-6258-2AB6E2E14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A5D66-F2E3-CC28-0282-D9929E1F0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C503C-51B6-7A26-4FB7-A9F4ED01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7CF8F-79A5-5FF8-C7FB-D528139A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3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CA1A-734C-A1E3-DF26-8553CD0A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9B525-BB3A-0113-68C7-E67ED36BD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31A60-C884-C34F-44FF-995AA55A7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A3747-1BF5-F3D8-22AD-D748A828D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4DAA8F-381B-FE19-11FD-D55FB99B7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4CC77-5019-44DA-5B05-41D825908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E8FCC1-D91D-15D0-936A-75DCDD94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50B628-59C1-980E-279D-56EA3B7F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06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7489-2025-2F5E-699D-50F745C4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10D2B-9DC2-4A85-794B-46BC5102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01D8B-4E7C-8A1B-9126-7909CC020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76AD4C-F8B5-108F-CB4D-66CC9D91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39A39-7343-9AD8-22D4-3BC5307D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9644C-C5C7-1FBF-8FB4-BBF025B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89A66-86C7-BC59-AD8A-F190D77D7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8734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3F7D8-BC5D-BFE0-B203-93055A27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6B69A-09CE-A83D-FF79-071C5C0E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9CF1B-EDD1-489A-C412-C7BAF6AB5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B6D92-95A1-569C-6611-9C1E031FF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25946-35B2-9CCC-2AA3-769EF785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94CA5-2A45-75D7-F0A1-FAC0067C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94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20E5-16E1-07BF-0BD9-6635886C1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D11BAB-972D-8440-A53C-EAE836E8AC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A68666-56B9-58F3-F3B7-708842612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4D440-DE71-A290-598E-00127363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1AE65-171D-569A-4A3F-C1E08B7A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76F393-3965-3DCC-7730-7538E2B9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14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8732-7BE2-38F2-7C51-1D22C93DC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0BE5B5-6C51-E379-1535-55F5D7E1E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C1A91-423B-FF43-048E-34E31E75E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61893-1AA3-B631-13AE-70DCF14D6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7D7CF-2F72-3312-E994-35AF5A2A1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43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DBE71-1ABE-101A-FF55-C8B4DBB9C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162D4-AB6E-458B-F9ED-3703A5D3A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382C4-8CA5-84CE-85BE-C24F50B0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E5502-2E74-DC16-110B-4E5B4FD7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49BF1-0E74-8755-9A84-FE070D50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706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0B8033-235B-190C-2A12-E34EF770C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B5925-2F5B-0FF2-F749-45A0CCAE8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60711-7672-2043-AE80-BD6201EE2D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DA8064-DB63-467A-B04D-03B5366BFA3F}" type="datetimeFigureOut">
              <a:rPr lang="en-IN" smtClean="0"/>
              <a:t>14-11-2025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A7D13-0656-54B8-2FAF-BA3595CED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70A7D-AAEB-D3C1-E3D5-614A8505E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8B8E5-7578-4F78-9D79-94203CB8322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75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AC1822-EBD6-9960-8E6A-7377E84D4D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E710A-9124-93C5-534B-B251DBB522E3}"/>
              </a:ext>
            </a:extLst>
          </p:cNvPr>
          <p:cNvSpPr txBox="1"/>
          <p:nvPr/>
        </p:nvSpPr>
        <p:spPr>
          <a:xfrm>
            <a:off x="115222" y="2705725"/>
            <a:ext cx="140921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Palindrome Partitioning</a:t>
            </a:r>
            <a:endParaRPr lang="en-IN" sz="8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094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7800A-F044-275C-C9A6-1D9FC2FA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9EC8-7A77-9108-72F4-3C10A77CA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5585A-763B-7DB3-EAE9-8D4542BA4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AAFCE7-B063-E3AD-63B4-7362406BD4D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A3D8ED23-6E56-FD70-A25A-A07BD6303CAE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a       b</a:t>
            </a:r>
          </a:p>
        </p:txBody>
      </p:sp>
    </p:spTree>
    <p:extLst>
      <p:ext uri="{BB962C8B-B14F-4D97-AF65-F5344CB8AC3E}">
        <p14:creationId xmlns:p14="http://schemas.microsoft.com/office/powerpoint/2010/main" val="270153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5ACCF-82FA-D25C-CA5E-4DD3CD45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91B51-211A-C7AE-EB3F-C34902ED75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4D546E-9A4C-4CF0-DB98-D19E97152C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A4E0CE-21AB-17A6-5024-A07046D803D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2840D41-C49B-E7EC-4E04-793FB74C9629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909F0D-B65D-2859-E674-DE4A0BD2A05C}"/>
              </a:ext>
            </a:extLst>
          </p:cNvPr>
          <p:cNvCxnSpPr>
            <a:cxnSpLocks/>
          </p:cNvCxnSpPr>
          <p:nvPr/>
        </p:nvCxnSpPr>
        <p:spPr>
          <a:xfrm>
            <a:off x="4806778" y="-481914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016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9944A-623A-178B-DC7B-5C0C41C36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4076-4B2D-33D2-6768-A0BDE238DF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EF89D-5627-DC11-9DC4-F809AFC0C6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4B8956-AB2F-15F0-F4F2-E0FE430034E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27F6AE5-01FF-E25D-28E7-F3E5FD268934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</a:t>
            </a:r>
            <a:r>
              <a:rPr lang="en-IN" sz="2400" b="1" dirty="0"/>
              <a:t>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132C1C-A65B-67F6-954A-F3952FD41F5B}"/>
              </a:ext>
            </a:extLst>
          </p:cNvPr>
          <p:cNvCxnSpPr>
            <a:cxnSpLocks/>
          </p:cNvCxnSpPr>
          <p:nvPr/>
        </p:nvCxnSpPr>
        <p:spPr>
          <a:xfrm>
            <a:off x="4806778" y="-481914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358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06829-81A6-F7E3-62DE-E8ECB71F5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DCBBA-D9BB-A8FF-9AE3-A29B4164A0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23CF1-A9B7-2FCF-B7C2-B0295B5D34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EA35D4-AF73-8FEA-72BB-11F00AC1C0A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B85F241-CF75-A159-39C0-BB785CB21B2C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8D1FCC-07ED-7C6D-9257-8C06970A09E9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1A3227-8933-4FD8-49B0-453F1955839F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3273295-D8A0-3F0C-8BC0-683A3AF944F5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EEAF2B4-BAB2-B958-8449-67D277BDE9D3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</p:spTree>
    <p:extLst>
      <p:ext uri="{BB962C8B-B14F-4D97-AF65-F5344CB8AC3E}">
        <p14:creationId xmlns:p14="http://schemas.microsoft.com/office/powerpoint/2010/main" val="373641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CA61B-47BF-8461-FE63-EA1A8152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F609-97AE-EE61-41E8-7460424030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4C03DA-1925-DC34-6D90-A367D0002D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014EE6-70CC-028B-4D99-AF193295F007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5266E54-6B2D-0233-1488-7C34AFC87EA7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D8AFF2-97E3-2ADC-51CF-79310F18306B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4C7199-262D-4DD0-2C00-415930BCAE89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52EF37D-D5FF-4091-F570-999450CCF9E2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16782C76-44B3-C331-AD1B-55DFC83497D5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262298B-FD95-AA4D-AD73-D1DE8251DEFC}"/>
              </a:ext>
            </a:extLst>
          </p:cNvPr>
          <p:cNvCxnSpPr>
            <a:cxnSpLocks/>
          </p:cNvCxnSpPr>
          <p:nvPr/>
        </p:nvCxnSpPr>
        <p:spPr>
          <a:xfrm>
            <a:off x="5461686" y="-488092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12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B84C2-B243-ABA1-9C90-F9D16ED7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78ACA-5FCD-5BFB-226E-E48175FF95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52CC9-E47E-E6A5-F1F7-B9344D0A8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8418B-FD32-63B9-94C4-4E8B9FCEFA1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88217F1-255D-0FFB-D3DA-CB6563A37C23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a       </a:t>
            </a:r>
            <a:r>
              <a:rPr lang="en-IN" sz="2400" b="1" dirty="0"/>
              <a:t>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34490-8D7A-32EB-EA89-F59A4C212BB1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5F97E7-4C0B-5926-8E28-F7994CDF76C9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5091584-425B-4AB9-B9D2-4768DA105E73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9605558-FEAD-8CC6-3739-0AB88D0A6E80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AED139-8B72-AEA2-714C-903C237521DC}"/>
              </a:ext>
            </a:extLst>
          </p:cNvPr>
          <p:cNvCxnSpPr>
            <a:cxnSpLocks/>
          </p:cNvCxnSpPr>
          <p:nvPr/>
        </p:nvCxnSpPr>
        <p:spPr>
          <a:xfrm>
            <a:off x="5461686" y="-488092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384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B11D7-F4C5-6F8A-7EA1-C3BBED85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9922-7674-0F22-D763-EAF3220F9C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FAE703-7CD1-6410-2434-0D6487C053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766148-9E8A-BA05-C0FB-6A4AAE6D539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9D0A44B5-CB62-0907-0C60-A3287DFFDBD9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a       </a:t>
            </a:r>
            <a:r>
              <a:rPr lang="en-IN" sz="2400" b="1" dirty="0"/>
              <a:t>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3A55694-1D48-B392-57C2-39BC72D6FCF0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EC52C0-7A04-0822-D252-181B2CCEA6BF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9E3A5B3-F3A3-605F-2A37-C68FCAFA49C3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64320760-1A00-CC8E-1F27-6991EF19DEF7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C4530A-B8FB-C441-9309-24F7A0B8A943}"/>
              </a:ext>
            </a:extLst>
          </p:cNvPr>
          <p:cNvCxnSpPr>
            <a:cxnSpLocks/>
          </p:cNvCxnSpPr>
          <p:nvPr/>
        </p:nvCxnSpPr>
        <p:spPr>
          <a:xfrm>
            <a:off x="5461686" y="-488092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CEA8C9-6A4F-38EC-DAE9-2A0140D5EDC0}"/>
              </a:ext>
            </a:extLst>
          </p:cNvPr>
          <p:cNvCxnSpPr>
            <a:cxnSpLocks/>
          </p:cNvCxnSpPr>
          <p:nvPr/>
        </p:nvCxnSpPr>
        <p:spPr>
          <a:xfrm>
            <a:off x="5222790" y="315098"/>
            <a:ext cx="0" cy="521043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16D248E-F773-84D9-4200-04F6F92A620C}"/>
              </a:ext>
            </a:extLst>
          </p:cNvPr>
          <p:cNvSpPr/>
          <p:nvPr/>
        </p:nvSpPr>
        <p:spPr>
          <a:xfrm>
            <a:off x="4325156" y="928214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BED47D3B-4FF7-0D86-57C0-1244A35C0F0A}"/>
              </a:ext>
            </a:extLst>
          </p:cNvPr>
          <p:cNvSpPr/>
          <p:nvPr/>
        </p:nvSpPr>
        <p:spPr>
          <a:xfrm>
            <a:off x="5517919" y="92821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0420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13D4D-769A-36CB-1288-0504A7E6E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5B53-D463-99A0-3FE3-55C186E4C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D4598A-B5E6-4629-1B40-D2EB850DC6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907A3-4BA8-18BD-3021-EF6BD1B4CB55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9110C4E-AC84-A3C1-42F6-582BE4028E95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</a:t>
            </a:r>
            <a:r>
              <a:rPr lang="en-IN" sz="2400" b="1" dirty="0"/>
              <a:t>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B78BE6-0750-4642-A8F0-057EBB229142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9813F6-79E3-A73A-C5A5-D87E1E7690F4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BA3768D-B561-5EAF-0313-91EBC8A281A0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F578085B-01E1-AA0D-B659-8AFAB31CC188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C93F395-BB25-FF54-8120-F3A6FAA6977B}"/>
              </a:ext>
            </a:extLst>
          </p:cNvPr>
          <p:cNvCxnSpPr>
            <a:cxnSpLocks/>
          </p:cNvCxnSpPr>
          <p:nvPr/>
        </p:nvCxnSpPr>
        <p:spPr>
          <a:xfrm>
            <a:off x="6063676" y="-525162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48E3E7-6BE6-BAB6-8D71-AF67A7657695}"/>
              </a:ext>
            </a:extLst>
          </p:cNvPr>
          <p:cNvCxnSpPr>
            <a:cxnSpLocks/>
          </p:cNvCxnSpPr>
          <p:nvPr/>
        </p:nvCxnSpPr>
        <p:spPr>
          <a:xfrm>
            <a:off x="5222790" y="315098"/>
            <a:ext cx="0" cy="521043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4D4BA707-C17A-064B-886F-72D49952EF2E}"/>
              </a:ext>
            </a:extLst>
          </p:cNvPr>
          <p:cNvSpPr/>
          <p:nvPr/>
        </p:nvSpPr>
        <p:spPr>
          <a:xfrm>
            <a:off x="4325156" y="928214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F91BE64-471F-35BA-77CC-2F2CDE75C2AE}"/>
              </a:ext>
            </a:extLst>
          </p:cNvPr>
          <p:cNvSpPr/>
          <p:nvPr/>
        </p:nvSpPr>
        <p:spPr>
          <a:xfrm>
            <a:off x="5517919" y="92821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6932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32B5F-0FBE-0480-6D69-E1BA040CB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45E5-CF46-1831-46DA-F28FBC05BC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4547D-BA5B-E601-A834-499104C40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0B256D-E282-AA6A-2CCB-B20DDB40759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155E786-D61E-E94B-E3B5-832C1B65A82C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CF5C5D-59A6-E29F-4A6E-D1FC7C3E9842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325C9F-EF3F-A3F2-BA89-89FF1434A9A1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12885A3-1B8C-9CF5-528B-AB0718B24A16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C7CA28E6-01BA-3DC5-0DFA-069A4BD54769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0AA681-D8FB-ADD3-38A1-EEE6D60586AE}"/>
              </a:ext>
            </a:extLst>
          </p:cNvPr>
          <p:cNvCxnSpPr>
            <a:cxnSpLocks/>
          </p:cNvCxnSpPr>
          <p:nvPr/>
        </p:nvCxnSpPr>
        <p:spPr>
          <a:xfrm>
            <a:off x="6063676" y="-525162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347DB9-D3CF-82A1-1803-96CC50E87045}"/>
              </a:ext>
            </a:extLst>
          </p:cNvPr>
          <p:cNvCxnSpPr>
            <a:cxnSpLocks/>
          </p:cNvCxnSpPr>
          <p:nvPr/>
        </p:nvCxnSpPr>
        <p:spPr>
          <a:xfrm>
            <a:off x="5222790" y="315098"/>
            <a:ext cx="0" cy="521043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022ED9C-DDFD-65F8-4719-A10CA39851DB}"/>
              </a:ext>
            </a:extLst>
          </p:cNvPr>
          <p:cNvSpPr/>
          <p:nvPr/>
        </p:nvSpPr>
        <p:spPr>
          <a:xfrm>
            <a:off x="4325156" y="928214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99B7EAF9-9D98-1581-8425-944A10760A91}"/>
              </a:ext>
            </a:extLst>
          </p:cNvPr>
          <p:cNvSpPr/>
          <p:nvPr/>
        </p:nvSpPr>
        <p:spPr>
          <a:xfrm>
            <a:off x="5517919" y="92821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2256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AB71-08B6-8648-35CF-31B2D9CEA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354F-F06D-66B3-FC71-81C3928B64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B467FB-13EB-727D-170E-0FB42616BB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CD592-CD47-A4E0-C448-0865463AB3F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9BE2E23-40B3-DB1A-4293-0364DCE28F40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811CDB-632E-47E9-5C25-A127FBD5B51C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389DF4-D755-9E9E-2E1C-E88C9A24E2E4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5DBE1E7E-D5D1-FD9F-F609-BF6E69DC4424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74A7446B-8C1E-0695-16F7-1AD16D16F780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02E5D94B-244D-99DB-ECB0-30699ADF966B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46812A9E-A603-43DC-3835-791276F3B69A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DF7E9C-DA04-EB10-1D1B-7AA306E97D3B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E4B849-3F2E-3BA3-5728-88D9880D7722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572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83D0-A153-C83E-B12A-A8829EEBD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E0BF-D23F-090A-E5C0-2D96F15BBC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D7641-A713-750F-D2E2-2594D36057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923F1-F0F2-C44C-95AA-4101720ADDE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52C18DF4-3C61-B121-E740-6280BE471CF8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A24614-1F3F-78FE-C294-94BB869B8F7F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972C903-3292-6447-E86D-B62887806A4F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53DD904-84BE-A034-A081-12FF6D3A7A4C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EDD14F4-5C1C-B045-D3CB-076AA70D06D9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435A499-AD25-A33D-E74D-9EC22FD0019B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2BAEA18-4386-DF6D-1654-1E72CBEA178F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F5344C-3557-C9FE-7B7E-BBDB5639F80B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2F0CC-B187-63D9-2AAD-953268A06A0C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D954BE-284E-B819-A209-79865CF8A504}"/>
              </a:ext>
            </a:extLst>
          </p:cNvPr>
          <p:cNvCxnSpPr>
            <a:cxnSpLocks/>
          </p:cNvCxnSpPr>
          <p:nvPr/>
        </p:nvCxnSpPr>
        <p:spPr>
          <a:xfrm>
            <a:off x="2949773" y="733125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987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9A7A1-1F0A-A1E4-6E34-0E7800EF5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4D3C-CD3E-4F20-7160-BB3D4CA75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25038-6785-27B3-4A83-B30CF9EB6A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B8BC86-1565-BE20-9107-7757DBA75A5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68F13ABF-9517-093B-CD2B-CE34CFA3C4CB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5EFD35-3436-E16F-DB70-59B94B4DF7AD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4EA5E5-C98C-F77F-6823-ADC582CDBF22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9037A450-5CC8-406A-8376-1E7866A79239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C3395914-D487-EC12-34E0-02F20AAB5772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r>
              <a:rPr lang="en-IN" sz="2400" b="1" dirty="0"/>
              <a:t>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685BF6C-5306-2662-42AB-F1692077C1A5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49C23037-B361-28FA-A7A7-27B0B46288BA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9506AC3-CC4B-FCC7-7CD4-508CA065D0E3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D92B7C-0735-69F4-F40B-6FC1FBDAF777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4ED538-7996-1A9D-2A50-753DB39810BC}"/>
              </a:ext>
            </a:extLst>
          </p:cNvPr>
          <p:cNvCxnSpPr>
            <a:cxnSpLocks/>
          </p:cNvCxnSpPr>
          <p:nvPr/>
        </p:nvCxnSpPr>
        <p:spPr>
          <a:xfrm>
            <a:off x="2949773" y="733125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389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A92C-46BF-0649-5CF7-56BD1CE2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8CB1-D343-776E-772B-837EB5409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FC017-6397-0C59-0074-7DE0ED677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008DD0-F8B5-F93E-4D97-203474EC8E1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DE5AC4F-765C-569F-6D1E-2009180DF4EF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285ED9-17BE-AC2C-E4D5-3D065C390BDB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39306C-F5E5-2A01-D880-5387D2FE0CF3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77796E3F-5BBA-3B0B-4969-DF73C81F48AE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6CB31A0-23EE-6367-7FB4-629DDAD493C8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</a:t>
            </a:r>
            <a:r>
              <a:rPr lang="en-IN" sz="2400" b="1" dirty="0"/>
              <a:t>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651FB69-CBA8-CC86-BC90-B246A465D83C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8C2D5609-A72A-AEE2-B245-044B86A51C2C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BCE9AF-DA44-2E8B-714C-07AB2F1E7E63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C1B72E-BED6-3BA4-7694-4076D35F9CCD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3C84863-1B72-AA57-CD46-3E8E07296F01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A985DF76-BFDA-84B5-C00E-3FD7805A5940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6D6369A9-2034-4D62-0861-3F63F3829D2E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9718DD77-8347-36CE-49E0-26582DD73076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83001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11E94-A2CA-4F78-22D1-1C7B8BB1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0EA97-AA72-8537-67AA-88159F242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FA02B-65A6-06CF-2FCB-BF0BD7129B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77433F-8563-81E0-29BA-7E69075B491C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34894BD-3078-7339-837D-1929AD8B9472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CF243B-39EE-2385-A5BD-18695318B2C9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12FF30-D199-F205-C8E6-46DDF80B0469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2F52DD1-1EA1-04B0-928D-E63C17FCD0A2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69286632-054D-8236-76AA-37F0ADA9EE0A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</a:t>
            </a:r>
            <a:r>
              <a:rPr lang="en-IN" sz="2400" b="1" dirty="0"/>
              <a:t>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D98C2202-A8A0-49CC-DA38-C5570388BB73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90446ADD-D0D9-0C00-140B-6452662D9AFF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D26EBE-7C29-1951-AD91-DDC385D7C118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00A1F0E-1889-AA56-783C-5C9D3539BAB5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FE3553-9074-75BA-E516-37B859348967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2E0BC85C-DB87-5836-0A04-7B2E56215E40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8866090A-E9BE-D096-34AB-F5E37AA2BBB5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AFBCE86-7A89-536F-5A82-E463ECD6E99D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527842-7B2F-71EE-7665-B9DDB65080C4}"/>
              </a:ext>
            </a:extLst>
          </p:cNvPr>
          <p:cNvCxnSpPr>
            <a:cxnSpLocks/>
          </p:cNvCxnSpPr>
          <p:nvPr/>
        </p:nvCxnSpPr>
        <p:spPr>
          <a:xfrm>
            <a:off x="3320475" y="733125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228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18D6-7628-66B9-97AA-92D1B1B9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A76D-6346-2028-0FB3-D7F7BC4013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28D24-FDA4-638E-7476-46CC3A3D16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41D0CF-F02E-04CE-B455-724CA75229D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7C4A258E-3E68-092C-8511-275AC90223DA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A6618B-5421-3DCD-39B9-DD153D4925A2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A16AD5-69ED-DAB6-5C55-FAC050B33120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A8D6693-538A-E677-3D79-B490E7FE8FE7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21DC4FEF-176C-4630-89A4-1146967C4B6E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66080D5A-D7EE-19B5-7284-56FFCACBE6E3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720E27B-973E-330E-D0F4-C65B94BD1E68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D83359-0A3F-2EBB-F099-952EB30C457A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B73F47-8EA3-BC48-0388-4C3695585C67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C7FD40-452F-DECB-1908-80DE921B1E2E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18783523-A438-B753-A2D4-44A955539A73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6926BCDB-2AF2-79F0-9185-48F74C1DE3FC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FBD5590-73F5-B9C4-748A-AC363F199209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5F2FD6-8642-D52E-FAB5-195A9C63B422}"/>
              </a:ext>
            </a:extLst>
          </p:cNvPr>
          <p:cNvCxnSpPr>
            <a:cxnSpLocks/>
          </p:cNvCxnSpPr>
          <p:nvPr/>
        </p:nvCxnSpPr>
        <p:spPr>
          <a:xfrm>
            <a:off x="3320475" y="733125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078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553AD-4596-6864-DC13-B3C5C01F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64C75-AF95-C983-0C7A-396FF7000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94BB9-A5C7-065E-BD98-E7CCFF872E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26CBFE-3344-E087-13E5-4CE25A06501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1346D581-1C1B-9E13-F015-221D6FE7EB0B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5149C-C1C2-02C5-F856-9E56091BF3BD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C50C6B-1C53-A707-0F35-85A3BC36FB13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64244F76-16C8-0B8F-3381-5EC349E60146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DC18911C-B9E8-1729-E36D-115CFB01F65F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6C8D7E0-7D3A-9458-B707-35C3780D3141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DDCF2B6F-6F69-0877-A437-04424FF22706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16376C-1C6C-4A4D-F4FB-69B346538D1B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16CD13D-C9D5-4DE4-D794-4519067F8AF7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ACC97B-FD73-12A6-1162-E05F739FEDEF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554DCE77-B9D5-F553-5041-5C30DC3A6CEC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7EF28030-D629-1D18-2F26-AAA359F33CDB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408CC53-D2F6-59AE-ECB4-CD050939240B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73715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17F7-25F9-B020-9C8F-0BD9771F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D51F-490C-82CF-58A0-7280B15C2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218A8-D5B8-21CF-3988-B726160469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69EEA1-DA24-84D3-8CE4-688AFDB1981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57E5748B-415B-9C31-D738-A870866B8FA1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24E543-CB3D-7FEF-14B1-013084716B64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42B1B4-054E-0F14-DDB6-FF4285165FED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BEA2F3E-270A-6F05-2852-BD06DC6C3200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A5C2BBB9-50DA-9501-73D1-2E01776F1978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DDD71D2-26EE-A9FE-3C79-763F724E36E4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1D664E83-CDF8-C585-0B4D-78D4F9F8CBDC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2081836-9D7F-2456-74B7-D1D54464CBB8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90951B8-58C1-BE46-6D37-C528D693B330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6541C4-F035-63B3-BE01-56E83CD834E0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AA3A2759-14E6-F075-FCDE-FE2CA486A55F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7E2A934-BB99-CE68-F12E-945692CF71BE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EAF2F6E5-30E2-2EF0-372A-679545768B76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F20FA0-779A-32D9-0FF1-17FE5555BD34}"/>
              </a:ext>
            </a:extLst>
          </p:cNvPr>
          <p:cNvCxnSpPr>
            <a:cxnSpLocks/>
          </p:cNvCxnSpPr>
          <p:nvPr/>
        </p:nvCxnSpPr>
        <p:spPr>
          <a:xfrm>
            <a:off x="3320475" y="2030584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48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87733-19D4-3C65-1959-E26A79B3D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7B1D1-F96C-D6B9-AAEF-4D826B876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BFB68-B295-9A25-47CA-C8DC9C29D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779F2-A521-37DC-ED40-12C0C0B2CEF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FD648531-25A5-13B8-0DDF-ADC28AF0414D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D9FF937-0342-C804-2F04-45D74CA36D21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6B0DEF-55FF-D127-7314-9AAB9EBBA033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CEEEBBB-9D1C-480C-4FC8-54F9C98CCF91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CB204511-7F6F-6385-131E-4B467887F520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F0E77459-312C-BEA0-49F0-DD49E543FD54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C6060A79-337C-7AF7-D7ED-0AF22EAF2D11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955ADC-66E2-092B-D230-529F4F9919DD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9DA0C7-1E4A-A8EC-6FC7-16A6FC0C3EA9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6DEB42-1B28-AC60-250C-0F63C56BFFF9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D3775D9E-01DC-3EC1-506E-3940BF3AA5AB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E4DBB21B-B31F-E4A2-581A-DE06732FA20C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A2A08B31-6B83-DE8D-A856-A29B4056D077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4C8E98-6184-7394-F33E-039B6D03B86E}"/>
              </a:ext>
            </a:extLst>
          </p:cNvPr>
          <p:cNvCxnSpPr>
            <a:cxnSpLocks/>
          </p:cNvCxnSpPr>
          <p:nvPr/>
        </p:nvCxnSpPr>
        <p:spPr>
          <a:xfrm>
            <a:off x="3320475" y="2030584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623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462B-6C37-B5CB-7A5E-202D77695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74FF-A8F9-7D98-A736-CF37A4E3B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AC4983-1110-FB5D-50D9-BF3B64D965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6566EB-DAD9-6920-0DFD-CB8C5E0FD3C4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B30FA9DE-C446-6275-C243-E380479F0F8E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B29545-C8FC-9781-DBBC-C61EC5FB651B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DC32B0-142F-B81C-BD28-66119CD7882C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B96B6A7-EC15-8BE8-8915-C37A547C41E5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4D1824A5-84F0-F9C9-B216-7ABA0CB3F2C2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10B9183-3BC7-74C2-0313-E302DF7F2418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B69F4F77-51AA-6F60-D941-AC4E4AD0825D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8A48CD-BC58-F88D-6CE2-4C42DD9D99BC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A4D5D1-8903-A59C-AF8E-51FE89D04F53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54E44C-3EBF-E66C-8DBA-51C5632FE16C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8B4D3827-8DBE-1393-7AA8-CE36DE9C5676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BDA8ABA9-FC20-7470-F0A1-673A8481E915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2D84270-A76B-4384-0CAC-D6F1327FA7C5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778883-8722-3028-1DD0-6F944271D78A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8936E928-D886-D978-16E5-CF851064EB6C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4E7587EA-81CD-8C86-B7EE-BA718A2CD20F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C01CBF2A-78E3-126F-42E7-F81BEAC717DF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34434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D48CF-FFFB-EF12-407F-DC4B05486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1FB2-FE74-D994-1445-40D059417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E3180-A969-3216-95D2-A2AB1F2431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C045EF-A9A0-FA20-A951-22BD2B16171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AEB4738-2C06-6C14-C801-88F83E7A478F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65E666C-FE29-8EF8-D204-FFB9BBCD1D30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EEE7B0-133A-9F5E-548C-25723E5603D9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7FC4F18-285E-76EB-A082-F70E4F1EC2B6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D1AC91A7-283D-2C2D-E4B6-4A471BBCFFE2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AAEE83E-047D-CE54-97C5-CB8E97515D72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33E61DAB-B8B1-54ED-F43F-736710C99DE8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E124943-216B-D412-CA56-C10B08C58A6E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DB9710-57E5-67AE-76F0-078D02ECFCEE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004430-54E5-66A6-E02F-47589297D411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3DD17EA0-95D3-85F4-BB85-90FD7457CAE6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780C3D25-49E9-AD94-1455-A830C246082D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50CDF2F-919D-99A1-4C30-A7B1D5AE0D0C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3F6587-D38C-0D56-A4AF-0C5A5B2E54E2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5C69FD7F-3B50-A21A-3B3C-F4564AEAEEFC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90EAA484-E8FD-DDF0-4027-90C0CD85C075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8C6B0894-C49C-7B80-851A-4C85A60EF6F5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586BD-A695-B68C-52BA-8BD469D61663}"/>
              </a:ext>
            </a:extLst>
          </p:cNvPr>
          <p:cNvCxnSpPr>
            <a:cxnSpLocks/>
          </p:cNvCxnSpPr>
          <p:nvPr/>
        </p:nvCxnSpPr>
        <p:spPr>
          <a:xfrm>
            <a:off x="3496816" y="3760573"/>
            <a:ext cx="33377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E370261-CF15-DF49-B81D-53C5129C2B97}"/>
              </a:ext>
            </a:extLst>
          </p:cNvPr>
          <p:cNvCxnSpPr>
            <a:cxnSpLocks/>
          </p:cNvCxnSpPr>
          <p:nvPr/>
        </p:nvCxnSpPr>
        <p:spPr>
          <a:xfrm>
            <a:off x="3830595" y="3760573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BCB08A18-9123-7B3D-0A23-77038EEBDEEC}"/>
              </a:ext>
            </a:extLst>
          </p:cNvPr>
          <p:cNvSpPr/>
          <p:nvPr/>
        </p:nvSpPr>
        <p:spPr>
          <a:xfrm>
            <a:off x="3454049" y="4780721"/>
            <a:ext cx="741252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“   “</a:t>
            </a:r>
          </a:p>
        </p:txBody>
      </p:sp>
    </p:spTree>
    <p:extLst>
      <p:ext uri="{BB962C8B-B14F-4D97-AF65-F5344CB8AC3E}">
        <p14:creationId xmlns:p14="http://schemas.microsoft.com/office/powerpoint/2010/main" val="3885738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2E374-4A06-5224-E248-B4B6A777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E1465-3E2D-6C3F-4B24-A4C772B89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F86ED7-C172-FFD7-D7D9-4DAF9DF39E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1B8D90-0FD1-751B-4835-B6874488CDB6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65DB7092-CFB7-AF14-28E7-DB9B09E9C051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D6B36A7-6C50-3610-3F31-3754AE88DD38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EDD7B-82EE-D801-AA69-61A7A30B8F33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5C46D28-8C01-B4EA-12F4-494B2B69F2D9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CE497C22-CBFD-1689-0532-5016913AB224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273E7818-1249-A8CF-1479-9AE47F7CBD9C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DAAD4B52-92BE-F986-449C-5BFAC7061E69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32B9C2-DFD7-4975-4DAA-53DA410B19B1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092B43-F95D-70B2-57ED-616551DF8696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EAD2F7-ABF8-2920-BD55-944E300A0B7E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739C2E20-0B7A-C346-F267-43822EBD31E5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D5EF064B-1DAE-0859-09E5-926E0099744A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754A2383-6A6D-8ED3-A309-E1C9345B645D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63D9A5-BCB2-1E30-F626-88C15F5AE73B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E3C5F117-5663-2ACF-4647-C89EA3D6D2E7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10F1B19-7FE7-BAA4-E88B-D0D6695E4FAB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15F0BEC3-9FBD-03E9-F3A7-E45C80A88781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0B3C893B-A674-68F3-4389-68D803F30036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9154E3E5-2D00-05FE-2C07-3A7E387193FC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35EC23E-BDB5-D718-9554-367201591E2D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21DF9A-0BF6-CF70-E33D-62F396006D25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</p:spTree>
    <p:extLst>
      <p:ext uri="{BB962C8B-B14F-4D97-AF65-F5344CB8AC3E}">
        <p14:creationId xmlns:p14="http://schemas.microsoft.com/office/powerpoint/2010/main" val="3870946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627B-BA59-5427-39E8-76395E95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891C-BE1A-8DC8-24EB-C23B2C2CF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47CA4-498D-8375-A9AB-31E9390CB2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3CD07-F5F9-B2E7-B7EC-5894CAF953C2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332710F-C704-060C-09A6-53DB1AB1594E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B63E76-A24E-B7D0-5A2B-05C0EBCCDEE5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14CE4D-A8CF-4B7E-BA6F-E42A24759411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FE246F6-1C23-086F-CD21-E99511E29839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17EDACAB-DF9F-AF18-C412-BE3678336AB7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4761C000-0100-275B-A8EA-B2E5DA45EAEF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EFF3266E-156B-7A8A-666F-F76B5032BEA8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B2A2B1-C88B-8093-49BB-58F3A1F3BCC3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2F94A6-5717-93C7-39C9-F96697A6F3C3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C962C4-8517-DEAA-DD68-94FC757E6309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CD083326-FF9D-816B-792F-218E6CB5386E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CE929297-8BD2-1A67-1668-308CAC38E78D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124966A-24BB-7B56-1D57-CFB9A1A8C574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1C81B3-0105-31B6-BC27-E17D25DBF975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7C8FB181-4CBD-DB63-D9FE-BF3AB50B23E5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AA5C2E69-9EAF-C617-60DA-1FD2F42A2C28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8D07345E-EF53-F824-A8CF-66760607210D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9CF69D1-F807-374D-97AD-8421D0BA9E1C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C02AD42F-5FB7-8D68-FF62-3661BF37AD0B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B1A92EB-7EA4-42F2-17E9-A5A43318117D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D588A1-FB28-796A-5D9F-87869790FD44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685B28D-162C-1F95-5B31-3DCF553574A3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9CE94C-FC32-697C-D78A-04972F4AA5BC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702EC5D-378A-F9D6-DC6C-D6741817D9BD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558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D47E5-8F75-376D-2DCB-ACA19AD4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8198-F40D-8179-CC21-ED4BC20FE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3AE6F-41F2-76CE-E863-41EA918CCB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B56299-2EFD-E2C9-EEB4-D0DD2A8C8F6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C2E74B5-8A45-A85B-D4F1-549FF66CF5FB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81E846C-4040-E2F0-3BF7-EF2591454853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19CDB9-E184-3F13-1552-4A0AAEF5BE56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4E96F4B-6E0C-69FF-67E2-3CF407F25311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47BA23F-5A1A-FE3F-224E-0C4C3061C458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CE27C43-FF8A-5D65-E5FC-909B3F2E2A94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FDAE2310-4115-707B-581B-8EBD90C71D43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4C8D7F-470E-7FA8-7029-848A097F812F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586CAF-A5EB-69D4-6DA7-71A6D278B195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40372F-D4DB-01F5-33C9-9E39758785E5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A90B0787-0D99-E1E7-0690-C86AAF43E329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0A54C9B9-11DB-AB15-D999-0450F37FF774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CE0E80F2-B2A8-C32F-1187-025DCB51B203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5BA22C-8708-963A-BE4F-EEDB0006A7E2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E672F472-B0F4-2021-0C17-91CF38F8B2B2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05F63CB-908E-5E9D-E8AC-80967F8539AF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BD1582BF-FAAE-41C3-5925-5F0FD189686F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8256F199-9FA5-D859-9250-EA7FEC71D304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DD6456B9-6887-52E0-F5CB-59DCCB53B468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C988446E-CFDA-B088-39A4-AF9CE4A7E6D1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8DDB77-14FD-A60B-0651-004BBB6E82C4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9082E9-488F-ECF1-413A-3D280077193C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7D43A89-E37F-C727-A386-1DA558B4F5AA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81B41FC-4817-68FF-F2F3-E5E3787C5BEF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47634E-145D-3904-92A3-0AE6F5E25D6B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31B88E-DC3B-8DAA-692D-695180CAE1B8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4345E88-8BD0-BF00-08D2-FCA4EF95F6A3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3174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3C56-8ECC-3D8C-58E6-F990BE69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4A681-1B6F-0B46-8EC9-A6060A49A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B5674-EA1B-CC8F-D009-526168876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16FCDF-7B1B-A1B0-7509-7CC91A3866C1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037A40BC-94C4-2A90-371E-382AB7AAC3E8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0BBAEA-80CC-9846-14C8-20B1986785E2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6D94A5-E5C4-6D33-7671-FB5D9402BBC3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1062F31F-69C4-252F-7F1B-9308FA714885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63543740-D88D-C206-D087-0908486A7967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445B423-243C-3405-B567-E129D130C707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BEAFA4F0-C776-24C7-F08A-8F9591A4C2FB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688CB0-2FF2-7D62-5CD2-7074D6D5990A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DB1B4D-4446-7EC3-F2DD-18B8F94EB406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B0AB653-08FE-ADF6-7B32-BCCB4A563175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3FF96256-19A3-E8C1-4395-1CF3813B52BB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2222D6F8-86FE-EBFF-3AA8-ADA9F3A71A09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FDF742A3-9BA6-4A39-E771-F4399D343B34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723C3D-44DD-FEAB-FDBE-4CD73B544133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27E504DB-74A7-42DB-FD84-C0E7DF08967F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1B4A1F4F-E8B3-60D7-3BA7-6429A2AE2799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68406CAD-B580-EAFD-5881-FEB32A438A08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3DC36992-BA3E-8775-4B21-1A71F3A66378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00C063CF-28CC-D222-F0C4-16BA41D023AE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721DCB37-76B5-024D-F3DE-3DD16B2A2E03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4C2E84-3859-2D2D-A384-F7096C7D0611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91218D-EA98-9000-D0DC-B02E68815947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A140E12-8F34-545E-209A-41E119445FE2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EB8BD34-17F4-DA59-9BC0-B032D7D9FD2E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862663-0690-4FA8-5BBC-2690CBAAB83A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34BCE1D-F8A3-4435-38ED-02EBA10008E6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0A11E13-F882-7D5C-5B96-540BBEEC4A6B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48F48E1-584B-7A02-9C3F-D6241A9D538E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C9F8C8-AECC-B031-0BBF-C031B6124540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397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AC8E-5FC5-920D-7890-718209E9C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4806-6880-0015-D17A-2D20C2F704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FEFF6-F439-2EB3-2B51-9954FBFB7F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4470AD-C96D-704B-933A-18A137569F5D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9A01608-A1B8-178A-7BB6-6637B59D404C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4DA9C8-AAE7-177C-FC4A-D0B654A900DB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7896F6E-FD36-39B0-8F79-0E839510D800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2E42905-903B-0498-773C-C0B81614EAF4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94E71EC1-B26A-1974-26F8-A9C8ACF0387E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422CCFD8-BFD2-1859-81CC-D2439FBDBB7A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27A119B8-75C7-F9E5-6973-B3A73FB48219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A72A4A-1A52-EDAD-DB40-96112F238F23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E2D5B5-EE04-78D6-D3BF-81AC00A4515A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BEC65-6CCA-03D1-5B58-16CF72C5CD4F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CC79C005-D73A-861E-97D2-E15384AADC21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F6C01B3-07D0-7E4D-8C3C-3805ADDF05DA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E1C2049-A182-9844-96E0-53A3824A6496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39309A-BCD0-6D32-675B-BE161BD4BEEA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F5A61380-4903-720B-3A52-A2B21B2E080D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6AA0287B-A7C6-0993-DA7A-BF748B2401A1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C7CBAF0B-A500-EFBA-B021-3AA312877534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0F98FEA-679A-B2D3-7B6C-0EAD48650091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C836C33F-B725-9F90-1A39-6539C6F99888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3F85A33-9A78-3C34-0B82-A23B85D8D828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1F5E89-D18B-9425-04B7-E71370488258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BB652E1-C382-00A0-D5F7-F25EA9AF1E69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A3B3144-8225-F789-604A-09F1EBBD1BEA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1C8F8FD-D4D3-C8F9-B020-58D6A426F9EF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E2C8FF-66C6-244C-9991-C726A5781AE0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2C8093C-C084-2CD0-2EC1-AC78957B528E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2C00E2D-BC6E-1E88-A604-8CA4707337CA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EE1467-35D8-4365-33B1-3002510C6CCF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DC17ED2-2DDC-978C-FFEC-4CF162A34E23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0FF21F9-42CC-5CBD-BEAA-015E451BBA2C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CBBBA6-40CA-A474-2DA5-64E71D0B5E16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873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0418-7D75-E754-6154-01F9EE53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78C64-8770-4B22-A64B-4BCA46FBD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C944F-C87A-A414-9747-F6C52CD88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F7628-F22C-5977-1FF1-060715799803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AB5CE8D-A80E-C9EA-1165-514CAF2BF374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2F5D95-D50F-D6EF-8835-A200774554F3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BFC023-D6C4-D4CA-85DE-A3A42F333245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897F408F-ADF6-91B6-0565-F2703D81EFA7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104B2967-C976-0D46-F99F-CE881149BA63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5142BA71-634D-A317-A87F-3569F378DBC8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8048A64E-4104-5C1F-8448-C2F8E594C81E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D9460E-10B6-3F5D-9571-0A84813092FF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22D904-EA95-5F8E-FD10-D045CB3B053C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438C3BE-278D-B5A2-F6E9-63783D482829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44F51DE8-0746-913F-6C1F-F7A2071F8263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C6933BC7-9372-5DA1-3893-401416DA6E3B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99BACC2A-555A-93CA-2024-C719EFB9AE44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4D3EE3-5503-CC51-13F2-D63428075DDF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E39E44E7-0ED2-6F8A-29F8-3FAC6C166401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3C1BFC1D-1833-406D-6948-0AF83875B7FD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60A3D314-D45D-253C-F022-B1790EFB18A2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2D5F31A9-C2ED-4C58-7AC7-C340C2B0051B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0E9C6D4D-9FD9-3691-D110-56E9B85E6FDF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A100638-27E1-A3AB-EFAB-A3CE047A566B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C9D3B0-2118-D0AF-ECC1-34BC9DCE27F9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C99316-A728-7D8C-3C3F-F36EE9CB7CC0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E89C1E5-BF73-1917-B1D2-C14453C944A9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9AE026F-C58F-3AA3-8580-C82107900235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9506CC8-B06D-3ECB-25D2-D92D2AD3682E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63D05C-D495-1762-1B2A-FC2CF397633C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B35FBB7-3E12-A67B-90DD-CCEEADE574AB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AB494F2-33DB-C572-DE7E-73DE5305BC9B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C763C5B-1B21-C434-DCFA-9BFDF902D1AC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9ECA23C-A53D-93BD-7DE7-58049374BC54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05B4BD0-4E43-B0A1-99DF-441D30AB9939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2F7EE57-324A-41AC-5C5F-AD9EB1271856}"/>
              </a:ext>
            </a:extLst>
          </p:cNvPr>
          <p:cNvCxnSpPr>
            <a:cxnSpLocks/>
          </p:cNvCxnSpPr>
          <p:nvPr/>
        </p:nvCxnSpPr>
        <p:spPr>
          <a:xfrm>
            <a:off x="8448529" y="757839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996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2B12-D36A-4043-294D-CB915CA05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931B-A521-AF46-B2AC-EB4002D67C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74729-EB86-41ED-2277-C9049248FD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089856-67E6-B988-FB1C-AD18C0E7705A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80825B6-6771-6908-B183-C68ADDC4573B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DCE88F-7178-2104-CDF0-45965002ACE4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4C26A0-7961-C109-260E-3EE0EED1414B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A24E547-D545-2C01-3A1F-9B7E385C6210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3E82136E-2EAE-D44C-3580-02960DFA5524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A32A8CAB-2E21-B0C8-E5C5-35D7D82E8917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6316A927-13BE-D51C-BB6D-20481119822F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91E0370-6FC3-F9BB-9EF7-15F4B86E46E0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3B22210-8FC4-07E4-F59C-3EE78C2580D4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824524-3BDB-2E48-D219-E0F6671AADA7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6BB2DA5A-88DA-75E8-02B5-BA188F81852D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80C6EEAF-FF83-4B6B-6A04-83C6D52531BA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39B073EF-2F04-BA2E-0112-0E67ECC851B5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0ECBFF-D8FD-94DB-F3B7-B31147F7E894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BC70C8BE-C28E-AA1D-848C-4983830194AB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03EFA25B-9601-E36A-4DA5-FB9167B4C506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9F7CEA75-69F8-DE02-B821-62B47E464C5D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3B143A5-696B-87F2-86AC-BE08ECA6A553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BC1A4566-EBAD-BE70-92DB-6F6045427FA6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CF51364-3519-E5A0-7CC3-D5F0BB544224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3608B-6B14-4A87-F452-B00B99A9F100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D6C77F-75EA-4814-D8E0-38415BAC1D11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6E2BEB5-82FF-14A0-DCDF-4C95664D881E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635575-490C-7DC6-E101-17D1BD6AA447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82A84BA-56DD-DE94-C1C6-579CB5124294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4308032-6BF8-B0BA-CB8C-430DE85F002F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B3A7C6-D6D2-ACCA-3289-5B5F8385A6A8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8992CE9-BFAD-7315-0CE9-4DD1FB9F701B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B2203B-8B45-15C2-D8C8-64EFECC54B4A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E09F481-0271-628E-4FF3-14C41D525C73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8CCC8F8-A789-4BA6-4222-EE3D2B068B42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E02E70-7CE3-2558-6924-2D60D71B8939}"/>
              </a:ext>
            </a:extLst>
          </p:cNvPr>
          <p:cNvCxnSpPr>
            <a:cxnSpLocks/>
          </p:cNvCxnSpPr>
          <p:nvPr/>
        </p:nvCxnSpPr>
        <p:spPr>
          <a:xfrm>
            <a:off x="8448529" y="757839"/>
            <a:ext cx="0" cy="803190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8733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7E21A-D47F-2545-3D51-CA954E93D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2A74A-A11A-D0D8-A15E-90F77277FB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E95938-DC12-A514-380A-E935C120DF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491050-249B-F8D8-EF6C-F5A771BEC35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B104C505-4FB3-B2D4-2E96-15DA5E2785ED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11785-F0F0-9499-81CE-2D43098D5B2B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43E628-5D74-975C-4A94-077854752763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A91557E-5085-8EF4-E685-5559105D9106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5C1D898F-758B-6575-B4EA-D042E6C052F6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4F0720F-C3E6-5BCC-963A-F9B696BF7937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74836C7D-3897-4EBB-408B-932E4FE6BB1F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B46086-4616-EBA0-5F50-A1827A4CA31A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AB6BFE-DA39-1096-6695-0C43082500D1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34CFF-A308-F406-1212-87479B4B83A4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BCA8039E-71B8-0257-DA0C-1D733670B254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CDBA6B2D-8634-0F2F-A194-F2F91F203B6D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27E81F1-4E58-5F1E-2A34-A924EED8F955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CD15CC-20C8-199B-B765-8EEA528634EA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F1710B6F-6819-CAB9-435F-26CAA7250788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57CDB18-C709-5466-EEEF-8CB538C94EE7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3DB3BD9A-5F8F-25C2-5843-B871790D0209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DE48026F-9842-EAEC-F81B-084BB2F1D340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68099ED2-4D16-216F-F659-F4DF1F1B7E77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55D6D312-3B6E-2AA2-3CF6-9C105744018E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393F99-0E6A-1B38-C99F-6E15F488D4F2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CF66A7-2749-D8D6-4E5B-6680264F32F3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7C529F-F707-15DD-9807-8DD68DDBB2C8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2332DAA-C17E-42B6-D90F-A1839E335B8C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58EDEB-0667-4155-0520-350E127A206F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D2F5B10-E795-BC32-656D-CA1F077E1DD2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49FB28-286D-BC84-6C2B-6033DAB7A941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8E09A9-62B4-DA6C-45D9-A09B5C2600CB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2E288BA-9FCC-2135-A7E7-7CE8F665A8F6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0C68E3-C43C-5E5C-CF12-DCB96FF71E1A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D85F1F0-802E-38A0-A5F4-85BC9D911200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427151C-07D9-4AEF-EBB2-0FC88AE08F26}"/>
              </a:ext>
            </a:extLst>
          </p:cNvPr>
          <p:cNvCxnSpPr>
            <a:cxnSpLocks/>
          </p:cNvCxnSpPr>
          <p:nvPr/>
        </p:nvCxnSpPr>
        <p:spPr>
          <a:xfrm>
            <a:off x="7492022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6B2404FA-6A98-F465-F27B-FF7CFCE60208}"/>
              </a:ext>
            </a:extLst>
          </p:cNvPr>
          <p:cNvSpPr/>
          <p:nvPr/>
        </p:nvSpPr>
        <p:spPr>
          <a:xfrm>
            <a:off x="7894494" y="2226315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43" name="Flowchart: Alternate Process 42">
            <a:extLst>
              <a:ext uri="{FF2B5EF4-FFF2-40B4-BE49-F238E27FC236}">
                <a16:creationId xmlns:a16="http://schemas.microsoft.com/office/drawing/2014/main" id="{C3EDE8D2-2CDF-D923-37A8-008602857097}"/>
              </a:ext>
            </a:extLst>
          </p:cNvPr>
          <p:cNvSpPr/>
          <p:nvPr/>
        </p:nvSpPr>
        <p:spPr>
          <a:xfrm>
            <a:off x="6671756" y="2239192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137910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F25AE-E08A-6A78-34D1-E33A13D8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3377-A714-C5E1-82E1-0378185C2D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F9000-2163-8018-08DF-3841904C86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3EFA4A-47BB-E900-9208-A5717477E6D0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8E7E755B-BFCE-E062-4A3F-D544C1298C28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6797F7-0DD4-5BB2-E810-A12EC3DD51BE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B513F3-B5B4-0300-2963-7C5D755BD0F1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4BE62A53-61A1-7A58-893D-A7B194E3E4B8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7675284D-6291-4881-B0CE-8E3651C45914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85431070-15C9-E1C6-CAD0-B7F11E82B9A2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C9FB4E4D-CE53-3F72-A35C-6027A1D1422A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32D1D55-51B2-57CB-0F14-84F52C546062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8F0B2E-99D6-CEB1-8363-03764596F685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4B852B-9642-8ED1-57BE-486A6F685376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4823AD63-3B12-6422-6701-01F700CC8B8C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4B8AF7C2-73E8-05B1-182C-DF49C1FE78E6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6A8B3BD6-CF15-17DC-CF34-17B8E33614B6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0BEF9E-0A85-111B-814E-9AE645B6466D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CF392FB7-1700-6D06-8EFE-107A300AFEDF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65CCC05-088B-A0DD-F714-C15B303A3616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79A49D99-9C0E-D787-6857-70F50EAAD387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B8C1AE7-41AD-5089-22C7-A72A90581165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3412F598-0FBC-16FB-6C77-747023404184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59D4CE80-49E1-C2A2-E2A4-94E0ECA73219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10BE22-F5DD-C58C-642A-BBCED035A48E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A13963-5F04-4A1F-8D5F-D7B2BF3056A9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59C36F-ECC7-53F0-D1C9-040128383C5E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8A2C9F6-B4F3-8DCD-D481-AEBEB32165D4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13B09B6-B886-FA03-0D27-F2F5EBC82F57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4A2A6F7-1AB9-FEDE-779E-A20E459178ED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98220D2-3E7C-CE44-F2E2-8857ECCC74CC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DCC3A3-D8BA-4BE9-947A-8799DCED9773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FB131AD-7FA8-990D-4FF7-AE799031D537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5889B13-9D01-82CD-FD72-A309AA8558BA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09D90F-4589-68FD-67F3-8DA0CCA9120C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2206B8-CBA9-7905-C291-89EFB6B43EC7}"/>
              </a:ext>
            </a:extLst>
          </p:cNvPr>
          <p:cNvCxnSpPr>
            <a:cxnSpLocks/>
          </p:cNvCxnSpPr>
          <p:nvPr/>
        </p:nvCxnSpPr>
        <p:spPr>
          <a:xfrm>
            <a:off x="7492022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66E8A62F-4F63-D013-3BE2-3F6E270323E0}"/>
              </a:ext>
            </a:extLst>
          </p:cNvPr>
          <p:cNvSpPr/>
          <p:nvPr/>
        </p:nvSpPr>
        <p:spPr>
          <a:xfrm>
            <a:off x="7894494" y="2226315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43" name="Flowchart: Alternate Process 42">
            <a:extLst>
              <a:ext uri="{FF2B5EF4-FFF2-40B4-BE49-F238E27FC236}">
                <a16:creationId xmlns:a16="http://schemas.microsoft.com/office/drawing/2014/main" id="{42B895E2-7BB0-5296-C05B-7CB7E4F14F3C}"/>
              </a:ext>
            </a:extLst>
          </p:cNvPr>
          <p:cNvSpPr/>
          <p:nvPr/>
        </p:nvSpPr>
        <p:spPr>
          <a:xfrm>
            <a:off x="6671756" y="2239192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1385033-8921-BE85-AB95-1AE5BA693C90}"/>
              </a:ext>
            </a:extLst>
          </p:cNvPr>
          <p:cNvCxnSpPr>
            <a:cxnSpLocks/>
          </p:cNvCxnSpPr>
          <p:nvPr/>
        </p:nvCxnSpPr>
        <p:spPr>
          <a:xfrm>
            <a:off x="8594940" y="2639583"/>
            <a:ext cx="33377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FBF2C5C-0A5E-3C65-CC7C-7CA7D32C20CD}"/>
              </a:ext>
            </a:extLst>
          </p:cNvPr>
          <p:cNvCxnSpPr>
            <a:cxnSpLocks/>
          </p:cNvCxnSpPr>
          <p:nvPr/>
        </p:nvCxnSpPr>
        <p:spPr>
          <a:xfrm>
            <a:off x="8928719" y="2639583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7471CA58-9EF5-6BFF-33B0-ACF54760CFA0}"/>
              </a:ext>
            </a:extLst>
          </p:cNvPr>
          <p:cNvSpPr/>
          <p:nvPr/>
        </p:nvSpPr>
        <p:spPr>
          <a:xfrm>
            <a:off x="8552173" y="3659731"/>
            <a:ext cx="741252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“   “</a:t>
            </a:r>
          </a:p>
        </p:txBody>
      </p:sp>
    </p:spTree>
    <p:extLst>
      <p:ext uri="{BB962C8B-B14F-4D97-AF65-F5344CB8AC3E}">
        <p14:creationId xmlns:p14="http://schemas.microsoft.com/office/powerpoint/2010/main" val="1199021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9CF0-548E-9145-FFF4-9FCA34C8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F92A-784D-CE84-5635-62302A6FD8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B5682-FD9A-B877-EDDD-EE627F9C68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6F266A-52C9-EDB5-750E-25C29A340B6E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37483CEB-059A-5941-9725-2FEAFD8BD695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1A501C1-3F86-66D9-A275-B5A20D9F045E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5294E0-A41F-7CFD-86F8-4B9B6F553A5E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8B0D2FD-385E-9457-64BB-1465CD0D0BB4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82DBC249-E42A-C8D3-8A40-6C740FCF0757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9E2AFB3B-B3F7-2AF0-E54F-3ED035BC9EC3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EBB2924E-6BC8-EF3C-44FD-799B3C0F6112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02CD5E-207D-EF99-C149-781BC41B3EA1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79BA85-FCD6-2E02-1DF8-371AB0FC0CDB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29AC00-F07A-49BA-E76A-E7F9EAC7FDAB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EE10BED4-099D-73DC-4B5C-3D93304A03AA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86386878-5353-4BD3-20FA-F477065EEC5E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7D163AB3-FD07-8E4D-1C58-BB3F9DC0E706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582D95-1EBF-3FD7-D882-9ADC3CC84DF5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0DAF3820-8036-5081-5B3E-49D7342B6371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61E9FB6B-3E0C-9C87-046A-9C49A68E3977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37FF0495-FDB3-3E98-56EE-95547F81EB2A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35883ECF-FC42-3F2C-8037-FD8F7DFC8787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B1AE079D-8578-FD0E-BB84-620262892AA4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69BA8E21-283E-C540-C42D-7A988BF0C458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79D867-97AC-2A52-F6FF-17E48A8EBC2A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D8C6A9-CF73-2D7C-D66A-B93E1DA32BE0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EC406CB-46D1-5339-E826-3B5566F468FF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45B39FD-F5B4-B9A5-69FD-B9582CDEA71D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A2C2F1E-E9D5-CFF2-7546-433DDC5B1C2E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D31E93-CC97-4E54-4DAB-BAA2366383E8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D9197E7-917D-303C-DF23-2197D31667FE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A7E7E0-174E-9074-787C-F2C3E755ABAF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7D9E68F-350A-9144-CCCD-25D1B2E4900C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6B42F45-B55B-B068-2BBA-75345148EADF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D3F94FC-2E8F-500E-CB38-85163021B27A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510D771-7A6D-E01B-1580-079C53F69871}"/>
              </a:ext>
            </a:extLst>
          </p:cNvPr>
          <p:cNvCxnSpPr>
            <a:cxnSpLocks/>
          </p:cNvCxnSpPr>
          <p:nvPr/>
        </p:nvCxnSpPr>
        <p:spPr>
          <a:xfrm>
            <a:off x="7492022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CB10DD6A-59B8-4502-0F08-1E7F7335AC58}"/>
              </a:ext>
            </a:extLst>
          </p:cNvPr>
          <p:cNvSpPr/>
          <p:nvPr/>
        </p:nvSpPr>
        <p:spPr>
          <a:xfrm>
            <a:off x="7894494" y="2226315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E1CAD184-F066-B923-547B-BD21CDE1EB80}"/>
              </a:ext>
            </a:extLst>
          </p:cNvPr>
          <p:cNvSpPr/>
          <p:nvPr/>
        </p:nvSpPr>
        <p:spPr>
          <a:xfrm>
            <a:off x="6671756" y="22263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877EBAEF-2031-C43C-080C-31821E6B215B}"/>
              </a:ext>
            </a:extLst>
          </p:cNvPr>
          <p:cNvSpPr/>
          <p:nvPr/>
        </p:nvSpPr>
        <p:spPr>
          <a:xfrm>
            <a:off x="-917679" y="112236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62A26439-F2E7-3D9E-C379-4B5538C13197}"/>
              </a:ext>
            </a:extLst>
          </p:cNvPr>
          <p:cNvSpPr/>
          <p:nvPr/>
        </p:nvSpPr>
        <p:spPr>
          <a:xfrm>
            <a:off x="-2140417" y="1122363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561227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74E0-343A-5A11-2AF0-281A123A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8A2A-8263-41F7-4BB1-56AA7426B4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80185-7DC1-351C-0CF8-DE5B9EF4D8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2BAF85-24C1-3364-4CB2-F6D595F91099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2CCD7BF8-434A-2171-10B7-4F2745A25B27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CC7529-C051-0E42-AD49-8C45B3E4E6BB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EB52F4E-139B-EF0D-7092-D1332FBD9852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AFFF0055-8917-ACD2-07E1-BF1C024D5567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7A1DA33D-1FD7-C07A-1F7B-94088A7666A4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2F8E75D3-C94A-0668-5EF6-B0F555C89B74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00E05E80-2739-6DEE-20FF-9F2F0E7F34DA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269519-FE1B-DD7C-C4ED-B143BEB8C862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54DA9F-04CB-6EAB-2D48-3FB43A8A53FB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4B890A-B352-8A4F-D7E6-F01D8481BB9F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555190F3-C21C-F8E6-0406-8F7845DDF656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14345187-3778-E73D-60CE-4A5AFEFD4D72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B87942EC-A9EF-C889-F8E8-1FEC485855B3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8D4CC6-BFC7-C7DA-C31F-994165007F53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173D3DD3-B9DC-85F5-FE11-16B7C24D2194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E0DFF1C5-D1EA-AB10-6B1B-A5F38178A23F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DCD51B27-4409-C677-8393-873CFF70945B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4074DDF9-8556-422B-380F-7BD1A964FBA4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1AF40C3A-4A69-A3F9-885B-C469ECCBB652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4ECED74A-C331-A533-432D-50439ECF4C51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98FEA5-3B63-14BE-D939-D50843F62CD3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D18F29-D00F-D7E4-F120-1FEAC1C44B3A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705627F-DDE8-617E-51A9-C454D0D4EEB9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2AC07CA-CB2B-5F07-E6AA-2B6D4EDAE711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DC6381-7899-76DE-9F20-1A79399A36A7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6C8B479-15BB-BF29-A18B-A337FBF4C0D4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A7986A6-887F-8FE3-C420-9A5C222EE809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F4863F-16BA-37FC-1393-2032D372BB56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4BFCF5-EEF0-894F-19A8-91D6641014D5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35E0F7-113B-680D-A56D-3ABC284C59FD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E58FA33-9705-E308-2FAE-3E02C150C86B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0FAADA8-5AC3-C86D-99ED-0CFA369A3611}"/>
              </a:ext>
            </a:extLst>
          </p:cNvPr>
          <p:cNvCxnSpPr>
            <a:cxnSpLocks/>
          </p:cNvCxnSpPr>
          <p:nvPr/>
        </p:nvCxnSpPr>
        <p:spPr>
          <a:xfrm>
            <a:off x="7492022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CC7681E6-B407-8106-3845-20E0DC7DCDDB}"/>
              </a:ext>
            </a:extLst>
          </p:cNvPr>
          <p:cNvSpPr/>
          <p:nvPr/>
        </p:nvSpPr>
        <p:spPr>
          <a:xfrm>
            <a:off x="7894494" y="2226315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8515560A-97CD-5896-25FE-1739B4E854B0}"/>
              </a:ext>
            </a:extLst>
          </p:cNvPr>
          <p:cNvSpPr/>
          <p:nvPr/>
        </p:nvSpPr>
        <p:spPr>
          <a:xfrm>
            <a:off x="6671756" y="22263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20389127-C60C-C96F-FB5B-86522CC5062B}"/>
              </a:ext>
            </a:extLst>
          </p:cNvPr>
          <p:cNvSpPr/>
          <p:nvPr/>
        </p:nvSpPr>
        <p:spPr>
          <a:xfrm>
            <a:off x="-917679" y="112236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851ACF61-CC73-8FCC-99FB-3BF4789A4EBA}"/>
              </a:ext>
            </a:extLst>
          </p:cNvPr>
          <p:cNvSpPr/>
          <p:nvPr/>
        </p:nvSpPr>
        <p:spPr>
          <a:xfrm>
            <a:off x="-2140417" y="1122363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BF9E4C-2442-8D5D-C041-2917AAF029A3}"/>
              </a:ext>
            </a:extLst>
          </p:cNvPr>
          <p:cNvCxnSpPr>
            <a:cxnSpLocks/>
          </p:cNvCxnSpPr>
          <p:nvPr/>
        </p:nvCxnSpPr>
        <p:spPr>
          <a:xfrm>
            <a:off x="6227514" y="1140772"/>
            <a:ext cx="0" cy="1307799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361BF06-A8C5-3AC1-26A1-F8A5F9B4A5C0}"/>
              </a:ext>
            </a:extLst>
          </p:cNvPr>
          <p:cNvCxnSpPr>
            <a:cxnSpLocks/>
          </p:cNvCxnSpPr>
          <p:nvPr/>
        </p:nvCxnSpPr>
        <p:spPr>
          <a:xfrm flipH="1">
            <a:off x="6227514" y="1140772"/>
            <a:ext cx="44424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6A0F6AE-23CB-AC65-459C-D0DFD6574538}"/>
              </a:ext>
            </a:extLst>
          </p:cNvPr>
          <p:cNvCxnSpPr>
            <a:cxnSpLocks/>
          </p:cNvCxnSpPr>
          <p:nvPr/>
        </p:nvCxnSpPr>
        <p:spPr>
          <a:xfrm flipH="1">
            <a:off x="6227514" y="2527305"/>
            <a:ext cx="29184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8748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97B0-A85B-0079-5CC3-29DBE3E97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D0274-BC3B-2F2C-C5EC-702AC736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4AA5C-5B88-D535-067D-93D54A1D42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FE8CB-8E7F-6F56-5D59-27C327F2769B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C8183692-8E11-A8D8-21E8-EC0D8E5A01C7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338217-66A3-DDFE-B786-8CABED39112F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17B84AA-D573-11E0-1121-AFE3FCAF7BEC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C9599EAE-F5CE-896C-561F-B121BAAA2D39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54EDF4AF-E586-5C40-A659-FEA359746532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B58DBE89-079D-3AA9-9549-16F99BE36BEC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F731FC9E-02FC-3304-9FAE-7DCA70EB2513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D2446F9-CB39-4A6C-A5B4-95EEF273DC00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AA7CD4-07A2-B186-C97E-F48AAC7EB6ED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D862F6-2EE4-35A1-AA0F-B72EFD39529A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D4A56850-1F3F-FCBA-BAA5-399614D587D5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99353BCE-04BC-02E0-6254-E1F82AF3E8B3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D9EDED24-CCEC-2EA4-BA4A-91C0A5102EFF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0AD7EA1-BF8E-6FF8-536D-5C256198CD17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41155909-3890-E2BB-B931-CFD15C396D05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DC8DD2BA-39E7-550C-AD77-C4D9013B66B5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A013017D-3F6D-C507-6D7B-96DA62E7F671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E87C3566-F227-141E-ADA2-43847815AAE9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258E5D29-90EF-9A39-2B89-CF351A46671D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AA3F230-7446-D025-1E2A-6D75A43B4CA3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AEF62E-BEA0-FD52-F430-3D51993ADF80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64DBB04-5963-AF43-3CE2-F447B976A914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FBFA94C-0AB1-2B31-0973-1E11DB64805C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99A0D8C-9E9C-E78C-E0EB-BE54A9E10412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B3F495-628E-168D-212D-0DB7C2330530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30A173-0D33-FF1D-F4E0-70F383627B12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F1A1961-5775-9B15-A729-0E0037C01670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39B6FB-8AF9-E589-3C93-BEE5E6C063BD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69D13A-7ECF-A99D-0EC3-752D7D958550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9788F86-B688-DC07-7C4A-04884DBEDB8E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1A1B608-FD00-59F4-DEA5-E560B2675665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D499B1D-EC5F-7C34-34DE-456239CE255B}"/>
              </a:ext>
            </a:extLst>
          </p:cNvPr>
          <p:cNvCxnSpPr>
            <a:cxnSpLocks/>
          </p:cNvCxnSpPr>
          <p:nvPr/>
        </p:nvCxnSpPr>
        <p:spPr>
          <a:xfrm>
            <a:off x="7492022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A797A4EE-1F3E-D2D8-15B7-2C48BE02F8B6}"/>
              </a:ext>
            </a:extLst>
          </p:cNvPr>
          <p:cNvSpPr/>
          <p:nvPr/>
        </p:nvSpPr>
        <p:spPr>
          <a:xfrm>
            <a:off x="7894494" y="2226315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AE78AA53-2798-4995-EF66-6A9A656DCD20}"/>
              </a:ext>
            </a:extLst>
          </p:cNvPr>
          <p:cNvSpPr/>
          <p:nvPr/>
        </p:nvSpPr>
        <p:spPr>
          <a:xfrm>
            <a:off x="6671756" y="22263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CC16F14D-F0EE-F6E7-7398-B49D880D7EE3}"/>
              </a:ext>
            </a:extLst>
          </p:cNvPr>
          <p:cNvSpPr/>
          <p:nvPr/>
        </p:nvSpPr>
        <p:spPr>
          <a:xfrm>
            <a:off x="-917679" y="112236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096C2E04-433D-A0B5-CA61-73C1CF7D5BE6}"/>
              </a:ext>
            </a:extLst>
          </p:cNvPr>
          <p:cNvSpPr/>
          <p:nvPr/>
        </p:nvSpPr>
        <p:spPr>
          <a:xfrm>
            <a:off x="-2140417" y="1122363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D5F1C87-187D-ED31-366C-9D45D1696BED}"/>
              </a:ext>
            </a:extLst>
          </p:cNvPr>
          <p:cNvCxnSpPr>
            <a:cxnSpLocks/>
          </p:cNvCxnSpPr>
          <p:nvPr/>
        </p:nvCxnSpPr>
        <p:spPr>
          <a:xfrm>
            <a:off x="6227514" y="1140772"/>
            <a:ext cx="0" cy="1307799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B5B5094-31DA-85E3-4623-B43F07D19837}"/>
              </a:ext>
            </a:extLst>
          </p:cNvPr>
          <p:cNvCxnSpPr>
            <a:cxnSpLocks/>
          </p:cNvCxnSpPr>
          <p:nvPr/>
        </p:nvCxnSpPr>
        <p:spPr>
          <a:xfrm flipH="1">
            <a:off x="6227514" y="1140772"/>
            <a:ext cx="44424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4E3392F-4A8F-ECA2-DA6C-3D30E18503E4}"/>
              </a:ext>
            </a:extLst>
          </p:cNvPr>
          <p:cNvCxnSpPr>
            <a:cxnSpLocks/>
          </p:cNvCxnSpPr>
          <p:nvPr/>
        </p:nvCxnSpPr>
        <p:spPr>
          <a:xfrm flipH="1">
            <a:off x="6227514" y="2527305"/>
            <a:ext cx="29184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6E4511-F7F5-AA79-F326-F883645561BE}"/>
              </a:ext>
            </a:extLst>
          </p:cNvPr>
          <p:cNvCxnSpPr>
            <a:cxnSpLocks/>
          </p:cNvCxnSpPr>
          <p:nvPr/>
        </p:nvCxnSpPr>
        <p:spPr>
          <a:xfrm>
            <a:off x="7257245" y="53455"/>
            <a:ext cx="0" cy="728029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044946-D676-B236-6011-1B480A9B3BE1}"/>
              </a:ext>
            </a:extLst>
          </p:cNvPr>
          <p:cNvCxnSpPr>
            <a:cxnSpLocks/>
          </p:cNvCxnSpPr>
          <p:nvPr/>
        </p:nvCxnSpPr>
        <p:spPr>
          <a:xfrm flipH="1">
            <a:off x="6357054" y="53455"/>
            <a:ext cx="900191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69308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4F5A-42F2-D898-16AA-FB2E7603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FD4EB-D3CB-39D7-AAFE-E6CA23A7A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AE719-567B-F201-B922-3A49490817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63E5DF-568A-4F26-B69C-A9CFF02FFBA8}"/>
              </a:ext>
            </a:extLst>
          </p:cNvPr>
          <p:cNvSpPr/>
          <p:nvPr/>
        </p:nvSpPr>
        <p:spPr>
          <a:xfrm>
            <a:off x="-2760929" y="-792263"/>
            <a:ext cx="15814455" cy="8442525"/>
          </a:xfrm>
          <a:prstGeom prst="rect">
            <a:avLst/>
          </a:prstGeom>
          <a:solidFill>
            <a:schemeClr val="tx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DCAFE14B-EDC2-5113-1424-FB583EF8627C}"/>
              </a:ext>
            </a:extLst>
          </p:cNvPr>
          <p:cNvSpPr/>
          <p:nvPr/>
        </p:nvSpPr>
        <p:spPr>
          <a:xfrm>
            <a:off x="4065081" y="-341577"/>
            <a:ext cx="216243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a       b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A9538A4-5436-EE3E-2EF5-7F76152E9E79}"/>
              </a:ext>
            </a:extLst>
          </p:cNvPr>
          <p:cNvCxnSpPr/>
          <p:nvPr/>
        </p:nvCxnSpPr>
        <p:spPr>
          <a:xfrm>
            <a:off x="2804984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5FAEE9-E599-B14D-3694-40E12EE238C9}"/>
              </a:ext>
            </a:extLst>
          </p:cNvPr>
          <p:cNvCxnSpPr>
            <a:cxnSpLocks/>
          </p:cNvCxnSpPr>
          <p:nvPr/>
        </p:nvCxnSpPr>
        <p:spPr>
          <a:xfrm>
            <a:off x="2821460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11888B6-E525-8044-707E-183B2D5F5C23}"/>
              </a:ext>
            </a:extLst>
          </p:cNvPr>
          <p:cNvSpPr/>
          <p:nvPr/>
        </p:nvSpPr>
        <p:spPr>
          <a:xfrm>
            <a:off x="1779081" y="928216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787DBB07-5A18-569C-B9BF-D2AC3D7DEAD4}"/>
              </a:ext>
            </a:extLst>
          </p:cNvPr>
          <p:cNvSpPr/>
          <p:nvPr/>
        </p:nvSpPr>
        <p:spPr>
          <a:xfrm>
            <a:off x="2317519" y="928216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a       b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3B2137E9-51A8-0887-2DD4-BC6A18E0B742}"/>
              </a:ext>
            </a:extLst>
          </p:cNvPr>
          <p:cNvSpPr/>
          <p:nvPr/>
        </p:nvSpPr>
        <p:spPr>
          <a:xfrm>
            <a:off x="6801296" y="9282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8ECCAC1A-4113-305D-B7A8-6DE4E1844B98}"/>
              </a:ext>
            </a:extLst>
          </p:cNvPr>
          <p:cNvSpPr/>
          <p:nvPr/>
        </p:nvSpPr>
        <p:spPr>
          <a:xfrm>
            <a:off x="7994059" y="924097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F77DB5-70EE-46E8-6586-3554C99DE4BC}"/>
              </a:ext>
            </a:extLst>
          </p:cNvPr>
          <p:cNvCxnSpPr>
            <a:cxnSpLocks/>
          </p:cNvCxnSpPr>
          <p:nvPr/>
        </p:nvCxnSpPr>
        <p:spPr>
          <a:xfrm>
            <a:off x="7492022" y="-86497"/>
            <a:ext cx="0" cy="92263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CB47B6-089F-D138-D192-D3361BBFCA28}"/>
              </a:ext>
            </a:extLst>
          </p:cNvPr>
          <p:cNvCxnSpPr/>
          <p:nvPr/>
        </p:nvCxnSpPr>
        <p:spPr>
          <a:xfrm>
            <a:off x="6355492" y="-86497"/>
            <a:ext cx="113653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802DE2-0883-1FD2-1BB2-5D81DFF8AA69}"/>
              </a:ext>
            </a:extLst>
          </p:cNvPr>
          <p:cNvCxnSpPr>
            <a:cxnSpLocks/>
          </p:cNvCxnSpPr>
          <p:nvPr/>
        </p:nvCxnSpPr>
        <p:spPr>
          <a:xfrm>
            <a:off x="2800866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Flowchart: Alternate Process 16">
            <a:extLst>
              <a:ext uri="{FF2B5EF4-FFF2-40B4-BE49-F238E27FC236}">
                <a16:creationId xmlns:a16="http://schemas.microsoft.com/office/drawing/2014/main" id="{04FF8959-D981-71F4-89AD-80F541FDC9B2}"/>
              </a:ext>
            </a:extLst>
          </p:cNvPr>
          <p:cNvSpPr/>
          <p:nvPr/>
        </p:nvSpPr>
        <p:spPr>
          <a:xfrm>
            <a:off x="1779080" y="2219089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CFFEF551-4E10-8CC9-5772-39800FB33E98}"/>
              </a:ext>
            </a:extLst>
          </p:cNvPr>
          <p:cNvSpPr/>
          <p:nvPr/>
        </p:nvSpPr>
        <p:spPr>
          <a:xfrm>
            <a:off x="2317519" y="2219088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19" name="Flowchart: Alternate Process 18">
            <a:extLst>
              <a:ext uri="{FF2B5EF4-FFF2-40B4-BE49-F238E27FC236}">
                <a16:creationId xmlns:a16="http://schemas.microsoft.com/office/drawing/2014/main" id="{F71E9570-E740-159A-67C7-3B9A0B624F97}"/>
              </a:ext>
            </a:extLst>
          </p:cNvPr>
          <p:cNvSpPr/>
          <p:nvPr/>
        </p:nvSpPr>
        <p:spPr>
          <a:xfrm>
            <a:off x="2885784" y="2219088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b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D2D1C3-8349-4197-7EE9-DEAEC6FF115F}"/>
              </a:ext>
            </a:extLst>
          </p:cNvPr>
          <p:cNvCxnSpPr>
            <a:cxnSpLocks/>
          </p:cNvCxnSpPr>
          <p:nvPr/>
        </p:nvCxnSpPr>
        <p:spPr>
          <a:xfrm>
            <a:off x="2799722" y="2827596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609C6340-BDE5-D72A-FEE0-AA22DA881A3F}"/>
              </a:ext>
            </a:extLst>
          </p:cNvPr>
          <p:cNvSpPr/>
          <p:nvPr/>
        </p:nvSpPr>
        <p:spPr>
          <a:xfrm>
            <a:off x="1778934" y="3530473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1" name="Flowchart: Alternate Process 20">
            <a:extLst>
              <a:ext uri="{FF2B5EF4-FFF2-40B4-BE49-F238E27FC236}">
                <a16:creationId xmlns:a16="http://schemas.microsoft.com/office/drawing/2014/main" id="{FF5B2D91-927A-171A-F596-62AD87DF5302}"/>
              </a:ext>
            </a:extLst>
          </p:cNvPr>
          <p:cNvSpPr/>
          <p:nvPr/>
        </p:nvSpPr>
        <p:spPr>
          <a:xfrm>
            <a:off x="2317373" y="3530472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2" name="Flowchart: Alternate Process 21">
            <a:extLst>
              <a:ext uri="{FF2B5EF4-FFF2-40B4-BE49-F238E27FC236}">
                <a16:creationId xmlns:a16="http://schemas.microsoft.com/office/drawing/2014/main" id="{5AD59EC8-8267-FFBA-8F52-D29FA96F9042}"/>
              </a:ext>
            </a:extLst>
          </p:cNvPr>
          <p:cNvSpPr/>
          <p:nvPr/>
        </p:nvSpPr>
        <p:spPr>
          <a:xfrm>
            <a:off x="2855810" y="3530472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3F6EF399-965A-850E-770F-393440CB27AF}"/>
              </a:ext>
            </a:extLst>
          </p:cNvPr>
          <p:cNvSpPr/>
          <p:nvPr/>
        </p:nvSpPr>
        <p:spPr>
          <a:xfrm>
            <a:off x="-2057942" y="417471"/>
            <a:ext cx="482205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</a:p>
        </p:txBody>
      </p:sp>
      <p:sp>
        <p:nvSpPr>
          <p:cNvPr id="23" name="Flowchart: Alternate Process 22">
            <a:extLst>
              <a:ext uri="{FF2B5EF4-FFF2-40B4-BE49-F238E27FC236}">
                <a16:creationId xmlns:a16="http://schemas.microsoft.com/office/drawing/2014/main" id="{55C86425-6DBE-5000-6EE5-DEFC5BF4BCB3}"/>
              </a:ext>
            </a:extLst>
          </p:cNvPr>
          <p:cNvSpPr/>
          <p:nvPr/>
        </p:nvSpPr>
        <p:spPr>
          <a:xfrm>
            <a:off x="-1519503" y="417470"/>
            <a:ext cx="482203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8ABD5F58-93F1-9969-D75E-2F0E43D5F13F}"/>
              </a:ext>
            </a:extLst>
          </p:cNvPr>
          <p:cNvSpPr/>
          <p:nvPr/>
        </p:nvSpPr>
        <p:spPr>
          <a:xfrm>
            <a:off x="-981066" y="417470"/>
            <a:ext cx="568411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768EF8-5E72-1490-AD33-6A507EC97926}"/>
              </a:ext>
            </a:extLst>
          </p:cNvPr>
          <p:cNvSpPr txBox="1"/>
          <p:nvPr/>
        </p:nvSpPr>
        <p:spPr>
          <a:xfrm>
            <a:off x="-2735725" y="-481281"/>
            <a:ext cx="2323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err="1">
                <a:solidFill>
                  <a:schemeClr val="bg1"/>
                </a:solidFill>
              </a:rPr>
              <a:t>OutPut</a:t>
            </a:r>
            <a:r>
              <a:rPr lang="en-IN" sz="3600" b="1" dirty="0">
                <a:solidFill>
                  <a:schemeClr val="bg1"/>
                </a:solidFill>
              </a:rPr>
              <a:t> : 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0DAFBF-C1D8-F6E2-0C08-0179972E9DF8}"/>
              </a:ext>
            </a:extLst>
          </p:cNvPr>
          <p:cNvCxnSpPr>
            <a:cxnSpLocks/>
          </p:cNvCxnSpPr>
          <p:nvPr/>
        </p:nvCxnSpPr>
        <p:spPr>
          <a:xfrm>
            <a:off x="1124465" y="2631989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631FFE-FB5C-D34E-49B5-48E47838B92F}"/>
              </a:ext>
            </a:extLst>
          </p:cNvPr>
          <p:cNvCxnSpPr>
            <a:cxnSpLocks/>
          </p:cNvCxnSpPr>
          <p:nvPr/>
        </p:nvCxnSpPr>
        <p:spPr>
          <a:xfrm flipH="1">
            <a:off x="1124465" y="3800219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1282A99-3EFF-F09A-F4FE-182041504FE2}"/>
              </a:ext>
            </a:extLst>
          </p:cNvPr>
          <p:cNvCxnSpPr>
            <a:cxnSpLocks/>
          </p:cNvCxnSpPr>
          <p:nvPr/>
        </p:nvCxnSpPr>
        <p:spPr>
          <a:xfrm flipH="1">
            <a:off x="1124465" y="2531592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E10DD8-EB70-BB7A-23FD-FC4CD5DAB2B7}"/>
              </a:ext>
            </a:extLst>
          </p:cNvPr>
          <p:cNvCxnSpPr>
            <a:cxnSpLocks/>
          </p:cNvCxnSpPr>
          <p:nvPr/>
        </p:nvCxnSpPr>
        <p:spPr>
          <a:xfrm>
            <a:off x="1124465" y="1122363"/>
            <a:ext cx="0" cy="116823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F6A5371-AD94-D9FB-CE7B-7C3208241886}"/>
              </a:ext>
            </a:extLst>
          </p:cNvPr>
          <p:cNvCxnSpPr>
            <a:cxnSpLocks/>
          </p:cNvCxnSpPr>
          <p:nvPr/>
        </p:nvCxnSpPr>
        <p:spPr>
          <a:xfrm flipH="1">
            <a:off x="1124465" y="229059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EEA193C-CF58-5EAE-8BD4-26981CEA3CE1}"/>
              </a:ext>
            </a:extLst>
          </p:cNvPr>
          <p:cNvCxnSpPr>
            <a:cxnSpLocks/>
          </p:cNvCxnSpPr>
          <p:nvPr/>
        </p:nvCxnSpPr>
        <p:spPr>
          <a:xfrm flipH="1">
            <a:off x="1178011" y="1122363"/>
            <a:ext cx="502069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6C910AE-9C2C-BBA0-B395-80DE99588663}"/>
              </a:ext>
            </a:extLst>
          </p:cNvPr>
          <p:cNvCxnSpPr>
            <a:cxnSpLocks/>
          </p:cNvCxnSpPr>
          <p:nvPr/>
        </p:nvCxnSpPr>
        <p:spPr>
          <a:xfrm>
            <a:off x="2042984" y="-197708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B81BA32-08AD-A746-BC4E-6BEA7270B55A}"/>
              </a:ext>
            </a:extLst>
          </p:cNvPr>
          <p:cNvCxnSpPr>
            <a:cxnSpLocks/>
          </p:cNvCxnSpPr>
          <p:nvPr/>
        </p:nvCxnSpPr>
        <p:spPr>
          <a:xfrm flipH="1">
            <a:off x="2042984" y="-300095"/>
            <a:ext cx="1875176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DED2AB-06CB-731C-0B6C-4D9A629174CC}"/>
              </a:ext>
            </a:extLst>
          </p:cNvPr>
          <p:cNvCxnSpPr>
            <a:cxnSpLocks/>
          </p:cNvCxnSpPr>
          <p:nvPr/>
        </p:nvCxnSpPr>
        <p:spPr>
          <a:xfrm flipH="1">
            <a:off x="6355492" y="-299509"/>
            <a:ext cx="1318054" cy="0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76ACEA0-2A88-3597-DD2E-0105694E5828}"/>
              </a:ext>
            </a:extLst>
          </p:cNvPr>
          <p:cNvCxnSpPr>
            <a:cxnSpLocks/>
          </p:cNvCxnSpPr>
          <p:nvPr/>
        </p:nvCxnSpPr>
        <p:spPr>
          <a:xfrm>
            <a:off x="7673546" y="-300095"/>
            <a:ext cx="0" cy="1024361"/>
          </a:xfrm>
          <a:prstGeom prst="line">
            <a:avLst/>
          </a:prstGeom>
          <a:ln w="2857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BB58714-4E18-ACF2-30AE-5A220C126FC5}"/>
              </a:ext>
            </a:extLst>
          </p:cNvPr>
          <p:cNvCxnSpPr>
            <a:cxnSpLocks/>
          </p:cNvCxnSpPr>
          <p:nvPr/>
        </p:nvCxnSpPr>
        <p:spPr>
          <a:xfrm>
            <a:off x="7492022" y="1536315"/>
            <a:ext cx="0" cy="601404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Flowchart: Alternate Process 41">
            <a:extLst>
              <a:ext uri="{FF2B5EF4-FFF2-40B4-BE49-F238E27FC236}">
                <a16:creationId xmlns:a16="http://schemas.microsoft.com/office/drawing/2014/main" id="{F18B6284-CDF5-1BD9-EBF0-B909C06337D8}"/>
              </a:ext>
            </a:extLst>
          </p:cNvPr>
          <p:cNvSpPr/>
          <p:nvPr/>
        </p:nvSpPr>
        <p:spPr>
          <a:xfrm>
            <a:off x="7894494" y="2226315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5" name="Flowchart: Alternate Process 34">
            <a:extLst>
              <a:ext uri="{FF2B5EF4-FFF2-40B4-BE49-F238E27FC236}">
                <a16:creationId xmlns:a16="http://schemas.microsoft.com/office/drawing/2014/main" id="{8A8CF54C-F46B-8BA6-085B-B77035E35E23}"/>
              </a:ext>
            </a:extLst>
          </p:cNvPr>
          <p:cNvSpPr/>
          <p:nvPr/>
        </p:nvSpPr>
        <p:spPr>
          <a:xfrm>
            <a:off x="6671756" y="2226315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sp>
        <p:nvSpPr>
          <p:cNvPr id="37" name="Flowchart: Alternate Process 36">
            <a:extLst>
              <a:ext uri="{FF2B5EF4-FFF2-40B4-BE49-F238E27FC236}">
                <a16:creationId xmlns:a16="http://schemas.microsoft.com/office/drawing/2014/main" id="{CE2201F1-8651-602C-0032-C06F0670207A}"/>
              </a:ext>
            </a:extLst>
          </p:cNvPr>
          <p:cNvSpPr/>
          <p:nvPr/>
        </p:nvSpPr>
        <p:spPr>
          <a:xfrm>
            <a:off x="-917679" y="1122363"/>
            <a:ext cx="558114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b</a:t>
            </a:r>
          </a:p>
        </p:txBody>
      </p:sp>
      <p:sp>
        <p:nvSpPr>
          <p:cNvPr id="38" name="Flowchart: Alternate Process 37">
            <a:extLst>
              <a:ext uri="{FF2B5EF4-FFF2-40B4-BE49-F238E27FC236}">
                <a16:creationId xmlns:a16="http://schemas.microsoft.com/office/drawing/2014/main" id="{E699B50B-1AE3-F903-FA8F-51BAAC2E86C5}"/>
              </a:ext>
            </a:extLst>
          </p:cNvPr>
          <p:cNvSpPr/>
          <p:nvPr/>
        </p:nvSpPr>
        <p:spPr>
          <a:xfrm>
            <a:off x="-2140417" y="1122363"/>
            <a:ext cx="1136530" cy="506627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accent6"/>
                </a:solidFill>
              </a:rPr>
              <a:t>a       </a:t>
            </a:r>
            <a:r>
              <a:rPr lang="en-IN" sz="2400" b="1" dirty="0" err="1">
                <a:solidFill>
                  <a:schemeClr val="accent6"/>
                </a:solidFill>
              </a:rPr>
              <a:t>a</a:t>
            </a:r>
            <a:endParaRPr lang="en-IN" sz="2400" b="1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4891EB9-9297-C587-4EEF-A4D106C760BD}"/>
              </a:ext>
            </a:extLst>
          </p:cNvPr>
          <p:cNvCxnSpPr>
            <a:cxnSpLocks/>
          </p:cNvCxnSpPr>
          <p:nvPr/>
        </p:nvCxnSpPr>
        <p:spPr>
          <a:xfrm>
            <a:off x="6227514" y="1140772"/>
            <a:ext cx="0" cy="1307799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5882C38-2302-8CF1-7F8F-6C01516E0125}"/>
              </a:ext>
            </a:extLst>
          </p:cNvPr>
          <p:cNvCxnSpPr>
            <a:cxnSpLocks/>
          </p:cNvCxnSpPr>
          <p:nvPr/>
        </p:nvCxnSpPr>
        <p:spPr>
          <a:xfrm flipH="1">
            <a:off x="6227514" y="1140772"/>
            <a:ext cx="44424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41D7478-15D6-2639-365E-985BDFA7701C}"/>
              </a:ext>
            </a:extLst>
          </p:cNvPr>
          <p:cNvCxnSpPr>
            <a:cxnSpLocks/>
          </p:cNvCxnSpPr>
          <p:nvPr/>
        </p:nvCxnSpPr>
        <p:spPr>
          <a:xfrm flipH="1">
            <a:off x="6227514" y="2527305"/>
            <a:ext cx="291842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53AC5F5-153A-0A5B-FAEF-98B657C7D224}"/>
              </a:ext>
            </a:extLst>
          </p:cNvPr>
          <p:cNvCxnSpPr>
            <a:cxnSpLocks/>
          </p:cNvCxnSpPr>
          <p:nvPr/>
        </p:nvCxnSpPr>
        <p:spPr>
          <a:xfrm>
            <a:off x="7257245" y="53455"/>
            <a:ext cx="0" cy="728029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74589EA-85AD-0D7B-7FE9-ECD25A5DE29D}"/>
              </a:ext>
            </a:extLst>
          </p:cNvPr>
          <p:cNvCxnSpPr>
            <a:cxnSpLocks/>
          </p:cNvCxnSpPr>
          <p:nvPr/>
        </p:nvCxnSpPr>
        <p:spPr>
          <a:xfrm flipH="1">
            <a:off x="6357054" y="53455"/>
            <a:ext cx="900191" cy="0"/>
          </a:xfrm>
          <a:prstGeom prst="line">
            <a:avLst/>
          </a:prstGeom>
          <a:ln w="2857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B83D153-F0F3-325A-CDB2-8584EBAB20F9}"/>
              </a:ext>
            </a:extLst>
          </p:cNvPr>
          <p:cNvCxnSpPr>
            <a:cxnSpLocks/>
          </p:cNvCxnSpPr>
          <p:nvPr/>
        </p:nvCxnSpPr>
        <p:spPr>
          <a:xfrm flipV="1">
            <a:off x="5171012" y="-736361"/>
            <a:ext cx="0" cy="255080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9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479</Words>
  <Application>Microsoft Office PowerPoint</Application>
  <PresentationFormat>Widescreen</PresentationFormat>
  <Paragraphs>330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2</cp:revision>
  <dcterms:created xsi:type="dcterms:W3CDTF">2025-10-29T01:37:28Z</dcterms:created>
  <dcterms:modified xsi:type="dcterms:W3CDTF">2025-11-14T13:47:11Z</dcterms:modified>
</cp:coreProperties>
</file>