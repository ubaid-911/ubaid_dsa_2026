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331" r:id="rId3"/>
    <p:sldId id="332" r:id="rId4"/>
    <p:sldId id="333" r:id="rId5"/>
    <p:sldId id="334" r:id="rId6"/>
    <p:sldId id="33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3B2EA-1CD0-41A1-A9A5-7B9CAC6674DA}" v="48" dt="2025-11-08T14:58:24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3" d="100"/>
          <a:sy n="53" d="100"/>
        </p:scale>
        <p:origin x="1838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undo custSel addSld delSld modSld">
      <pc:chgData name="UBAID QURESHI" userId="dd4ae95d8f7c04fe" providerId="LiveId" clId="{AF920071-46B6-4E4C-A6D8-3E93B456AF12}" dt="2025-11-08T14:59:00.753" v="374" actId="207"/>
      <pc:docMkLst>
        <pc:docMk/>
      </pc:docMkLst>
      <pc:sldChg chg="addSp delSp modSp mod">
        <pc:chgData name="UBAID QURESHI" userId="dd4ae95d8f7c04fe" providerId="LiveId" clId="{AF920071-46B6-4E4C-A6D8-3E93B456AF12}" dt="2025-11-08T14:39:23.353" v="83" actId="1076"/>
        <pc:sldMkLst>
          <pc:docMk/>
          <pc:sldMk cId="2377301550" sldId="331"/>
        </pc:sldMkLst>
        <pc:spChg chg="mod">
          <ac:chgData name="UBAID QURESHI" userId="dd4ae95d8f7c04fe" providerId="LiveId" clId="{AF920071-46B6-4E4C-A6D8-3E93B456AF12}" dt="2025-11-08T14:35:06.376" v="24" actId="1076"/>
          <ac:spMkLst>
            <pc:docMk/>
            <pc:sldMk cId="2377301550" sldId="331"/>
            <ac:spMk id="2" creationId="{2F482D7D-59C2-06B5-2188-60ED2292C1A5}"/>
          </ac:spMkLst>
        </pc:spChg>
        <pc:spChg chg="add mod">
          <ac:chgData name="UBAID QURESHI" userId="dd4ae95d8f7c04fe" providerId="LiveId" clId="{AF920071-46B6-4E4C-A6D8-3E93B456AF12}" dt="2025-11-08T14:39:18.861" v="82" actId="1076"/>
          <ac:spMkLst>
            <pc:docMk/>
            <pc:sldMk cId="2377301550" sldId="331"/>
            <ac:spMk id="3" creationId="{43F86245-01C6-16EA-A915-99FAD9095588}"/>
          </ac:spMkLst>
        </pc:spChg>
        <pc:spChg chg="mod">
          <ac:chgData name="UBAID QURESHI" userId="dd4ae95d8f7c04fe" providerId="LiveId" clId="{AF920071-46B6-4E4C-A6D8-3E93B456AF12}" dt="2025-11-08T14:36:17.750" v="64" actId="113"/>
          <ac:spMkLst>
            <pc:docMk/>
            <pc:sldMk cId="2377301550" sldId="331"/>
            <ac:spMk id="4" creationId="{30848E33-C0A5-B721-8A51-2C5C179F39FC}"/>
          </ac:spMkLst>
        </pc:spChg>
        <pc:spChg chg="add mod">
          <ac:chgData name="UBAID QURESHI" userId="dd4ae95d8f7c04fe" providerId="LiveId" clId="{AF920071-46B6-4E4C-A6D8-3E93B456AF12}" dt="2025-11-08T14:39:23.353" v="83" actId="1076"/>
          <ac:spMkLst>
            <pc:docMk/>
            <pc:sldMk cId="2377301550" sldId="331"/>
            <ac:spMk id="6" creationId="{C874EF98-7656-6BC7-EE6C-BF746E25C633}"/>
          </ac:spMkLst>
        </pc:spChg>
        <pc:spChg chg="del">
          <ac:chgData name="UBAID QURESHI" userId="dd4ae95d8f7c04fe" providerId="LiveId" clId="{AF920071-46B6-4E4C-A6D8-3E93B456AF12}" dt="2025-11-08T14:33:44.178" v="0" actId="478"/>
          <ac:spMkLst>
            <pc:docMk/>
            <pc:sldMk cId="2377301550" sldId="331"/>
            <ac:spMk id="7" creationId="{30EA4D20-5203-8F71-DDC8-971DE80287E0}"/>
          </ac:spMkLst>
        </pc:spChg>
        <pc:spChg chg="del">
          <ac:chgData name="UBAID QURESHI" userId="dd4ae95d8f7c04fe" providerId="LiveId" clId="{AF920071-46B6-4E4C-A6D8-3E93B456AF12}" dt="2025-11-08T14:35:14.402" v="25" actId="478"/>
          <ac:spMkLst>
            <pc:docMk/>
            <pc:sldMk cId="2377301550" sldId="331"/>
            <ac:spMk id="10" creationId="{1510EAB8-D04E-6AA1-D547-7E4818C1EE21}"/>
          </ac:spMkLst>
        </pc:spChg>
      </pc:sldChg>
      <pc:sldChg chg="addSp modSp add mod">
        <pc:chgData name="UBAID QURESHI" userId="dd4ae95d8f7c04fe" providerId="LiveId" clId="{AF920071-46B6-4E4C-A6D8-3E93B456AF12}" dt="2025-11-08T14:41:21.881" v="146" actId="207"/>
        <pc:sldMkLst>
          <pc:docMk/>
          <pc:sldMk cId="538654323" sldId="332"/>
        </pc:sldMkLst>
        <pc:spChg chg="add mod">
          <ac:chgData name="UBAID QURESHI" userId="dd4ae95d8f7c04fe" providerId="LiveId" clId="{AF920071-46B6-4E4C-A6D8-3E93B456AF12}" dt="2025-11-08T14:41:21.881" v="146" actId="207"/>
          <ac:spMkLst>
            <pc:docMk/>
            <pc:sldMk cId="538654323" sldId="332"/>
            <ac:spMk id="7" creationId="{9634E5E3-2E29-1B17-7468-FA7D0F6C9C15}"/>
          </ac:spMkLst>
        </pc:spChg>
      </pc:sldChg>
      <pc:sldChg chg="addSp modSp add mod">
        <pc:chgData name="UBAID QURESHI" userId="dd4ae95d8f7c04fe" providerId="LiveId" clId="{AF920071-46B6-4E4C-A6D8-3E93B456AF12}" dt="2025-11-08T14:43:41.135" v="186" actId="14100"/>
        <pc:sldMkLst>
          <pc:docMk/>
          <pc:sldMk cId="4144215811" sldId="333"/>
        </pc:sldMkLst>
        <pc:spChg chg="add mod">
          <ac:chgData name="UBAID QURESHI" userId="dd4ae95d8f7c04fe" providerId="LiveId" clId="{AF920071-46B6-4E4C-A6D8-3E93B456AF12}" dt="2025-11-08T14:43:41.135" v="186" actId="14100"/>
          <ac:spMkLst>
            <pc:docMk/>
            <pc:sldMk cId="4144215811" sldId="333"/>
            <ac:spMk id="10" creationId="{DB84B649-8549-1B4A-B70D-FD808FDB562D}"/>
          </ac:spMkLst>
        </pc:spChg>
        <pc:cxnChg chg="add mod">
          <ac:chgData name="UBAID QURESHI" userId="dd4ae95d8f7c04fe" providerId="LiveId" clId="{AF920071-46B6-4E4C-A6D8-3E93B456AF12}" dt="2025-11-08T14:42:11.836" v="150" actId="208"/>
          <ac:cxnSpMkLst>
            <pc:docMk/>
            <pc:sldMk cId="4144215811" sldId="333"/>
            <ac:cxnSpMk id="9" creationId="{D7B14FF1-689F-A60E-114D-C1EE2858BC1D}"/>
          </ac:cxnSpMkLst>
        </pc:cxnChg>
      </pc:sldChg>
      <pc:sldChg chg="addSp modSp add mod">
        <pc:chgData name="UBAID QURESHI" userId="dd4ae95d8f7c04fe" providerId="LiveId" clId="{AF920071-46B6-4E4C-A6D8-3E93B456AF12}" dt="2025-11-08T14:44:33.469" v="200" actId="207"/>
        <pc:sldMkLst>
          <pc:docMk/>
          <pc:sldMk cId="1841519648" sldId="334"/>
        </pc:sldMkLst>
        <pc:spChg chg="add mod">
          <ac:chgData name="UBAID QURESHI" userId="dd4ae95d8f7c04fe" providerId="LiveId" clId="{AF920071-46B6-4E4C-A6D8-3E93B456AF12}" dt="2025-11-08T14:44:33.469" v="200" actId="207"/>
          <ac:spMkLst>
            <pc:docMk/>
            <pc:sldMk cId="1841519648" sldId="334"/>
            <ac:spMk id="8" creationId="{85E4CCCD-33C6-73B3-C563-8C0F9C2F4F62}"/>
          </ac:spMkLst>
        </pc:spChg>
      </pc:sldChg>
      <pc:sldChg chg="addSp modSp add mod">
        <pc:chgData name="UBAID QURESHI" userId="dd4ae95d8f7c04fe" providerId="LiveId" clId="{AF920071-46B6-4E4C-A6D8-3E93B456AF12}" dt="2025-11-08T14:45:50.696" v="210" actId="207"/>
        <pc:sldMkLst>
          <pc:docMk/>
          <pc:sldMk cId="4223748490" sldId="335"/>
        </pc:sldMkLst>
        <pc:spChg chg="add mod">
          <ac:chgData name="UBAID QURESHI" userId="dd4ae95d8f7c04fe" providerId="LiveId" clId="{AF920071-46B6-4E4C-A6D8-3E93B456AF12}" dt="2025-11-08T14:45:50.696" v="210" actId="207"/>
          <ac:spMkLst>
            <pc:docMk/>
            <pc:sldMk cId="4223748490" sldId="335"/>
            <ac:spMk id="11" creationId="{C5525831-B8B2-A06E-F641-E440A3792AA2}"/>
          </ac:spMkLst>
        </pc:spChg>
      </pc:sldChg>
      <pc:sldChg chg="addSp modSp add mod">
        <pc:chgData name="UBAID QURESHI" userId="dd4ae95d8f7c04fe" providerId="LiveId" clId="{AF920071-46B6-4E4C-A6D8-3E93B456AF12}" dt="2025-11-08T14:49:23.229" v="233" actId="1076"/>
        <pc:sldMkLst>
          <pc:docMk/>
          <pc:sldMk cId="554882020" sldId="336"/>
        </pc:sldMkLst>
        <pc:spChg chg="add mod">
          <ac:chgData name="UBAID QURESHI" userId="dd4ae95d8f7c04fe" providerId="LiveId" clId="{AF920071-46B6-4E4C-A6D8-3E93B456AF12}" dt="2025-11-08T14:49:23.229" v="233" actId="1076"/>
          <ac:spMkLst>
            <pc:docMk/>
            <pc:sldMk cId="554882020" sldId="336"/>
            <ac:spMk id="14" creationId="{4220DADB-8410-253A-D15E-B19482C09C60}"/>
          </ac:spMkLst>
        </pc:spChg>
        <pc:cxnChg chg="add mod">
          <ac:chgData name="UBAID QURESHI" userId="dd4ae95d8f7c04fe" providerId="LiveId" clId="{AF920071-46B6-4E4C-A6D8-3E93B456AF12}" dt="2025-11-08T14:47:33.069" v="216" actId="1582"/>
          <ac:cxnSpMkLst>
            <pc:docMk/>
            <pc:sldMk cId="554882020" sldId="336"/>
            <ac:cxnSpMk id="13" creationId="{CCD22CBD-8A7A-6710-E1F2-610CE1B06F60}"/>
          </ac:cxnSpMkLst>
        </pc:cxnChg>
      </pc:sldChg>
      <pc:sldChg chg="addSp modSp add mod">
        <pc:chgData name="UBAID QURESHI" userId="dd4ae95d8f7c04fe" providerId="LiveId" clId="{AF920071-46B6-4E4C-A6D8-3E93B456AF12}" dt="2025-11-08T14:50:07.097" v="240" actId="20577"/>
        <pc:sldMkLst>
          <pc:docMk/>
          <pc:sldMk cId="2198731762" sldId="337"/>
        </pc:sldMkLst>
        <pc:spChg chg="add mod">
          <ac:chgData name="UBAID QURESHI" userId="dd4ae95d8f7c04fe" providerId="LiveId" clId="{AF920071-46B6-4E4C-A6D8-3E93B456AF12}" dt="2025-11-08T14:50:07.097" v="240" actId="20577"/>
          <ac:spMkLst>
            <pc:docMk/>
            <pc:sldMk cId="2198731762" sldId="337"/>
            <ac:spMk id="12" creationId="{496935C4-F782-DB46-129D-5F91955460C0}"/>
          </ac:spMkLst>
        </pc:spChg>
      </pc:sldChg>
      <pc:sldChg chg="addSp modSp add mod">
        <pc:chgData name="UBAID QURESHI" userId="dd4ae95d8f7c04fe" providerId="LiveId" clId="{AF920071-46B6-4E4C-A6D8-3E93B456AF12}" dt="2025-11-08T14:50:53.499" v="249" actId="20577"/>
        <pc:sldMkLst>
          <pc:docMk/>
          <pc:sldMk cId="3999072617" sldId="338"/>
        </pc:sldMkLst>
        <pc:spChg chg="add mod">
          <ac:chgData name="UBAID QURESHI" userId="dd4ae95d8f7c04fe" providerId="LiveId" clId="{AF920071-46B6-4E4C-A6D8-3E93B456AF12}" dt="2025-11-08T14:50:53.499" v="249" actId="20577"/>
          <ac:spMkLst>
            <pc:docMk/>
            <pc:sldMk cId="3999072617" sldId="338"/>
            <ac:spMk id="16" creationId="{E48E35FB-016F-0D81-54D9-C1FBC86C28E1}"/>
          </ac:spMkLst>
        </pc:spChg>
        <pc:cxnChg chg="add mod">
          <ac:chgData name="UBAID QURESHI" userId="dd4ae95d8f7c04fe" providerId="LiveId" clId="{AF920071-46B6-4E4C-A6D8-3E93B456AF12}" dt="2025-11-08T14:50:33.264" v="243" actId="1076"/>
          <ac:cxnSpMkLst>
            <pc:docMk/>
            <pc:sldMk cId="3999072617" sldId="338"/>
            <ac:cxnSpMk id="15" creationId="{AC33D31B-C104-CC92-F97C-A8542902BFC1}"/>
          </ac:cxnSpMkLst>
        </pc:cxnChg>
      </pc:sldChg>
      <pc:sldChg chg="addSp modSp add mod">
        <pc:chgData name="UBAID QURESHI" userId="dd4ae95d8f7c04fe" providerId="LiveId" clId="{AF920071-46B6-4E4C-A6D8-3E93B456AF12}" dt="2025-11-08T14:51:41.959" v="258" actId="1076"/>
        <pc:sldMkLst>
          <pc:docMk/>
          <pc:sldMk cId="1387108798" sldId="339"/>
        </pc:sldMkLst>
        <pc:spChg chg="add mod">
          <ac:chgData name="UBAID QURESHI" userId="dd4ae95d8f7c04fe" providerId="LiveId" clId="{AF920071-46B6-4E4C-A6D8-3E93B456AF12}" dt="2025-11-08T14:51:41.959" v="258" actId="1076"/>
          <ac:spMkLst>
            <pc:docMk/>
            <pc:sldMk cId="1387108798" sldId="339"/>
            <ac:spMk id="17" creationId="{B37C1632-929D-D22C-6C0D-ED05667ED6C9}"/>
          </ac:spMkLst>
        </pc:spChg>
      </pc:sldChg>
      <pc:sldChg chg="addSp modSp add mod">
        <pc:chgData name="UBAID QURESHI" userId="dd4ae95d8f7c04fe" providerId="LiveId" clId="{AF920071-46B6-4E4C-A6D8-3E93B456AF12}" dt="2025-11-08T14:52:19.059" v="266" actId="207"/>
        <pc:sldMkLst>
          <pc:docMk/>
          <pc:sldMk cId="526140942" sldId="340"/>
        </pc:sldMkLst>
        <pc:spChg chg="add mod">
          <ac:chgData name="UBAID QURESHI" userId="dd4ae95d8f7c04fe" providerId="LiveId" clId="{AF920071-46B6-4E4C-A6D8-3E93B456AF12}" dt="2025-11-08T14:52:19.059" v="266" actId="207"/>
          <ac:spMkLst>
            <pc:docMk/>
            <pc:sldMk cId="526140942" sldId="340"/>
            <ac:spMk id="18" creationId="{EE2DB415-CFAC-2F43-7AB2-490823111240}"/>
          </ac:spMkLst>
        </pc:spChg>
      </pc:sldChg>
      <pc:sldChg chg="addSp delSp modSp add mod">
        <pc:chgData name="UBAID QURESHI" userId="dd4ae95d8f7c04fe" providerId="LiveId" clId="{AF920071-46B6-4E4C-A6D8-3E93B456AF12}" dt="2025-11-08T14:53:08.501" v="273" actId="478"/>
        <pc:sldMkLst>
          <pc:docMk/>
          <pc:sldMk cId="43115939" sldId="341"/>
        </pc:sldMkLst>
        <pc:spChg chg="add mod">
          <ac:chgData name="UBAID QURESHI" userId="dd4ae95d8f7c04fe" providerId="LiveId" clId="{AF920071-46B6-4E4C-A6D8-3E93B456AF12}" dt="2025-11-08T14:52:56.288" v="271" actId="1076"/>
          <ac:spMkLst>
            <pc:docMk/>
            <pc:sldMk cId="43115939" sldId="341"/>
            <ac:spMk id="20" creationId="{8576CE98-E1F4-C419-8A42-AA2F50ABA43A}"/>
          </ac:spMkLst>
        </pc:spChg>
        <pc:spChg chg="add del mod">
          <ac:chgData name="UBAID QURESHI" userId="dd4ae95d8f7c04fe" providerId="LiveId" clId="{AF920071-46B6-4E4C-A6D8-3E93B456AF12}" dt="2025-11-08T14:53:08.501" v="273" actId="478"/>
          <ac:spMkLst>
            <pc:docMk/>
            <pc:sldMk cId="43115939" sldId="341"/>
            <ac:spMk id="21" creationId="{F83E8431-2D43-D2CE-9AA8-39D0F96E1817}"/>
          </ac:spMkLst>
        </pc:spChg>
        <pc:cxnChg chg="add mod">
          <ac:chgData name="UBAID QURESHI" userId="dd4ae95d8f7c04fe" providerId="LiveId" clId="{AF920071-46B6-4E4C-A6D8-3E93B456AF12}" dt="2025-11-08T14:52:48.718" v="269" actId="1076"/>
          <ac:cxnSpMkLst>
            <pc:docMk/>
            <pc:sldMk cId="43115939" sldId="341"/>
            <ac:cxnSpMk id="19" creationId="{9EB5E0EE-7E4D-72CA-CBC4-DD65EFE722F4}"/>
          </ac:cxnSpMkLst>
        </pc:cxnChg>
      </pc:sldChg>
      <pc:sldChg chg="addSp modSp add mod">
        <pc:chgData name="UBAID QURESHI" userId="dd4ae95d8f7c04fe" providerId="LiveId" clId="{AF920071-46B6-4E4C-A6D8-3E93B456AF12}" dt="2025-11-08T14:53:29.189" v="280" actId="20577"/>
        <pc:sldMkLst>
          <pc:docMk/>
          <pc:sldMk cId="1339106046" sldId="342"/>
        </pc:sldMkLst>
        <pc:spChg chg="add mod">
          <ac:chgData name="UBAID QURESHI" userId="dd4ae95d8f7c04fe" providerId="LiveId" clId="{AF920071-46B6-4E4C-A6D8-3E93B456AF12}" dt="2025-11-08T14:53:29.189" v="280" actId="20577"/>
          <ac:spMkLst>
            <pc:docMk/>
            <pc:sldMk cId="1339106046" sldId="342"/>
            <ac:spMk id="21" creationId="{3CA4E1E3-874F-0B68-D2D7-01A2460DF19A}"/>
          </ac:spMkLst>
        </pc:spChg>
      </pc:sldChg>
      <pc:sldChg chg="addSp modSp add mod">
        <pc:chgData name="UBAID QURESHI" userId="dd4ae95d8f7c04fe" providerId="LiveId" clId="{AF920071-46B6-4E4C-A6D8-3E93B456AF12}" dt="2025-11-08T14:54:20.284" v="291" actId="20577"/>
        <pc:sldMkLst>
          <pc:docMk/>
          <pc:sldMk cId="414345798" sldId="343"/>
        </pc:sldMkLst>
        <pc:spChg chg="add mod">
          <ac:chgData name="UBAID QURESHI" userId="dd4ae95d8f7c04fe" providerId="LiveId" clId="{AF920071-46B6-4E4C-A6D8-3E93B456AF12}" dt="2025-11-08T14:54:20.284" v="291" actId="20577"/>
          <ac:spMkLst>
            <pc:docMk/>
            <pc:sldMk cId="414345798" sldId="343"/>
            <ac:spMk id="23" creationId="{4DFE3564-0104-B25E-4286-EDEB4BD900C0}"/>
          </ac:spMkLst>
        </pc:spChg>
        <pc:cxnChg chg="add mod">
          <ac:chgData name="UBAID QURESHI" userId="dd4ae95d8f7c04fe" providerId="LiveId" clId="{AF920071-46B6-4E4C-A6D8-3E93B456AF12}" dt="2025-11-08T14:53:47.753" v="283" actId="1076"/>
          <ac:cxnSpMkLst>
            <pc:docMk/>
            <pc:sldMk cId="414345798" sldId="343"/>
            <ac:cxnSpMk id="22" creationId="{E8CA6AC1-0FA8-82F9-4948-61E60277E888}"/>
          </ac:cxnSpMkLst>
        </pc:cxnChg>
      </pc:sldChg>
      <pc:sldChg chg="add del">
        <pc:chgData name="UBAID QURESHI" userId="dd4ae95d8f7c04fe" providerId="LiveId" clId="{AF920071-46B6-4E4C-A6D8-3E93B456AF12}" dt="2025-11-08T14:54:07.933" v="287"/>
        <pc:sldMkLst>
          <pc:docMk/>
          <pc:sldMk cId="370814720" sldId="344"/>
        </pc:sldMkLst>
      </pc:sldChg>
      <pc:sldChg chg="addSp modSp add mod">
        <pc:chgData name="UBAID QURESHI" userId="dd4ae95d8f7c04fe" providerId="LiveId" clId="{AF920071-46B6-4E4C-A6D8-3E93B456AF12}" dt="2025-11-08T14:54:52.390" v="296" actId="20577"/>
        <pc:sldMkLst>
          <pc:docMk/>
          <pc:sldMk cId="1911546551" sldId="344"/>
        </pc:sldMkLst>
        <pc:spChg chg="add mod">
          <ac:chgData name="UBAID QURESHI" userId="dd4ae95d8f7c04fe" providerId="LiveId" clId="{AF920071-46B6-4E4C-A6D8-3E93B456AF12}" dt="2025-11-08T14:54:52.390" v="296" actId="20577"/>
          <ac:spMkLst>
            <pc:docMk/>
            <pc:sldMk cId="1911546551" sldId="344"/>
            <ac:spMk id="24" creationId="{A3276096-3C1F-9BA9-EF0A-C04CD9686D7A}"/>
          </ac:spMkLst>
        </pc:spChg>
      </pc:sldChg>
      <pc:sldChg chg="addSp modSp add mod">
        <pc:chgData name="UBAID QURESHI" userId="dd4ae95d8f7c04fe" providerId="LiveId" clId="{AF920071-46B6-4E4C-A6D8-3E93B456AF12}" dt="2025-11-08T14:55:31.999" v="301" actId="1076"/>
        <pc:sldMkLst>
          <pc:docMk/>
          <pc:sldMk cId="4028569668" sldId="345"/>
        </pc:sldMkLst>
        <pc:spChg chg="add mod">
          <ac:chgData name="UBAID QURESHI" userId="dd4ae95d8f7c04fe" providerId="LiveId" clId="{AF920071-46B6-4E4C-A6D8-3E93B456AF12}" dt="2025-11-08T14:55:31.999" v="301" actId="1076"/>
          <ac:spMkLst>
            <pc:docMk/>
            <pc:sldMk cId="4028569668" sldId="345"/>
            <ac:spMk id="25" creationId="{DAEEAEC3-FEFA-6FF4-7173-2887701C8B66}"/>
          </ac:spMkLst>
        </pc:spChg>
      </pc:sldChg>
      <pc:sldChg chg="addSp modSp add mod">
        <pc:chgData name="UBAID QURESHI" userId="dd4ae95d8f7c04fe" providerId="LiveId" clId="{AF920071-46B6-4E4C-A6D8-3E93B456AF12}" dt="2025-11-08T14:56:01.777" v="306" actId="1076"/>
        <pc:sldMkLst>
          <pc:docMk/>
          <pc:sldMk cId="2474717353" sldId="346"/>
        </pc:sldMkLst>
        <pc:spChg chg="add mod">
          <ac:chgData name="UBAID QURESHI" userId="dd4ae95d8f7c04fe" providerId="LiveId" clId="{AF920071-46B6-4E4C-A6D8-3E93B456AF12}" dt="2025-11-08T14:56:01.777" v="306" actId="1076"/>
          <ac:spMkLst>
            <pc:docMk/>
            <pc:sldMk cId="2474717353" sldId="346"/>
            <ac:spMk id="27" creationId="{45C2E1A7-846B-7475-DDA8-37E7CC11E5B8}"/>
          </ac:spMkLst>
        </pc:spChg>
        <pc:cxnChg chg="add mod">
          <ac:chgData name="UBAID QURESHI" userId="dd4ae95d8f7c04fe" providerId="LiveId" clId="{AF920071-46B6-4E4C-A6D8-3E93B456AF12}" dt="2025-11-08T14:55:55.175" v="304" actId="1076"/>
          <ac:cxnSpMkLst>
            <pc:docMk/>
            <pc:sldMk cId="2474717353" sldId="346"/>
            <ac:cxnSpMk id="26" creationId="{1B528A11-58DF-E28A-0CE3-50A372095401}"/>
          </ac:cxnSpMkLst>
        </pc:cxnChg>
      </pc:sldChg>
      <pc:sldChg chg="addSp modSp add mod">
        <pc:chgData name="UBAID QURESHI" userId="dd4ae95d8f7c04fe" providerId="LiveId" clId="{AF920071-46B6-4E4C-A6D8-3E93B456AF12}" dt="2025-11-08T14:56:34.110" v="313" actId="20577"/>
        <pc:sldMkLst>
          <pc:docMk/>
          <pc:sldMk cId="1065358890" sldId="347"/>
        </pc:sldMkLst>
        <pc:spChg chg="add mod">
          <ac:chgData name="UBAID QURESHI" userId="dd4ae95d8f7c04fe" providerId="LiveId" clId="{AF920071-46B6-4E4C-A6D8-3E93B456AF12}" dt="2025-11-08T14:56:34.110" v="313" actId="20577"/>
          <ac:spMkLst>
            <pc:docMk/>
            <pc:sldMk cId="1065358890" sldId="347"/>
            <ac:spMk id="28" creationId="{5A521635-379C-FAB1-8083-F0E1B35EF1A9}"/>
          </ac:spMkLst>
        </pc:spChg>
      </pc:sldChg>
      <pc:sldChg chg="addSp modSp add mod">
        <pc:chgData name="UBAID QURESHI" userId="dd4ae95d8f7c04fe" providerId="LiveId" clId="{AF920071-46B6-4E4C-A6D8-3E93B456AF12}" dt="2025-11-08T14:57:59.886" v="336" actId="20577"/>
        <pc:sldMkLst>
          <pc:docMk/>
          <pc:sldMk cId="3404607129" sldId="348"/>
        </pc:sldMkLst>
        <pc:spChg chg="add mod">
          <ac:chgData name="UBAID QURESHI" userId="dd4ae95d8f7c04fe" providerId="LiveId" clId="{AF920071-46B6-4E4C-A6D8-3E93B456AF12}" dt="2025-11-08T14:57:59.886" v="336" actId="20577"/>
          <ac:spMkLst>
            <pc:docMk/>
            <pc:sldMk cId="3404607129" sldId="348"/>
            <ac:spMk id="29" creationId="{97FA0908-57F0-FCD8-4FAB-CB44CCEE0AA2}"/>
          </ac:spMkLst>
        </pc:spChg>
      </pc:sldChg>
      <pc:sldChg chg="addSp modSp add mod">
        <pc:chgData name="UBAID QURESHI" userId="dd4ae95d8f7c04fe" providerId="LiveId" clId="{AF920071-46B6-4E4C-A6D8-3E93B456AF12}" dt="2025-11-08T14:59:00.753" v="374" actId="207"/>
        <pc:sldMkLst>
          <pc:docMk/>
          <pc:sldMk cId="172155047" sldId="349"/>
        </pc:sldMkLst>
        <pc:spChg chg="mod">
          <ac:chgData name="UBAID QURESHI" userId="dd4ae95d8f7c04fe" providerId="LiveId" clId="{AF920071-46B6-4E4C-A6D8-3E93B456AF12}" dt="2025-11-08T14:58:16.539" v="338" actId="208"/>
          <ac:spMkLst>
            <pc:docMk/>
            <pc:sldMk cId="172155047" sldId="349"/>
            <ac:spMk id="5" creationId="{5C05E821-48C6-3786-379A-2C94E59E561E}"/>
          </ac:spMkLst>
        </pc:spChg>
        <pc:spChg chg="add mod">
          <ac:chgData name="UBAID QURESHI" userId="dd4ae95d8f7c04fe" providerId="LiveId" clId="{AF920071-46B6-4E4C-A6D8-3E93B456AF12}" dt="2025-11-08T14:59:00.753" v="374" actId="207"/>
          <ac:spMkLst>
            <pc:docMk/>
            <pc:sldMk cId="172155047" sldId="349"/>
            <ac:spMk id="30" creationId="{71A2F368-9F41-9584-C6AC-71AD29CE3C1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BEB2C-E225-5F4A-612E-62DC58840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A02E2-8AFA-2E7F-5BFD-7CA6E5E80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2CDF8-6891-6D8E-E1C3-2A9E76FF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894FF-2B5D-40EE-97EE-8A94126C9AB9}" type="datetimeFigureOut">
              <a:rPr lang="en-IN" smtClean="0"/>
              <a:t>09-11-2025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6393E-F33C-8341-D02F-52AD74A2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86820-6A07-C0C8-49F9-3F472C149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C97F-D5BD-4621-BE6D-303A753452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87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F996-5DE6-7387-E56C-47D833582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F36FA-49C5-F293-7B4E-1ACDB8841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8FE88-DAFE-7DDE-3615-D29E74CFE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894FF-2B5D-40EE-97EE-8A94126C9AB9}" type="datetimeFigureOut">
              <a:rPr lang="en-IN" smtClean="0"/>
              <a:t>09-11-2025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C300A-F012-1214-E994-467778AA0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F16F1-31A7-C94B-7D29-4AAE0D06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C97F-D5BD-4621-BE6D-303A753452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69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59ED1-DB0A-3D0D-5BB0-0CB5399F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A7DB5-475B-7E59-82E1-CC30C9875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42DD3-40B8-92D4-6561-AA91E421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894FF-2B5D-40EE-97EE-8A94126C9AB9}" type="datetimeFigureOut">
              <a:rPr lang="en-IN" smtClean="0"/>
              <a:t>09-11-2025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E5F95-6D9F-C90B-7C89-4F6BA20E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9235-711C-9D72-14E6-88665AFCB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C97F-D5BD-4621-BE6D-303A753452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33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8836-558C-DB13-19A7-081E5DA27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9CE61-1038-F662-9D8D-6223494F1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97D14-C1BA-3C58-8CAD-B1E628E2B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255E4-77EA-35A5-AAFD-460CE839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894FF-2B5D-40EE-97EE-8A94126C9AB9}" type="datetimeFigureOut">
              <a:rPr lang="en-IN" smtClean="0"/>
              <a:t>09-11-2025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519F3-08D2-887F-F8A6-3C35EE02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95297-5F17-ED4D-1E7E-708EF0A07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C97F-D5BD-4621-BE6D-303A753452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597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0EC21-D49A-4F0F-D972-E1A62B4B7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D726B-2491-902B-6A9E-0A07BF683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BDCA1-258C-2E4F-66C7-8FA8DD62A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D018B-3007-4910-096B-3A0B0B9A6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DCF31-120B-C402-E96B-E17B7D33E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EC14B9-0D2E-D33D-601C-9DB6869D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894FF-2B5D-40EE-97EE-8A94126C9AB9}" type="datetimeFigureOut">
              <a:rPr lang="en-IN" smtClean="0"/>
              <a:t>09-11-2025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3A80F4-C9C9-9277-52A2-6E6A224F8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F89C4-8D8F-CA5B-3E98-74319D09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C97F-D5BD-4621-BE6D-303A753452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337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D89C3-7509-A925-D9EE-D6509B028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03998-E281-69C8-0AA4-EF669A96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894FF-2B5D-40EE-97EE-8A94126C9AB9}" type="datetimeFigureOut">
              <a:rPr lang="en-IN" smtClean="0"/>
              <a:t>09-11-2025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E40093-AEA9-8212-BAF7-348AB736D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57E0F-7965-1777-D5CB-71ED03FA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C97F-D5BD-4621-BE6D-303A753452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3711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73CE52-F48C-3498-75F1-D078AF35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894FF-2B5D-40EE-97EE-8A94126C9AB9}" type="datetimeFigureOut">
              <a:rPr lang="en-IN" smtClean="0"/>
              <a:t>09-11-2025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0A7280-FFC0-B3AE-3622-F392C10AC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AA28A-0EB4-58CD-1E0F-D740470A9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C97F-D5BD-4621-BE6D-303A753452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159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B3E3-2602-770D-03A7-2B9379DC4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87DEF-A354-48BF-91EE-B108023A1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A2A6E-FDDE-135C-ACC0-945386892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25957-76AE-1BA7-3A68-EE691FB9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894FF-2B5D-40EE-97EE-8A94126C9AB9}" type="datetimeFigureOut">
              <a:rPr lang="en-IN" smtClean="0"/>
              <a:t>09-11-2025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8F3D4-25F9-03CC-508B-A99351733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8E434-F15F-8A51-8CFA-9F359635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C97F-D5BD-4621-BE6D-303A753452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8143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21F6-26ED-0D95-EEC7-389AD10AA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65CAF5-9D56-FF35-FFFD-22B79997C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BD993-C715-0016-0DDD-33F2B2D9E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A6EEB-C91E-76B4-AD2C-ECA543249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894FF-2B5D-40EE-97EE-8A94126C9AB9}" type="datetimeFigureOut">
              <a:rPr lang="en-IN" smtClean="0"/>
              <a:t>09-11-2025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CCA37-54EB-1D77-2A56-C68DA96D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9DD1A-0D76-9F13-8559-1E9C8F3A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C97F-D5BD-4621-BE6D-303A753452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53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C1A51-EABF-96B8-235B-926DD975B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4AEB0-B979-87D0-A028-BE034F34F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EAA97-1B1C-C7B9-6D5A-73B59872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894FF-2B5D-40EE-97EE-8A94126C9AB9}" type="datetimeFigureOut">
              <a:rPr lang="en-IN" smtClean="0"/>
              <a:t>09-11-2025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95AC0-63F9-D5A3-8374-1466434A5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32FEB-E8EE-DB27-B547-FF942F3B7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C97F-D5BD-4621-BE6D-303A753452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7643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4C5443-08D0-9E82-D9A7-95CDEFAD0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6B74CD-2498-965F-67CA-4E73E67AE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5032C-E3C8-62D0-FC36-006A72ED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894FF-2B5D-40EE-97EE-8A94126C9AB9}" type="datetimeFigureOut">
              <a:rPr lang="en-IN" smtClean="0"/>
              <a:t>09-11-2025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F9097-82F3-B785-03DF-7CB7C50A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D5B67-617F-4BDA-FAED-38B1C5E86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8C97F-D5BD-4621-BE6D-303A753452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7575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65F21D-FC1D-EC08-D801-9BC4E00E5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EA8A9-2226-6A3A-EA21-D43BFA238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00961-018D-3D5B-3091-2403DA383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894FF-2B5D-40EE-97EE-8A94126C9AB9}" type="datetimeFigureOut">
              <a:rPr lang="en-IN" smtClean="0"/>
              <a:t>09-11-2025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402A5-BD4C-4D6B-43EA-A015E586E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ED48B-396F-AAD0-9956-93F3E2ADB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8C97F-D5BD-4621-BE6D-303A753452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473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29467-71F6-8D4D-E34E-2A540946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3DEF89-3F9B-2A16-46C4-2343A5336D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B2EF26-A2E4-1929-99C5-5E078599F130}"/>
              </a:ext>
            </a:extLst>
          </p:cNvPr>
          <p:cNvSpPr txBox="1"/>
          <p:nvPr/>
        </p:nvSpPr>
        <p:spPr>
          <a:xfrm>
            <a:off x="1812222" y="2644170"/>
            <a:ext cx="85675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Reverse String</a:t>
            </a:r>
            <a:endParaRPr lang="en-IN" sz="96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091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7D125-BAF9-377E-42C5-9B1257030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916F92-BCAE-54A9-1963-B1907CF243F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F482D7D-59C2-06B5-2188-60ED2292C1A5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48E33-C0A5-B721-8A51-2C5C179F39FC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3F86245-01C6-16EA-A915-99FAD9095588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4EF98-7656-6BC7-EE6C-BF746E25C633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30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953EF-C4A2-9B9E-AD64-E74F61812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AD06142-FE8E-6016-EFF4-397EF948970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AD87268-56A3-5BC3-31FD-2D03526FE886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9D0A91-5197-95CA-7797-BF864F6DCCB3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042251-B20F-A22D-287F-BE4FE7F5C9CB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CFABA6-1848-488A-B0C8-89FFDB79B2C4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4E5E3-2E29-1B17-7468-FA7D0F6C9C15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</p:spTree>
    <p:extLst>
      <p:ext uri="{BB962C8B-B14F-4D97-AF65-F5344CB8AC3E}">
        <p14:creationId xmlns:p14="http://schemas.microsoft.com/office/powerpoint/2010/main" val="538654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39DE5-FE7F-40E9-B621-A0D887700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D28D72-6A51-0057-7A13-1BF2E0E708C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F99851F-0F24-4C1D-957C-2227A71D1857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1761FB-7C29-ABD8-8169-1AEC1611C392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9AA6DCC-9670-B258-B0FB-0945F1116D95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6B5A12-EB64-0640-00E2-E2FC95BA496C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32CFB-4E3D-BAB8-BADF-FDA7B9B904A8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B14FF1-689F-A60E-114D-C1EE2858BC1D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B84B649-8549-1B4A-B70D-FD808FDB562D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</p:spTree>
    <p:extLst>
      <p:ext uri="{BB962C8B-B14F-4D97-AF65-F5344CB8AC3E}">
        <p14:creationId xmlns:p14="http://schemas.microsoft.com/office/powerpoint/2010/main" val="4144215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BD46A-3AC0-1AD4-DB82-067C9F1F6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DA0380-E432-03ED-4BAA-7A1981BA569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506B967-1B37-00C7-57A7-1DD01270C141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8B0ED-98C1-4033-3426-B7A9B003DDBD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27497F4-9A81-88F5-2DF8-6CA0AB485F82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3533B-48D0-EEAB-A26A-63190528BC7A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0D28E7-ECBA-980D-6393-6AE8A13E2B19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D264C54-2000-F084-7645-CB69B2B38037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EC7A97B-F39F-5628-2BE4-B79A9DEFBFD9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E4CCCD-33C6-73B3-C563-8C0F9C2F4F62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</p:spTree>
    <p:extLst>
      <p:ext uri="{BB962C8B-B14F-4D97-AF65-F5344CB8AC3E}">
        <p14:creationId xmlns:p14="http://schemas.microsoft.com/office/powerpoint/2010/main" val="1841519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C813-0D10-8DD8-A2F2-E37B3CD43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A76E069-A64B-4FF0-1F0A-D7F4BAD96B0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C68BE1-C6C9-2748-5310-930749908ED0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073DD0-E9CD-6480-671D-3C2FA6CDDD28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BC997C-8AE4-75B5-E224-2617B460AB71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79EE02-6D3C-9FFD-9C01-C36F6639A0EE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B3505F-14DC-0A67-1319-C6738C72EDEC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BC0601-FC5C-0CCC-B759-62085BE12E4F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5CA3255-42FD-E145-2559-30A0DFF1943C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4D3C4B-B7F4-3741-79A7-84CD5B27DE1E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5525831-B8B2-A06E-F641-E440A3792AA2}"/>
              </a:ext>
            </a:extLst>
          </p:cNvPr>
          <p:cNvSpPr/>
          <p:nvPr/>
        </p:nvSpPr>
        <p:spPr>
          <a:xfrm>
            <a:off x="4875015" y="186426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e  l  l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4223748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ACB1A-8FFF-3607-CC07-A9A6F81E8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977077-90FF-9C57-2C79-C05C6261859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216E360-FBB1-9B53-DE32-FC6B1FDE5800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C4B37-367F-00D7-D42B-29F6D137790F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2D23B15-3098-EAB8-E69C-F3FF930454C1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3E72BC-CB8B-6019-C00C-6C9665560FB4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78F8A-E05B-19A5-0F84-A5E770FCA673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B173CE-378A-F944-FC58-80812B0CE5A0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B35F19-7197-1336-CA13-6BAF2EEA937B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5E5A30-0C45-B9D3-B627-5695E9CA95F1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9F2749E-43DF-634B-E541-2E7BD958611D}"/>
              </a:ext>
            </a:extLst>
          </p:cNvPr>
          <p:cNvSpPr/>
          <p:nvPr/>
        </p:nvSpPr>
        <p:spPr>
          <a:xfrm>
            <a:off x="4875015" y="186426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e  l  l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D22CBD-8A7A-6710-E1F2-610CE1B06F60}"/>
              </a:ext>
            </a:extLst>
          </p:cNvPr>
          <p:cNvCxnSpPr/>
          <p:nvPr/>
        </p:nvCxnSpPr>
        <p:spPr>
          <a:xfrm>
            <a:off x="2821577" y="2154622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20DADB-8410-253A-D15E-B19482C09C60}"/>
              </a:ext>
            </a:extLst>
          </p:cNvPr>
          <p:cNvSpPr txBox="1"/>
          <p:nvPr/>
        </p:nvSpPr>
        <p:spPr>
          <a:xfrm>
            <a:off x="-187758" y="1667774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882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D10A7-6F91-3D8A-E7BF-D45354C01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789B38-B348-7C88-4EB2-55A05EDC6C4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A1625C5-0DEA-8796-A869-3D209AA919D3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4359B5-504B-4A66-97B0-E0CD4B573378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1FF0DD8-E6D1-FE3B-111C-C09AFD891238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A1A97E-45AE-ED92-947C-9A8A4AE38130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1DF6D-0A6B-A7EB-A1C5-624E35A244C3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BA7826-1075-79A9-8BB4-94F0120BE516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B8A21E2-C9DE-842F-D2F3-03DF6423045C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420652A-DBDA-B1B6-0BB9-3C0CAC26B678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F7E255B-532A-1DC6-7C6D-9F198C6717FE}"/>
              </a:ext>
            </a:extLst>
          </p:cNvPr>
          <p:cNvSpPr/>
          <p:nvPr/>
        </p:nvSpPr>
        <p:spPr>
          <a:xfrm>
            <a:off x="4875015" y="186426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e  l  l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0A955E-77E4-301D-6DAF-2E7D9D9F4EBD}"/>
              </a:ext>
            </a:extLst>
          </p:cNvPr>
          <p:cNvCxnSpPr/>
          <p:nvPr/>
        </p:nvCxnSpPr>
        <p:spPr>
          <a:xfrm>
            <a:off x="2821577" y="2154622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C06F60-ABAC-A8F9-D38A-B2691929E91C}"/>
              </a:ext>
            </a:extLst>
          </p:cNvPr>
          <p:cNvSpPr txBox="1"/>
          <p:nvPr/>
        </p:nvSpPr>
        <p:spPr>
          <a:xfrm>
            <a:off x="-187758" y="1667774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6935C4-F782-DB46-129D-5F91955460C0}"/>
              </a:ext>
            </a:extLst>
          </p:cNvPr>
          <p:cNvSpPr txBox="1"/>
          <p:nvPr/>
        </p:nvSpPr>
        <p:spPr>
          <a:xfrm>
            <a:off x="4677830" y="24613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1                                     j = 3</a:t>
            </a:r>
          </a:p>
        </p:txBody>
      </p:sp>
    </p:spTree>
    <p:extLst>
      <p:ext uri="{BB962C8B-B14F-4D97-AF65-F5344CB8AC3E}">
        <p14:creationId xmlns:p14="http://schemas.microsoft.com/office/powerpoint/2010/main" val="2198731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6900-94FE-15FB-BF46-8BB7C87D8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04950E-AAB1-7C4E-D0BB-D1344D72068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E56C52E-B19C-4E0F-05EF-ABD9DF5DEFF9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BFF41B-D94F-D8EF-A58F-F53E3B0DB042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93459C-CCDA-047E-7BE0-0896B7B75200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47D03F-57BC-6700-D31C-D49301982FD6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48B59-812C-D127-BDC2-13F7570628BD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4A110E-48F7-A210-AC38-07EA262E05FC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F7D01F-488F-C2F5-4DF1-8D95B211D3FB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3FE1A6-FB8E-70F3-B67A-FB7B9CCCF191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13459B-F1B4-37D1-6439-931DA3353CC3}"/>
              </a:ext>
            </a:extLst>
          </p:cNvPr>
          <p:cNvSpPr/>
          <p:nvPr/>
        </p:nvSpPr>
        <p:spPr>
          <a:xfrm>
            <a:off x="4875015" y="186426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e  l  l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78C052-EBEE-C8BF-53DF-9054A5C3F2A5}"/>
              </a:ext>
            </a:extLst>
          </p:cNvPr>
          <p:cNvCxnSpPr/>
          <p:nvPr/>
        </p:nvCxnSpPr>
        <p:spPr>
          <a:xfrm>
            <a:off x="2821577" y="2154622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D7C141-5794-A20B-29DD-5AC0FB639E0F}"/>
              </a:ext>
            </a:extLst>
          </p:cNvPr>
          <p:cNvSpPr txBox="1"/>
          <p:nvPr/>
        </p:nvSpPr>
        <p:spPr>
          <a:xfrm>
            <a:off x="-187758" y="1667774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469614-8417-3379-9B6D-4EEE272EC5E2}"/>
              </a:ext>
            </a:extLst>
          </p:cNvPr>
          <p:cNvSpPr txBox="1"/>
          <p:nvPr/>
        </p:nvSpPr>
        <p:spPr>
          <a:xfrm>
            <a:off x="4677830" y="24613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1                                     j = 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33D31B-C104-CC92-F97C-A8542902BFC1}"/>
              </a:ext>
            </a:extLst>
          </p:cNvPr>
          <p:cNvCxnSpPr/>
          <p:nvPr/>
        </p:nvCxnSpPr>
        <p:spPr>
          <a:xfrm>
            <a:off x="5866674" y="246137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8E35FB-016F-0D81-54D9-C1FBC86C28E1}"/>
              </a:ext>
            </a:extLst>
          </p:cNvPr>
          <p:cNvSpPr/>
          <p:nvPr/>
        </p:nvSpPr>
        <p:spPr>
          <a:xfrm>
            <a:off x="4764760" y="299172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swap(str[1] , str[3] )</a:t>
            </a:r>
          </a:p>
        </p:txBody>
      </p:sp>
    </p:spTree>
    <p:extLst>
      <p:ext uri="{BB962C8B-B14F-4D97-AF65-F5344CB8AC3E}">
        <p14:creationId xmlns:p14="http://schemas.microsoft.com/office/powerpoint/2010/main" val="3999072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54868-8711-C286-C8BC-1FCB2B79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033662-12B5-1198-7414-3DEF6F3B1BE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9FCA957-90B9-CE0B-9238-F40C7873A4A1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793478-7272-6AF1-7880-3CC34A4E8A28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4D606AC-D812-4DE3-FFC5-48FFBA6757CD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E8F029-188C-A764-3D25-B9D6AADA735C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A08C60-836E-F88F-E906-F4F418F180A7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1EDC9E-7827-4449-ED14-CDF05152348F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51AACA-B9B5-66F2-8F66-A1D399D2089A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B0AFD8-C580-47F7-1A78-44DEB4CA0739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C218BBA-65A5-B2EA-5469-79B2E3C9187F}"/>
              </a:ext>
            </a:extLst>
          </p:cNvPr>
          <p:cNvSpPr/>
          <p:nvPr/>
        </p:nvSpPr>
        <p:spPr>
          <a:xfrm>
            <a:off x="4875015" y="186426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e  l  l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84F6E5-2BBF-D3EC-06DC-29151816D4DE}"/>
              </a:ext>
            </a:extLst>
          </p:cNvPr>
          <p:cNvCxnSpPr/>
          <p:nvPr/>
        </p:nvCxnSpPr>
        <p:spPr>
          <a:xfrm>
            <a:off x="2821577" y="2154622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3252DAA-5EB2-B92A-F5F3-665E37A4C4A9}"/>
              </a:ext>
            </a:extLst>
          </p:cNvPr>
          <p:cNvSpPr txBox="1"/>
          <p:nvPr/>
        </p:nvSpPr>
        <p:spPr>
          <a:xfrm>
            <a:off x="-187758" y="1667774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19B0D8-84AB-F5D8-0155-1C1E2860BFE4}"/>
              </a:ext>
            </a:extLst>
          </p:cNvPr>
          <p:cNvSpPr txBox="1"/>
          <p:nvPr/>
        </p:nvSpPr>
        <p:spPr>
          <a:xfrm>
            <a:off x="4677830" y="24613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1                                     j = 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208DA77-9EDA-34E2-E633-7C87925A48AE}"/>
              </a:ext>
            </a:extLst>
          </p:cNvPr>
          <p:cNvCxnSpPr/>
          <p:nvPr/>
        </p:nvCxnSpPr>
        <p:spPr>
          <a:xfrm>
            <a:off x="5866674" y="246137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84FD58-6B6A-EF08-890A-42789719EFF7}"/>
              </a:ext>
            </a:extLst>
          </p:cNvPr>
          <p:cNvSpPr/>
          <p:nvPr/>
        </p:nvSpPr>
        <p:spPr>
          <a:xfrm>
            <a:off x="4764760" y="299172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swap(str[1] , str[3] 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37C1632-929D-D22C-6C0D-ED05667ED6C9}"/>
              </a:ext>
            </a:extLst>
          </p:cNvPr>
          <p:cNvSpPr/>
          <p:nvPr/>
        </p:nvSpPr>
        <p:spPr>
          <a:xfrm>
            <a:off x="5179684" y="3429000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e , l )</a:t>
            </a:r>
          </a:p>
        </p:txBody>
      </p:sp>
    </p:spTree>
    <p:extLst>
      <p:ext uri="{BB962C8B-B14F-4D97-AF65-F5344CB8AC3E}">
        <p14:creationId xmlns:p14="http://schemas.microsoft.com/office/powerpoint/2010/main" val="1387108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C679A-4B42-DC61-DD9A-D7ADD2DE2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ABAED0-6DE8-1A78-D679-C3028C715C1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7E88E4B-2A29-E8B0-9999-23261E820D3E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6686E1-410E-0AF7-0C0A-887033F694F5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1D9E8C-0BCB-8458-351D-F627B0979FC8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A9B30D-B57A-F029-A70E-221B4324FBA3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3BBB5E-1D55-D368-988E-3F2DD7C16F6F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AAE4E8-9D0A-3701-4129-393CFC23F645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23DFB2-1CE2-6A3D-F5C2-4548A4D2E991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378180-77A3-5637-7EC0-E33E024D453E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6C9EAA-632F-3CC0-A5E6-C8D9D874413F}"/>
              </a:ext>
            </a:extLst>
          </p:cNvPr>
          <p:cNvSpPr/>
          <p:nvPr/>
        </p:nvSpPr>
        <p:spPr>
          <a:xfrm>
            <a:off x="4875015" y="186426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e  l  l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8C09A6-0872-49AD-C45F-26EEF33A70DB}"/>
              </a:ext>
            </a:extLst>
          </p:cNvPr>
          <p:cNvCxnSpPr/>
          <p:nvPr/>
        </p:nvCxnSpPr>
        <p:spPr>
          <a:xfrm>
            <a:off x="2821577" y="2154622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5D28266-13CB-A686-EEBD-369CD9882BEC}"/>
              </a:ext>
            </a:extLst>
          </p:cNvPr>
          <p:cNvSpPr txBox="1"/>
          <p:nvPr/>
        </p:nvSpPr>
        <p:spPr>
          <a:xfrm>
            <a:off x="-187758" y="1667774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1161A1-B00A-B45E-92DB-411963A17C65}"/>
              </a:ext>
            </a:extLst>
          </p:cNvPr>
          <p:cNvSpPr txBox="1"/>
          <p:nvPr/>
        </p:nvSpPr>
        <p:spPr>
          <a:xfrm>
            <a:off x="4677830" y="24613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1                                     j = 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21D283-DB6F-ACCC-9976-CA9C652A7AE8}"/>
              </a:ext>
            </a:extLst>
          </p:cNvPr>
          <p:cNvCxnSpPr/>
          <p:nvPr/>
        </p:nvCxnSpPr>
        <p:spPr>
          <a:xfrm>
            <a:off x="5866674" y="246137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054A256-73D1-1AF2-4B9A-3A0B68FEBDD4}"/>
              </a:ext>
            </a:extLst>
          </p:cNvPr>
          <p:cNvSpPr/>
          <p:nvPr/>
        </p:nvSpPr>
        <p:spPr>
          <a:xfrm>
            <a:off x="4764760" y="299172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swap(str[1] , str[3] 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448A181-2B3A-8B3E-CFBD-23516EBABA64}"/>
              </a:ext>
            </a:extLst>
          </p:cNvPr>
          <p:cNvSpPr/>
          <p:nvPr/>
        </p:nvSpPr>
        <p:spPr>
          <a:xfrm>
            <a:off x="5179684" y="3429000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e , l 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E2DB415-CFAC-2F43-7AB2-490823111240}"/>
              </a:ext>
            </a:extLst>
          </p:cNvPr>
          <p:cNvSpPr/>
          <p:nvPr/>
        </p:nvSpPr>
        <p:spPr>
          <a:xfrm>
            <a:off x="4875013" y="3873186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l </a:t>
            </a:r>
            <a:r>
              <a:rPr lang="en-IN" sz="3600" b="1" dirty="0"/>
              <a:t> l  </a:t>
            </a:r>
            <a:r>
              <a:rPr lang="en-IN" sz="3600" b="1" dirty="0">
                <a:solidFill>
                  <a:schemeClr val="accent2"/>
                </a:solidFill>
              </a:rPr>
              <a:t>e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526140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B01F6-2966-C540-488C-8FE0FABCD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6CA482-12FE-6E66-3537-F2D82499A15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1565F86-2D00-BE8B-2AA5-F8155E2A8E5A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C3DE8-4705-D7CB-E57A-61768BB8F8CC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3E2AFD3-5266-2F3A-D365-EAC9C0506FB4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28C144-DE69-ABC0-704F-11A3510D71E9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D8AB5C-7F64-B003-F5A2-404D59E4BFDC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1CDE2F-28B7-7422-C732-32598A637067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5EC931-3A48-06D6-DE77-BA56C86179F9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F5EF60-4F28-A582-B0DA-57793BDAB4A4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B50C2F2-E018-5B5D-30EA-77AB6E7B95F1}"/>
              </a:ext>
            </a:extLst>
          </p:cNvPr>
          <p:cNvSpPr/>
          <p:nvPr/>
        </p:nvSpPr>
        <p:spPr>
          <a:xfrm>
            <a:off x="4875015" y="186426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e  l  l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61A734-DDBD-AACD-FB6D-50CA0D0C17DF}"/>
              </a:ext>
            </a:extLst>
          </p:cNvPr>
          <p:cNvCxnSpPr/>
          <p:nvPr/>
        </p:nvCxnSpPr>
        <p:spPr>
          <a:xfrm>
            <a:off x="2821577" y="2154622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9610ECD-8161-697B-167C-D107972A9319}"/>
              </a:ext>
            </a:extLst>
          </p:cNvPr>
          <p:cNvSpPr txBox="1"/>
          <p:nvPr/>
        </p:nvSpPr>
        <p:spPr>
          <a:xfrm>
            <a:off x="-187758" y="1667774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D0619A-0D00-179D-CBF4-EAE10C57C15B}"/>
              </a:ext>
            </a:extLst>
          </p:cNvPr>
          <p:cNvSpPr txBox="1"/>
          <p:nvPr/>
        </p:nvSpPr>
        <p:spPr>
          <a:xfrm>
            <a:off x="4677830" y="24613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1                                     j = 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8BD8DC-6640-21F9-46B5-7930BDC290D9}"/>
              </a:ext>
            </a:extLst>
          </p:cNvPr>
          <p:cNvCxnSpPr/>
          <p:nvPr/>
        </p:nvCxnSpPr>
        <p:spPr>
          <a:xfrm>
            <a:off x="5866674" y="246137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A322251-6F4D-D8DC-0605-B111426F45E5}"/>
              </a:ext>
            </a:extLst>
          </p:cNvPr>
          <p:cNvSpPr/>
          <p:nvPr/>
        </p:nvSpPr>
        <p:spPr>
          <a:xfrm>
            <a:off x="4764760" y="299172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swap(str[1] , str[3] 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1D57C2D-94C0-FF38-ECD1-008C5ABA6F33}"/>
              </a:ext>
            </a:extLst>
          </p:cNvPr>
          <p:cNvSpPr/>
          <p:nvPr/>
        </p:nvSpPr>
        <p:spPr>
          <a:xfrm>
            <a:off x="5179684" y="3429000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e , l 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B6D0411-8220-EFDC-C4B8-ADF4E67F9F91}"/>
              </a:ext>
            </a:extLst>
          </p:cNvPr>
          <p:cNvSpPr/>
          <p:nvPr/>
        </p:nvSpPr>
        <p:spPr>
          <a:xfrm>
            <a:off x="4875013" y="3873186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l </a:t>
            </a:r>
            <a:r>
              <a:rPr lang="en-IN" sz="3600" b="1" dirty="0"/>
              <a:t> l  </a:t>
            </a:r>
            <a:r>
              <a:rPr lang="en-IN" sz="3600" b="1" dirty="0">
                <a:solidFill>
                  <a:schemeClr val="accent2"/>
                </a:solidFill>
              </a:rPr>
              <a:t>e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B5E0EE-7E4D-72CA-CBC4-DD65EFE722F4}"/>
              </a:ext>
            </a:extLst>
          </p:cNvPr>
          <p:cNvCxnSpPr/>
          <p:nvPr/>
        </p:nvCxnSpPr>
        <p:spPr>
          <a:xfrm>
            <a:off x="2908507" y="4188073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576CE98-E1F4-C419-8A42-AA2F50ABA43A}"/>
              </a:ext>
            </a:extLst>
          </p:cNvPr>
          <p:cNvSpPr txBox="1"/>
          <p:nvPr/>
        </p:nvSpPr>
        <p:spPr>
          <a:xfrm>
            <a:off x="-73804" y="3663723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15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82E23-0593-E8A5-4E91-D6F37C73F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FB2342-DB2F-A8DD-E47B-FFB84A4D8BB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21AE63-35E0-B8CA-396A-F893CC80EC1F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72F37-FE47-0338-21E0-D7CA3FB2EB12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A46FE4-225E-442E-E8D4-B5D0CEB67653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7079E-A77C-7A31-3686-FA8A7379A376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0752C-5459-ED7D-AD38-B35239AB12B3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F3B5A9-AEA4-81DA-8A20-A72FF48C10EC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C56341-C7A5-15E0-25C0-8AC043569C3E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884CD3-81D1-00D9-CCAE-9A68E2726033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681A908-FE78-D566-A623-76F2D7636FBC}"/>
              </a:ext>
            </a:extLst>
          </p:cNvPr>
          <p:cNvSpPr/>
          <p:nvPr/>
        </p:nvSpPr>
        <p:spPr>
          <a:xfrm>
            <a:off x="4875015" y="186426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e  l  l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F850E3E-145C-4FD3-43DB-575AFDDB9B35}"/>
              </a:ext>
            </a:extLst>
          </p:cNvPr>
          <p:cNvCxnSpPr/>
          <p:nvPr/>
        </p:nvCxnSpPr>
        <p:spPr>
          <a:xfrm>
            <a:off x="2821577" y="2154622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B20E3AB-0C62-DB84-ADCF-DD3109678C91}"/>
              </a:ext>
            </a:extLst>
          </p:cNvPr>
          <p:cNvSpPr txBox="1"/>
          <p:nvPr/>
        </p:nvSpPr>
        <p:spPr>
          <a:xfrm>
            <a:off x="-187758" y="1667774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758C11-01D8-1BC2-C21B-332FD49ECFCA}"/>
              </a:ext>
            </a:extLst>
          </p:cNvPr>
          <p:cNvSpPr txBox="1"/>
          <p:nvPr/>
        </p:nvSpPr>
        <p:spPr>
          <a:xfrm>
            <a:off x="4677830" y="24613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1                                     j = 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99764A-0EEB-B102-B877-233E6911DB0D}"/>
              </a:ext>
            </a:extLst>
          </p:cNvPr>
          <p:cNvCxnSpPr/>
          <p:nvPr/>
        </p:nvCxnSpPr>
        <p:spPr>
          <a:xfrm>
            <a:off x="5866674" y="246137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EA46A1B-39A2-86D4-D2C8-E828E1CBC543}"/>
              </a:ext>
            </a:extLst>
          </p:cNvPr>
          <p:cNvSpPr/>
          <p:nvPr/>
        </p:nvSpPr>
        <p:spPr>
          <a:xfrm>
            <a:off x="4764760" y="299172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swap(str[1] , str[3] 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B32157A-051A-57DC-7648-4E8B2F4388E5}"/>
              </a:ext>
            </a:extLst>
          </p:cNvPr>
          <p:cNvSpPr/>
          <p:nvPr/>
        </p:nvSpPr>
        <p:spPr>
          <a:xfrm>
            <a:off x="5179684" y="3429000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e , l 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B774A84-6A03-2839-A95B-877768B1E65B}"/>
              </a:ext>
            </a:extLst>
          </p:cNvPr>
          <p:cNvSpPr/>
          <p:nvPr/>
        </p:nvSpPr>
        <p:spPr>
          <a:xfrm>
            <a:off x="4875013" y="3873186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l </a:t>
            </a:r>
            <a:r>
              <a:rPr lang="en-IN" sz="3600" b="1" dirty="0"/>
              <a:t> l  </a:t>
            </a:r>
            <a:r>
              <a:rPr lang="en-IN" sz="3600" b="1" dirty="0">
                <a:solidFill>
                  <a:schemeClr val="accent2"/>
                </a:solidFill>
              </a:rPr>
              <a:t>e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06CAF17-618B-9F66-F2E6-B4EE165C897A}"/>
              </a:ext>
            </a:extLst>
          </p:cNvPr>
          <p:cNvCxnSpPr/>
          <p:nvPr/>
        </p:nvCxnSpPr>
        <p:spPr>
          <a:xfrm>
            <a:off x="2908507" y="4188073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C13D7A3-4136-2C64-2C95-FBACFFE047FE}"/>
              </a:ext>
            </a:extLst>
          </p:cNvPr>
          <p:cNvSpPr txBox="1"/>
          <p:nvPr/>
        </p:nvSpPr>
        <p:spPr>
          <a:xfrm>
            <a:off x="-73804" y="3663723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A4E1E3-874F-0B68-D2D7-01A2460DF19A}"/>
              </a:ext>
            </a:extLst>
          </p:cNvPr>
          <p:cNvSpPr txBox="1"/>
          <p:nvPr/>
        </p:nvSpPr>
        <p:spPr>
          <a:xfrm>
            <a:off x="4677829" y="4456070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2                                     j = 2</a:t>
            </a:r>
          </a:p>
        </p:txBody>
      </p:sp>
    </p:spTree>
    <p:extLst>
      <p:ext uri="{BB962C8B-B14F-4D97-AF65-F5344CB8AC3E}">
        <p14:creationId xmlns:p14="http://schemas.microsoft.com/office/powerpoint/2010/main" val="1339106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50EE1-324C-0FE9-5C89-E562B7190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1D1D7F-DC38-6B58-4082-7AF1B276B0C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916CB4D-FEB2-61A5-0A38-5C4EB2DEEB48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331E3-EB51-728E-D0A3-3EEDBDC15E5C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5503C4-DF23-E796-550C-594807D7A8D8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556F73-D775-A5A5-BAE9-724AFC8DD8E3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36F44-1FDD-021C-BD5B-F60073E7D2FA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A30F61-82CA-521F-8F35-A9735A140955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35F14B-5E01-E343-9AB3-41ECA5B5F34B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888AE9-50EA-7332-92E6-4B08079CC8F2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D1B7D5-6EE7-6DC8-61F3-4C9A8811F7A1}"/>
              </a:ext>
            </a:extLst>
          </p:cNvPr>
          <p:cNvSpPr/>
          <p:nvPr/>
        </p:nvSpPr>
        <p:spPr>
          <a:xfrm>
            <a:off x="4875015" y="186426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e  l  l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D98DF5-BF1D-CD64-4880-8D4B9DDE275F}"/>
              </a:ext>
            </a:extLst>
          </p:cNvPr>
          <p:cNvCxnSpPr/>
          <p:nvPr/>
        </p:nvCxnSpPr>
        <p:spPr>
          <a:xfrm>
            <a:off x="2821577" y="2154622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99B05CF-3818-1756-3C7A-E62CB278F4AD}"/>
              </a:ext>
            </a:extLst>
          </p:cNvPr>
          <p:cNvSpPr txBox="1"/>
          <p:nvPr/>
        </p:nvSpPr>
        <p:spPr>
          <a:xfrm>
            <a:off x="-187758" y="1667774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73FEC-31C9-3C8C-31F6-D6DEF915197C}"/>
              </a:ext>
            </a:extLst>
          </p:cNvPr>
          <p:cNvSpPr txBox="1"/>
          <p:nvPr/>
        </p:nvSpPr>
        <p:spPr>
          <a:xfrm>
            <a:off x="4677830" y="24613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1                                     j = 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70561A-B0C4-BE20-0C56-5E14975C2265}"/>
              </a:ext>
            </a:extLst>
          </p:cNvPr>
          <p:cNvCxnSpPr/>
          <p:nvPr/>
        </p:nvCxnSpPr>
        <p:spPr>
          <a:xfrm>
            <a:off x="5866674" y="246137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D01882-7695-406D-9945-4DC6B2A727C2}"/>
              </a:ext>
            </a:extLst>
          </p:cNvPr>
          <p:cNvSpPr/>
          <p:nvPr/>
        </p:nvSpPr>
        <p:spPr>
          <a:xfrm>
            <a:off x="4764760" y="299172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swap(str[1] , str[3] 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426C8A4-5433-E7B6-A246-4D9E0FC101B6}"/>
              </a:ext>
            </a:extLst>
          </p:cNvPr>
          <p:cNvSpPr/>
          <p:nvPr/>
        </p:nvSpPr>
        <p:spPr>
          <a:xfrm>
            <a:off x="5179684" y="3429000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e , l 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8E743DB-56D6-AB96-33CB-BCA86B1F4786}"/>
              </a:ext>
            </a:extLst>
          </p:cNvPr>
          <p:cNvSpPr/>
          <p:nvPr/>
        </p:nvSpPr>
        <p:spPr>
          <a:xfrm>
            <a:off x="4875013" y="3873186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l </a:t>
            </a:r>
            <a:r>
              <a:rPr lang="en-IN" sz="3600" b="1" dirty="0"/>
              <a:t> l  </a:t>
            </a:r>
            <a:r>
              <a:rPr lang="en-IN" sz="3600" b="1" dirty="0">
                <a:solidFill>
                  <a:schemeClr val="accent2"/>
                </a:solidFill>
              </a:rPr>
              <a:t>e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4826C26-1D61-F308-349A-659F093C0BD0}"/>
              </a:ext>
            </a:extLst>
          </p:cNvPr>
          <p:cNvCxnSpPr/>
          <p:nvPr/>
        </p:nvCxnSpPr>
        <p:spPr>
          <a:xfrm>
            <a:off x="2908507" y="4188073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387FD07-982F-916B-D87C-C63B753787E1}"/>
              </a:ext>
            </a:extLst>
          </p:cNvPr>
          <p:cNvSpPr txBox="1"/>
          <p:nvPr/>
        </p:nvSpPr>
        <p:spPr>
          <a:xfrm>
            <a:off x="-73804" y="3663723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2B6781-9D89-6ED1-4498-1FDD36351989}"/>
              </a:ext>
            </a:extLst>
          </p:cNvPr>
          <p:cNvSpPr txBox="1"/>
          <p:nvPr/>
        </p:nvSpPr>
        <p:spPr>
          <a:xfrm>
            <a:off x="4677829" y="4456070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2                                     j = 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CA6AC1-0FA8-82F9-4948-61E60277E888}"/>
              </a:ext>
            </a:extLst>
          </p:cNvPr>
          <p:cNvCxnSpPr/>
          <p:nvPr/>
        </p:nvCxnSpPr>
        <p:spPr>
          <a:xfrm>
            <a:off x="5826034" y="4456070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DFE3564-0104-B25E-4286-EDEB4BD900C0}"/>
              </a:ext>
            </a:extLst>
          </p:cNvPr>
          <p:cNvSpPr/>
          <p:nvPr/>
        </p:nvSpPr>
        <p:spPr>
          <a:xfrm>
            <a:off x="4866561" y="494539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swap(str[2] , str[2] )</a:t>
            </a:r>
          </a:p>
        </p:txBody>
      </p:sp>
    </p:spTree>
    <p:extLst>
      <p:ext uri="{BB962C8B-B14F-4D97-AF65-F5344CB8AC3E}">
        <p14:creationId xmlns:p14="http://schemas.microsoft.com/office/powerpoint/2010/main" val="414345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6C434-B0F0-7A65-53B2-CCC91F4A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1C3108-4C7E-115B-C2F0-4603879C080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B59487-0C4E-F7B2-AC21-926523285F6D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0734F3-753F-E37B-A18F-AFFCFBE4B2F9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F904FE-290A-B495-016E-DE4B451387AF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8A0940-A216-91A7-CEC6-FC2B0882354E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D665FC-92D9-6DCD-63EB-B02F4A6D4FB1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1CA739-F143-FD31-12BF-B586D8D7A4D0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6ED658-0B3C-BB60-B0E8-1DFC3967D88B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00FFEB-239D-D2AB-0305-79F137D48E5F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10FD57-6018-C705-2E57-95564F7AD74D}"/>
              </a:ext>
            </a:extLst>
          </p:cNvPr>
          <p:cNvSpPr/>
          <p:nvPr/>
        </p:nvSpPr>
        <p:spPr>
          <a:xfrm>
            <a:off x="4875015" y="186426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e  l  l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D51CD5-64E0-F215-C987-595C9A06352D}"/>
              </a:ext>
            </a:extLst>
          </p:cNvPr>
          <p:cNvCxnSpPr/>
          <p:nvPr/>
        </p:nvCxnSpPr>
        <p:spPr>
          <a:xfrm>
            <a:off x="2821577" y="2154622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A9B0DC6-C4AC-D4DE-C9B9-7FA27E19E403}"/>
              </a:ext>
            </a:extLst>
          </p:cNvPr>
          <p:cNvSpPr txBox="1"/>
          <p:nvPr/>
        </p:nvSpPr>
        <p:spPr>
          <a:xfrm>
            <a:off x="-187758" y="1667774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F894D7-4960-D401-3D9D-3892D2816D7D}"/>
              </a:ext>
            </a:extLst>
          </p:cNvPr>
          <p:cNvSpPr txBox="1"/>
          <p:nvPr/>
        </p:nvSpPr>
        <p:spPr>
          <a:xfrm>
            <a:off x="4677830" y="24613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1                                     j = 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5E8814-7386-BA43-541E-CD52D64F03A1}"/>
              </a:ext>
            </a:extLst>
          </p:cNvPr>
          <p:cNvCxnSpPr/>
          <p:nvPr/>
        </p:nvCxnSpPr>
        <p:spPr>
          <a:xfrm>
            <a:off x="5866674" y="246137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F63C5D2-4AA9-A6E8-D589-CAC2FB3B6C30}"/>
              </a:ext>
            </a:extLst>
          </p:cNvPr>
          <p:cNvSpPr/>
          <p:nvPr/>
        </p:nvSpPr>
        <p:spPr>
          <a:xfrm>
            <a:off x="4764760" y="299172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swap(str[1] , str[3] 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105F7AF-FD8D-5A71-82A5-051DB05A4DEA}"/>
              </a:ext>
            </a:extLst>
          </p:cNvPr>
          <p:cNvSpPr/>
          <p:nvPr/>
        </p:nvSpPr>
        <p:spPr>
          <a:xfrm>
            <a:off x="5179684" y="3429000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e , l 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F0C369D-100A-D0D1-6E78-F639F56653E7}"/>
              </a:ext>
            </a:extLst>
          </p:cNvPr>
          <p:cNvSpPr/>
          <p:nvPr/>
        </p:nvSpPr>
        <p:spPr>
          <a:xfrm>
            <a:off x="4875013" y="3873186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l </a:t>
            </a:r>
            <a:r>
              <a:rPr lang="en-IN" sz="3600" b="1" dirty="0"/>
              <a:t> l  </a:t>
            </a:r>
            <a:r>
              <a:rPr lang="en-IN" sz="3600" b="1" dirty="0">
                <a:solidFill>
                  <a:schemeClr val="accent2"/>
                </a:solidFill>
              </a:rPr>
              <a:t>e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2E94122-6F60-A235-1C13-0F37F71DFC38}"/>
              </a:ext>
            </a:extLst>
          </p:cNvPr>
          <p:cNvCxnSpPr/>
          <p:nvPr/>
        </p:nvCxnSpPr>
        <p:spPr>
          <a:xfrm>
            <a:off x="2908507" y="4188073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C06C5B4-0C1C-9259-6FAA-4593155EC9CB}"/>
              </a:ext>
            </a:extLst>
          </p:cNvPr>
          <p:cNvSpPr txBox="1"/>
          <p:nvPr/>
        </p:nvSpPr>
        <p:spPr>
          <a:xfrm>
            <a:off x="-73804" y="3663723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1B4DEF-4505-9F55-689E-AAD7A44A91BA}"/>
              </a:ext>
            </a:extLst>
          </p:cNvPr>
          <p:cNvSpPr txBox="1"/>
          <p:nvPr/>
        </p:nvSpPr>
        <p:spPr>
          <a:xfrm>
            <a:off x="4677829" y="4456070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2                                     j = 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93C1462-241D-E3EA-8EA9-04F417F0D7C7}"/>
              </a:ext>
            </a:extLst>
          </p:cNvPr>
          <p:cNvCxnSpPr/>
          <p:nvPr/>
        </p:nvCxnSpPr>
        <p:spPr>
          <a:xfrm>
            <a:off x="5826034" y="4456070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3ED6711-174C-5377-96B7-FA5E4D67B458}"/>
              </a:ext>
            </a:extLst>
          </p:cNvPr>
          <p:cNvSpPr/>
          <p:nvPr/>
        </p:nvSpPr>
        <p:spPr>
          <a:xfrm>
            <a:off x="4866561" y="494539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swap(str[2] , str[2] 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3276096-3C1F-9BA9-EF0A-C04CD9686D7A}"/>
              </a:ext>
            </a:extLst>
          </p:cNvPr>
          <p:cNvSpPr/>
          <p:nvPr/>
        </p:nvSpPr>
        <p:spPr>
          <a:xfrm>
            <a:off x="5187879" y="5353004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l , l )</a:t>
            </a:r>
          </a:p>
        </p:txBody>
      </p:sp>
    </p:spTree>
    <p:extLst>
      <p:ext uri="{BB962C8B-B14F-4D97-AF65-F5344CB8AC3E}">
        <p14:creationId xmlns:p14="http://schemas.microsoft.com/office/powerpoint/2010/main" val="1911546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EFD24-91F3-1679-D755-06051EF78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1DFB5E-1607-5240-E7AD-5F5F7CB93B4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789F448-017A-BFBD-B48F-4734CB7143A9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C781B-C3C2-AC72-BFA6-05C60B0AA053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782B67-324B-B78F-C788-0FF7D3831FFC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54302B-8066-C9AE-F280-E5882931E0C5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185C50-8422-EBA8-6B6D-376EE3445EBB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EA0E22-FED2-CA6F-D18F-1299CB73E57B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0274F49-56F6-D9B4-2ED3-CCCE1E0FA8E4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5E8EEE-2989-E726-072D-839BBA03E87A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FE57D7-7017-5DDE-2DD1-9801FFF60F5B}"/>
              </a:ext>
            </a:extLst>
          </p:cNvPr>
          <p:cNvSpPr/>
          <p:nvPr/>
        </p:nvSpPr>
        <p:spPr>
          <a:xfrm>
            <a:off x="4875015" y="186426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e  l  l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48C9B2-6644-D8AB-50C9-8838D125CD49}"/>
              </a:ext>
            </a:extLst>
          </p:cNvPr>
          <p:cNvCxnSpPr/>
          <p:nvPr/>
        </p:nvCxnSpPr>
        <p:spPr>
          <a:xfrm>
            <a:off x="2821577" y="2154622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705558E-4029-10E8-833F-9AE85A3ED198}"/>
              </a:ext>
            </a:extLst>
          </p:cNvPr>
          <p:cNvSpPr txBox="1"/>
          <p:nvPr/>
        </p:nvSpPr>
        <p:spPr>
          <a:xfrm>
            <a:off x="-187758" y="1667774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0C0CE9-0A39-A093-238F-0C7F2F5D8F8E}"/>
              </a:ext>
            </a:extLst>
          </p:cNvPr>
          <p:cNvSpPr txBox="1"/>
          <p:nvPr/>
        </p:nvSpPr>
        <p:spPr>
          <a:xfrm>
            <a:off x="4677830" y="24613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1                                     j = 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05FD5E-99B9-6B00-6CDD-640E8ABFA2BC}"/>
              </a:ext>
            </a:extLst>
          </p:cNvPr>
          <p:cNvCxnSpPr/>
          <p:nvPr/>
        </p:nvCxnSpPr>
        <p:spPr>
          <a:xfrm>
            <a:off x="5866674" y="246137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56A89E8-E6E3-8A19-EC75-A2B6F1326643}"/>
              </a:ext>
            </a:extLst>
          </p:cNvPr>
          <p:cNvSpPr/>
          <p:nvPr/>
        </p:nvSpPr>
        <p:spPr>
          <a:xfrm>
            <a:off x="4764760" y="299172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swap(str[1] , str[3] 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683E4D7-8763-4ED3-E38C-4F9869D6C006}"/>
              </a:ext>
            </a:extLst>
          </p:cNvPr>
          <p:cNvSpPr/>
          <p:nvPr/>
        </p:nvSpPr>
        <p:spPr>
          <a:xfrm>
            <a:off x="5179684" y="3429000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e , l 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82A60BC-77D0-B304-888D-9F95E0539E82}"/>
              </a:ext>
            </a:extLst>
          </p:cNvPr>
          <p:cNvSpPr/>
          <p:nvPr/>
        </p:nvSpPr>
        <p:spPr>
          <a:xfrm>
            <a:off x="4875013" y="3873186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l </a:t>
            </a:r>
            <a:r>
              <a:rPr lang="en-IN" sz="3600" b="1" dirty="0"/>
              <a:t> l  </a:t>
            </a:r>
            <a:r>
              <a:rPr lang="en-IN" sz="3600" b="1" dirty="0">
                <a:solidFill>
                  <a:schemeClr val="accent2"/>
                </a:solidFill>
              </a:rPr>
              <a:t>e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B51E0CD-1F0D-D370-799C-BC31257E2A81}"/>
              </a:ext>
            </a:extLst>
          </p:cNvPr>
          <p:cNvCxnSpPr/>
          <p:nvPr/>
        </p:nvCxnSpPr>
        <p:spPr>
          <a:xfrm>
            <a:off x="2908507" y="4188073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C5D8DA3-58C0-A4DD-D898-D7C78AC1FB52}"/>
              </a:ext>
            </a:extLst>
          </p:cNvPr>
          <p:cNvSpPr txBox="1"/>
          <p:nvPr/>
        </p:nvSpPr>
        <p:spPr>
          <a:xfrm>
            <a:off x="-73804" y="3663723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5A9AE4-276B-B888-5393-982454AA00C3}"/>
              </a:ext>
            </a:extLst>
          </p:cNvPr>
          <p:cNvSpPr txBox="1"/>
          <p:nvPr/>
        </p:nvSpPr>
        <p:spPr>
          <a:xfrm>
            <a:off x="4677829" y="4456070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2                                     j = 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17EF4F6-BC74-37A9-2CE0-FCF5B57A0DEB}"/>
              </a:ext>
            </a:extLst>
          </p:cNvPr>
          <p:cNvCxnSpPr/>
          <p:nvPr/>
        </p:nvCxnSpPr>
        <p:spPr>
          <a:xfrm>
            <a:off x="5826034" y="4456070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504CE24-2A43-623D-7285-D41A0FEFF11D}"/>
              </a:ext>
            </a:extLst>
          </p:cNvPr>
          <p:cNvSpPr/>
          <p:nvPr/>
        </p:nvSpPr>
        <p:spPr>
          <a:xfrm>
            <a:off x="4866561" y="494539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swap(str[2] , str[2] 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7D74F59-4D8B-E38D-6F2F-87352853D08C}"/>
              </a:ext>
            </a:extLst>
          </p:cNvPr>
          <p:cNvSpPr/>
          <p:nvPr/>
        </p:nvSpPr>
        <p:spPr>
          <a:xfrm>
            <a:off x="5187879" y="5353004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l , l )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AEEAEC3-FEFA-6FF4-7173-2887701C8B66}"/>
              </a:ext>
            </a:extLst>
          </p:cNvPr>
          <p:cNvSpPr/>
          <p:nvPr/>
        </p:nvSpPr>
        <p:spPr>
          <a:xfrm>
            <a:off x="4898340" y="5798299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l </a:t>
            </a:r>
            <a:r>
              <a:rPr lang="en-IN" sz="3600" b="1" dirty="0"/>
              <a:t> </a:t>
            </a:r>
            <a:r>
              <a:rPr lang="en-IN" sz="3600" b="1" dirty="0">
                <a:solidFill>
                  <a:schemeClr val="accent2"/>
                </a:solidFill>
              </a:rPr>
              <a:t>l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e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4028569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517FD-CE58-E640-CAB3-C0DA6A99D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3903A25-30B4-A3EC-7C7E-BA8505445F5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DD06F6-39AC-C60F-CD66-0D9450AB4203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5B6AB-F9F4-F9DA-D806-4DA68E18A80B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3C3F0FA-7FD1-8197-9FDC-561B1E40EB6D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740EF6-7B86-090F-7900-8ABA6DB82A8B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842244-8517-A9D0-1BCF-4B2E0016BD89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89C317-30D3-B069-5838-9F563FCC9DA4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9D536A-1618-3AEB-6AD5-412632061F79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F28F7D-9755-0A2D-007C-81733686D3E0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528A5B-E5C4-9071-03AE-969B4E88ABF2}"/>
              </a:ext>
            </a:extLst>
          </p:cNvPr>
          <p:cNvSpPr/>
          <p:nvPr/>
        </p:nvSpPr>
        <p:spPr>
          <a:xfrm>
            <a:off x="4875015" y="186426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e  l  l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61588D-02B0-8746-721C-9DFAFFB9D0C5}"/>
              </a:ext>
            </a:extLst>
          </p:cNvPr>
          <p:cNvCxnSpPr/>
          <p:nvPr/>
        </p:nvCxnSpPr>
        <p:spPr>
          <a:xfrm>
            <a:off x="2821577" y="2154622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B4C6E96-DC2A-6D69-D3DF-F083705DA71F}"/>
              </a:ext>
            </a:extLst>
          </p:cNvPr>
          <p:cNvSpPr txBox="1"/>
          <p:nvPr/>
        </p:nvSpPr>
        <p:spPr>
          <a:xfrm>
            <a:off x="-187758" y="1667774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B03A5E-7CA6-84B7-C3F0-0750AFE55051}"/>
              </a:ext>
            </a:extLst>
          </p:cNvPr>
          <p:cNvSpPr txBox="1"/>
          <p:nvPr/>
        </p:nvSpPr>
        <p:spPr>
          <a:xfrm>
            <a:off x="4677830" y="24613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1                                     j = 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451312C-77A9-BE67-CDB8-FD81555E1E47}"/>
              </a:ext>
            </a:extLst>
          </p:cNvPr>
          <p:cNvCxnSpPr/>
          <p:nvPr/>
        </p:nvCxnSpPr>
        <p:spPr>
          <a:xfrm>
            <a:off x="5866674" y="246137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C46776E-8F5F-C67D-86AD-2E11E95DC1E7}"/>
              </a:ext>
            </a:extLst>
          </p:cNvPr>
          <p:cNvSpPr/>
          <p:nvPr/>
        </p:nvSpPr>
        <p:spPr>
          <a:xfrm>
            <a:off x="4764760" y="299172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swap(str[1] , str[3] 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045B6AB-1024-D470-8E6F-A7DE6E45A219}"/>
              </a:ext>
            </a:extLst>
          </p:cNvPr>
          <p:cNvSpPr/>
          <p:nvPr/>
        </p:nvSpPr>
        <p:spPr>
          <a:xfrm>
            <a:off x="5179684" y="3429000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e , l 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60CB6CE-801C-CA4F-EDCA-C5EB579886FD}"/>
              </a:ext>
            </a:extLst>
          </p:cNvPr>
          <p:cNvSpPr/>
          <p:nvPr/>
        </p:nvSpPr>
        <p:spPr>
          <a:xfrm>
            <a:off x="4875013" y="3873186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l </a:t>
            </a:r>
            <a:r>
              <a:rPr lang="en-IN" sz="3600" b="1" dirty="0"/>
              <a:t> l  </a:t>
            </a:r>
            <a:r>
              <a:rPr lang="en-IN" sz="3600" b="1" dirty="0">
                <a:solidFill>
                  <a:schemeClr val="accent2"/>
                </a:solidFill>
              </a:rPr>
              <a:t>e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B9D005-B60A-FE9F-F9E5-3510C4214E08}"/>
              </a:ext>
            </a:extLst>
          </p:cNvPr>
          <p:cNvCxnSpPr/>
          <p:nvPr/>
        </p:nvCxnSpPr>
        <p:spPr>
          <a:xfrm>
            <a:off x="2908507" y="4188073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B7B7040-8DF1-876D-231A-58D63AC70272}"/>
              </a:ext>
            </a:extLst>
          </p:cNvPr>
          <p:cNvSpPr txBox="1"/>
          <p:nvPr/>
        </p:nvSpPr>
        <p:spPr>
          <a:xfrm>
            <a:off x="-73804" y="3663723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D8FB9-E570-282E-3F48-59BFEFF259E0}"/>
              </a:ext>
            </a:extLst>
          </p:cNvPr>
          <p:cNvSpPr txBox="1"/>
          <p:nvPr/>
        </p:nvSpPr>
        <p:spPr>
          <a:xfrm>
            <a:off x="4677829" y="4456070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2                                     j = 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999011-9917-655C-C2D9-72AFEF82C6BB}"/>
              </a:ext>
            </a:extLst>
          </p:cNvPr>
          <p:cNvCxnSpPr/>
          <p:nvPr/>
        </p:nvCxnSpPr>
        <p:spPr>
          <a:xfrm>
            <a:off x="5826034" y="4456070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71AAEA0-AA3D-4766-BC9A-977068A7A6D2}"/>
              </a:ext>
            </a:extLst>
          </p:cNvPr>
          <p:cNvSpPr/>
          <p:nvPr/>
        </p:nvSpPr>
        <p:spPr>
          <a:xfrm>
            <a:off x="4866561" y="494539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swap(str[2] , str[2] 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165419-49F5-2F5C-ED71-E7F8DD321100}"/>
              </a:ext>
            </a:extLst>
          </p:cNvPr>
          <p:cNvSpPr/>
          <p:nvPr/>
        </p:nvSpPr>
        <p:spPr>
          <a:xfrm>
            <a:off x="5187879" y="5353004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l , l )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6A2D953-E3AD-04A0-4B72-10BCE4F6A40D}"/>
              </a:ext>
            </a:extLst>
          </p:cNvPr>
          <p:cNvSpPr/>
          <p:nvPr/>
        </p:nvSpPr>
        <p:spPr>
          <a:xfrm>
            <a:off x="4898340" y="5798299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l </a:t>
            </a:r>
            <a:r>
              <a:rPr lang="en-IN" sz="3600" b="1" dirty="0"/>
              <a:t> </a:t>
            </a:r>
            <a:r>
              <a:rPr lang="en-IN" sz="3600" b="1" dirty="0">
                <a:solidFill>
                  <a:schemeClr val="accent2"/>
                </a:solidFill>
              </a:rPr>
              <a:t>l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e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B528A11-58DF-E28A-0CE3-50A372095401}"/>
              </a:ext>
            </a:extLst>
          </p:cNvPr>
          <p:cNvCxnSpPr/>
          <p:nvPr/>
        </p:nvCxnSpPr>
        <p:spPr>
          <a:xfrm>
            <a:off x="2950650" y="6064770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5C2E1A7-846B-7475-DDA8-37E7CC11E5B8}"/>
              </a:ext>
            </a:extLst>
          </p:cNvPr>
          <p:cNvSpPr txBox="1"/>
          <p:nvPr/>
        </p:nvSpPr>
        <p:spPr>
          <a:xfrm>
            <a:off x="-61126" y="5565327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717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590C8-DD83-FAD7-C1AC-871B91E7A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D16152-4195-FA4D-93D3-424F970DA1F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478D439-5B8A-7065-9FA5-4F73A934B614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58F238-1A23-A1E0-9580-F818AF344392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DF89E9-E28C-65FB-D0A8-E63D45BFF3B8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BEBD6-A564-E066-AABE-FDFF9BCAB0FC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6566B2-D77B-0154-C53B-BEBE331C0969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3F2C112-E74A-13DC-F3E3-5D31F36D4189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67BE9C-FAEE-268C-4846-2D8A0218B761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FBDA34-785D-27DA-5342-03FC5DC8AA62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700D64-9749-F446-FA5A-57199A7A9E37}"/>
              </a:ext>
            </a:extLst>
          </p:cNvPr>
          <p:cNvSpPr/>
          <p:nvPr/>
        </p:nvSpPr>
        <p:spPr>
          <a:xfrm>
            <a:off x="4875015" y="186426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e  l  l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5E9BD5-DF54-75DD-0489-227D9E699E3D}"/>
              </a:ext>
            </a:extLst>
          </p:cNvPr>
          <p:cNvCxnSpPr/>
          <p:nvPr/>
        </p:nvCxnSpPr>
        <p:spPr>
          <a:xfrm>
            <a:off x="2821577" y="2154622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FA977FF-8D96-C4F4-D964-E61F8B8909A4}"/>
              </a:ext>
            </a:extLst>
          </p:cNvPr>
          <p:cNvSpPr txBox="1"/>
          <p:nvPr/>
        </p:nvSpPr>
        <p:spPr>
          <a:xfrm>
            <a:off x="-187758" y="1667774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E4EB93-CD3E-FC67-0D51-BA4910D33988}"/>
              </a:ext>
            </a:extLst>
          </p:cNvPr>
          <p:cNvSpPr txBox="1"/>
          <p:nvPr/>
        </p:nvSpPr>
        <p:spPr>
          <a:xfrm>
            <a:off x="4677830" y="24613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1                                     j = 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D0DFA0-25A8-A6EC-C432-495367425C05}"/>
              </a:ext>
            </a:extLst>
          </p:cNvPr>
          <p:cNvCxnSpPr/>
          <p:nvPr/>
        </p:nvCxnSpPr>
        <p:spPr>
          <a:xfrm>
            <a:off x="5866674" y="246137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D7B12CD-4F69-5F5D-E1BB-9E9D1E44E47B}"/>
              </a:ext>
            </a:extLst>
          </p:cNvPr>
          <p:cNvSpPr/>
          <p:nvPr/>
        </p:nvSpPr>
        <p:spPr>
          <a:xfrm>
            <a:off x="4764760" y="299172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swap(str[1] , str[3] 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30441DC-9A07-D7B5-4839-B23559CD5046}"/>
              </a:ext>
            </a:extLst>
          </p:cNvPr>
          <p:cNvSpPr/>
          <p:nvPr/>
        </p:nvSpPr>
        <p:spPr>
          <a:xfrm>
            <a:off x="5179684" y="3429000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e , l 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01CB8B5-1036-A8C5-F6F1-09A8DCF13918}"/>
              </a:ext>
            </a:extLst>
          </p:cNvPr>
          <p:cNvSpPr/>
          <p:nvPr/>
        </p:nvSpPr>
        <p:spPr>
          <a:xfrm>
            <a:off x="4875013" y="3873186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l </a:t>
            </a:r>
            <a:r>
              <a:rPr lang="en-IN" sz="3600" b="1" dirty="0"/>
              <a:t> l  </a:t>
            </a:r>
            <a:r>
              <a:rPr lang="en-IN" sz="3600" b="1" dirty="0">
                <a:solidFill>
                  <a:schemeClr val="accent2"/>
                </a:solidFill>
              </a:rPr>
              <a:t>e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55A9DCF-02B5-F1A0-6A95-4DB0A84F03B5}"/>
              </a:ext>
            </a:extLst>
          </p:cNvPr>
          <p:cNvCxnSpPr/>
          <p:nvPr/>
        </p:nvCxnSpPr>
        <p:spPr>
          <a:xfrm>
            <a:off x="2908507" y="4188073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79AA108-9122-299E-DA57-D8B2CB47FFA6}"/>
              </a:ext>
            </a:extLst>
          </p:cNvPr>
          <p:cNvSpPr txBox="1"/>
          <p:nvPr/>
        </p:nvSpPr>
        <p:spPr>
          <a:xfrm>
            <a:off x="-73804" y="3663723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5CABDD-5DDB-12CF-9463-61ACD4E55C1D}"/>
              </a:ext>
            </a:extLst>
          </p:cNvPr>
          <p:cNvSpPr txBox="1"/>
          <p:nvPr/>
        </p:nvSpPr>
        <p:spPr>
          <a:xfrm>
            <a:off x="4677829" y="4456070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2                                     j = 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8A20CA-C988-56D5-936C-67D714B561D8}"/>
              </a:ext>
            </a:extLst>
          </p:cNvPr>
          <p:cNvCxnSpPr/>
          <p:nvPr/>
        </p:nvCxnSpPr>
        <p:spPr>
          <a:xfrm>
            <a:off x="5826034" y="4456070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2D678C0-CEFA-D3C1-3DCF-BE8DF70976E4}"/>
              </a:ext>
            </a:extLst>
          </p:cNvPr>
          <p:cNvSpPr/>
          <p:nvPr/>
        </p:nvSpPr>
        <p:spPr>
          <a:xfrm>
            <a:off x="4866561" y="494539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swap(str[2] , str[2] 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066ED75-1C3D-34E6-63E2-D17F0ABF439E}"/>
              </a:ext>
            </a:extLst>
          </p:cNvPr>
          <p:cNvSpPr/>
          <p:nvPr/>
        </p:nvSpPr>
        <p:spPr>
          <a:xfrm>
            <a:off x="5187879" y="5353004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l , l )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6451CCC-8952-B784-4103-6BDEA681FB14}"/>
              </a:ext>
            </a:extLst>
          </p:cNvPr>
          <p:cNvSpPr/>
          <p:nvPr/>
        </p:nvSpPr>
        <p:spPr>
          <a:xfrm>
            <a:off x="4898340" y="5798299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l </a:t>
            </a:r>
            <a:r>
              <a:rPr lang="en-IN" sz="3600" b="1" dirty="0"/>
              <a:t> </a:t>
            </a:r>
            <a:r>
              <a:rPr lang="en-IN" sz="3600" b="1" dirty="0">
                <a:solidFill>
                  <a:schemeClr val="accent2"/>
                </a:solidFill>
              </a:rPr>
              <a:t>l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e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21245A-AFEF-AF8A-7B9E-F0BFCC2A70AD}"/>
              </a:ext>
            </a:extLst>
          </p:cNvPr>
          <p:cNvCxnSpPr/>
          <p:nvPr/>
        </p:nvCxnSpPr>
        <p:spPr>
          <a:xfrm>
            <a:off x="2950650" y="6064770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314FD5A-3BED-DFD6-A747-5ECA04F70C7A}"/>
              </a:ext>
            </a:extLst>
          </p:cNvPr>
          <p:cNvSpPr txBox="1"/>
          <p:nvPr/>
        </p:nvSpPr>
        <p:spPr>
          <a:xfrm>
            <a:off x="-61126" y="5565327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521635-379C-FAB1-8083-F0E1B35EF1A9}"/>
              </a:ext>
            </a:extLst>
          </p:cNvPr>
          <p:cNvSpPr txBox="1"/>
          <p:nvPr/>
        </p:nvSpPr>
        <p:spPr>
          <a:xfrm>
            <a:off x="4702214" y="6418354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3                                     j = 1</a:t>
            </a:r>
          </a:p>
        </p:txBody>
      </p:sp>
    </p:spTree>
    <p:extLst>
      <p:ext uri="{BB962C8B-B14F-4D97-AF65-F5344CB8AC3E}">
        <p14:creationId xmlns:p14="http://schemas.microsoft.com/office/powerpoint/2010/main" val="1065358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CF3E-E5FD-A049-3AEC-0761A06CC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3DE9A-F505-DB9B-281A-BADD3DA714C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717EC9-FE53-338A-D547-90C975318993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D1A3AA-5BB2-12BA-88CE-A21186065748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C4A207-74D3-F4CF-123E-9A4F77E00CE5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E5D8E-F8C0-6735-90EC-7ADD2FBDC639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06358-DEB1-0762-9F7E-287D71B32E27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FADF44-CA33-AEA5-5FC3-E25DC4288054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08E1DB-A127-98B9-B87E-73EA49FB9BA7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B870B6-F231-B741-0976-2361D081B8D3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8F5C5F-675B-305B-6B98-80F1CF7795A8}"/>
              </a:ext>
            </a:extLst>
          </p:cNvPr>
          <p:cNvSpPr/>
          <p:nvPr/>
        </p:nvSpPr>
        <p:spPr>
          <a:xfrm>
            <a:off x="4875015" y="186426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e  l  l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43C257-4021-17D2-8E4D-544A4F2852F6}"/>
              </a:ext>
            </a:extLst>
          </p:cNvPr>
          <p:cNvCxnSpPr/>
          <p:nvPr/>
        </p:nvCxnSpPr>
        <p:spPr>
          <a:xfrm>
            <a:off x="2821577" y="2154622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38947E-6907-0868-5246-6C951C236799}"/>
              </a:ext>
            </a:extLst>
          </p:cNvPr>
          <p:cNvSpPr txBox="1"/>
          <p:nvPr/>
        </p:nvSpPr>
        <p:spPr>
          <a:xfrm>
            <a:off x="-187758" y="1667774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F2D98E-4201-4D48-AB6A-E72BF899EE8B}"/>
              </a:ext>
            </a:extLst>
          </p:cNvPr>
          <p:cNvSpPr txBox="1"/>
          <p:nvPr/>
        </p:nvSpPr>
        <p:spPr>
          <a:xfrm>
            <a:off x="4677830" y="24613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1                                     j = 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070414-47D4-224A-65DB-F369DE1FE1F9}"/>
              </a:ext>
            </a:extLst>
          </p:cNvPr>
          <p:cNvCxnSpPr/>
          <p:nvPr/>
        </p:nvCxnSpPr>
        <p:spPr>
          <a:xfrm>
            <a:off x="5866674" y="246137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CDBB57C-2D9B-CF2E-2610-1704A1001728}"/>
              </a:ext>
            </a:extLst>
          </p:cNvPr>
          <p:cNvSpPr/>
          <p:nvPr/>
        </p:nvSpPr>
        <p:spPr>
          <a:xfrm>
            <a:off x="4764760" y="299172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swap(str[1] , str[3] 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4DE3FD1-C993-5364-C2BF-2F1CBF42AD47}"/>
              </a:ext>
            </a:extLst>
          </p:cNvPr>
          <p:cNvSpPr/>
          <p:nvPr/>
        </p:nvSpPr>
        <p:spPr>
          <a:xfrm>
            <a:off x="5179684" y="3429000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e , l 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DA3DD8F-D19C-19A3-5552-2EBADF18C839}"/>
              </a:ext>
            </a:extLst>
          </p:cNvPr>
          <p:cNvSpPr/>
          <p:nvPr/>
        </p:nvSpPr>
        <p:spPr>
          <a:xfrm>
            <a:off x="4875013" y="3873186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l </a:t>
            </a:r>
            <a:r>
              <a:rPr lang="en-IN" sz="3600" b="1" dirty="0"/>
              <a:t> l  </a:t>
            </a:r>
            <a:r>
              <a:rPr lang="en-IN" sz="3600" b="1" dirty="0">
                <a:solidFill>
                  <a:schemeClr val="accent2"/>
                </a:solidFill>
              </a:rPr>
              <a:t>e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794C9FC-E308-F5CB-5269-6CD1B86CACDE}"/>
              </a:ext>
            </a:extLst>
          </p:cNvPr>
          <p:cNvCxnSpPr/>
          <p:nvPr/>
        </p:nvCxnSpPr>
        <p:spPr>
          <a:xfrm>
            <a:off x="2908507" y="4188073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698BED3-A821-8423-1CE7-9FA2D2BBC880}"/>
              </a:ext>
            </a:extLst>
          </p:cNvPr>
          <p:cNvSpPr txBox="1"/>
          <p:nvPr/>
        </p:nvSpPr>
        <p:spPr>
          <a:xfrm>
            <a:off x="-73804" y="3663723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A59E29-685C-8D77-494E-0F6AD6E2DEFE}"/>
              </a:ext>
            </a:extLst>
          </p:cNvPr>
          <p:cNvSpPr txBox="1"/>
          <p:nvPr/>
        </p:nvSpPr>
        <p:spPr>
          <a:xfrm>
            <a:off x="4677829" y="4456070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2                                     j = 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E9BD4F8-78BB-F4B7-A4DC-0D6559E7A0AF}"/>
              </a:ext>
            </a:extLst>
          </p:cNvPr>
          <p:cNvCxnSpPr/>
          <p:nvPr/>
        </p:nvCxnSpPr>
        <p:spPr>
          <a:xfrm>
            <a:off x="5826034" y="4456070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3656299-C75E-D205-885B-7CEC59B1EB1D}"/>
              </a:ext>
            </a:extLst>
          </p:cNvPr>
          <p:cNvSpPr/>
          <p:nvPr/>
        </p:nvSpPr>
        <p:spPr>
          <a:xfrm>
            <a:off x="4866561" y="494539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swap(str[2] , str[2] 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3CCC785-5A5A-F633-7787-85E94C161317}"/>
              </a:ext>
            </a:extLst>
          </p:cNvPr>
          <p:cNvSpPr/>
          <p:nvPr/>
        </p:nvSpPr>
        <p:spPr>
          <a:xfrm>
            <a:off x="5187879" y="5353004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l , l )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60439D0-357A-CF73-A1A4-122FB7B8A2B6}"/>
              </a:ext>
            </a:extLst>
          </p:cNvPr>
          <p:cNvSpPr/>
          <p:nvPr/>
        </p:nvSpPr>
        <p:spPr>
          <a:xfrm>
            <a:off x="4898340" y="5798299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l </a:t>
            </a:r>
            <a:r>
              <a:rPr lang="en-IN" sz="3600" b="1" dirty="0"/>
              <a:t> </a:t>
            </a:r>
            <a:r>
              <a:rPr lang="en-IN" sz="3600" b="1" dirty="0">
                <a:solidFill>
                  <a:schemeClr val="accent2"/>
                </a:solidFill>
              </a:rPr>
              <a:t>l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e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986008E-2474-FBE2-C427-65F801D9C50E}"/>
              </a:ext>
            </a:extLst>
          </p:cNvPr>
          <p:cNvCxnSpPr/>
          <p:nvPr/>
        </p:nvCxnSpPr>
        <p:spPr>
          <a:xfrm>
            <a:off x="2950650" y="6064770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23D1894-277E-B61D-4843-39CD24BE0A39}"/>
              </a:ext>
            </a:extLst>
          </p:cNvPr>
          <p:cNvSpPr txBox="1"/>
          <p:nvPr/>
        </p:nvSpPr>
        <p:spPr>
          <a:xfrm>
            <a:off x="-61126" y="5565327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7CC07A-2E25-A724-DDF8-834103C5E139}"/>
              </a:ext>
            </a:extLst>
          </p:cNvPr>
          <p:cNvSpPr txBox="1"/>
          <p:nvPr/>
        </p:nvSpPr>
        <p:spPr>
          <a:xfrm>
            <a:off x="4702214" y="6418354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3                                     j =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FA0908-57F0-FCD8-4FAB-CB44CCEE0AA2}"/>
              </a:ext>
            </a:extLst>
          </p:cNvPr>
          <p:cNvSpPr txBox="1"/>
          <p:nvPr/>
        </p:nvSpPr>
        <p:spPr>
          <a:xfrm>
            <a:off x="5187879" y="6756908"/>
            <a:ext cx="2031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     ( i &gt; j )</a:t>
            </a:r>
          </a:p>
          <a:p>
            <a:r>
              <a:rPr lang="en-IN" sz="2400" b="1" dirty="0">
                <a:solidFill>
                  <a:srgbClr val="FFFF00"/>
                </a:solidFill>
              </a:rPr>
              <a:t>    return;</a:t>
            </a:r>
          </a:p>
          <a:p>
            <a:endParaRPr lang="en-IN" sz="2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607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5422D-07AD-097B-F82C-17A84D24F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05E821-48C6-3786-379A-2C94E59E561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6B6FF6-2441-4064-BB26-4AF66EF9CB99}"/>
              </a:ext>
            </a:extLst>
          </p:cNvPr>
          <p:cNvSpPr/>
          <p:nvPr/>
        </p:nvSpPr>
        <p:spPr>
          <a:xfrm>
            <a:off x="4806903" y="-24479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h  e  l  l  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1212F-B501-0E80-BF7D-5528DC2CB602}"/>
              </a:ext>
            </a:extLst>
          </p:cNvPr>
          <p:cNvSpPr txBox="1"/>
          <p:nvPr/>
        </p:nvSpPr>
        <p:spPr>
          <a:xfrm>
            <a:off x="4806904" y="-583349"/>
            <a:ext cx="2212461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0        1        2      3       4                   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65DAA0-1E4B-747A-7826-408BAA8BBBB6}"/>
              </a:ext>
            </a:extLst>
          </p:cNvPr>
          <p:cNvSpPr/>
          <p:nvPr/>
        </p:nvSpPr>
        <p:spPr>
          <a:xfrm>
            <a:off x="11144683" y="20383"/>
            <a:ext cx="2866892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IN" dirty="0"/>
              <a:t>if(i&gt;j)</a:t>
            </a:r>
          </a:p>
          <a:p>
            <a:r>
              <a:rPr lang="en-IN" dirty="0"/>
              <a:t>    return;</a:t>
            </a:r>
          </a:p>
          <a:p>
            <a:endParaRPr lang="en-IN" dirty="0"/>
          </a:p>
          <a:p>
            <a:r>
              <a:rPr lang="en-IN" dirty="0"/>
              <a:t>swap(str[i] ,str[j]);</a:t>
            </a:r>
          </a:p>
          <a:p>
            <a:endParaRPr lang="en-IN" dirty="0"/>
          </a:p>
          <a:p>
            <a:r>
              <a:rPr lang="en-IN" dirty="0"/>
              <a:t>reverseString(str,i+1,j-1);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1B2134-8AD9-4DF3-0553-30ACABC43EF0}"/>
              </a:ext>
            </a:extLst>
          </p:cNvPr>
          <p:cNvSpPr txBox="1"/>
          <p:nvPr/>
        </p:nvSpPr>
        <p:spPr>
          <a:xfrm>
            <a:off x="11511666" y="-477054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81E67-A4C3-B04A-D443-C41233EDD672}"/>
              </a:ext>
            </a:extLst>
          </p:cNvPr>
          <p:cNvSpPr txBox="1"/>
          <p:nvPr/>
        </p:nvSpPr>
        <p:spPr>
          <a:xfrm>
            <a:off x="4586390" y="3219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0                                     j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8E4FD4-F7B0-5998-EE22-73E6C4B0EBB7}"/>
              </a:ext>
            </a:extLst>
          </p:cNvPr>
          <p:cNvCxnSpPr/>
          <p:nvPr/>
        </p:nvCxnSpPr>
        <p:spPr>
          <a:xfrm>
            <a:off x="5842000" y="47705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054538-B6B4-C844-BE0E-93EBEA3AD1FD}"/>
              </a:ext>
            </a:extLst>
          </p:cNvPr>
          <p:cNvSpPr/>
          <p:nvPr/>
        </p:nvSpPr>
        <p:spPr>
          <a:xfrm>
            <a:off x="4806903" y="1014969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swap(str[0] , str[4] 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F01323-EE9E-24B3-EDBF-E03E78AE5BB9}"/>
              </a:ext>
            </a:extLst>
          </p:cNvPr>
          <p:cNvSpPr/>
          <p:nvPr/>
        </p:nvSpPr>
        <p:spPr>
          <a:xfrm>
            <a:off x="5190292" y="1439616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h , o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E830F0-9B84-F7FC-3744-7EC38E432BAD}"/>
              </a:ext>
            </a:extLst>
          </p:cNvPr>
          <p:cNvSpPr/>
          <p:nvPr/>
        </p:nvSpPr>
        <p:spPr>
          <a:xfrm>
            <a:off x="4875015" y="1864263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e  l  l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EFEC6E-1BC9-526D-D26C-1E69170C53D8}"/>
              </a:ext>
            </a:extLst>
          </p:cNvPr>
          <p:cNvCxnSpPr/>
          <p:nvPr/>
        </p:nvCxnSpPr>
        <p:spPr>
          <a:xfrm>
            <a:off x="2821577" y="2154622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94214F9-E984-213D-A158-C0B8B03C0F57}"/>
              </a:ext>
            </a:extLst>
          </p:cNvPr>
          <p:cNvSpPr txBox="1"/>
          <p:nvPr/>
        </p:nvSpPr>
        <p:spPr>
          <a:xfrm>
            <a:off x="-187758" y="1667774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CACC5D-9C19-1D84-2988-47D4D2206AEF}"/>
              </a:ext>
            </a:extLst>
          </p:cNvPr>
          <p:cNvSpPr txBox="1"/>
          <p:nvPr/>
        </p:nvSpPr>
        <p:spPr>
          <a:xfrm>
            <a:off x="4677830" y="2461373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1                                     j = 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7F8B6F-9FDA-227E-3B93-F4C5EF7D4A75}"/>
              </a:ext>
            </a:extLst>
          </p:cNvPr>
          <p:cNvCxnSpPr/>
          <p:nvPr/>
        </p:nvCxnSpPr>
        <p:spPr>
          <a:xfrm>
            <a:off x="5866674" y="2461373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F0AFEC4-C5CB-3818-6AEF-721B0F84E3C5}"/>
              </a:ext>
            </a:extLst>
          </p:cNvPr>
          <p:cNvSpPr/>
          <p:nvPr/>
        </p:nvSpPr>
        <p:spPr>
          <a:xfrm>
            <a:off x="4764760" y="299172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swap(str[1] , str[3] 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85043E3-9702-B672-6652-0ADE8B9893CD}"/>
              </a:ext>
            </a:extLst>
          </p:cNvPr>
          <p:cNvSpPr/>
          <p:nvPr/>
        </p:nvSpPr>
        <p:spPr>
          <a:xfrm>
            <a:off x="5179684" y="3429000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e , l 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2A17A3C-298C-2EB3-A490-CF4375AD02C7}"/>
              </a:ext>
            </a:extLst>
          </p:cNvPr>
          <p:cNvSpPr/>
          <p:nvPr/>
        </p:nvSpPr>
        <p:spPr>
          <a:xfrm>
            <a:off x="4875013" y="3873186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l </a:t>
            </a:r>
            <a:r>
              <a:rPr lang="en-IN" sz="3600" b="1" dirty="0"/>
              <a:t> l  </a:t>
            </a:r>
            <a:r>
              <a:rPr lang="en-IN" sz="3600" b="1" dirty="0">
                <a:solidFill>
                  <a:schemeClr val="accent2"/>
                </a:solidFill>
              </a:rPr>
              <a:t>e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96044FA-F1C8-A310-BA40-5F9789EACB65}"/>
              </a:ext>
            </a:extLst>
          </p:cNvPr>
          <p:cNvCxnSpPr/>
          <p:nvPr/>
        </p:nvCxnSpPr>
        <p:spPr>
          <a:xfrm>
            <a:off x="2908507" y="4188073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5807ACC-6443-FFC4-05C5-79804717791B}"/>
              </a:ext>
            </a:extLst>
          </p:cNvPr>
          <p:cNvSpPr txBox="1"/>
          <p:nvPr/>
        </p:nvSpPr>
        <p:spPr>
          <a:xfrm>
            <a:off x="-73804" y="3663723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763180-8D64-32CD-8E90-905794A2B5AB}"/>
              </a:ext>
            </a:extLst>
          </p:cNvPr>
          <p:cNvSpPr txBox="1"/>
          <p:nvPr/>
        </p:nvSpPr>
        <p:spPr>
          <a:xfrm>
            <a:off x="4677829" y="4456070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2                                     j = 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61A3DBC-EDA1-E50D-8C82-8781B5A1CEF8}"/>
              </a:ext>
            </a:extLst>
          </p:cNvPr>
          <p:cNvCxnSpPr/>
          <p:nvPr/>
        </p:nvCxnSpPr>
        <p:spPr>
          <a:xfrm>
            <a:off x="5826034" y="4456070"/>
            <a:ext cx="0" cy="42464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55EF0DA-6BAB-610A-A24E-2150DAF6660E}"/>
              </a:ext>
            </a:extLst>
          </p:cNvPr>
          <p:cNvSpPr/>
          <p:nvPr/>
        </p:nvSpPr>
        <p:spPr>
          <a:xfrm>
            <a:off x="4866561" y="4945396"/>
            <a:ext cx="2296746" cy="42464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swap(str[2] , str[2] 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DFEC2E7-381D-F330-FB3E-D487045B014C}"/>
              </a:ext>
            </a:extLst>
          </p:cNvPr>
          <p:cNvSpPr/>
          <p:nvPr/>
        </p:nvSpPr>
        <p:spPr>
          <a:xfrm>
            <a:off x="5187879" y="5353004"/>
            <a:ext cx="1466897" cy="4246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swap( l , l )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937ACD9-7DD9-168E-631A-B06DB7B0FA15}"/>
              </a:ext>
            </a:extLst>
          </p:cNvPr>
          <p:cNvSpPr/>
          <p:nvPr/>
        </p:nvSpPr>
        <p:spPr>
          <a:xfrm>
            <a:off x="4898340" y="5798299"/>
            <a:ext cx="2076237" cy="530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2"/>
                </a:solidFill>
              </a:rPr>
              <a:t>o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l </a:t>
            </a:r>
            <a:r>
              <a:rPr lang="en-IN" sz="3600" b="1" dirty="0"/>
              <a:t> </a:t>
            </a:r>
            <a:r>
              <a:rPr lang="en-IN" sz="3600" b="1" dirty="0">
                <a:solidFill>
                  <a:schemeClr val="accent2"/>
                </a:solidFill>
              </a:rPr>
              <a:t>l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e</a:t>
            </a:r>
            <a:r>
              <a:rPr lang="en-IN" sz="3600" b="1" dirty="0"/>
              <a:t>  </a:t>
            </a:r>
            <a:r>
              <a:rPr lang="en-IN" sz="3600" b="1" dirty="0">
                <a:solidFill>
                  <a:schemeClr val="accent2"/>
                </a:solidFill>
              </a:rPr>
              <a:t>h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482010A-22B4-DCC0-8C32-5163F950D88A}"/>
              </a:ext>
            </a:extLst>
          </p:cNvPr>
          <p:cNvCxnSpPr/>
          <p:nvPr/>
        </p:nvCxnSpPr>
        <p:spPr>
          <a:xfrm>
            <a:off x="2950650" y="6064770"/>
            <a:ext cx="1856253" cy="0"/>
          </a:xfrm>
          <a:prstGeom prst="line">
            <a:avLst/>
          </a:prstGeom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860A787-6DEA-D1E4-5B0B-38A8304D2276}"/>
              </a:ext>
            </a:extLst>
          </p:cNvPr>
          <p:cNvSpPr txBox="1"/>
          <p:nvPr/>
        </p:nvSpPr>
        <p:spPr>
          <a:xfrm>
            <a:off x="-61126" y="5565327"/>
            <a:ext cx="2966058" cy="9233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accent6"/>
                </a:solidFill>
              </a:rPr>
              <a:t>    reverseString(str,i+1,j-1)</a:t>
            </a:r>
          </a:p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E89CEB-C3AC-B410-226F-554E830D0ACE}"/>
              </a:ext>
            </a:extLst>
          </p:cNvPr>
          <p:cNvSpPr txBox="1"/>
          <p:nvPr/>
        </p:nvSpPr>
        <p:spPr>
          <a:xfrm>
            <a:off x="4702214" y="6418354"/>
            <a:ext cx="251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i = 3                                     j =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F3EC74-7F8A-05A2-0A55-40FEF6087DE6}"/>
              </a:ext>
            </a:extLst>
          </p:cNvPr>
          <p:cNvSpPr txBox="1"/>
          <p:nvPr/>
        </p:nvSpPr>
        <p:spPr>
          <a:xfrm>
            <a:off x="5187879" y="6756908"/>
            <a:ext cx="2031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</a:rPr>
              <a:t>     ( i &gt; j )</a:t>
            </a:r>
          </a:p>
          <a:p>
            <a:r>
              <a:rPr lang="en-IN" sz="2400" b="1" dirty="0">
                <a:solidFill>
                  <a:srgbClr val="FFFF00"/>
                </a:solidFill>
              </a:rPr>
              <a:t>    return;</a:t>
            </a:r>
          </a:p>
          <a:p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A2F368-9F41-9584-C6AC-71AD29CE3C1E}"/>
              </a:ext>
            </a:extLst>
          </p:cNvPr>
          <p:cNvSpPr txBox="1"/>
          <p:nvPr/>
        </p:nvSpPr>
        <p:spPr>
          <a:xfrm>
            <a:off x="8031093" y="4625347"/>
            <a:ext cx="3113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Out Put : </a:t>
            </a:r>
            <a:r>
              <a:rPr lang="en-IN" sz="2800" b="1" dirty="0">
                <a:solidFill>
                  <a:schemeClr val="accent6"/>
                </a:solidFill>
              </a:rPr>
              <a:t>o l l e h</a:t>
            </a:r>
          </a:p>
        </p:txBody>
      </p:sp>
    </p:spTree>
    <p:extLst>
      <p:ext uri="{BB962C8B-B14F-4D97-AF65-F5344CB8AC3E}">
        <p14:creationId xmlns:p14="http://schemas.microsoft.com/office/powerpoint/2010/main" val="172155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2174</Words>
  <Application>Microsoft Office PowerPoint</Application>
  <PresentationFormat>Widescreen</PresentationFormat>
  <Paragraphs>429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3</cp:revision>
  <dcterms:created xsi:type="dcterms:W3CDTF">2025-11-08T14:31:56Z</dcterms:created>
  <dcterms:modified xsi:type="dcterms:W3CDTF">2025-11-09T12:03:58Z</dcterms:modified>
</cp:coreProperties>
</file>