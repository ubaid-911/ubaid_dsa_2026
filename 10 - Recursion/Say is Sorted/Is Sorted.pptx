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403-52E2-510D-F9DB-B635D7142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0CD86-1549-9537-5178-F7F26B5A8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FEC47-938C-7D93-2B98-B667E454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3881D-A87E-89C0-0534-91BC6F6B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18FB9-D2FB-BA88-8440-E6AA861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9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C7B3-BACF-2DE5-1C44-71D4A85C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A600-E2BF-6D91-0B54-7A960513D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20427-3776-27AF-C680-7B02B638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ADA7E-B800-5E9B-078F-68459BBE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4D89E-5F2F-0A30-F136-E72D2B67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4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BA3-9B45-66FD-F210-ABCD6B86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114FC-9758-B50D-C94B-F60E6AEB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214A-79E5-AE47-9849-67D659C4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8777-79AC-AABF-D760-F794BB27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BA87E-AEA3-36BB-DB8E-5D9B34BA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68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05B1-1557-AADF-0AF7-11F0F499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5D71-85FE-6C86-8BB8-A07019546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34984-223A-A3F0-B7B6-A06C9E16F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A329A-4E68-52C5-ED6F-D068A9B7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D63EC-D65A-9D47-36BF-26575090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6D7CE-427F-4FA6-C874-3396569C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3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2203-E560-A36B-CC22-5764FBC5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50FCC-4D78-3D8A-6B6E-7BE7CF2B7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1E406-858A-37B7-DC50-EC48E0A9F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BA88A-7BBA-9494-E262-1544FD2D7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38963-1CF2-3429-0C18-67D209626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894C7-5268-345A-571B-ACCEB184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40643F-B6FD-07E6-49F7-DFAD0079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86FE9-7066-E9D1-6EDD-E39AE23A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96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4EBC-E511-E1C3-1308-4619DD31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D0C90-64F9-6149-BB6B-DB58FA5C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88AC4-286F-1BA5-D1FB-0CAD64F9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D6787-AEC8-79DA-A2A9-445C7AB5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88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11BB0-F79F-D4E5-4FEA-9D8903EE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1997A-7E85-E000-79D1-352D756B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A9B27-6BD4-E1BE-65C0-F8E1D601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39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25CE-A62C-BE1E-6385-D8043DA6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438E4-7D42-50C3-E1DD-3F892E119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E2247-168F-4793-D746-87BB92D7D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7E9A0-C153-7A89-187E-76E4B6B26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20290-0D7B-37DD-69FE-11478949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BC9D2-DB61-E3A4-25BD-8D472925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1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1437-F1B4-4176-8F45-0C0637F4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0B5C2-3BC5-01A0-0164-FE19DB9CD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58015-335B-93A0-9FB7-84FFF918C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DEE3-014D-2C00-168F-6EEEE48C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029F7-EC1C-4C90-C046-E92CFA11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DF1F3-FF04-E6EA-6411-34CBD913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9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7C95-7F3B-7917-5871-3E50542C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EEA74-6904-1194-E2AA-790677EE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8147-FCD6-91E2-7DC6-ED64B169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CDA5-8299-AD7B-A985-866BEE85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90397-EC94-5ED2-1447-7EA39FE9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0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B6F66-6B9D-E5F1-1B7F-6604A0EAA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DCF7F-769E-5739-D744-2A47DF8F5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78FA8-6BC3-D8B5-FA1A-651D3AD1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25E0E-3480-24FC-6DA4-2F95961D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A18FF-2985-5A37-AE98-C6A06BC0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09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036C5-48C5-9A1A-D82D-EB15086C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7D178-1A14-603F-6CAF-461165DC8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6724A-CBF2-27BC-D2B5-25687256B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A3F29-7FA3-4D06-BD9D-36F36224700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F5DC9-F7BF-8D23-C450-AF8990986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207FB-198F-8916-9E4C-BEF4B0BC3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2F70F-1FB3-4996-AE64-797184699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3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3562096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Is Sorted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E8B152-59E2-19B8-F967-E9AC746550F1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2B1AD-C3A0-B953-B0FC-A5BF86DD2595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FDE7D-187C-1C74-E876-3BAFF44B1CD5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7DFC0-5C34-F86D-9B5C-24EC949E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9A688D-7CE9-BE3B-65CD-B3AEA0C5942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60CD18-E2A9-E8D9-891E-1C10323F10FD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5FC7D-2D4F-42C8-386C-C870FBA7D974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9160F-0F2B-B046-1CB4-9F54933ACB85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F46775-3E96-AC3D-0517-B0D09DD3BA80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0FDEF7-19C2-D2B5-2005-5876504FE477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16EDFA-F64E-7000-F5F1-5D0A617FB5A3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7832FE-5B1E-14A5-6DC3-970E4FA527E6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09298F-16BD-A25F-B30C-D60E71F6756D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812630-B707-6E1B-750C-4B4A3FC1D205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3229282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4BC4-150F-3330-0EAC-0460DEDF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3D507B-1902-F22E-56DC-FBFE770EEFF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DBA9B9-0BCD-BADB-2668-F327B047B86D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3334CA-8DBB-6DCF-A41F-F90A860EED1A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936E4-006A-CC13-A590-0BED76C7E848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8A3FC1-3DD3-583D-F244-68F3670DFAAE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EA4967-54B0-8E9E-C36E-0B02A93D2C92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77A396-4AE1-39B3-9CE2-15764E25914B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F9C119-1D39-916F-E93D-EF7466BB2DA4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68E00-710E-58C7-A97E-03C948BCAD29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7BC34A-7F87-AEF1-6AEC-3EDB979F6118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1042A-F2EC-39D6-FA61-A501996ADD33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107169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C06C-C605-6D38-7E44-5B4D2C4F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9806F-1390-C0D1-5216-EC5B818CCD5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51C192-185D-087F-ACE3-0E35D5F047F3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AF535C-7297-84E8-4142-F4BD19B8E6D6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9211D-AAF4-9B4A-4596-1A9A16D7E515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359CE5-58A4-C7DA-749F-AF6394B13892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8D53B-87AC-3168-85B3-B69FD9D55AD1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AF0F08-8FE6-2941-907A-1ED2D5415279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0CAE49-EBC9-FB26-8D18-931751474F9B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E66C1-E4A0-83D4-F73B-46E067011F49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B14FC8-5748-150F-93F3-88B5BBCAE4A5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486F-541A-9ACB-2892-BA83D120011C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BF006D-65C8-20F1-9C17-249DD0AF8B50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10B690-5DDC-C2B4-6F28-F6F05FBB20B7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EAD056-A18B-B78C-E790-C8F3F2C23CFF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</p:spTree>
    <p:extLst>
      <p:ext uri="{BB962C8B-B14F-4D97-AF65-F5344CB8AC3E}">
        <p14:creationId xmlns:p14="http://schemas.microsoft.com/office/powerpoint/2010/main" val="116670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088CA-22FB-ABAE-FD9E-EFB56DE1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C1B401-2040-55A8-0C2D-750CCD37758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DF278B-5D60-CA6A-8D1C-AB7EBC97EBD3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96F35D-2185-83FB-9ECA-D1BEBE729F91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44312-594F-A741-A795-654A6362F496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84076F-5215-5C08-168C-DA995AC3836E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3FB628-7DDE-4C1F-C647-13FE18A48CF0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888896-C233-CC70-821E-65ECC7AEA25B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051664-534D-F440-850A-E44623BD4E21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73DB9-5EB1-5F19-7646-DA6F93EDF007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DC6226-C182-FB19-DB84-349DC8D2D90B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AAA1-BAA1-4EFC-C880-04405F81E512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F533AA-E0CA-8A33-2054-6E9F7E4829F5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67D0B5-60E4-4A23-0C7D-33343A2F2ED1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7170F7-62F1-62F9-98FF-08A2A5036CD2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E45541-0BAD-1083-EC03-646D29638ADE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86644D-BCAF-B782-D14A-DD81F6BA7A28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</p:spTree>
    <p:extLst>
      <p:ext uri="{BB962C8B-B14F-4D97-AF65-F5344CB8AC3E}">
        <p14:creationId xmlns:p14="http://schemas.microsoft.com/office/powerpoint/2010/main" val="314927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086F-9A11-E5D3-9004-71FDB087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DB56BD-849A-A8BE-D88E-AE22C75AAEB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4DF604-2CF1-0E2B-9699-1A147FFDFC6C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7BBED0-EFF6-20FC-9B3D-0DB1056AD7F9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87CFA-19AF-C274-CC3C-C72D13D1D872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23A73D-D294-D2EB-F3FF-C085283079A2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F16A96-B310-E394-1DA9-83073AD8D3DA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2CB951-9E58-474D-53F3-FFBC41E33A73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49B97B-E8BD-5F34-DCA8-FE2FD8397CF8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A0B3B5-57B9-6386-5A6F-E03D20E134B0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87AE79-B9E4-085F-F6A8-90D05E9BDEFE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A2B2C-5642-9A7C-3E20-B3BBDEBC2965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5E9DDE-2F1E-CA27-6E18-2063F24D68E8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5D1311-2718-3951-F749-E394E4C1E6E4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BE82E1-643F-65A9-C38D-61F55037AA20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9604EA-E122-2940-E817-DD856BD0512E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40A4DE-ABD8-4A80-7915-C021A06D2F42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6563D3-7667-D185-336A-89B85D278C2E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</p:spTree>
    <p:extLst>
      <p:ext uri="{BB962C8B-B14F-4D97-AF65-F5344CB8AC3E}">
        <p14:creationId xmlns:p14="http://schemas.microsoft.com/office/powerpoint/2010/main" val="290742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7256-D647-1AE8-9B7A-A55E7154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514CFF-BC67-48A0-FBAD-18E6E24D03D0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63B7F-63B0-C257-A276-4FCEC07C53FC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024332-12B1-7BAF-9F60-CF9363B7E89F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28BB6-A480-82E0-AB5C-A03AF099EB3A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79461E-229E-A5A1-30C3-A3CB00E4B62F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71AC54-9929-A66B-4EA8-3EA1CB13E659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EF997-4A7D-E609-6FD6-16370C19BFEA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DEA1F1-D898-5112-6157-67EF91CE0E12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0FE85-3F81-B9E7-5BF0-8A130E9E4223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FD912A-6118-B52E-EE34-58FEF1E43533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E478B-5FA0-6B05-EF72-D598EEB7C341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AEBC16-3C5C-8558-21FA-9AAF80DD5314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96FF28-D6DF-EBB1-487C-7276200DF7D3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6C0546-170C-2B17-2839-5EAAD633F39D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B90C0C-EF10-64CF-380C-9B8994DF2851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4DD75C-0D24-2B9E-0CE7-AC7EB8861AAF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7E7C3-5D31-E2BD-B775-CD2FB24D56AF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F44F54-EDDF-8ABF-DD29-E3D781B6E35B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</p:spTree>
    <p:extLst>
      <p:ext uri="{BB962C8B-B14F-4D97-AF65-F5344CB8AC3E}">
        <p14:creationId xmlns:p14="http://schemas.microsoft.com/office/powerpoint/2010/main" val="3347813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88F7-136F-C4CE-8651-335105B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D15312-8934-0630-B851-C1929E27288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89004-B14C-3A60-3A84-A6F5C4C341F3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6C4ED7-649B-DDF4-FC2B-3C67C0C5B51E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D2652-3F41-99E6-882C-344DE6788487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92B3F1-ACFF-3A95-0E5C-9A3FE8F8B4CA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BE7AEC-6442-FC33-C66A-076123E2F611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F260C3-8B56-1974-ED64-587F4BAF61B2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6D108F-5CB5-FBA5-3809-02BA32B9C683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0D18BD-9B19-A7AB-341A-1C2AB8909852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E7BCD5-A3FB-4E39-4702-3274969C3742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3EE39-19A4-D556-5664-A92B8D007D0C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2E6CF7-0C77-AA92-5F52-E23033BA9BAB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EA5D54-2C15-9CA1-9A05-5FC9B96A5731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45A68D-4725-E1C3-E8D4-159EF1D154CF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DFADF1-0472-03E2-BB2A-7635A2FA7FE3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7AC549-96BA-5B5E-D762-B1034FD472D9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2C9A2D-C3C5-4C92-8189-A4DE22369F81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A19814-CE2C-782C-011D-68415306EFC1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0FCD93-C51B-8CC3-7D51-F995157859ED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BD7737-6F96-67D2-0AAA-9F84D2A0ACEE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385AD1-5A85-405A-F462-1ED989FABBA9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</p:spTree>
    <p:extLst>
      <p:ext uri="{BB962C8B-B14F-4D97-AF65-F5344CB8AC3E}">
        <p14:creationId xmlns:p14="http://schemas.microsoft.com/office/powerpoint/2010/main" val="139585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3BABB-5E52-05C3-6450-D6A4EC2E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BB203E-49C0-EEA6-3FA3-4C36B6FD088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EDD6C5-DE38-8DA8-618F-CBBEC43EE4F1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2D92B0-E9C4-1C61-6D7B-394C98ACA192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42B2F-8620-4190-40FF-9E195A02C4D3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251530-C73B-744D-88B7-7563BBA73CE9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6E6C1-6DE6-142B-0322-C4E88041C716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36F7D2-51A6-C8F1-97DD-E7B545FB3DCA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66D09F-C0D4-47DA-CF94-72348EE8DABE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395B6-1C0B-2DDD-30CA-D0FA965E9104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268B29-A85A-7265-CBB0-4E2D2DAA8B3E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5CF12-C37E-A1CA-DF28-05CCFCC3D904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EF100-595F-D8E7-E09A-357FAE689AA2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529307-793A-C82C-EEAB-5CD646F9CDBA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81D2B6F-22AF-2A4B-D531-851B24731FC6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A5FE9-7011-691B-B71A-560EE3154946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03CCCB-626D-CB50-3424-0DB17DD17C31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E0A32-8DB8-7B26-1ECF-BFA92FFF6ADC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5DFB0C-16D0-D504-5844-D4740F1827EA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764F3E-D509-A269-C3B7-38152E3FCA5D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59BC95-562B-9654-2A8D-0A070D5DEC85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676DBA-A653-290C-83BA-F96535CAD582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67803D-CF49-2897-2C0C-8B255F14DA13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AFBF4D9-A08A-4619-DEF1-DFA4E9774647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</p:spTree>
    <p:extLst>
      <p:ext uri="{BB962C8B-B14F-4D97-AF65-F5344CB8AC3E}">
        <p14:creationId xmlns:p14="http://schemas.microsoft.com/office/powerpoint/2010/main" val="361722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D0F8-6BC8-9288-4EC8-156F9B16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BF9776-354A-E981-BEC5-2EB0555FF9E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356058-D987-3E5C-761E-4A6775A870D0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AE35CB-FFF9-BF8D-0F7B-04698DB47CF6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2DE3D-9068-59E4-063F-99A80384B709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3B479-DE80-9F8B-6615-EAA4A509413E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A5E9F-E448-9EBD-EE62-2A0EC64E19E9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38011B-8AD2-A73F-FE59-9C1A45AD0231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EE3467-BDFF-FB17-C4E8-6EACEF50DA51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90CE-EC22-3143-460B-B3189B11FCC4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FD1CC3-0E85-4422-0BD6-C3462EDFFDE9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BCE09-6765-B936-213C-67E973496BCB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25BF49-C31F-2A64-3CC4-A233CED7BEA4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AC91C-DF93-9399-D5A5-7ECDBB91BB69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81FC34-A72E-CAEB-E655-905AEE741C65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C278EF-025B-5B51-CD23-2D44C11A4D4B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2383D8-459F-6B57-728D-2FD37DFDA559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CA0AD-E213-7037-74B9-C0F10875516D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C54331-0FC9-7656-6610-0E6FED8398FC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D1A2A8-4610-1830-8BBA-FD889E3C4535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3D6466-03CD-47E0-30B9-F5FE2401D514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91D8DB-18B3-E933-F541-7AC5664CA151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CB07C2-F1CC-E2EF-56B6-AC28B8C498D8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6D0D68-278F-07CD-D915-32F1BF9E3606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84178F-7CBB-3446-9FA3-DAEF90543401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</p:spTree>
    <p:extLst>
      <p:ext uri="{BB962C8B-B14F-4D97-AF65-F5344CB8AC3E}">
        <p14:creationId xmlns:p14="http://schemas.microsoft.com/office/powerpoint/2010/main" val="126535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7936-C512-724E-B3BB-6A81D29F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7BB279-3323-5630-ABB2-C0C3503F804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9F0BEB-1869-6AB2-2955-75A3CBE808F5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5FFAEF-7B20-4193-5185-DB39FB13C170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EEC12-19C5-ED23-FA33-D7A459001B9F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2B2A5F-0314-A192-DE3C-801C678F7F34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F34267-D1EE-97F3-6B17-1BA9A8E4B87E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ADF0BA-DABE-2787-9D10-5F3786C3E3D3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7A88AF-2EED-5804-0856-DCA518B99548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9FD47-B256-A483-DF37-AEC29DAEA056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7C3D85-9510-5EFE-7D71-0AAFFB96DCA3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30F76-5F19-13D5-6C9C-6D92E30FD117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3FFC8E-2907-9A2F-7CA3-D308EC4F03FE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C78C8E-8DA9-69F9-7E83-EB1E3E590AC4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BA807F-9694-6384-E9B8-39C9C1745AC9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B96A70-D67C-3E37-8323-C5AB47F3B618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4C4F2F-4080-4064-0A6E-8D302708CA2D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9251D-64E0-1DB5-9D8D-C2135D46AEA0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A56AA5-D983-3C13-6E8D-720D6162BB34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BF05D7-22B5-7097-CE4C-3BDBE9248948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1D70C7-FB31-032E-4FF6-03921ED81A4A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760E07-6B61-A35F-D61A-9D6443549D78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510244-688C-14DB-88E1-DBF3AFD9BAC1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3E3478-8121-8251-D50B-18A32346A7E7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6C26CE-8D82-FC67-75CF-47CCB44CFCED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49BEC-7BC1-CE26-93B0-5D1E5C48D6B9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</p:spTree>
    <p:extLst>
      <p:ext uri="{BB962C8B-B14F-4D97-AF65-F5344CB8AC3E}">
        <p14:creationId xmlns:p14="http://schemas.microsoft.com/office/powerpoint/2010/main" val="2019463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7FD1-2006-ED30-00BC-6CEBEF75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709C43-288E-0B44-8FE1-31CAC5AB349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A08FB4-6908-6462-F7B0-928FEDF9B0AC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A06793-E2D4-6F29-7FBA-4F55497D95EB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6F53B-EEF2-912F-93A6-29F6E45691DF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961EE1-59E0-3D39-FED3-8A32B6156F52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4864C-DCDE-7360-CA6E-DC2313A2ABF1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7D654F-4BE9-5536-978B-6F3643E74E3B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1A690B-6609-8A6D-F9DD-80906685C71E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138D5-B4DF-A01A-2B51-3A2F1417BAF3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DF7E50-F244-66E7-49C9-B189E5AB271A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A4CF6-7D14-E34D-F7D4-0CC90CB33258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EC34EF-4689-7040-84C4-E0E48B36CDB5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339FE0-D6DB-68A9-EDA6-9C04647BFDBE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86709A-AEE2-8C07-B27E-F386A39BE159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BE7C0F-45BA-B946-8018-9C2ACB28B5BE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08288D-FEF1-2DDF-F43D-2E295C28C246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548DF-61AC-3B3A-726F-14D4C2236E8B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EBF64C-A6B9-3F92-4FF8-6EAB07B9FC92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6D5177-473C-D56F-05E3-0B0D647B9F87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871A28-1AFB-35F8-C78F-B1D3E0A640E7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DB9EE0-B8C0-C3C1-C333-806D69620EDD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0E3EE3-BD77-ADE7-2C88-C4A46258377F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3901BA-37CA-FA41-27FD-A7C1669B4F00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593EEF-17F2-8BF7-C714-E0B27BB7E0A4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AE8A71-D329-E376-F2F0-81042EE1600E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BFD73E-783E-072E-B3C4-5F5E374AF38A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52BE26-87DD-FCFA-D622-B75FFCAF736E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F3E6EC6-F89E-D949-367D-5234B79CFFA9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</p:spTree>
    <p:extLst>
      <p:ext uri="{BB962C8B-B14F-4D97-AF65-F5344CB8AC3E}">
        <p14:creationId xmlns:p14="http://schemas.microsoft.com/office/powerpoint/2010/main" val="2649513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D2EB-A19F-DCEE-C2DD-577392F5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68E4C2-F19B-26E2-172E-F3DA77DCC04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B2BC04-73D4-8F00-50C8-F9DBB20AE58E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6E5902-CCFA-97EF-C052-96024C3CF721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0F7E7-40F8-6C82-20D2-52324288DDB4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E6B092-0532-29D0-9C9E-08A08C4D0BF9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B3BEE4-5478-AE84-92AD-E263B24A6D4A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2B1CA6-01BE-A475-0751-97D417F82C97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BDA980-2D52-83FF-C149-B8B1725A7EE2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561BA-8193-0E03-B83A-30DF6E6426B2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F8289C-7F3A-3A58-4A8D-DCB36C24141C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69BE1-2061-8D1D-89B8-FE6B15317F12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8E89-D65D-E3D1-F2FE-C7387BDC5601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3489F0-BF7E-BB3C-8753-0DF194D976A7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F855AB-72FE-1D7D-BF06-C91FCC693097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794DB6-90C6-A3BC-D3DD-DB043B5D6179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4D3674-AA7F-C733-3A78-857CF6BFCF10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BE04B-8530-52FC-16AF-F01E3522C506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6257F4-DBE4-9789-C926-EF4331B68138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64B814-7737-2228-2974-A4B04BB49B90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F68A76-4FD6-32B0-5ED6-8F7ADF922E36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BA7957-569F-B136-0B31-BB1DB9DEC11D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04DF79-7911-D5A7-7953-2F3159E5DA24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33440D6-C409-67A1-1B3F-BEDADDAF9B8B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821AA3-1021-05CE-8437-3DB91935153E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E2C0F36-4E7E-F722-C555-8DF7508E1A79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AFC422-00CE-CFBF-083B-75D699EAFF65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B61B933-1BC0-ABF0-270D-49B936A96584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793C6B4-F754-AB49-592E-96539669448F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D4D406-E933-E43C-C67C-D2E278C461ED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80C7E3-11B8-7424-0325-D2C500144BE2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</p:spTree>
    <p:extLst>
      <p:ext uri="{BB962C8B-B14F-4D97-AF65-F5344CB8AC3E}">
        <p14:creationId xmlns:p14="http://schemas.microsoft.com/office/powerpoint/2010/main" val="122435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6FD2-C08E-08CC-3704-DE1C6A1F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C8F716-7449-99AE-868D-A469032F3B7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059E9-08EA-D3EA-6B80-6D6C2E33660E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7CBCC4-F9CC-C65B-830A-CE1F088F47FC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DA66C-C3F4-59CB-F245-B7A590A50110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84BC19-3E43-E1F6-03DA-FD0358948898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143C02-8599-FEB1-B85C-A0DA355A5B06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74C7DF-3F4F-1931-C5CD-4B0F71B04106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453A91-F59B-02F0-95C8-EFD62DEDA9F5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B6AA8-A962-26A8-D0A4-B82B87512A5D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1C1868-FA03-7826-9910-57D0FEF05C36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3CC90-66D7-BE63-F043-2A6CD44D8D9C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0627E0-0756-D572-9049-FBEB92F4294E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C585F-3F72-D096-DC49-755B1153037F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10404C-CF19-DB5D-FD7B-6C57962FC034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4CA2DF-510E-5ADC-1E0B-60DC11E76BE1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C64722-1B29-3BB4-C5BC-F661A26169EE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DE6BA8-9F4A-8977-3438-1CFA001A9465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E0A81C-7ADB-9AE3-3282-247AAF93A161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BD59C9-6BCF-7114-7783-EAF9DA73483B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684D6F-B366-103A-B168-2F2CE4D85581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E974DF-C835-2FB4-8B4F-C533E6B571A6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119896-1B19-E9FD-D526-DCE090AC00D1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BAE05E6-E821-DF82-D364-D03DE471B01F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C1F0E5-5AFE-D1D5-36D8-E96CB6667ACA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837047-9E8E-E413-EDE5-5E6F7C180838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393E1C-29A9-2E0B-0DEE-D4F475789F8A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183F8F-E49A-E484-0285-F585F9F17A11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84304D7-982E-BFEF-4CCD-A69DFF750E83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FBBCA9-416A-10C1-95E0-B0A6227CB22D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85DE89-EFDF-8E6B-AA34-ED1C78766841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9B4B51-F5BA-B65F-3FDC-341413F04DBA}"/>
              </a:ext>
            </a:extLst>
          </p:cNvPr>
          <p:cNvSpPr txBox="1"/>
          <p:nvPr/>
        </p:nvSpPr>
        <p:spPr>
          <a:xfrm>
            <a:off x="1053827" y="4583044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4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5</a:t>
            </a:r>
          </a:p>
        </p:txBody>
      </p:sp>
    </p:spTree>
    <p:extLst>
      <p:ext uri="{BB962C8B-B14F-4D97-AF65-F5344CB8AC3E}">
        <p14:creationId xmlns:p14="http://schemas.microsoft.com/office/powerpoint/2010/main" val="3959194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BD65-3DA9-6D67-D9F0-E220814A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3FEF46-7433-92CA-5CF9-C864FF57012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A771D1-D2F7-2D60-C9DB-EC6AC1B2BD01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6F7892-7BE2-F30F-C8DC-9AEF7BA61638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A52BD-CB51-5448-6FB3-07FA43D85C81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BB2E85-CBDB-DA6D-13B7-5A434C18382F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78E5D0-2226-02DA-CB90-898A913C3EE3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9ABDDF-C048-CF60-6B1A-7CD9AED2EC33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42045C-5157-BE19-B753-ADEC33C5FDF5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B2951-5F24-78AF-BCA5-7480BC7D16C4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AEC18C-8C04-A9C7-495D-8873ABDE9400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403A8-F081-58D8-AF42-5EFF135EB6D7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C672F-C2A4-BFA8-4384-C4F1C1D2A457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809B4F-F57A-1039-F75D-9E902BBB4180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91E428-45BC-67E3-6139-5749CA59E3A0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3D26B6-7883-422F-6A4D-6FCF7C667F2A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0DE9FC-0460-83F5-D710-C90A6C1AE09F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662CB-EA25-B16B-7C0F-F64B025261FC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EE78DEC-4D5B-2964-ED73-2FDA1E637204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B667E2-D352-214D-E1BE-B6C83FDE4EC3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CDEF98-6D62-2AD3-F4EE-FC8D9C23B6FE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CE9975-051A-E01A-1034-AFBB913677D7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C24C4A-B168-F160-A36A-D34F72112505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AB273E5-7B9F-175A-2DFA-E4C1294DDFCA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4D5332-6656-F4E0-CB96-64CE00F1FDE0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3CA70F2-8DEF-D3DE-5AE9-7BBD0B00F2F7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ECA11F-E3BD-49B7-0D9B-EACA8CCF1420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F36779-3F4E-A960-895A-14776E32854F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88B6AE4-BBAB-AF2F-E550-ABA383F62BCE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2C4BB8-F8DC-4A1C-3A65-649EBFF98984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0851F4B-554F-D725-878B-5EC4CD0D8E01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B5751C-A963-40E3-26EA-82B1B602F8DA}"/>
              </a:ext>
            </a:extLst>
          </p:cNvPr>
          <p:cNvSpPr txBox="1"/>
          <p:nvPr/>
        </p:nvSpPr>
        <p:spPr>
          <a:xfrm>
            <a:off x="1053827" y="4583044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4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B16F944-3C51-17A6-DF30-D41EF99A58C1}"/>
              </a:ext>
            </a:extLst>
          </p:cNvPr>
          <p:cNvSpPr/>
          <p:nvPr/>
        </p:nvSpPr>
        <p:spPr>
          <a:xfrm>
            <a:off x="-84882" y="495963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4  &lt;   5</a:t>
            </a:r>
          </a:p>
        </p:txBody>
      </p:sp>
    </p:spTree>
    <p:extLst>
      <p:ext uri="{BB962C8B-B14F-4D97-AF65-F5344CB8AC3E}">
        <p14:creationId xmlns:p14="http://schemas.microsoft.com/office/powerpoint/2010/main" val="127231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ACB15-7DC5-609E-679E-8AAF12EF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616FBE-9804-66DC-C2DD-4121BD133EC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F138C7-E513-7CEA-3BD2-56ABADB0F34D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965408-A5F9-BD84-1798-8D2F166443A5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C611A-ADAF-19BD-A4DD-5CC98A22E486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33DAE-017A-649E-5CC2-7823C73BF476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AA5699-58BB-3C2C-17F0-BBB49188EEB2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E9D27E-6E16-137B-84CA-16C2A04BC043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F211A3-6560-CFC5-A716-CF636E980D37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0074C-0203-D54A-5C44-DF448D2DEA2D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9211D-6327-3DA3-E43A-78ACEA419609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DCCCC-433F-08E8-E574-CE9824A711E4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EA4AB2-835B-500D-201E-106D1235D6AA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84A349-F3C9-9528-2DC1-A4473A60CB54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EC03E3-1E2B-5843-794E-E4A8FF74C11B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EBAF06-D914-4784-0FDF-591924A9B30E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F41BB4-984B-3C0C-1E66-F27D0381BBFE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E158A-2593-7A81-5B34-1737086031CF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B1BC04-23BD-0785-9BF8-A2886B79487A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5C4F75-6E0F-164F-BBDD-375CBFD13F92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1C6BC9-ED7F-AD44-9008-1E3C47BB54AA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06F1BC-200E-A350-EEF3-9FC08A493AA6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9F0627-6F9D-B8BE-282D-767856A391D8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CD1F1F-F54D-0781-5BDA-36B6F8451217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A33C6-7A67-2484-202D-67157799695D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7D1CAF-EEF5-F181-D338-247D19EE7809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297844-E388-54F6-700E-BB67E648591F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027A66-C09A-9068-53BB-C336EC7DAC1C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68F470-72F1-D474-EDB9-69E4ECCD8FB6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114B06-1566-0BCE-5D4A-7F11147D5EC9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276CF76-EC4E-3C9A-4A1E-F9CCA103B3F9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4890AF-FA5E-ADDD-A3F5-E7524B802B99}"/>
              </a:ext>
            </a:extLst>
          </p:cNvPr>
          <p:cNvSpPr txBox="1"/>
          <p:nvPr/>
        </p:nvSpPr>
        <p:spPr>
          <a:xfrm>
            <a:off x="1053827" y="4583044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4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8461A9C-0033-AE16-9F2A-6A1BD1050655}"/>
              </a:ext>
            </a:extLst>
          </p:cNvPr>
          <p:cNvSpPr/>
          <p:nvPr/>
        </p:nvSpPr>
        <p:spPr>
          <a:xfrm>
            <a:off x="-84882" y="495963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4  &lt;   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371F536-8E80-1C3B-C19B-85678B08E76B}"/>
              </a:ext>
            </a:extLst>
          </p:cNvPr>
          <p:cNvCxnSpPr/>
          <p:nvPr/>
        </p:nvCxnSpPr>
        <p:spPr>
          <a:xfrm>
            <a:off x="1081819" y="5044952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847D15-5111-44BB-DB79-BD137189FDD0}"/>
              </a:ext>
            </a:extLst>
          </p:cNvPr>
          <p:cNvCxnSpPr>
            <a:cxnSpLocks/>
          </p:cNvCxnSpPr>
          <p:nvPr/>
        </p:nvCxnSpPr>
        <p:spPr>
          <a:xfrm flipH="1">
            <a:off x="1100560" y="5426006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BAD28EF-318C-F8B5-E666-EA92BAB45AEF}"/>
              </a:ext>
            </a:extLst>
          </p:cNvPr>
          <p:cNvSpPr/>
          <p:nvPr/>
        </p:nvSpPr>
        <p:spPr>
          <a:xfrm>
            <a:off x="2229504" y="5085693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2 – 1 =&gt; 1</a:t>
            </a:r>
          </a:p>
        </p:txBody>
      </p:sp>
    </p:spTree>
    <p:extLst>
      <p:ext uri="{BB962C8B-B14F-4D97-AF65-F5344CB8AC3E}">
        <p14:creationId xmlns:p14="http://schemas.microsoft.com/office/powerpoint/2010/main" val="2473641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9A0F-2E64-924F-BCC1-AADE7FE6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EAF8DF-4E95-F512-784B-8E263E563C6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5BCF9A-4AD8-56B9-C9F8-9EDF1F885CE4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821DA5-3C29-AF9F-8080-BDBDF37F8007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AB952-FB7D-95B2-3318-329FD444459A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F3E3C-C737-C2EB-65F3-E31CBDB29D98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647E33-C1EC-C3B9-7476-A012EA5C435D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85A9F0-139A-E8C3-B1C4-DD9135EAC86A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4CFF0A-1DFA-41F8-E819-1FEE3C7FFEC9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FD82E-EED5-722A-A468-931B7143EB98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AC940F-50C2-59E9-2EBC-F1DA87A9A950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7941A-A6F1-C44A-8685-9369E6151F4B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B6A11F-749A-A602-DAEC-1E9FCB3E7A16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7DC4AC-803C-E498-AC2F-6C7B44C864B0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1EDF78-E137-9D99-9FBB-0A84204323E0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1B20F6-FFBB-011F-C021-8FC2339D8700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026A1E-7E1A-A7D6-8E40-8D93FD31D5D6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0A95F-5001-102A-E056-A34FD6A888D5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3FD0C3-758D-6926-2CD6-8E26EF189E44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0B9152-34BE-9691-A029-278CF03FA7EB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5B4301-04B5-C439-C4ED-EFCEE5ECD6A0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7C740C-8CD1-0B5D-D77D-475F2990DBB6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49F7E4-4C83-1457-EE9B-98BABF5AC5E7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E52B0CA-25EF-2A95-ED15-3CE3F16F3BC5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EA2341-483D-CC7F-F93C-05FAE4A10697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DE20E2-CC96-40C4-4571-AA09C30B4533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3DF742-7206-D3BC-EED7-02398645B9DD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DE3F1B-7CF3-686D-8E7D-9EE5D4ED5640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F64CED-1608-95C1-1A19-604A8734F713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32DE56-6B5C-365E-4503-DC3EE122BCD0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499D40-0FA2-36EC-CAE6-543910F753DB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98BDAD-E4B4-3F30-53A2-433F906DC465}"/>
              </a:ext>
            </a:extLst>
          </p:cNvPr>
          <p:cNvSpPr txBox="1"/>
          <p:nvPr/>
        </p:nvSpPr>
        <p:spPr>
          <a:xfrm>
            <a:off x="1053827" y="4583044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4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7F513D0-1989-F9DC-D80D-95BA7A88D994}"/>
              </a:ext>
            </a:extLst>
          </p:cNvPr>
          <p:cNvSpPr/>
          <p:nvPr/>
        </p:nvSpPr>
        <p:spPr>
          <a:xfrm>
            <a:off x="-84882" y="495963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4  &lt;   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9C8E41-18FE-30B1-E0B4-3528AF20F5B1}"/>
              </a:ext>
            </a:extLst>
          </p:cNvPr>
          <p:cNvCxnSpPr/>
          <p:nvPr/>
        </p:nvCxnSpPr>
        <p:spPr>
          <a:xfrm>
            <a:off x="1081819" y="5044952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FBE7E6-B7CF-5270-4B5B-C1BD0EE2B363}"/>
              </a:ext>
            </a:extLst>
          </p:cNvPr>
          <p:cNvCxnSpPr>
            <a:cxnSpLocks/>
          </p:cNvCxnSpPr>
          <p:nvPr/>
        </p:nvCxnSpPr>
        <p:spPr>
          <a:xfrm flipH="1">
            <a:off x="1100560" y="5426006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2354901-492D-8D3A-FF10-D5E5C5BE5385}"/>
              </a:ext>
            </a:extLst>
          </p:cNvPr>
          <p:cNvSpPr/>
          <p:nvPr/>
        </p:nvSpPr>
        <p:spPr>
          <a:xfrm>
            <a:off x="2229504" y="5085693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2 – 1 =&gt; 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7D325BF-B630-D329-362C-49B2C2BB2262}"/>
              </a:ext>
            </a:extLst>
          </p:cNvPr>
          <p:cNvCxnSpPr>
            <a:cxnSpLocks/>
          </p:cNvCxnSpPr>
          <p:nvPr/>
        </p:nvCxnSpPr>
        <p:spPr>
          <a:xfrm>
            <a:off x="-209060" y="505510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A753DDD-1FD3-0344-2531-006ACDF14ED1}"/>
              </a:ext>
            </a:extLst>
          </p:cNvPr>
          <p:cNvSpPr/>
          <p:nvPr/>
        </p:nvSpPr>
        <p:spPr>
          <a:xfrm>
            <a:off x="-334452" y="5864811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5 </a:t>
            </a:r>
          </a:p>
        </p:txBody>
      </p:sp>
    </p:spTree>
    <p:extLst>
      <p:ext uri="{BB962C8B-B14F-4D97-AF65-F5344CB8AC3E}">
        <p14:creationId xmlns:p14="http://schemas.microsoft.com/office/powerpoint/2010/main" val="1629615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3F4A-C0EA-08CE-474D-65F84DEA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755B7F-5887-2C73-A10D-335AD5B9E8B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C995FE-75EE-A988-80B2-DEB778F03A90}"/>
              </a:ext>
            </a:extLst>
          </p:cNvPr>
          <p:cNvSpPr/>
          <p:nvPr/>
        </p:nvSpPr>
        <p:spPr>
          <a:xfrm>
            <a:off x="4811268" y="-373776"/>
            <a:ext cx="2569464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8242EA-172C-257F-BA34-061309287AC5}"/>
              </a:ext>
            </a:extLst>
          </p:cNvPr>
          <p:cNvSpPr/>
          <p:nvPr/>
        </p:nvSpPr>
        <p:spPr>
          <a:xfrm>
            <a:off x="11180759" y="0"/>
            <a:ext cx="2396345" cy="2532968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  </a:t>
            </a:r>
          </a:p>
          <a:p>
            <a:r>
              <a:rPr lang="en-US" dirty="0"/>
              <a:t>if (n == 0 || n == 1)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&gt; </a:t>
            </a:r>
            <a:r>
              <a:rPr lang="en-US" dirty="0" err="1"/>
              <a:t>arr</a:t>
            </a:r>
            <a:r>
              <a:rPr lang="en-US" dirty="0"/>
              <a:t>[1])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7F47F-08C9-C612-D703-0C1DADE818D1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723288-D21C-2502-E89D-66557E3A0389}"/>
              </a:ext>
            </a:extLst>
          </p:cNvPr>
          <p:cNvCxnSpPr/>
          <p:nvPr/>
        </p:nvCxnSpPr>
        <p:spPr>
          <a:xfrm>
            <a:off x="-1388962" y="0"/>
            <a:ext cx="605355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AF0C21-B3E7-1D76-C8D5-4B3D6899998A}"/>
              </a:ext>
            </a:extLst>
          </p:cNvPr>
          <p:cNvCxnSpPr>
            <a:cxnSpLocks/>
          </p:cNvCxnSpPr>
          <p:nvPr/>
        </p:nvCxnSpPr>
        <p:spPr>
          <a:xfrm>
            <a:off x="-1388962" y="0"/>
            <a:ext cx="0" cy="6366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D3E45C-52AA-719F-8A50-81D2F6A062A4}"/>
              </a:ext>
            </a:extLst>
          </p:cNvPr>
          <p:cNvCxnSpPr/>
          <p:nvPr/>
        </p:nvCxnSpPr>
        <p:spPr>
          <a:xfrm>
            <a:off x="-1388962" y="63660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0EC4A0-D951-0710-A888-7ED3C020BE6D}"/>
              </a:ext>
            </a:extLst>
          </p:cNvPr>
          <p:cNvSpPr/>
          <p:nvPr/>
        </p:nvSpPr>
        <p:spPr>
          <a:xfrm>
            <a:off x="-235517" y="373775"/>
            <a:ext cx="2018018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1    2    3     4    5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C794C-F218-407A-5059-E00E145B1933}"/>
              </a:ext>
            </a:extLst>
          </p:cNvPr>
          <p:cNvSpPr txBox="1"/>
          <p:nvPr/>
        </p:nvSpPr>
        <p:spPr>
          <a:xfrm>
            <a:off x="1871075" y="46067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1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D8C4BC-2527-119D-9EAE-46C63BF97636}"/>
              </a:ext>
            </a:extLst>
          </p:cNvPr>
          <p:cNvSpPr/>
          <p:nvPr/>
        </p:nvSpPr>
        <p:spPr>
          <a:xfrm>
            <a:off x="278674" y="840147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1  &lt;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3096F-D4EF-E122-FC8A-19F53B5BC99A}"/>
              </a:ext>
            </a:extLst>
          </p:cNvPr>
          <p:cNvSpPr txBox="1"/>
          <p:nvPr/>
        </p:nvSpPr>
        <p:spPr>
          <a:xfrm>
            <a:off x="7627716" y="-150471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 =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89E535-634B-F549-1CF7-F89523F1A9C8}"/>
              </a:ext>
            </a:extLst>
          </p:cNvPr>
          <p:cNvCxnSpPr/>
          <p:nvPr/>
        </p:nvCxnSpPr>
        <p:spPr>
          <a:xfrm>
            <a:off x="1620456" y="93754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703DB8-BE62-011A-A7A4-9DA4681DEB7C}"/>
              </a:ext>
            </a:extLst>
          </p:cNvPr>
          <p:cNvCxnSpPr>
            <a:cxnSpLocks/>
          </p:cNvCxnSpPr>
          <p:nvPr/>
        </p:nvCxnSpPr>
        <p:spPr>
          <a:xfrm flipH="1">
            <a:off x="1620456" y="1306519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785AEA-3A31-5777-01E7-943ECCEB4645}"/>
              </a:ext>
            </a:extLst>
          </p:cNvPr>
          <p:cNvSpPr/>
          <p:nvPr/>
        </p:nvSpPr>
        <p:spPr>
          <a:xfrm>
            <a:off x="2787046" y="1033298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5 – 1 =&gt;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80A590-4951-6B8C-D537-8D716ADF8690}"/>
              </a:ext>
            </a:extLst>
          </p:cNvPr>
          <p:cNvCxnSpPr>
            <a:cxnSpLocks/>
          </p:cNvCxnSpPr>
          <p:nvPr/>
        </p:nvCxnSpPr>
        <p:spPr>
          <a:xfrm>
            <a:off x="-9646" y="93754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C22838-D00B-4275-184B-D24D530B43E9}"/>
              </a:ext>
            </a:extLst>
          </p:cNvPr>
          <p:cNvSpPr/>
          <p:nvPr/>
        </p:nvSpPr>
        <p:spPr>
          <a:xfrm>
            <a:off x="-235517" y="1752582"/>
            <a:ext cx="1636053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2    3     4    5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F73FB-FB76-D9CA-11CC-3FD6B00C2D38}"/>
              </a:ext>
            </a:extLst>
          </p:cNvPr>
          <p:cNvSpPr txBox="1"/>
          <p:nvPr/>
        </p:nvSpPr>
        <p:spPr>
          <a:xfrm>
            <a:off x="1419277" y="1849622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2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5852EA-89AA-B2AC-5191-01619DFEE177}"/>
              </a:ext>
            </a:extLst>
          </p:cNvPr>
          <p:cNvSpPr/>
          <p:nvPr/>
        </p:nvSpPr>
        <p:spPr>
          <a:xfrm>
            <a:off x="257454" y="221895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2  &lt;  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4E2A21-7DE2-CDBB-8731-3883DFF5F12B}"/>
              </a:ext>
            </a:extLst>
          </p:cNvPr>
          <p:cNvCxnSpPr/>
          <p:nvPr/>
        </p:nvCxnSpPr>
        <p:spPr>
          <a:xfrm>
            <a:off x="1400536" y="2316356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1725F8-C3EC-3684-EF01-0BA56D2D3102}"/>
              </a:ext>
            </a:extLst>
          </p:cNvPr>
          <p:cNvCxnSpPr>
            <a:cxnSpLocks/>
          </p:cNvCxnSpPr>
          <p:nvPr/>
        </p:nvCxnSpPr>
        <p:spPr>
          <a:xfrm flipH="1">
            <a:off x="1419277" y="2697410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7FC782-B0AC-8E82-2719-A4C335596C40}"/>
              </a:ext>
            </a:extLst>
          </p:cNvPr>
          <p:cNvSpPr/>
          <p:nvPr/>
        </p:nvSpPr>
        <p:spPr>
          <a:xfrm>
            <a:off x="2569480" y="2338764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4 – 1 =&gt;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2DAEF6-FBBD-1DBB-2AD1-07EA9D7DD9DC}"/>
              </a:ext>
            </a:extLst>
          </p:cNvPr>
          <p:cNvCxnSpPr>
            <a:cxnSpLocks/>
          </p:cNvCxnSpPr>
          <p:nvPr/>
        </p:nvCxnSpPr>
        <p:spPr>
          <a:xfrm>
            <a:off x="15432" y="231635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B38EB3-FACF-E257-EB8B-CE063A67485B}"/>
              </a:ext>
            </a:extLst>
          </p:cNvPr>
          <p:cNvSpPr/>
          <p:nvPr/>
        </p:nvSpPr>
        <p:spPr>
          <a:xfrm>
            <a:off x="-216775" y="3131389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3     4    5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48B67-5908-A869-0496-1DC21AFBF141}"/>
              </a:ext>
            </a:extLst>
          </p:cNvPr>
          <p:cNvSpPr txBox="1"/>
          <p:nvPr/>
        </p:nvSpPr>
        <p:spPr>
          <a:xfrm>
            <a:off x="1064871" y="3228429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3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3E70E6-6946-8D20-62AB-7B23AD87F140}"/>
              </a:ext>
            </a:extLst>
          </p:cNvPr>
          <p:cNvSpPr/>
          <p:nvPr/>
        </p:nvSpPr>
        <p:spPr>
          <a:xfrm>
            <a:off x="0" y="3597761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  &lt;   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F6A566-EF2F-30AA-078D-172E13DB9CB0}"/>
              </a:ext>
            </a:extLst>
          </p:cNvPr>
          <p:cNvCxnSpPr/>
          <p:nvPr/>
        </p:nvCxnSpPr>
        <p:spPr>
          <a:xfrm>
            <a:off x="1170971" y="3683079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C23C06-2C00-3B87-A708-1A6CD231B8D5}"/>
              </a:ext>
            </a:extLst>
          </p:cNvPr>
          <p:cNvCxnSpPr>
            <a:cxnSpLocks/>
          </p:cNvCxnSpPr>
          <p:nvPr/>
        </p:nvCxnSpPr>
        <p:spPr>
          <a:xfrm flipH="1">
            <a:off x="1189712" y="4064133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FCDC49B-46A7-7CF9-5CC3-B431FE50D951}"/>
              </a:ext>
            </a:extLst>
          </p:cNvPr>
          <p:cNvSpPr/>
          <p:nvPr/>
        </p:nvSpPr>
        <p:spPr>
          <a:xfrm>
            <a:off x="2322877" y="3706886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3 – 1 =&gt;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66D050-DAEE-1861-DB1D-FA025FF8AB09}"/>
              </a:ext>
            </a:extLst>
          </p:cNvPr>
          <p:cNvCxnSpPr>
            <a:cxnSpLocks/>
          </p:cNvCxnSpPr>
          <p:nvPr/>
        </p:nvCxnSpPr>
        <p:spPr>
          <a:xfrm>
            <a:off x="-98386" y="3683079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0220EE-7240-FE76-A583-EAD66E22452E}"/>
              </a:ext>
            </a:extLst>
          </p:cNvPr>
          <p:cNvSpPr/>
          <p:nvPr/>
        </p:nvSpPr>
        <p:spPr>
          <a:xfrm>
            <a:off x="-322162" y="4486004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4    5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03756-7F9E-E57C-9A45-4EBD79009A02}"/>
              </a:ext>
            </a:extLst>
          </p:cNvPr>
          <p:cNvSpPr txBox="1"/>
          <p:nvPr/>
        </p:nvSpPr>
        <p:spPr>
          <a:xfrm>
            <a:off x="1053827" y="4583044"/>
            <a:ext cx="279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[0]  =  4   ||    </a:t>
            </a:r>
            <a:r>
              <a:rPr lang="en-IN" b="1" dirty="0" err="1">
                <a:solidFill>
                  <a:schemeClr val="bg1"/>
                </a:solidFill>
              </a:rPr>
              <a:t>arr</a:t>
            </a:r>
            <a:r>
              <a:rPr lang="en-IN" b="1" dirty="0">
                <a:solidFill>
                  <a:schemeClr val="bg1"/>
                </a:solidFill>
              </a:rPr>
              <a:t> [1]  =  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C833724-6710-0CB2-BBFC-B56C8B2AD21A}"/>
              </a:ext>
            </a:extLst>
          </p:cNvPr>
          <p:cNvSpPr/>
          <p:nvPr/>
        </p:nvSpPr>
        <p:spPr>
          <a:xfrm>
            <a:off x="-84882" y="4959634"/>
            <a:ext cx="1032076" cy="46637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4  &lt;   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5C5BC9-E43B-6EDE-292D-1AF96AB023CC}"/>
              </a:ext>
            </a:extLst>
          </p:cNvPr>
          <p:cNvCxnSpPr/>
          <p:nvPr/>
        </p:nvCxnSpPr>
        <p:spPr>
          <a:xfrm>
            <a:off x="1081819" y="5044952"/>
            <a:ext cx="0" cy="36897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92C975-C3FA-8DE8-C448-CF2CE7EDA28F}"/>
              </a:ext>
            </a:extLst>
          </p:cNvPr>
          <p:cNvCxnSpPr>
            <a:cxnSpLocks/>
          </p:cNvCxnSpPr>
          <p:nvPr/>
        </p:nvCxnSpPr>
        <p:spPr>
          <a:xfrm flipH="1">
            <a:off x="1100560" y="5426006"/>
            <a:ext cx="103979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7F6F73C-47DD-BD14-694C-562DD5C48B79}"/>
              </a:ext>
            </a:extLst>
          </p:cNvPr>
          <p:cNvSpPr/>
          <p:nvPr/>
        </p:nvSpPr>
        <p:spPr>
          <a:xfrm>
            <a:off x="2229504" y="5085693"/>
            <a:ext cx="2120607" cy="46637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– 1 =  2 – 1 =&gt; 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B7A1E1-6E6E-7D5D-FD71-04B0B5B3BBA8}"/>
              </a:ext>
            </a:extLst>
          </p:cNvPr>
          <p:cNvCxnSpPr>
            <a:cxnSpLocks/>
          </p:cNvCxnSpPr>
          <p:nvPr/>
        </p:nvCxnSpPr>
        <p:spPr>
          <a:xfrm>
            <a:off x="-209060" y="5055106"/>
            <a:ext cx="0" cy="7176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2D00F8F-654B-DEDF-D136-92581A7F7591}"/>
              </a:ext>
            </a:extLst>
          </p:cNvPr>
          <p:cNvSpPr/>
          <p:nvPr/>
        </p:nvSpPr>
        <p:spPr>
          <a:xfrm>
            <a:off x="-334452" y="5864811"/>
            <a:ext cx="1281646" cy="46637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  5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B11263-7DE8-6908-4A86-D6686E3233CB}"/>
              </a:ext>
            </a:extLst>
          </p:cNvPr>
          <p:cNvSpPr txBox="1"/>
          <p:nvPr/>
        </p:nvSpPr>
        <p:spPr>
          <a:xfrm>
            <a:off x="5652814" y="5317290"/>
            <a:ext cx="4378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OutPut</a:t>
            </a:r>
            <a:r>
              <a:rPr lang="en-IN" sz="2800" b="1" dirty="0">
                <a:solidFill>
                  <a:schemeClr val="bg1"/>
                </a:solidFill>
              </a:rPr>
              <a:t> :    Array is Sorted 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20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1986</Words>
  <Application>Microsoft Office PowerPoint</Application>
  <PresentationFormat>Widescreen</PresentationFormat>
  <Paragraphs>387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2025-11-05T13:12:40Z</dcterms:created>
  <dcterms:modified xsi:type="dcterms:W3CDTF">2025-11-05T14:20:02Z</dcterms:modified>
</cp:coreProperties>
</file>