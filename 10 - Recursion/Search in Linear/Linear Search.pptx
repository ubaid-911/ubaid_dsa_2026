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44" r:id="rId2"/>
    <p:sldId id="329" r:id="rId3"/>
    <p:sldId id="345" r:id="rId4"/>
    <p:sldId id="346" r:id="rId5"/>
    <p:sldId id="347" r:id="rId6"/>
    <p:sldId id="348" r:id="rId7"/>
    <p:sldId id="349" r:id="rId8"/>
    <p:sldId id="350" r:id="rId9"/>
    <p:sldId id="351" r:id="rId10"/>
    <p:sldId id="352" r:id="rId11"/>
    <p:sldId id="353" r:id="rId12"/>
    <p:sldId id="354" r:id="rId13"/>
    <p:sldId id="355" r:id="rId14"/>
    <p:sldId id="356" r:id="rId15"/>
    <p:sldId id="357" r:id="rId16"/>
    <p:sldId id="35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074667-E7AC-4D3F-BA81-64F4024B5DF5}" v="46" dt="2025-11-06T09:55:55.1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3" d="100"/>
          <a:sy n="53" d="100"/>
        </p:scale>
        <p:origin x="1838" y="7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BAID QURESHI" userId="dd4ae95d8f7c04fe" providerId="LiveId" clId="{AF920071-46B6-4E4C-A6D8-3E93B456AF12}"/>
    <pc:docChg chg="undo custSel addSld delSld modSld">
      <pc:chgData name="UBAID QURESHI" userId="dd4ae95d8f7c04fe" providerId="LiveId" clId="{AF920071-46B6-4E4C-A6D8-3E93B456AF12}" dt="2025-11-06T09:56:26.170" v="342" actId="1076"/>
      <pc:docMkLst>
        <pc:docMk/>
      </pc:docMkLst>
      <pc:sldChg chg="addSp delSp modSp mod">
        <pc:chgData name="UBAID QURESHI" userId="dd4ae95d8f7c04fe" providerId="LiveId" clId="{AF920071-46B6-4E4C-A6D8-3E93B456AF12}" dt="2025-11-06T09:16:53.984" v="75" actId="478"/>
        <pc:sldMkLst>
          <pc:docMk/>
          <pc:sldMk cId="4056609644" sldId="329"/>
        </pc:sldMkLst>
        <pc:spChg chg="mod">
          <ac:chgData name="UBAID QURESHI" userId="dd4ae95d8f7c04fe" providerId="LiveId" clId="{AF920071-46B6-4E4C-A6D8-3E93B456AF12}" dt="2025-11-06T09:13:56.157" v="30" actId="20577"/>
          <ac:spMkLst>
            <pc:docMk/>
            <pc:sldMk cId="4056609644" sldId="329"/>
            <ac:spMk id="2" creationId="{94E8B152-59E2-19B8-F967-E9AC746550F1}"/>
          </ac:spMkLst>
        </pc:spChg>
        <pc:spChg chg="mod">
          <ac:chgData name="UBAID QURESHI" userId="dd4ae95d8f7c04fe" providerId="LiveId" clId="{AF920071-46B6-4E4C-A6D8-3E93B456AF12}" dt="2025-11-06T09:16:00.632" v="71" actId="207"/>
          <ac:spMkLst>
            <pc:docMk/>
            <pc:sldMk cId="4056609644" sldId="329"/>
            <ac:spMk id="4" creationId="{65FFDE7D-187C-1C74-E876-3BAFF44B1CD5}"/>
          </ac:spMkLst>
        </pc:spChg>
        <pc:spChg chg="mod">
          <ac:chgData name="UBAID QURESHI" userId="dd4ae95d8f7c04fe" providerId="LiveId" clId="{AF920071-46B6-4E4C-A6D8-3E93B456AF12}" dt="2025-11-06T09:15:04.878" v="59" actId="20577"/>
          <ac:spMkLst>
            <pc:docMk/>
            <pc:sldMk cId="4056609644" sldId="329"/>
            <ac:spMk id="6" creationId="{DB11A087-6215-D80A-0459-0A484259FD4F}"/>
          </ac:spMkLst>
        </pc:spChg>
        <pc:cxnChg chg="add del mod">
          <ac:chgData name="UBAID QURESHI" userId="dd4ae95d8f7c04fe" providerId="LiveId" clId="{AF920071-46B6-4E4C-A6D8-3E93B456AF12}" dt="2025-11-06T09:16:53.984" v="75" actId="478"/>
          <ac:cxnSpMkLst>
            <pc:docMk/>
            <pc:sldMk cId="4056609644" sldId="329"/>
            <ac:cxnSpMk id="7" creationId="{A8AC584B-C3B8-5981-7AF5-1D31EFF695C5}"/>
          </ac:cxnSpMkLst>
        </pc:cxnChg>
        <pc:cxnChg chg="add del mod">
          <ac:chgData name="UBAID QURESHI" userId="dd4ae95d8f7c04fe" providerId="LiveId" clId="{AF920071-46B6-4E4C-A6D8-3E93B456AF12}" dt="2025-11-06T09:16:53.984" v="75" actId="478"/>
          <ac:cxnSpMkLst>
            <pc:docMk/>
            <pc:sldMk cId="4056609644" sldId="329"/>
            <ac:cxnSpMk id="8" creationId="{F9AF9A8C-31CF-9A77-1461-613C6CBF8955}"/>
          </ac:cxnSpMkLst>
        </pc:cxnChg>
        <pc:cxnChg chg="add del mod">
          <ac:chgData name="UBAID QURESHI" userId="dd4ae95d8f7c04fe" providerId="LiveId" clId="{AF920071-46B6-4E4C-A6D8-3E93B456AF12}" dt="2025-11-06T09:16:53.984" v="75" actId="478"/>
          <ac:cxnSpMkLst>
            <pc:docMk/>
            <pc:sldMk cId="4056609644" sldId="329"/>
            <ac:cxnSpMk id="9" creationId="{0596E4A7-88E5-4382-2418-ECA3A2EBE92C}"/>
          </ac:cxnSpMkLst>
        </pc:cxnChg>
      </pc:sldChg>
      <pc:sldChg chg="addSp modSp add mod">
        <pc:chgData name="UBAID QURESHI" userId="dd4ae95d8f7c04fe" providerId="LiveId" clId="{AF920071-46B6-4E4C-A6D8-3E93B456AF12}" dt="2025-11-06T09:19:08.605" v="97" actId="14100"/>
        <pc:sldMkLst>
          <pc:docMk/>
          <pc:sldMk cId="865951054" sldId="345"/>
        </pc:sldMkLst>
        <pc:spChg chg="add mod">
          <ac:chgData name="UBAID QURESHI" userId="dd4ae95d8f7c04fe" providerId="LiveId" clId="{AF920071-46B6-4E4C-A6D8-3E93B456AF12}" dt="2025-11-06T09:18:59.158" v="95" actId="1076"/>
          <ac:spMkLst>
            <pc:docMk/>
            <pc:sldMk cId="865951054" sldId="345"/>
            <ac:spMk id="12" creationId="{05BDF8AD-4C0D-1F0D-E522-D5E79E6903C1}"/>
          </ac:spMkLst>
        </pc:spChg>
        <pc:cxnChg chg="mod">
          <ac:chgData name="UBAID QURESHI" userId="dd4ae95d8f7c04fe" providerId="LiveId" clId="{AF920071-46B6-4E4C-A6D8-3E93B456AF12}" dt="2025-11-06T09:17:07.525" v="77" actId="14100"/>
          <ac:cxnSpMkLst>
            <pc:docMk/>
            <pc:sldMk cId="865951054" sldId="345"/>
            <ac:cxnSpMk id="7" creationId="{C289D2FA-E60B-6BF6-689F-F96325156B3F}"/>
          </ac:cxnSpMkLst>
        </pc:cxnChg>
        <pc:cxnChg chg="mod">
          <ac:chgData name="UBAID QURESHI" userId="dd4ae95d8f7c04fe" providerId="LiveId" clId="{AF920071-46B6-4E4C-A6D8-3E93B456AF12}" dt="2025-11-06T09:19:08.605" v="97" actId="14100"/>
          <ac:cxnSpMkLst>
            <pc:docMk/>
            <pc:sldMk cId="865951054" sldId="345"/>
            <ac:cxnSpMk id="8" creationId="{D07AB546-3B7B-BE18-BBFB-EFBA5B306E45}"/>
          </ac:cxnSpMkLst>
        </pc:cxnChg>
        <pc:cxnChg chg="mod">
          <ac:chgData name="UBAID QURESHI" userId="dd4ae95d8f7c04fe" providerId="LiveId" clId="{AF920071-46B6-4E4C-A6D8-3E93B456AF12}" dt="2025-11-06T09:19:03.018" v="96" actId="1076"/>
          <ac:cxnSpMkLst>
            <pc:docMk/>
            <pc:sldMk cId="865951054" sldId="345"/>
            <ac:cxnSpMk id="9" creationId="{37C6871B-8010-5008-06AC-997AAB006138}"/>
          </ac:cxnSpMkLst>
        </pc:cxnChg>
      </pc:sldChg>
      <pc:sldChg chg="del">
        <pc:chgData name="UBAID QURESHI" userId="dd4ae95d8f7c04fe" providerId="LiveId" clId="{AF920071-46B6-4E4C-A6D8-3E93B456AF12}" dt="2025-11-06T09:16:44.041" v="73" actId="47"/>
        <pc:sldMkLst>
          <pc:docMk/>
          <pc:sldMk cId="3229282975" sldId="345"/>
        </pc:sldMkLst>
      </pc:sldChg>
      <pc:sldChg chg="addSp delSp modSp add mod">
        <pc:chgData name="UBAID QURESHI" userId="dd4ae95d8f7c04fe" providerId="LiveId" clId="{AF920071-46B6-4E4C-A6D8-3E93B456AF12}" dt="2025-11-06T09:22:54.631" v="167" actId="20577"/>
        <pc:sldMkLst>
          <pc:docMk/>
          <pc:sldMk cId="1872795437" sldId="346"/>
        </pc:sldMkLst>
        <pc:spChg chg="add del mod">
          <ac:chgData name="UBAID QURESHI" userId="dd4ae95d8f7c04fe" providerId="LiveId" clId="{AF920071-46B6-4E4C-A6D8-3E93B456AF12}" dt="2025-11-06T09:19:44.336" v="100" actId="478"/>
          <ac:spMkLst>
            <pc:docMk/>
            <pc:sldMk cId="1872795437" sldId="346"/>
            <ac:spMk id="10" creationId="{08F50A6F-7B10-CA33-608B-3E95CDCC23B4}"/>
          </ac:spMkLst>
        </pc:spChg>
        <pc:spChg chg="add mod">
          <ac:chgData name="UBAID QURESHI" userId="dd4ae95d8f7c04fe" providerId="LiveId" clId="{AF920071-46B6-4E4C-A6D8-3E93B456AF12}" dt="2025-11-06T09:22:54.631" v="167" actId="20577"/>
          <ac:spMkLst>
            <pc:docMk/>
            <pc:sldMk cId="1872795437" sldId="346"/>
            <ac:spMk id="10" creationId="{B6B3995D-E57D-EF63-87E8-182DD70B1EDC}"/>
          </ac:spMkLst>
        </pc:spChg>
      </pc:sldChg>
      <pc:sldChg chg="addSp delSp modSp add mod">
        <pc:chgData name="UBAID QURESHI" userId="dd4ae95d8f7c04fe" providerId="LiveId" clId="{AF920071-46B6-4E4C-A6D8-3E93B456AF12}" dt="2025-11-06T09:43:10.670" v="200" actId="478"/>
        <pc:sldMkLst>
          <pc:docMk/>
          <pc:sldMk cId="2440007099" sldId="347"/>
        </pc:sldMkLst>
        <pc:spChg chg="add mod">
          <ac:chgData name="UBAID QURESHI" userId="dd4ae95d8f7c04fe" providerId="LiveId" clId="{AF920071-46B6-4E4C-A6D8-3E93B456AF12}" dt="2025-11-06T09:40:11.209" v="182" actId="1076"/>
          <ac:spMkLst>
            <pc:docMk/>
            <pc:sldMk cId="2440007099" sldId="347"/>
            <ac:spMk id="11" creationId="{FB604FF0-D7B8-1DC3-C056-797D3D39B40D}"/>
          </ac:spMkLst>
        </pc:spChg>
        <pc:spChg chg="add del mod">
          <ac:chgData name="UBAID QURESHI" userId="dd4ae95d8f7c04fe" providerId="LiveId" clId="{AF920071-46B6-4E4C-A6D8-3E93B456AF12}" dt="2025-11-06T09:43:03.265" v="199" actId="478"/>
          <ac:spMkLst>
            <pc:docMk/>
            <pc:sldMk cId="2440007099" sldId="347"/>
            <ac:spMk id="18" creationId="{411CF791-CD6D-39B1-ADA4-70221905696E}"/>
          </ac:spMkLst>
        </pc:spChg>
        <pc:cxnChg chg="add del mod">
          <ac:chgData name="UBAID QURESHI" userId="dd4ae95d8f7c04fe" providerId="LiveId" clId="{AF920071-46B6-4E4C-A6D8-3E93B456AF12}" dt="2025-11-06T09:43:10.670" v="200" actId="478"/>
          <ac:cxnSpMkLst>
            <pc:docMk/>
            <pc:sldMk cId="2440007099" sldId="347"/>
            <ac:cxnSpMk id="14" creationId="{BE59316B-1523-921E-9BC3-57DF8EF4EBC0}"/>
          </ac:cxnSpMkLst>
        </pc:cxnChg>
        <pc:cxnChg chg="add del mod">
          <ac:chgData name="UBAID QURESHI" userId="dd4ae95d8f7c04fe" providerId="LiveId" clId="{AF920071-46B6-4E4C-A6D8-3E93B456AF12}" dt="2025-11-06T09:42:58.642" v="198" actId="478"/>
          <ac:cxnSpMkLst>
            <pc:docMk/>
            <pc:sldMk cId="2440007099" sldId="347"/>
            <ac:cxnSpMk id="15" creationId="{204029CB-1A05-A77C-D27E-B296145D8990}"/>
          </ac:cxnSpMkLst>
        </pc:cxnChg>
      </pc:sldChg>
      <pc:sldChg chg="add">
        <pc:chgData name="UBAID QURESHI" userId="dd4ae95d8f7c04fe" providerId="LiveId" clId="{AF920071-46B6-4E4C-A6D8-3E93B456AF12}" dt="2025-11-06T09:42:52.645" v="197"/>
        <pc:sldMkLst>
          <pc:docMk/>
          <pc:sldMk cId="1498615891" sldId="348"/>
        </pc:sldMkLst>
      </pc:sldChg>
      <pc:sldChg chg="addSp modSp add mod">
        <pc:chgData name="UBAID QURESHI" userId="dd4ae95d8f7c04fe" providerId="LiveId" clId="{AF920071-46B6-4E4C-A6D8-3E93B456AF12}" dt="2025-11-06T09:45:17.868" v="222" actId="1076"/>
        <pc:sldMkLst>
          <pc:docMk/>
          <pc:sldMk cId="3344934029" sldId="349"/>
        </pc:sldMkLst>
        <pc:spChg chg="add mod">
          <ac:chgData name="UBAID QURESHI" userId="dd4ae95d8f7c04fe" providerId="LiveId" clId="{AF920071-46B6-4E4C-A6D8-3E93B456AF12}" dt="2025-11-06T09:45:17.868" v="222" actId="1076"/>
          <ac:spMkLst>
            <pc:docMk/>
            <pc:sldMk cId="3344934029" sldId="349"/>
            <ac:spMk id="19" creationId="{228827E7-DDB8-93AF-8749-01CD17A5A033}"/>
          </ac:spMkLst>
        </pc:spChg>
        <pc:spChg chg="add mod">
          <ac:chgData name="UBAID QURESHI" userId="dd4ae95d8f7c04fe" providerId="LiveId" clId="{AF920071-46B6-4E4C-A6D8-3E93B456AF12}" dt="2025-11-06T09:45:04.963" v="213" actId="20577"/>
          <ac:spMkLst>
            <pc:docMk/>
            <pc:sldMk cId="3344934029" sldId="349"/>
            <ac:spMk id="20" creationId="{23A4D323-92C7-5B97-9DC1-B1E41BE579E5}"/>
          </ac:spMkLst>
        </pc:spChg>
        <pc:cxnChg chg="add mod">
          <ac:chgData name="UBAID QURESHI" userId="dd4ae95d8f7c04fe" providerId="LiveId" clId="{AF920071-46B6-4E4C-A6D8-3E93B456AF12}" dt="2025-11-06T09:44:21.858" v="207" actId="1582"/>
          <ac:cxnSpMkLst>
            <pc:docMk/>
            <pc:sldMk cId="3344934029" sldId="349"/>
            <ac:cxnSpMk id="16" creationId="{A26DD83C-EFA5-D758-DAC6-589417187C23}"/>
          </ac:cxnSpMkLst>
        </pc:cxnChg>
      </pc:sldChg>
      <pc:sldChg chg="addSp modSp add mod">
        <pc:chgData name="UBAID QURESHI" userId="dd4ae95d8f7c04fe" providerId="LiveId" clId="{AF920071-46B6-4E4C-A6D8-3E93B456AF12}" dt="2025-11-06T09:47:09.368" v="232" actId="1076"/>
        <pc:sldMkLst>
          <pc:docMk/>
          <pc:sldMk cId="3108512110" sldId="350"/>
        </pc:sldMkLst>
        <pc:spChg chg="add mod">
          <ac:chgData name="UBAID QURESHI" userId="dd4ae95d8f7c04fe" providerId="LiveId" clId="{AF920071-46B6-4E4C-A6D8-3E93B456AF12}" dt="2025-11-06T09:46:39.884" v="227" actId="20577"/>
          <ac:spMkLst>
            <pc:docMk/>
            <pc:sldMk cId="3108512110" sldId="350"/>
            <ac:spMk id="13" creationId="{C73B463D-70D2-5A70-EC2D-E682CE6A5FC1}"/>
          </ac:spMkLst>
        </pc:spChg>
        <pc:spChg chg="add mod">
          <ac:chgData name="UBAID QURESHI" userId="dd4ae95d8f7c04fe" providerId="LiveId" clId="{AF920071-46B6-4E4C-A6D8-3E93B456AF12}" dt="2025-11-06T09:47:02.725" v="231" actId="571"/>
          <ac:spMkLst>
            <pc:docMk/>
            <pc:sldMk cId="3108512110" sldId="350"/>
            <ac:spMk id="21" creationId="{BB6341C7-B4DE-AB8D-7E57-E216F9E3C98B}"/>
          </ac:spMkLst>
        </pc:spChg>
        <pc:cxnChg chg="add mod">
          <ac:chgData name="UBAID QURESHI" userId="dd4ae95d8f7c04fe" providerId="LiveId" clId="{AF920071-46B6-4E4C-A6D8-3E93B456AF12}" dt="2025-11-06T09:47:09.368" v="232" actId="1076"/>
          <ac:cxnSpMkLst>
            <pc:docMk/>
            <pc:sldMk cId="3108512110" sldId="350"/>
            <ac:cxnSpMk id="17" creationId="{863B51C4-28CE-990D-AC14-6417625C42B3}"/>
          </ac:cxnSpMkLst>
        </pc:cxnChg>
        <pc:cxnChg chg="add mod">
          <ac:chgData name="UBAID QURESHI" userId="dd4ae95d8f7c04fe" providerId="LiveId" clId="{AF920071-46B6-4E4C-A6D8-3E93B456AF12}" dt="2025-11-06T09:47:02.725" v="231" actId="571"/>
          <ac:cxnSpMkLst>
            <pc:docMk/>
            <pc:sldMk cId="3108512110" sldId="350"/>
            <ac:cxnSpMk id="22" creationId="{90B9D40E-D912-2A3A-B317-3966682248D9}"/>
          </ac:cxnSpMkLst>
        </pc:cxnChg>
      </pc:sldChg>
      <pc:sldChg chg="addSp modSp add mod">
        <pc:chgData name="UBAID QURESHI" userId="dd4ae95d8f7c04fe" providerId="LiveId" clId="{AF920071-46B6-4E4C-A6D8-3E93B456AF12}" dt="2025-11-06T09:47:36.057" v="235" actId="1076"/>
        <pc:sldMkLst>
          <pc:docMk/>
          <pc:sldMk cId="2857007065" sldId="351"/>
        </pc:sldMkLst>
        <pc:spChg chg="add mod">
          <ac:chgData name="UBAID QURESHI" userId="dd4ae95d8f7c04fe" providerId="LiveId" clId="{AF920071-46B6-4E4C-A6D8-3E93B456AF12}" dt="2025-11-06T09:47:36.057" v="235" actId="1076"/>
          <ac:spMkLst>
            <pc:docMk/>
            <pc:sldMk cId="2857007065" sldId="351"/>
            <ac:spMk id="22" creationId="{480F656A-D5E8-E958-8B00-389C8C5F0C9D}"/>
          </ac:spMkLst>
        </pc:spChg>
        <pc:cxnChg chg="add mod">
          <ac:chgData name="UBAID QURESHI" userId="dd4ae95d8f7c04fe" providerId="LiveId" clId="{AF920071-46B6-4E4C-A6D8-3E93B456AF12}" dt="2025-11-06T09:47:36.057" v="235" actId="1076"/>
          <ac:cxnSpMkLst>
            <pc:docMk/>
            <pc:sldMk cId="2857007065" sldId="351"/>
            <ac:cxnSpMk id="17" creationId="{E0BC88FC-94AE-C5F6-29C1-D857AAB8CFA6}"/>
          </ac:cxnSpMkLst>
        </pc:cxnChg>
        <pc:cxnChg chg="add mod">
          <ac:chgData name="UBAID QURESHI" userId="dd4ae95d8f7c04fe" providerId="LiveId" clId="{AF920071-46B6-4E4C-A6D8-3E93B456AF12}" dt="2025-11-06T09:47:36.057" v="235" actId="1076"/>
          <ac:cxnSpMkLst>
            <pc:docMk/>
            <pc:sldMk cId="2857007065" sldId="351"/>
            <ac:cxnSpMk id="21" creationId="{1797AD86-82BB-24BB-AB41-7BBCE07A33A5}"/>
          </ac:cxnSpMkLst>
        </pc:cxnChg>
      </pc:sldChg>
      <pc:sldChg chg="addSp modSp add mod">
        <pc:chgData name="UBAID QURESHI" userId="dd4ae95d8f7c04fe" providerId="LiveId" clId="{AF920071-46B6-4E4C-A6D8-3E93B456AF12}" dt="2025-11-06T09:48:51.754" v="255" actId="1076"/>
        <pc:sldMkLst>
          <pc:docMk/>
          <pc:sldMk cId="3150347948" sldId="352"/>
        </pc:sldMkLst>
        <pc:spChg chg="add mod">
          <ac:chgData name="UBAID QURESHI" userId="dd4ae95d8f7c04fe" providerId="LiveId" clId="{AF920071-46B6-4E4C-A6D8-3E93B456AF12}" dt="2025-11-06T09:48:51.754" v="255" actId="1076"/>
          <ac:spMkLst>
            <pc:docMk/>
            <pc:sldMk cId="3150347948" sldId="352"/>
            <ac:spMk id="24" creationId="{308B6780-EC0D-FA4D-C4D8-19D09D39C72E}"/>
          </ac:spMkLst>
        </pc:spChg>
        <pc:spChg chg="add mod">
          <ac:chgData name="UBAID QURESHI" userId="dd4ae95d8f7c04fe" providerId="LiveId" clId="{AF920071-46B6-4E4C-A6D8-3E93B456AF12}" dt="2025-11-06T09:48:40.049" v="247" actId="20577"/>
          <ac:spMkLst>
            <pc:docMk/>
            <pc:sldMk cId="3150347948" sldId="352"/>
            <ac:spMk id="25" creationId="{FF698A73-6410-C247-49EB-FC82C0818681}"/>
          </ac:spMkLst>
        </pc:spChg>
        <pc:cxnChg chg="add mod">
          <ac:chgData name="UBAID QURESHI" userId="dd4ae95d8f7c04fe" providerId="LiveId" clId="{AF920071-46B6-4E4C-A6D8-3E93B456AF12}" dt="2025-11-06T09:48:10.879" v="238" actId="1076"/>
          <ac:cxnSpMkLst>
            <pc:docMk/>
            <pc:sldMk cId="3150347948" sldId="352"/>
            <ac:cxnSpMk id="23" creationId="{403952E5-EC06-F926-4AB7-1DE7BA448AE9}"/>
          </ac:cxnSpMkLst>
        </pc:cxnChg>
      </pc:sldChg>
      <pc:sldChg chg="addSp modSp add mod">
        <pc:chgData name="UBAID QURESHI" userId="dd4ae95d8f7c04fe" providerId="LiveId" clId="{AF920071-46B6-4E4C-A6D8-3E93B456AF12}" dt="2025-11-06T09:49:16.017" v="260" actId="20577"/>
        <pc:sldMkLst>
          <pc:docMk/>
          <pc:sldMk cId="2701737430" sldId="353"/>
        </pc:sldMkLst>
        <pc:spChg chg="add mod">
          <ac:chgData name="UBAID QURESHI" userId="dd4ae95d8f7c04fe" providerId="LiveId" clId="{AF920071-46B6-4E4C-A6D8-3E93B456AF12}" dt="2025-11-06T09:49:16.017" v="260" actId="20577"/>
          <ac:spMkLst>
            <pc:docMk/>
            <pc:sldMk cId="2701737430" sldId="353"/>
            <ac:spMk id="26" creationId="{27BD8A93-5489-4929-7F9E-B6EC90DCD9EB}"/>
          </ac:spMkLst>
        </pc:spChg>
      </pc:sldChg>
      <pc:sldChg chg="addSp modSp add mod">
        <pc:chgData name="UBAID QURESHI" userId="dd4ae95d8f7c04fe" providerId="LiveId" clId="{AF920071-46B6-4E4C-A6D8-3E93B456AF12}" dt="2025-11-06T09:50:58.880" v="263" actId="1076"/>
        <pc:sldMkLst>
          <pc:docMk/>
          <pc:sldMk cId="656889165" sldId="354"/>
        </pc:sldMkLst>
        <pc:spChg chg="add mod">
          <ac:chgData name="UBAID QURESHI" userId="dd4ae95d8f7c04fe" providerId="LiveId" clId="{AF920071-46B6-4E4C-A6D8-3E93B456AF12}" dt="2025-11-06T09:50:58.880" v="263" actId="1076"/>
          <ac:spMkLst>
            <pc:docMk/>
            <pc:sldMk cId="656889165" sldId="354"/>
            <ac:spMk id="29" creationId="{C5E4113C-4545-6780-828B-E744B9EC72B5}"/>
          </ac:spMkLst>
        </pc:spChg>
        <pc:cxnChg chg="add mod">
          <ac:chgData name="UBAID QURESHI" userId="dd4ae95d8f7c04fe" providerId="LiveId" clId="{AF920071-46B6-4E4C-A6D8-3E93B456AF12}" dt="2025-11-06T09:50:58.880" v="263" actId="1076"/>
          <ac:cxnSpMkLst>
            <pc:docMk/>
            <pc:sldMk cId="656889165" sldId="354"/>
            <ac:cxnSpMk id="27" creationId="{8FB19C2A-E867-559C-F635-3D19162E2681}"/>
          </ac:cxnSpMkLst>
        </pc:cxnChg>
        <pc:cxnChg chg="add mod">
          <ac:chgData name="UBAID QURESHI" userId="dd4ae95d8f7c04fe" providerId="LiveId" clId="{AF920071-46B6-4E4C-A6D8-3E93B456AF12}" dt="2025-11-06T09:50:58.880" v="263" actId="1076"/>
          <ac:cxnSpMkLst>
            <pc:docMk/>
            <pc:sldMk cId="656889165" sldId="354"/>
            <ac:cxnSpMk id="28" creationId="{0A092C47-EF3E-6E65-11A4-25412C1E2383}"/>
          </ac:cxnSpMkLst>
        </pc:cxnChg>
      </pc:sldChg>
      <pc:sldChg chg="addSp modSp add mod">
        <pc:chgData name="UBAID QURESHI" userId="dd4ae95d8f7c04fe" providerId="LiveId" clId="{AF920071-46B6-4E4C-A6D8-3E93B456AF12}" dt="2025-11-06T09:52:08.157" v="280" actId="1076"/>
        <pc:sldMkLst>
          <pc:docMk/>
          <pc:sldMk cId="2767243748" sldId="355"/>
        </pc:sldMkLst>
        <pc:spChg chg="add mod">
          <ac:chgData name="UBAID QURESHI" userId="dd4ae95d8f7c04fe" providerId="LiveId" clId="{AF920071-46B6-4E4C-A6D8-3E93B456AF12}" dt="2025-11-06T09:52:08.157" v="280" actId="1076"/>
          <ac:spMkLst>
            <pc:docMk/>
            <pc:sldMk cId="2767243748" sldId="355"/>
            <ac:spMk id="31" creationId="{3AD481D4-5F12-8284-3985-179CEE877B4F}"/>
          </ac:spMkLst>
        </pc:spChg>
        <pc:spChg chg="add mod">
          <ac:chgData name="UBAID QURESHI" userId="dd4ae95d8f7c04fe" providerId="LiveId" clId="{AF920071-46B6-4E4C-A6D8-3E93B456AF12}" dt="2025-11-06T09:51:59.098" v="271" actId="20577"/>
          <ac:spMkLst>
            <pc:docMk/>
            <pc:sldMk cId="2767243748" sldId="355"/>
            <ac:spMk id="32" creationId="{EDD42049-856C-C0C5-90C9-7BE292615416}"/>
          </ac:spMkLst>
        </pc:spChg>
        <pc:cxnChg chg="add mod">
          <ac:chgData name="UBAID QURESHI" userId="dd4ae95d8f7c04fe" providerId="LiveId" clId="{AF920071-46B6-4E4C-A6D8-3E93B456AF12}" dt="2025-11-06T09:51:30.630" v="266" actId="1076"/>
          <ac:cxnSpMkLst>
            <pc:docMk/>
            <pc:sldMk cId="2767243748" sldId="355"/>
            <ac:cxnSpMk id="30" creationId="{8EEE1E9C-5425-66D6-AF04-1CCF94A998F6}"/>
          </ac:cxnSpMkLst>
        </pc:cxnChg>
      </pc:sldChg>
      <pc:sldChg chg="addSp modSp add mod">
        <pc:chgData name="UBAID QURESHI" userId="dd4ae95d8f7c04fe" providerId="LiveId" clId="{AF920071-46B6-4E4C-A6D8-3E93B456AF12}" dt="2025-11-06T09:52:48.254" v="286" actId="207"/>
        <pc:sldMkLst>
          <pc:docMk/>
          <pc:sldMk cId="3376126557" sldId="356"/>
        </pc:sldMkLst>
        <pc:spChg chg="add mod">
          <ac:chgData name="UBAID QURESHI" userId="dd4ae95d8f7c04fe" providerId="LiveId" clId="{AF920071-46B6-4E4C-A6D8-3E93B456AF12}" dt="2025-11-06T09:52:48.254" v="286" actId="207"/>
          <ac:spMkLst>
            <pc:docMk/>
            <pc:sldMk cId="3376126557" sldId="356"/>
            <ac:spMk id="33" creationId="{0176A24A-1B94-8276-9731-B5C1C183BB4C}"/>
          </ac:spMkLst>
        </pc:spChg>
      </pc:sldChg>
      <pc:sldChg chg="addSp modSp add mod">
        <pc:chgData name="UBAID QURESHI" userId="dd4ae95d8f7c04fe" providerId="LiveId" clId="{AF920071-46B6-4E4C-A6D8-3E93B456AF12}" dt="2025-11-06T09:55:07.666" v="319" actId="1076"/>
        <pc:sldMkLst>
          <pc:docMk/>
          <pc:sldMk cId="3858184639" sldId="357"/>
        </pc:sldMkLst>
        <pc:spChg chg="mod">
          <ac:chgData name="UBAID QURESHI" userId="dd4ae95d8f7c04fe" providerId="LiveId" clId="{AF920071-46B6-4E4C-A6D8-3E93B456AF12}" dt="2025-11-06T09:54:21.321" v="314" actId="1076"/>
          <ac:spMkLst>
            <pc:docMk/>
            <pc:sldMk cId="3858184639" sldId="357"/>
            <ac:spMk id="5" creationId="{E3BD48B8-7500-30B0-4606-D4D32D2DC093}"/>
          </ac:spMkLst>
        </pc:spChg>
        <pc:spChg chg="add mod">
          <ac:chgData name="UBAID QURESHI" userId="dd4ae95d8f7c04fe" providerId="LiveId" clId="{AF920071-46B6-4E4C-A6D8-3E93B456AF12}" dt="2025-11-06T09:55:07.666" v="319" actId="1076"/>
          <ac:spMkLst>
            <pc:docMk/>
            <pc:sldMk cId="3858184639" sldId="357"/>
            <ac:spMk id="34" creationId="{20209B5A-77DF-0BA9-E322-5B4D4AA3DDDF}"/>
          </ac:spMkLst>
        </pc:spChg>
      </pc:sldChg>
      <pc:sldChg chg="addSp modSp add mod">
        <pc:chgData name="UBAID QURESHI" userId="dd4ae95d8f7c04fe" providerId="LiveId" clId="{AF920071-46B6-4E4C-A6D8-3E93B456AF12}" dt="2025-11-06T09:56:26.170" v="342" actId="1076"/>
        <pc:sldMkLst>
          <pc:docMk/>
          <pc:sldMk cId="3937326162" sldId="358"/>
        </pc:sldMkLst>
        <pc:spChg chg="mod">
          <ac:chgData name="UBAID QURESHI" userId="dd4ae95d8f7c04fe" providerId="LiveId" clId="{AF920071-46B6-4E4C-A6D8-3E93B456AF12}" dt="2025-11-06T09:55:25.961" v="321" actId="208"/>
          <ac:spMkLst>
            <pc:docMk/>
            <pc:sldMk cId="3937326162" sldId="358"/>
            <ac:spMk id="5" creationId="{BFE0C59F-4203-78BA-B656-015144075C7F}"/>
          </ac:spMkLst>
        </pc:spChg>
        <pc:spChg chg="add mod">
          <ac:chgData name="UBAID QURESHI" userId="dd4ae95d8f7c04fe" providerId="LiveId" clId="{AF920071-46B6-4E4C-A6D8-3E93B456AF12}" dt="2025-11-06T09:56:26.170" v="342" actId="1076"/>
          <ac:spMkLst>
            <pc:docMk/>
            <pc:sldMk cId="3937326162" sldId="358"/>
            <ac:spMk id="35" creationId="{F933F2A8-8B4D-4EA7-BE77-A7D21502860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7F41B-5918-1019-1C85-B2AF41E716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DF1090-148D-F7EF-9D24-8D6873FE11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5CC378-7464-458D-1F7F-2B9001A53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4342E-E5A5-4292-BA5D-93A0F9560976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2BDE4E-23C4-AEF6-7E46-36C44C674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9803DF-D1DF-CDBA-23BF-05A24ECAE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5DF42-036F-4A09-A108-C88F8B9CEB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1749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B9999-B28C-B2DF-1A57-83EBDA01A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2CD728-DE72-743E-7B15-45366AFD14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3C07D5-15E4-C3AF-74CF-92567CBB8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4342E-E5A5-4292-BA5D-93A0F9560976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F241E1-A185-DB7A-4A23-F10980673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61CD86-7A0F-1A70-0189-15E77D904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5DF42-036F-4A09-A108-C88F8B9CEB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4726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80FCF-B819-AF3F-4114-7905EDBF5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58865-4328-2045-1F2B-C28EE1507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D504A4-F902-2E03-597F-31A7331B8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4342E-E5A5-4292-BA5D-93A0F9560976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36D973-690A-B95F-A036-7E328AE01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F62AB-334C-8597-51A9-A3E6551FE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5DF42-036F-4A09-A108-C88F8B9CEB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5679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1F2ED-835F-CC24-9977-C177CE080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A33634-6435-E399-A9C4-63AD5C8DFA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18C437-A424-4516-963D-C269F45052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AD1D7C-D109-542B-89DF-1EB9AC0A0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4342E-E5A5-4292-BA5D-93A0F9560976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3EEE8B-7C0E-271B-D758-4A2EAB736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C54186-7547-75D7-5C36-E0C57392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5DF42-036F-4A09-A108-C88F8B9CEB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6832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4AA79-F637-2872-C445-C1A1A8345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C1FB24-15AA-3C31-A183-2D93AD3007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6AB3FB-B255-3A10-866C-35155351D9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C022DF-9ABC-8888-E966-6FC11E26AF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48586D-970D-3848-71F5-96BFA51831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1FC92B-CFF8-8E38-A394-BB6CC15A1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4342E-E5A5-4292-BA5D-93A0F9560976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C616AF-8A7B-3DA2-7EF0-71DED6E61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D71341-A655-59A1-E2BC-4A49FBCE9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5DF42-036F-4A09-A108-C88F8B9CEB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6889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6CFA2-40CD-503F-58F2-36B194500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56195A-EDC9-F520-5686-75615AC54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4342E-E5A5-4292-BA5D-93A0F9560976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1FF0C3-1916-4BC4-89C4-B2E0B2B9D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B02650-08A3-CBE0-8B85-461475BEE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5DF42-036F-4A09-A108-C88F8B9CEB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4484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6ACD4E-A702-22FD-977B-F9CF5EA96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4342E-E5A5-4292-BA5D-93A0F9560976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B38D0E-9F06-4F00-5588-6F2EF9BED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7005FC-12B0-7B8E-A5A3-44BD4615C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5DF42-036F-4A09-A108-C88F8B9CEB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8035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86BB7-F0ED-92E4-51CF-685BD7502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69214-B6B1-E7A3-F67C-1655D6F3AD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15F940-53D7-E2F3-8DD6-D0190BB56C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72F5D8-D9D1-C604-7F86-7F38D7289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4342E-E5A5-4292-BA5D-93A0F9560976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EE1911-4D33-0BC1-0DCB-EB9D8BD33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58F963-A525-01CC-4150-B29B5AED4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5DF42-036F-4A09-A108-C88F8B9CEB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614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D2860-6FAF-8C66-45D7-7B874D061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6F0139-FBCC-D825-03CD-B8540AACA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DC2B73-BE90-6B59-070C-EF317359A7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D08309-42E4-926E-74C5-0E1995875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4342E-E5A5-4292-BA5D-93A0F9560976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A8C447-6C1C-9C7A-67DE-27F8361C4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7D54CF-8A83-1A76-8E1E-A7200A5AC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5DF42-036F-4A09-A108-C88F8B9CEB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592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830B7-B71E-1011-C0D0-B556A3105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41D248-78F7-2300-4762-10DB74CEF3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AB6092-96EF-878F-D300-C7F6567F6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4342E-E5A5-4292-BA5D-93A0F9560976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9250F5-9882-7701-3CA3-E87176B61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845AF9-4FE8-4D6C-381E-EAC9BEF7C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5DF42-036F-4A09-A108-C88F8B9CEB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5032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787CF3-E55A-1C74-D81A-90AD817D35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A7D28B-3C9B-569E-F362-3602E3FAC9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EAA14A-D4CD-D1BE-1381-84B287D8B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4342E-E5A5-4292-BA5D-93A0F9560976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D9931-8A87-4177-0983-1163FB850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D18CFB-D1C3-72E8-F2FC-A96923B7D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5DF42-036F-4A09-A108-C88F8B9CEB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9118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EA7A42-1204-84DB-8CD6-23E0D0FA5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30AC41-91AE-1B12-3E7D-23454335B7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F642B-C0F4-8914-0F0E-0FD6F11687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74342E-E5A5-4292-BA5D-93A0F9560976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494F91-4685-B210-A5B1-C987FDB06E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138F7-E69E-10F4-5543-BAC2AE43D7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85DF42-036F-4A09-A108-C88F8B9CEB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2163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72B02-2ADB-0D98-1585-26CB56F0C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C1B4635-01B6-E961-9133-01AE857AD3C6}"/>
              </a:ext>
            </a:extLst>
          </p:cNvPr>
          <p:cNvSpPr/>
          <p:nvPr/>
        </p:nvSpPr>
        <p:spPr>
          <a:xfrm>
            <a:off x="0" y="10160"/>
            <a:ext cx="12192000" cy="6858000"/>
          </a:xfrm>
          <a:prstGeom prst="rect">
            <a:avLst/>
          </a:prstGeom>
          <a:ln>
            <a:solidFill>
              <a:srgbClr val="FFFF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F6874E-17A3-9FFE-E2F1-E79510436EEA}"/>
              </a:ext>
            </a:extLst>
          </p:cNvPr>
          <p:cNvSpPr txBox="1"/>
          <p:nvPr/>
        </p:nvSpPr>
        <p:spPr>
          <a:xfrm>
            <a:off x="2255810" y="2644170"/>
            <a:ext cx="118668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600" b="1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Linear Search</a:t>
            </a:r>
            <a:endParaRPr lang="en-IN" sz="9600" b="1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8661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E104E-1A1C-DDC2-5539-DD34EECE9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FB2352-720C-10D9-9B58-6859293CE8AD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B11A087-6215-D80A-0459-0A484259FD4F}"/>
              </a:ext>
            </a:extLst>
          </p:cNvPr>
          <p:cNvSpPr/>
          <p:nvPr/>
        </p:nvSpPr>
        <p:spPr>
          <a:xfrm>
            <a:off x="4427445" y="-477055"/>
            <a:ext cx="3113590" cy="747551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200" b="1" dirty="0"/>
              <a:t>   3    5    2   9    7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4E8B152-59E2-19B8-F967-E9AC746550F1}"/>
              </a:ext>
            </a:extLst>
          </p:cNvPr>
          <p:cNvSpPr/>
          <p:nvPr/>
        </p:nvSpPr>
        <p:spPr>
          <a:xfrm>
            <a:off x="11280908" y="34195"/>
            <a:ext cx="2396345" cy="2160365"/>
          </a:xfrm>
          <a:prstGeom prst="roundRect">
            <a:avLst/>
          </a:prstGeom>
          <a:solidFill>
            <a:schemeClr val="tx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endParaRPr lang="en-US" dirty="0"/>
          </a:p>
          <a:p>
            <a:r>
              <a:rPr lang="en-US" dirty="0"/>
              <a:t>  </a:t>
            </a:r>
          </a:p>
          <a:p>
            <a:r>
              <a:rPr lang="en-US" dirty="0"/>
              <a:t>  if (n == 0)</a:t>
            </a:r>
          </a:p>
          <a:p>
            <a:r>
              <a:rPr lang="en-US" dirty="0"/>
              <a:t>        return false;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i="1" dirty="0"/>
              <a:t>   </a:t>
            </a:r>
            <a:r>
              <a:rPr lang="en-US" dirty="0"/>
              <a:t>if (</a:t>
            </a:r>
            <a:r>
              <a:rPr lang="en-US" dirty="0" err="1"/>
              <a:t>arr</a:t>
            </a:r>
            <a:r>
              <a:rPr lang="en-US" dirty="0"/>
              <a:t>[0] == key)</a:t>
            </a:r>
          </a:p>
          <a:p>
            <a:r>
              <a:rPr lang="en-US" dirty="0"/>
              <a:t>        return true;</a:t>
            </a:r>
          </a:p>
          <a:p>
            <a:br>
              <a:rPr lang="en-US" dirty="0"/>
            </a:br>
            <a:endParaRPr lang="en-US" dirty="0"/>
          </a:p>
          <a:p>
            <a:pPr algn="ctr"/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62B1AD-C3A0-B953-B0FC-A5BF86DD2595}"/>
              </a:ext>
            </a:extLst>
          </p:cNvPr>
          <p:cNvSpPr txBox="1"/>
          <p:nvPr/>
        </p:nvSpPr>
        <p:spPr>
          <a:xfrm>
            <a:off x="11280908" y="-477055"/>
            <a:ext cx="31135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BASE CASE</a:t>
            </a:r>
          </a:p>
          <a:p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FFDE7D-187C-1C74-E876-3BAFF44B1CD5}"/>
              </a:ext>
            </a:extLst>
          </p:cNvPr>
          <p:cNvSpPr txBox="1"/>
          <p:nvPr/>
        </p:nvSpPr>
        <p:spPr>
          <a:xfrm>
            <a:off x="8008716" y="-364890"/>
            <a:ext cx="19277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4"/>
                </a:solidFill>
              </a:rPr>
              <a:t>Key = 9</a:t>
            </a:r>
          </a:p>
        </p:txBody>
      </p:sp>
    </p:spTree>
    <p:extLst>
      <p:ext uri="{BB962C8B-B14F-4D97-AF65-F5344CB8AC3E}">
        <p14:creationId xmlns:p14="http://schemas.microsoft.com/office/powerpoint/2010/main" val="4056609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7CD3E-9087-3ABB-F241-6C3A57D57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8029810-6D66-41E4-7ECA-F45E11404FF1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2235B13-9326-D8C6-D761-3C8F6A2B63BB}"/>
              </a:ext>
            </a:extLst>
          </p:cNvPr>
          <p:cNvSpPr/>
          <p:nvPr/>
        </p:nvSpPr>
        <p:spPr>
          <a:xfrm>
            <a:off x="4427445" y="-477055"/>
            <a:ext cx="3113590" cy="747551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200" b="1" dirty="0"/>
              <a:t>   3    5    2   9    7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7A19B90-D404-A48B-118F-D080C7C7A02C}"/>
              </a:ext>
            </a:extLst>
          </p:cNvPr>
          <p:cNvSpPr/>
          <p:nvPr/>
        </p:nvSpPr>
        <p:spPr>
          <a:xfrm>
            <a:off x="11280908" y="34195"/>
            <a:ext cx="2396345" cy="2160365"/>
          </a:xfrm>
          <a:prstGeom prst="roundRect">
            <a:avLst/>
          </a:prstGeom>
          <a:solidFill>
            <a:schemeClr val="tx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endParaRPr lang="en-US" dirty="0"/>
          </a:p>
          <a:p>
            <a:r>
              <a:rPr lang="en-US" dirty="0"/>
              <a:t>  </a:t>
            </a:r>
          </a:p>
          <a:p>
            <a:r>
              <a:rPr lang="en-US" dirty="0"/>
              <a:t>  if (n == 0)</a:t>
            </a:r>
          </a:p>
          <a:p>
            <a:r>
              <a:rPr lang="en-US" dirty="0"/>
              <a:t>        return false;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i="1" dirty="0"/>
              <a:t>   </a:t>
            </a:r>
            <a:r>
              <a:rPr lang="en-US" dirty="0"/>
              <a:t>if (</a:t>
            </a:r>
            <a:r>
              <a:rPr lang="en-US" dirty="0" err="1"/>
              <a:t>arr</a:t>
            </a:r>
            <a:r>
              <a:rPr lang="en-US" dirty="0"/>
              <a:t>[0] == key)</a:t>
            </a:r>
          </a:p>
          <a:p>
            <a:r>
              <a:rPr lang="en-US" dirty="0"/>
              <a:t>        return true;</a:t>
            </a:r>
          </a:p>
          <a:p>
            <a:br>
              <a:rPr lang="en-US" dirty="0"/>
            </a:br>
            <a:endParaRPr lang="en-US" dirty="0"/>
          </a:p>
          <a:p>
            <a:pPr algn="ctr"/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AA95C5-4688-9773-2745-2A045484984E}"/>
              </a:ext>
            </a:extLst>
          </p:cNvPr>
          <p:cNvSpPr txBox="1"/>
          <p:nvPr/>
        </p:nvSpPr>
        <p:spPr>
          <a:xfrm>
            <a:off x="11280908" y="-477055"/>
            <a:ext cx="31135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BASE CASE</a:t>
            </a:r>
          </a:p>
          <a:p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9D0931-676F-6AC8-4CCE-8208802C8171}"/>
              </a:ext>
            </a:extLst>
          </p:cNvPr>
          <p:cNvSpPr txBox="1"/>
          <p:nvPr/>
        </p:nvSpPr>
        <p:spPr>
          <a:xfrm>
            <a:off x="8008716" y="-364890"/>
            <a:ext cx="19277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4"/>
                </a:solidFill>
              </a:rPr>
              <a:t>Key = 9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289D2FA-E60B-6BF6-689F-F96325156B3F}"/>
              </a:ext>
            </a:extLst>
          </p:cNvPr>
          <p:cNvCxnSpPr>
            <a:cxnSpLocks/>
          </p:cNvCxnSpPr>
          <p:nvPr/>
        </p:nvCxnSpPr>
        <p:spPr>
          <a:xfrm>
            <a:off x="-1388962" y="-106680"/>
            <a:ext cx="5687799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7AB546-3B7B-BE18-BBFB-EFBA5B306E45}"/>
              </a:ext>
            </a:extLst>
          </p:cNvPr>
          <p:cNvCxnSpPr>
            <a:cxnSpLocks/>
          </p:cNvCxnSpPr>
          <p:nvPr/>
        </p:nvCxnSpPr>
        <p:spPr>
          <a:xfrm>
            <a:off x="-1388962" y="-101148"/>
            <a:ext cx="0" cy="1097911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7C6871B-8010-5008-06AC-997AAB006138}"/>
              </a:ext>
            </a:extLst>
          </p:cNvPr>
          <p:cNvCxnSpPr/>
          <p:nvPr/>
        </p:nvCxnSpPr>
        <p:spPr>
          <a:xfrm>
            <a:off x="-1388962" y="996763"/>
            <a:ext cx="1053296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5BDF8AD-4C0D-1F0D-E522-D5E79E6903C1}"/>
              </a:ext>
            </a:extLst>
          </p:cNvPr>
          <p:cNvSpPr/>
          <p:nvPr/>
        </p:nvSpPr>
        <p:spPr>
          <a:xfrm>
            <a:off x="-176293" y="711510"/>
            <a:ext cx="2396346" cy="57050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800" b="1" dirty="0"/>
              <a:t>3    5    2   9    7</a:t>
            </a:r>
          </a:p>
        </p:txBody>
      </p:sp>
    </p:spTree>
    <p:extLst>
      <p:ext uri="{BB962C8B-B14F-4D97-AF65-F5344CB8AC3E}">
        <p14:creationId xmlns:p14="http://schemas.microsoft.com/office/powerpoint/2010/main" val="865951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9489E-38D8-4469-13F0-6A5D314B9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5798816-6428-BB97-C9EC-4A91B810E8AB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77EC302-2949-CE8C-808D-6B0053A1A220}"/>
              </a:ext>
            </a:extLst>
          </p:cNvPr>
          <p:cNvSpPr/>
          <p:nvPr/>
        </p:nvSpPr>
        <p:spPr>
          <a:xfrm>
            <a:off x="4427445" y="-477055"/>
            <a:ext cx="3113590" cy="747551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200" b="1" dirty="0"/>
              <a:t>   3    5    2   9    7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C7A8273-7B4F-5B00-0120-A7187F34A418}"/>
              </a:ext>
            </a:extLst>
          </p:cNvPr>
          <p:cNvSpPr/>
          <p:nvPr/>
        </p:nvSpPr>
        <p:spPr>
          <a:xfrm>
            <a:off x="11280908" y="34195"/>
            <a:ext cx="2396345" cy="2160365"/>
          </a:xfrm>
          <a:prstGeom prst="roundRect">
            <a:avLst/>
          </a:prstGeom>
          <a:solidFill>
            <a:schemeClr val="tx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endParaRPr lang="en-US" dirty="0"/>
          </a:p>
          <a:p>
            <a:r>
              <a:rPr lang="en-US" dirty="0"/>
              <a:t>  </a:t>
            </a:r>
          </a:p>
          <a:p>
            <a:r>
              <a:rPr lang="en-US" dirty="0"/>
              <a:t>  if (n == 0)</a:t>
            </a:r>
          </a:p>
          <a:p>
            <a:r>
              <a:rPr lang="en-US" dirty="0"/>
              <a:t>        return false;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i="1" dirty="0"/>
              <a:t>   </a:t>
            </a:r>
            <a:r>
              <a:rPr lang="en-US" dirty="0"/>
              <a:t>if (</a:t>
            </a:r>
            <a:r>
              <a:rPr lang="en-US" dirty="0" err="1"/>
              <a:t>arr</a:t>
            </a:r>
            <a:r>
              <a:rPr lang="en-US" dirty="0"/>
              <a:t>[0] == key)</a:t>
            </a:r>
          </a:p>
          <a:p>
            <a:r>
              <a:rPr lang="en-US" dirty="0"/>
              <a:t>        return true;</a:t>
            </a:r>
          </a:p>
          <a:p>
            <a:br>
              <a:rPr lang="en-US" dirty="0"/>
            </a:br>
            <a:endParaRPr lang="en-US" dirty="0"/>
          </a:p>
          <a:p>
            <a:pPr algn="ctr"/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EE18A9-A260-C01F-8A9E-F22A102B254D}"/>
              </a:ext>
            </a:extLst>
          </p:cNvPr>
          <p:cNvSpPr txBox="1"/>
          <p:nvPr/>
        </p:nvSpPr>
        <p:spPr>
          <a:xfrm>
            <a:off x="11280908" y="-477055"/>
            <a:ext cx="31135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BASE CASE</a:t>
            </a:r>
          </a:p>
          <a:p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47F951-3040-4E4D-BB78-543D3D59CBCD}"/>
              </a:ext>
            </a:extLst>
          </p:cNvPr>
          <p:cNvSpPr txBox="1"/>
          <p:nvPr/>
        </p:nvSpPr>
        <p:spPr>
          <a:xfrm>
            <a:off x="8008716" y="-364890"/>
            <a:ext cx="19277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4"/>
                </a:solidFill>
              </a:rPr>
              <a:t>Key = 9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04ECDEB-DBF1-5888-563A-749792771B0C}"/>
              </a:ext>
            </a:extLst>
          </p:cNvPr>
          <p:cNvCxnSpPr>
            <a:cxnSpLocks/>
          </p:cNvCxnSpPr>
          <p:nvPr/>
        </p:nvCxnSpPr>
        <p:spPr>
          <a:xfrm>
            <a:off x="-1388962" y="-106680"/>
            <a:ext cx="5687799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9FF4CE3-2F67-DC35-0398-706925B8F498}"/>
              </a:ext>
            </a:extLst>
          </p:cNvPr>
          <p:cNvCxnSpPr>
            <a:cxnSpLocks/>
          </p:cNvCxnSpPr>
          <p:nvPr/>
        </p:nvCxnSpPr>
        <p:spPr>
          <a:xfrm>
            <a:off x="-1388962" y="-101148"/>
            <a:ext cx="0" cy="1097911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015D498-6D28-A27D-2668-D88AFD04BD58}"/>
              </a:ext>
            </a:extLst>
          </p:cNvPr>
          <p:cNvCxnSpPr/>
          <p:nvPr/>
        </p:nvCxnSpPr>
        <p:spPr>
          <a:xfrm>
            <a:off x="-1388962" y="996763"/>
            <a:ext cx="1053296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42B5F08-8019-819B-DFC0-36D5674DAFD6}"/>
              </a:ext>
            </a:extLst>
          </p:cNvPr>
          <p:cNvSpPr/>
          <p:nvPr/>
        </p:nvSpPr>
        <p:spPr>
          <a:xfrm>
            <a:off x="-176293" y="711510"/>
            <a:ext cx="2396346" cy="57050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800" b="1" dirty="0"/>
              <a:t>3    5    2   9    7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B3995D-E57D-EF63-87E8-182DD70B1EDC}"/>
              </a:ext>
            </a:extLst>
          </p:cNvPr>
          <p:cNvSpPr txBox="1"/>
          <p:nvPr/>
        </p:nvSpPr>
        <p:spPr>
          <a:xfrm>
            <a:off x="-335666" y="270496"/>
            <a:ext cx="2555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 0        1        2      3        4</a:t>
            </a:r>
          </a:p>
        </p:txBody>
      </p:sp>
    </p:spTree>
    <p:extLst>
      <p:ext uri="{BB962C8B-B14F-4D97-AF65-F5344CB8AC3E}">
        <p14:creationId xmlns:p14="http://schemas.microsoft.com/office/powerpoint/2010/main" val="1872795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AE75D-FA6F-3D9C-56A7-12F9CE67F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C6CE845-EF8A-0714-6DC3-B57153EA194A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69031CF-CE33-1776-6136-289C4A8D8847}"/>
              </a:ext>
            </a:extLst>
          </p:cNvPr>
          <p:cNvSpPr/>
          <p:nvPr/>
        </p:nvSpPr>
        <p:spPr>
          <a:xfrm>
            <a:off x="4427445" y="-477055"/>
            <a:ext cx="3113590" cy="747551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200" b="1" dirty="0"/>
              <a:t>   3    5    2   9    7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0F3B3ED-5358-878C-774F-F1BE6AB9FCB6}"/>
              </a:ext>
            </a:extLst>
          </p:cNvPr>
          <p:cNvSpPr/>
          <p:nvPr/>
        </p:nvSpPr>
        <p:spPr>
          <a:xfrm>
            <a:off x="11280908" y="34195"/>
            <a:ext cx="2396345" cy="2160365"/>
          </a:xfrm>
          <a:prstGeom prst="roundRect">
            <a:avLst/>
          </a:prstGeom>
          <a:solidFill>
            <a:schemeClr val="tx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endParaRPr lang="en-US" dirty="0"/>
          </a:p>
          <a:p>
            <a:r>
              <a:rPr lang="en-US" dirty="0"/>
              <a:t>  </a:t>
            </a:r>
          </a:p>
          <a:p>
            <a:r>
              <a:rPr lang="en-US" dirty="0"/>
              <a:t>  if (n == 0)</a:t>
            </a:r>
          </a:p>
          <a:p>
            <a:r>
              <a:rPr lang="en-US" dirty="0"/>
              <a:t>        return false;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i="1" dirty="0"/>
              <a:t>   </a:t>
            </a:r>
            <a:r>
              <a:rPr lang="en-US" dirty="0"/>
              <a:t>if (</a:t>
            </a:r>
            <a:r>
              <a:rPr lang="en-US" dirty="0" err="1"/>
              <a:t>arr</a:t>
            </a:r>
            <a:r>
              <a:rPr lang="en-US" dirty="0"/>
              <a:t>[0] == key)</a:t>
            </a:r>
          </a:p>
          <a:p>
            <a:r>
              <a:rPr lang="en-US" dirty="0"/>
              <a:t>        return true;</a:t>
            </a:r>
          </a:p>
          <a:p>
            <a:br>
              <a:rPr lang="en-US" dirty="0"/>
            </a:br>
            <a:endParaRPr lang="en-US" dirty="0"/>
          </a:p>
          <a:p>
            <a:pPr algn="ctr"/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1ECCCD-DB69-4B95-56EB-CAE89CDB4B28}"/>
              </a:ext>
            </a:extLst>
          </p:cNvPr>
          <p:cNvSpPr txBox="1"/>
          <p:nvPr/>
        </p:nvSpPr>
        <p:spPr>
          <a:xfrm>
            <a:off x="11280908" y="-477055"/>
            <a:ext cx="31135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BASE CASE</a:t>
            </a:r>
          </a:p>
          <a:p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498825-D93C-314D-49D0-0258E2FE779A}"/>
              </a:ext>
            </a:extLst>
          </p:cNvPr>
          <p:cNvSpPr txBox="1"/>
          <p:nvPr/>
        </p:nvSpPr>
        <p:spPr>
          <a:xfrm>
            <a:off x="8008716" y="-364890"/>
            <a:ext cx="19277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4"/>
                </a:solidFill>
              </a:rPr>
              <a:t>Key = 9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D95A7BF-8F0C-1D3A-4F38-90E23C2E2DE7}"/>
              </a:ext>
            </a:extLst>
          </p:cNvPr>
          <p:cNvCxnSpPr>
            <a:cxnSpLocks/>
          </p:cNvCxnSpPr>
          <p:nvPr/>
        </p:nvCxnSpPr>
        <p:spPr>
          <a:xfrm>
            <a:off x="-1388962" y="-106680"/>
            <a:ext cx="5687799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F424D35-EF15-AA42-13BE-A20114916CF8}"/>
              </a:ext>
            </a:extLst>
          </p:cNvPr>
          <p:cNvCxnSpPr>
            <a:cxnSpLocks/>
          </p:cNvCxnSpPr>
          <p:nvPr/>
        </p:nvCxnSpPr>
        <p:spPr>
          <a:xfrm>
            <a:off x="-1388962" y="-101148"/>
            <a:ext cx="0" cy="1097911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E76E34E-CEF8-84EF-C86E-2D63E7A92F2B}"/>
              </a:ext>
            </a:extLst>
          </p:cNvPr>
          <p:cNvCxnSpPr/>
          <p:nvPr/>
        </p:nvCxnSpPr>
        <p:spPr>
          <a:xfrm>
            <a:off x="-1388962" y="996763"/>
            <a:ext cx="1053296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63E45DB-DF05-AED8-CE9A-1D3C2EC0E893}"/>
              </a:ext>
            </a:extLst>
          </p:cNvPr>
          <p:cNvSpPr/>
          <p:nvPr/>
        </p:nvSpPr>
        <p:spPr>
          <a:xfrm>
            <a:off x="-176293" y="711510"/>
            <a:ext cx="2396346" cy="57050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800" b="1" dirty="0"/>
              <a:t>3    5    2   9    7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2E7029-36D2-67BB-8280-AC000D9CB475}"/>
              </a:ext>
            </a:extLst>
          </p:cNvPr>
          <p:cNvSpPr txBox="1"/>
          <p:nvPr/>
        </p:nvSpPr>
        <p:spPr>
          <a:xfrm>
            <a:off x="-335666" y="270496"/>
            <a:ext cx="2555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 0        1        2      3        4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604FF0-D7B8-1DC3-C056-797D3D39B40D}"/>
              </a:ext>
            </a:extLst>
          </p:cNvPr>
          <p:cNvSpPr txBox="1"/>
          <p:nvPr/>
        </p:nvSpPr>
        <p:spPr>
          <a:xfrm>
            <a:off x="2379426" y="844280"/>
            <a:ext cx="2045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2"/>
                </a:solidFill>
              </a:rPr>
              <a:t>3  ==  9</a:t>
            </a:r>
          </a:p>
        </p:txBody>
      </p:sp>
    </p:spTree>
    <p:extLst>
      <p:ext uri="{BB962C8B-B14F-4D97-AF65-F5344CB8AC3E}">
        <p14:creationId xmlns:p14="http://schemas.microsoft.com/office/powerpoint/2010/main" val="2440007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90DBC-E6E1-EAD0-18FC-84BF68331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9492457-C219-74F7-4F57-78226554BA8A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79A93D6-D53F-43BE-1D4A-2DBAE68C103F}"/>
              </a:ext>
            </a:extLst>
          </p:cNvPr>
          <p:cNvSpPr/>
          <p:nvPr/>
        </p:nvSpPr>
        <p:spPr>
          <a:xfrm>
            <a:off x="4427445" y="-477055"/>
            <a:ext cx="3113590" cy="747551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200" b="1" dirty="0"/>
              <a:t>   3    5    2   9    7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3BF0EEB-30EA-055B-3D02-636F055E4C64}"/>
              </a:ext>
            </a:extLst>
          </p:cNvPr>
          <p:cNvSpPr/>
          <p:nvPr/>
        </p:nvSpPr>
        <p:spPr>
          <a:xfrm>
            <a:off x="11280908" y="34195"/>
            <a:ext cx="2396345" cy="2160365"/>
          </a:xfrm>
          <a:prstGeom prst="roundRect">
            <a:avLst/>
          </a:prstGeom>
          <a:solidFill>
            <a:schemeClr val="tx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endParaRPr lang="en-US" dirty="0"/>
          </a:p>
          <a:p>
            <a:r>
              <a:rPr lang="en-US" dirty="0"/>
              <a:t>  </a:t>
            </a:r>
          </a:p>
          <a:p>
            <a:r>
              <a:rPr lang="en-US" dirty="0"/>
              <a:t>  if (n == 0)</a:t>
            </a:r>
          </a:p>
          <a:p>
            <a:r>
              <a:rPr lang="en-US" dirty="0"/>
              <a:t>        return false;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i="1" dirty="0"/>
              <a:t>   </a:t>
            </a:r>
            <a:r>
              <a:rPr lang="en-US" dirty="0"/>
              <a:t>if (</a:t>
            </a:r>
            <a:r>
              <a:rPr lang="en-US" dirty="0" err="1"/>
              <a:t>arr</a:t>
            </a:r>
            <a:r>
              <a:rPr lang="en-US" dirty="0"/>
              <a:t>[0] == key)</a:t>
            </a:r>
          </a:p>
          <a:p>
            <a:r>
              <a:rPr lang="en-US" dirty="0"/>
              <a:t>        return true;</a:t>
            </a:r>
          </a:p>
          <a:p>
            <a:br>
              <a:rPr lang="en-US" dirty="0"/>
            </a:br>
            <a:endParaRPr lang="en-US" dirty="0"/>
          </a:p>
          <a:p>
            <a:pPr algn="ctr"/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DB7F65-6511-712D-3210-80D50F4335F0}"/>
              </a:ext>
            </a:extLst>
          </p:cNvPr>
          <p:cNvSpPr txBox="1"/>
          <p:nvPr/>
        </p:nvSpPr>
        <p:spPr>
          <a:xfrm>
            <a:off x="11280908" y="-477055"/>
            <a:ext cx="31135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BASE CASE</a:t>
            </a:r>
          </a:p>
          <a:p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AA34EC-E782-494A-4DA6-2F9090BBD3D8}"/>
              </a:ext>
            </a:extLst>
          </p:cNvPr>
          <p:cNvSpPr txBox="1"/>
          <p:nvPr/>
        </p:nvSpPr>
        <p:spPr>
          <a:xfrm>
            <a:off x="8008716" y="-364890"/>
            <a:ext cx="19277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4"/>
                </a:solidFill>
              </a:rPr>
              <a:t>Key = 9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1A51914-A6CE-C0CD-FA51-64243216ABA0}"/>
              </a:ext>
            </a:extLst>
          </p:cNvPr>
          <p:cNvCxnSpPr>
            <a:cxnSpLocks/>
          </p:cNvCxnSpPr>
          <p:nvPr/>
        </p:nvCxnSpPr>
        <p:spPr>
          <a:xfrm>
            <a:off x="-1388962" y="-106680"/>
            <a:ext cx="5687799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99204C0-825B-B6B1-80D2-8C52089644D8}"/>
              </a:ext>
            </a:extLst>
          </p:cNvPr>
          <p:cNvCxnSpPr>
            <a:cxnSpLocks/>
          </p:cNvCxnSpPr>
          <p:nvPr/>
        </p:nvCxnSpPr>
        <p:spPr>
          <a:xfrm>
            <a:off x="-1388962" y="-101148"/>
            <a:ext cx="0" cy="1097911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A0B90AD-CE82-3781-D8F4-89EAB5F967DA}"/>
              </a:ext>
            </a:extLst>
          </p:cNvPr>
          <p:cNvCxnSpPr/>
          <p:nvPr/>
        </p:nvCxnSpPr>
        <p:spPr>
          <a:xfrm>
            <a:off x="-1388962" y="996763"/>
            <a:ext cx="1053296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BA37119-463C-440F-0225-D8805011E91F}"/>
              </a:ext>
            </a:extLst>
          </p:cNvPr>
          <p:cNvSpPr/>
          <p:nvPr/>
        </p:nvSpPr>
        <p:spPr>
          <a:xfrm>
            <a:off x="-176293" y="711510"/>
            <a:ext cx="2396346" cy="57050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800" b="1" dirty="0"/>
              <a:t>3    5    2   9    7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3448BD-08EA-5948-DEA3-3ED97685BE3B}"/>
              </a:ext>
            </a:extLst>
          </p:cNvPr>
          <p:cNvSpPr txBox="1"/>
          <p:nvPr/>
        </p:nvSpPr>
        <p:spPr>
          <a:xfrm>
            <a:off x="-335666" y="270496"/>
            <a:ext cx="2555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 0        1        2      3        4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A28519-D396-2E38-203B-771B944E7AC7}"/>
              </a:ext>
            </a:extLst>
          </p:cNvPr>
          <p:cNvSpPr txBox="1"/>
          <p:nvPr/>
        </p:nvSpPr>
        <p:spPr>
          <a:xfrm>
            <a:off x="2379426" y="844280"/>
            <a:ext cx="2045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2"/>
                </a:solidFill>
              </a:rPr>
              <a:t>3  ==  9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1B15547-E523-6A5A-DD91-8FD107781058}"/>
              </a:ext>
            </a:extLst>
          </p:cNvPr>
          <p:cNvCxnSpPr/>
          <p:nvPr/>
        </p:nvCxnSpPr>
        <p:spPr>
          <a:xfrm>
            <a:off x="2054578" y="1388533"/>
            <a:ext cx="0" cy="293511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6FEB8BC-F044-5A79-715A-6E49D7F1905F}"/>
              </a:ext>
            </a:extLst>
          </p:cNvPr>
          <p:cNvCxnSpPr>
            <a:cxnSpLocks/>
          </p:cNvCxnSpPr>
          <p:nvPr/>
        </p:nvCxnSpPr>
        <p:spPr>
          <a:xfrm flipH="1">
            <a:off x="2054578" y="1676399"/>
            <a:ext cx="1399822" cy="0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0FCCB42-3B44-7ABD-A39C-862C1F94D4C7}"/>
              </a:ext>
            </a:extLst>
          </p:cNvPr>
          <p:cNvSpPr/>
          <p:nvPr/>
        </p:nvSpPr>
        <p:spPr>
          <a:xfrm>
            <a:off x="3576310" y="1418064"/>
            <a:ext cx="2045489" cy="369332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(</a:t>
            </a:r>
            <a:r>
              <a:rPr lang="en-US" b="1" dirty="0" err="1"/>
              <a:t>arr</a:t>
            </a:r>
            <a:r>
              <a:rPr lang="en-US" b="1" dirty="0"/>
              <a:t> + 1, n - 1, key)</a:t>
            </a:r>
          </a:p>
        </p:txBody>
      </p:sp>
    </p:spTree>
    <p:extLst>
      <p:ext uri="{BB962C8B-B14F-4D97-AF65-F5344CB8AC3E}">
        <p14:creationId xmlns:p14="http://schemas.microsoft.com/office/powerpoint/2010/main" val="1498615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281DC-D53E-DE68-5B6C-38650F058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A53B792-2276-54BE-E6FD-6C6472709390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05E3647-4693-EA78-764E-C933040C49A9}"/>
              </a:ext>
            </a:extLst>
          </p:cNvPr>
          <p:cNvSpPr/>
          <p:nvPr/>
        </p:nvSpPr>
        <p:spPr>
          <a:xfrm>
            <a:off x="4427445" y="-477055"/>
            <a:ext cx="3113590" cy="747551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200" b="1" dirty="0"/>
              <a:t>   3    5    2   9    7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DDAF660-BFB4-417E-7900-DC6013AF4F4B}"/>
              </a:ext>
            </a:extLst>
          </p:cNvPr>
          <p:cNvSpPr/>
          <p:nvPr/>
        </p:nvSpPr>
        <p:spPr>
          <a:xfrm>
            <a:off x="11280908" y="34195"/>
            <a:ext cx="2396345" cy="2160365"/>
          </a:xfrm>
          <a:prstGeom prst="roundRect">
            <a:avLst/>
          </a:prstGeom>
          <a:solidFill>
            <a:schemeClr val="tx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endParaRPr lang="en-US" dirty="0"/>
          </a:p>
          <a:p>
            <a:r>
              <a:rPr lang="en-US" dirty="0"/>
              <a:t>  </a:t>
            </a:r>
          </a:p>
          <a:p>
            <a:r>
              <a:rPr lang="en-US" dirty="0"/>
              <a:t>  if (n == 0)</a:t>
            </a:r>
          </a:p>
          <a:p>
            <a:r>
              <a:rPr lang="en-US" dirty="0"/>
              <a:t>        return false;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i="1" dirty="0"/>
              <a:t>   </a:t>
            </a:r>
            <a:r>
              <a:rPr lang="en-US" dirty="0"/>
              <a:t>if (</a:t>
            </a:r>
            <a:r>
              <a:rPr lang="en-US" dirty="0" err="1"/>
              <a:t>arr</a:t>
            </a:r>
            <a:r>
              <a:rPr lang="en-US" dirty="0"/>
              <a:t>[0] == key)</a:t>
            </a:r>
          </a:p>
          <a:p>
            <a:r>
              <a:rPr lang="en-US" dirty="0"/>
              <a:t>        return true;</a:t>
            </a:r>
          </a:p>
          <a:p>
            <a:br>
              <a:rPr lang="en-US" dirty="0"/>
            </a:br>
            <a:endParaRPr lang="en-US" dirty="0"/>
          </a:p>
          <a:p>
            <a:pPr algn="ctr"/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65D818-3E66-65BD-4CC1-187759EB895F}"/>
              </a:ext>
            </a:extLst>
          </p:cNvPr>
          <p:cNvSpPr txBox="1"/>
          <p:nvPr/>
        </p:nvSpPr>
        <p:spPr>
          <a:xfrm>
            <a:off x="11280908" y="-477055"/>
            <a:ext cx="31135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BASE CASE</a:t>
            </a:r>
          </a:p>
          <a:p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349A64-0377-F168-F1BC-28B76B6BF3EF}"/>
              </a:ext>
            </a:extLst>
          </p:cNvPr>
          <p:cNvSpPr txBox="1"/>
          <p:nvPr/>
        </p:nvSpPr>
        <p:spPr>
          <a:xfrm>
            <a:off x="8008716" y="-364890"/>
            <a:ext cx="19277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4"/>
                </a:solidFill>
              </a:rPr>
              <a:t>Key = 9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F07C6E7-A7B1-F6EA-B40D-AF2C0723596D}"/>
              </a:ext>
            </a:extLst>
          </p:cNvPr>
          <p:cNvCxnSpPr>
            <a:cxnSpLocks/>
          </p:cNvCxnSpPr>
          <p:nvPr/>
        </p:nvCxnSpPr>
        <p:spPr>
          <a:xfrm>
            <a:off x="-1388962" y="-106680"/>
            <a:ext cx="5687799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8AB1216-7ED5-0B68-744D-58425518F88D}"/>
              </a:ext>
            </a:extLst>
          </p:cNvPr>
          <p:cNvCxnSpPr>
            <a:cxnSpLocks/>
          </p:cNvCxnSpPr>
          <p:nvPr/>
        </p:nvCxnSpPr>
        <p:spPr>
          <a:xfrm>
            <a:off x="-1388962" y="-101148"/>
            <a:ext cx="0" cy="1097911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2F9A253-0581-1ADB-0D8D-CC1317F16FA6}"/>
              </a:ext>
            </a:extLst>
          </p:cNvPr>
          <p:cNvCxnSpPr/>
          <p:nvPr/>
        </p:nvCxnSpPr>
        <p:spPr>
          <a:xfrm>
            <a:off x="-1388962" y="996763"/>
            <a:ext cx="1053296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D9D0C4C-9D47-136F-2157-123622C60C6D}"/>
              </a:ext>
            </a:extLst>
          </p:cNvPr>
          <p:cNvSpPr/>
          <p:nvPr/>
        </p:nvSpPr>
        <p:spPr>
          <a:xfrm>
            <a:off x="-176293" y="711510"/>
            <a:ext cx="2396346" cy="57050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800" b="1" dirty="0"/>
              <a:t>3    5    2   9    7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1050A1-2E50-A778-DC8F-EB75339F75E6}"/>
              </a:ext>
            </a:extLst>
          </p:cNvPr>
          <p:cNvSpPr txBox="1"/>
          <p:nvPr/>
        </p:nvSpPr>
        <p:spPr>
          <a:xfrm>
            <a:off x="-335666" y="270496"/>
            <a:ext cx="2555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 0        1        2      3        4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F507CD-8C03-6E4D-17C2-073174564E79}"/>
              </a:ext>
            </a:extLst>
          </p:cNvPr>
          <p:cNvSpPr txBox="1"/>
          <p:nvPr/>
        </p:nvSpPr>
        <p:spPr>
          <a:xfrm>
            <a:off x="2379426" y="844280"/>
            <a:ext cx="2045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2"/>
                </a:solidFill>
              </a:rPr>
              <a:t>3  ==  9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9875541-2C37-BC87-34ED-BCEE207BCEE6}"/>
              </a:ext>
            </a:extLst>
          </p:cNvPr>
          <p:cNvCxnSpPr/>
          <p:nvPr/>
        </p:nvCxnSpPr>
        <p:spPr>
          <a:xfrm>
            <a:off x="2054578" y="1388533"/>
            <a:ext cx="0" cy="293511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748A57E-3207-10FA-65D1-48DD5E172AB5}"/>
              </a:ext>
            </a:extLst>
          </p:cNvPr>
          <p:cNvCxnSpPr>
            <a:cxnSpLocks/>
          </p:cNvCxnSpPr>
          <p:nvPr/>
        </p:nvCxnSpPr>
        <p:spPr>
          <a:xfrm flipH="1">
            <a:off x="2054578" y="1676399"/>
            <a:ext cx="1399822" cy="0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96B9674-613E-F1C7-1667-0BF7E574423A}"/>
              </a:ext>
            </a:extLst>
          </p:cNvPr>
          <p:cNvSpPr/>
          <p:nvPr/>
        </p:nvSpPr>
        <p:spPr>
          <a:xfrm>
            <a:off x="3576310" y="1418064"/>
            <a:ext cx="2045489" cy="369332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(</a:t>
            </a:r>
            <a:r>
              <a:rPr lang="en-US" b="1" dirty="0" err="1"/>
              <a:t>arr</a:t>
            </a:r>
            <a:r>
              <a:rPr lang="en-US" b="1" dirty="0"/>
              <a:t> + 1, n - 1, key)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26DD83C-EFA5-D758-DAC6-589417187C23}"/>
              </a:ext>
            </a:extLst>
          </p:cNvPr>
          <p:cNvCxnSpPr>
            <a:cxnSpLocks/>
          </p:cNvCxnSpPr>
          <p:nvPr/>
        </p:nvCxnSpPr>
        <p:spPr>
          <a:xfrm>
            <a:off x="936978" y="1388533"/>
            <a:ext cx="0" cy="398863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28827E7-DDB8-93AF-8749-01CD17A5A033}"/>
              </a:ext>
            </a:extLst>
          </p:cNvPr>
          <p:cNvSpPr txBox="1"/>
          <p:nvPr/>
        </p:nvSpPr>
        <p:spPr>
          <a:xfrm>
            <a:off x="-155044" y="1856380"/>
            <a:ext cx="2555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 0        1        2      3 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3A4D323-92C7-5B97-9DC1-B1E41BE579E5}"/>
              </a:ext>
            </a:extLst>
          </p:cNvPr>
          <p:cNvSpPr/>
          <p:nvPr/>
        </p:nvSpPr>
        <p:spPr>
          <a:xfrm>
            <a:off x="-195056" y="2250183"/>
            <a:ext cx="2396346" cy="57050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800" b="1" dirty="0"/>
              <a:t>   5    2   9    7</a:t>
            </a:r>
          </a:p>
        </p:txBody>
      </p:sp>
    </p:spTree>
    <p:extLst>
      <p:ext uri="{BB962C8B-B14F-4D97-AF65-F5344CB8AC3E}">
        <p14:creationId xmlns:p14="http://schemas.microsoft.com/office/powerpoint/2010/main" val="3344934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B647E-6F81-F47C-AF93-63861A11F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2F9519B-4172-FEA2-DE9B-FD56AF5C8C86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B3CF7C0-41EF-F56F-7406-61FBEC5A7FCD}"/>
              </a:ext>
            </a:extLst>
          </p:cNvPr>
          <p:cNvSpPr/>
          <p:nvPr/>
        </p:nvSpPr>
        <p:spPr>
          <a:xfrm>
            <a:off x="4427445" y="-477055"/>
            <a:ext cx="3113590" cy="747551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200" b="1" dirty="0"/>
              <a:t>   3    5    2   9    7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DA02F1F-E2CF-C722-3AAA-155A557F6A2D}"/>
              </a:ext>
            </a:extLst>
          </p:cNvPr>
          <p:cNvSpPr/>
          <p:nvPr/>
        </p:nvSpPr>
        <p:spPr>
          <a:xfrm>
            <a:off x="11280908" y="34195"/>
            <a:ext cx="2396345" cy="2160365"/>
          </a:xfrm>
          <a:prstGeom prst="roundRect">
            <a:avLst/>
          </a:prstGeom>
          <a:solidFill>
            <a:schemeClr val="tx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endParaRPr lang="en-US" dirty="0"/>
          </a:p>
          <a:p>
            <a:r>
              <a:rPr lang="en-US" dirty="0"/>
              <a:t>  </a:t>
            </a:r>
          </a:p>
          <a:p>
            <a:r>
              <a:rPr lang="en-US" dirty="0"/>
              <a:t>  if (n == 0)</a:t>
            </a:r>
          </a:p>
          <a:p>
            <a:r>
              <a:rPr lang="en-US" dirty="0"/>
              <a:t>        return false;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i="1" dirty="0"/>
              <a:t>   </a:t>
            </a:r>
            <a:r>
              <a:rPr lang="en-US" dirty="0"/>
              <a:t>if (</a:t>
            </a:r>
            <a:r>
              <a:rPr lang="en-US" dirty="0" err="1"/>
              <a:t>arr</a:t>
            </a:r>
            <a:r>
              <a:rPr lang="en-US" dirty="0"/>
              <a:t>[0] == key)</a:t>
            </a:r>
          </a:p>
          <a:p>
            <a:r>
              <a:rPr lang="en-US" dirty="0"/>
              <a:t>        return true;</a:t>
            </a:r>
          </a:p>
          <a:p>
            <a:br>
              <a:rPr lang="en-US" dirty="0"/>
            </a:br>
            <a:endParaRPr lang="en-US" dirty="0"/>
          </a:p>
          <a:p>
            <a:pPr algn="ctr"/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C84018-7C83-C5E8-7976-90D03CC98FFA}"/>
              </a:ext>
            </a:extLst>
          </p:cNvPr>
          <p:cNvSpPr txBox="1"/>
          <p:nvPr/>
        </p:nvSpPr>
        <p:spPr>
          <a:xfrm>
            <a:off x="11280908" y="-477055"/>
            <a:ext cx="31135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BASE CASE</a:t>
            </a:r>
          </a:p>
          <a:p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1A2C14-6FEB-B81A-BA66-363614F8C7A2}"/>
              </a:ext>
            </a:extLst>
          </p:cNvPr>
          <p:cNvSpPr txBox="1"/>
          <p:nvPr/>
        </p:nvSpPr>
        <p:spPr>
          <a:xfrm>
            <a:off x="8008716" y="-364890"/>
            <a:ext cx="19277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4"/>
                </a:solidFill>
              </a:rPr>
              <a:t>Key = 9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E0AC0F7-CB63-8C2E-BC31-7FFCCC196ED6}"/>
              </a:ext>
            </a:extLst>
          </p:cNvPr>
          <p:cNvCxnSpPr>
            <a:cxnSpLocks/>
          </p:cNvCxnSpPr>
          <p:nvPr/>
        </p:nvCxnSpPr>
        <p:spPr>
          <a:xfrm>
            <a:off x="-1388962" y="-106680"/>
            <a:ext cx="5687799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2FDD82D-8D11-CEFD-123C-A7D647292024}"/>
              </a:ext>
            </a:extLst>
          </p:cNvPr>
          <p:cNvCxnSpPr>
            <a:cxnSpLocks/>
          </p:cNvCxnSpPr>
          <p:nvPr/>
        </p:nvCxnSpPr>
        <p:spPr>
          <a:xfrm>
            <a:off x="-1388962" y="-101148"/>
            <a:ext cx="0" cy="1097911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931D137-CAB2-421E-9965-09B9399CDB03}"/>
              </a:ext>
            </a:extLst>
          </p:cNvPr>
          <p:cNvCxnSpPr/>
          <p:nvPr/>
        </p:nvCxnSpPr>
        <p:spPr>
          <a:xfrm>
            <a:off x="-1388962" y="996763"/>
            <a:ext cx="1053296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4230361-F9BD-8A4D-0B2D-E36300644645}"/>
              </a:ext>
            </a:extLst>
          </p:cNvPr>
          <p:cNvSpPr/>
          <p:nvPr/>
        </p:nvSpPr>
        <p:spPr>
          <a:xfrm>
            <a:off x="-176293" y="711510"/>
            <a:ext cx="2396346" cy="57050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800" b="1" dirty="0"/>
              <a:t>3    5    2   9    7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E52782-822D-43B2-9A0E-AAB48A2836EC}"/>
              </a:ext>
            </a:extLst>
          </p:cNvPr>
          <p:cNvSpPr txBox="1"/>
          <p:nvPr/>
        </p:nvSpPr>
        <p:spPr>
          <a:xfrm>
            <a:off x="-335666" y="270496"/>
            <a:ext cx="2555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 0        1        2      3        4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826C37-E885-AB27-70AA-B3AB6E52381B}"/>
              </a:ext>
            </a:extLst>
          </p:cNvPr>
          <p:cNvSpPr txBox="1"/>
          <p:nvPr/>
        </p:nvSpPr>
        <p:spPr>
          <a:xfrm>
            <a:off x="2379426" y="844280"/>
            <a:ext cx="2045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2"/>
                </a:solidFill>
              </a:rPr>
              <a:t>3  ==  9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D9AE782-65B7-8813-8D87-4A62BC86F034}"/>
              </a:ext>
            </a:extLst>
          </p:cNvPr>
          <p:cNvCxnSpPr/>
          <p:nvPr/>
        </p:nvCxnSpPr>
        <p:spPr>
          <a:xfrm>
            <a:off x="2054578" y="1388533"/>
            <a:ext cx="0" cy="293511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3705982-25C1-D37A-F8C8-C8D69E8D421D}"/>
              </a:ext>
            </a:extLst>
          </p:cNvPr>
          <p:cNvCxnSpPr>
            <a:cxnSpLocks/>
          </p:cNvCxnSpPr>
          <p:nvPr/>
        </p:nvCxnSpPr>
        <p:spPr>
          <a:xfrm flipH="1">
            <a:off x="2054578" y="1676399"/>
            <a:ext cx="1399822" cy="0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E6972B8-2F1D-3E5C-A0E3-3F8D8D997656}"/>
              </a:ext>
            </a:extLst>
          </p:cNvPr>
          <p:cNvSpPr/>
          <p:nvPr/>
        </p:nvSpPr>
        <p:spPr>
          <a:xfrm>
            <a:off x="3576310" y="1418064"/>
            <a:ext cx="2045489" cy="369332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(</a:t>
            </a:r>
            <a:r>
              <a:rPr lang="en-US" b="1" dirty="0" err="1"/>
              <a:t>arr</a:t>
            </a:r>
            <a:r>
              <a:rPr lang="en-US" b="1" dirty="0"/>
              <a:t> + 1, n - 1, key)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09B2506-9869-8C24-AD0F-ED4CBFD43DEC}"/>
              </a:ext>
            </a:extLst>
          </p:cNvPr>
          <p:cNvCxnSpPr>
            <a:cxnSpLocks/>
          </p:cNvCxnSpPr>
          <p:nvPr/>
        </p:nvCxnSpPr>
        <p:spPr>
          <a:xfrm>
            <a:off x="936978" y="1388533"/>
            <a:ext cx="0" cy="398863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4627F75-944E-2B83-3607-E057C6918AC4}"/>
              </a:ext>
            </a:extLst>
          </p:cNvPr>
          <p:cNvSpPr txBox="1"/>
          <p:nvPr/>
        </p:nvSpPr>
        <p:spPr>
          <a:xfrm>
            <a:off x="-155044" y="1856380"/>
            <a:ext cx="2555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 0        1        2      3 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9CF9EF9-B862-C683-BECE-806D00ECC53F}"/>
              </a:ext>
            </a:extLst>
          </p:cNvPr>
          <p:cNvSpPr/>
          <p:nvPr/>
        </p:nvSpPr>
        <p:spPr>
          <a:xfrm>
            <a:off x="-195056" y="2250183"/>
            <a:ext cx="2396346" cy="57050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800" b="1" dirty="0"/>
              <a:t>   5    2   9    7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3B463D-70D2-5A70-EC2D-E682CE6A5FC1}"/>
              </a:ext>
            </a:extLst>
          </p:cNvPr>
          <p:cNvSpPr txBox="1"/>
          <p:nvPr/>
        </p:nvSpPr>
        <p:spPr>
          <a:xfrm>
            <a:off x="2379425" y="2400048"/>
            <a:ext cx="2045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2"/>
                </a:solidFill>
              </a:rPr>
              <a:t>5  ==  9</a:t>
            </a:r>
          </a:p>
        </p:txBody>
      </p:sp>
    </p:spTree>
    <p:extLst>
      <p:ext uri="{BB962C8B-B14F-4D97-AF65-F5344CB8AC3E}">
        <p14:creationId xmlns:p14="http://schemas.microsoft.com/office/powerpoint/2010/main" val="31085121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711BC-0264-6AC4-2689-ABDC07A05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D8CFA99-9517-9BA0-F8CF-41A462D18C19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67F161D-BAC4-3FC8-A602-ECB33D9029F9}"/>
              </a:ext>
            </a:extLst>
          </p:cNvPr>
          <p:cNvSpPr/>
          <p:nvPr/>
        </p:nvSpPr>
        <p:spPr>
          <a:xfrm>
            <a:off x="4427445" y="-477055"/>
            <a:ext cx="3113590" cy="747551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200" b="1" dirty="0"/>
              <a:t>   3    5    2   9    7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781F504-C3BE-C974-5849-164FBA60F6DE}"/>
              </a:ext>
            </a:extLst>
          </p:cNvPr>
          <p:cNvSpPr/>
          <p:nvPr/>
        </p:nvSpPr>
        <p:spPr>
          <a:xfrm>
            <a:off x="11280908" y="34195"/>
            <a:ext cx="2396345" cy="2160365"/>
          </a:xfrm>
          <a:prstGeom prst="roundRect">
            <a:avLst/>
          </a:prstGeom>
          <a:solidFill>
            <a:schemeClr val="tx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endParaRPr lang="en-US" dirty="0"/>
          </a:p>
          <a:p>
            <a:r>
              <a:rPr lang="en-US" dirty="0"/>
              <a:t>  </a:t>
            </a:r>
          </a:p>
          <a:p>
            <a:r>
              <a:rPr lang="en-US" dirty="0"/>
              <a:t>  if (n == 0)</a:t>
            </a:r>
          </a:p>
          <a:p>
            <a:r>
              <a:rPr lang="en-US" dirty="0"/>
              <a:t>        return false;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i="1" dirty="0"/>
              <a:t>   </a:t>
            </a:r>
            <a:r>
              <a:rPr lang="en-US" dirty="0"/>
              <a:t>if (</a:t>
            </a:r>
            <a:r>
              <a:rPr lang="en-US" dirty="0" err="1"/>
              <a:t>arr</a:t>
            </a:r>
            <a:r>
              <a:rPr lang="en-US" dirty="0"/>
              <a:t>[0] == key)</a:t>
            </a:r>
          </a:p>
          <a:p>
            <a:r>
              <a:rPr lang="en-US" dirty="0"/>
              <a:t>        return true;</a:t>
            </a:r>
          </a:p>
          <a:p>
            <a:br>
              <a:rPr lang="en-US" dirty="0"/>
            </a:br>
            <a:endParaRPr lang="en-US" dirty="0"/>
          </a:p>
          <a:p>
            <a:pPr algn="ctr"/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960C15-1944-15FA-48E5-E7DB0A01D52B}"/>
              </a:ext>
            </a:extLst>
          </p:cNvPr>
          <p:cNvSpPr txBox="1"/>
          <p:nvPr/>
        </p:nvSpPr>
        <p:spPr>
          <a:xfrm>
            <a:off x="11280908" y="-477055"/>
            <a:ext cx="31135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BASE CASE</a:t>
            </a:r>
          </a:p>
          <a:p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17FA7D-72E2-D7AE-D8AD-A2860CAB6C8E}"/>
              </a:ext>
            </a:extLst>
          </p:cNvPr>
          <p:cNvSpPr txBox="1"/>
          <p:nvPr/>
        </p:nvSpPr>
        <p:spPr>
          <a:xfrm>
            <a:off x="8008716" y="-364890"/>
            <a:ext cx="19277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4"/>
                </a:solidFill>
              </a:rPr>
              <a:t>Key = 9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6754B40-733C-44E2-2A9D-9DFD3227E9F2}"/>
              </a:ext>
            </a:extLst>
          </p:cNvPr>
          <p:cNvCxnSpPr>
            <a:cxnSpLocks/>
          </p:cNvCxnSpPr>
          <p:nvPr/>
        </p:nvCxnSpPr>
        <p:spPr>
          <a:xfrm>
            <a:off x="-1388962" y="-106680"/>
            <a:ext cx="5687799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32F2511-532D-A76F-DB56-EB28401B9493}"/>
              </a:ext>
            </a:extLst>
          </p:cNvPr>
          <p:cNvCxnSpPr>
            <a:cxnSpLocks/>
          </p:cNvCxnSpPr>
          <p:nvPr/>
        </p:nvCxnSpPr>
        <p:spPr>
          <a:xfrm>
            <a:off x="-1388962" y="-101148"/>
            <a:ext cx="0" cy="1097911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591FA00-C235-1E8D-487B-1AE9F4FA54F5}"/>
              </a:ext>
            </a:extLst>
          </p:cNvPr>
          <p:cNvCxnSpPr/>
          <p:nvPr/>
        </p:nvCxnSpPr>
        <p:spPr>
          <a:xfrm>
            <a:off x="-1388962" y="996763"/>
            <a:ext cx="1053296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A055465-0ABC-27CB-1203-08179258EB10}"/>
              </a:ext>
            </a:extLst>
          </p:cNvPr>
          <p:cNvSpPr/>
          <p:nvPr/>
        </p:nvSpPr>
        <p:spPr>
          <a:xfrm>
            <a:off x="-176293" y="711510"/>
            <a:ext cx="2396346" cy="57050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800" b="1" dirty="0"/>
              <a:t>3    5    2   9    7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331F14-F1B5-9AB6-9114-0146303899AB}"/>
              </a:ext>
            </a:extLst>
          </p:cNvPr>
          <p:cNvSpPr txBox="1"/>
          <p:nvPr/>
        </p:nvSpPr>
        <p:spPr>
          <a:xfrm>
            <a:off x="-335666" y="270496"/>
            <a:ext cx="2555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 0        1        2      3        4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94F85C-2A39-D9A2-C477-0469D10FF048}"/>
              </a:ext>
            </a:extLst>
          </p:cNvPr>
          <p:cNvSpPr txBox="1"/>
          <p:nvPr/>
        </p:nvSpPr>
        <p:spPr>
          <a:xfrm>
            <a:off x="2379426" y="844280"/>
            <a:ext cx="2045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2"/>
                </a:solidFill>
              </a:rPr>
              <a:t>3  ==  9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BBD9BC3-70BC-2D60-B57D-EEE4F3C9CD51}"/>
              </a:ext>
            </a:extLst>
          </p:cNvPr>
          <p:cNvCxnSpPr/>
          <p:nvPr/>
        </p:nvCxnSpPr>
        <p:spPr>
          <a:xfrm>
            <a:off x="2054578" y="1388533"/>
            <a:ext cx="0" cy="293511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3BB39DF-93AC-4067-A1D9-9661423989E3}"/>
              </a:ext>
            </a:extLst>
          </p:cNvPr>
          <p:cNvCxnSpPr>
            <a:cxnSpLocks/>
          </p:cNvCxnSpPr>
          <p:nvPr/>
        </p:nvCxnSpPr>
        <p:spPr>
          <a:xfrm flipH="1">
            <a:off x="2054578" y="1676399"/>
            <a:ext cx="1399822" cy="0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5277EF0-B3ED-D2AB-4CAA-28E34E932B99}"/>
              </a:ext>
            </a:extLst>
          </p:cNvPr>
          <p:cNvSpPr/>
          <p:nvPr/>
        </p:nvSpPr>
        <p:spPr>
          <a:xfrm>
            <a:off x="3576310" y="1418064"/>
            <a:ext cx="2045489" cy="369332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(</a:t>
            </a:r>
            <a:r>
              <a:rPr lang="en-US" b="1" dirty="0" err="1"/>
              <a:t>arr</a:t>
            </a:r>
            <a:r>
              <a:rPr lang="en-US" b="1" dirty="0"/>
              <a:t> + 1, n - 1, key)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BCDADF3-DF47-4730-2F4C-563F6AA07439}"/>
              </a:ext>
            </a:extLst>
          </p:cNvPr>
          <p:cNvCxnSpPr>
            <a:cxnSpLocks/>
          </p:cNvCxnSpPr>
          <p:nvPr/>
        </p:nvCxnSpPr>
        <p:spPr>
          <a:xfrm>
            <a:off x="936978" y="1388533"/>
            <a:ext cx="0" cy="398863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6ACD751-56FB-402B-A639-4AAD6F4AC253}"/>
              </a:ext>
            </a:extLst>
          </p:cNvPr>
          <p:cNvSpPr txBox="1"/>
          <p:nvPr/>
        </p:nvSpPr>
        <p:spPr>
          <a:xfrm>
            <a:off x="-155044" y="1856380"/>
            <a:ext cx="2555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 0        1        2      3 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F9CF0F7-F945-E899-1FE8-C25464D955FE}"/>
              </a:ext>
            </a:extLst>
          </p:cNvPr>
          <p:cNvSpPr/>
          <p:nvPr/>
        </p:nvSpPr>
        <p:spPr>
          <a:xfrm>
            <a:off x="-195056" y="2250183"/>
            <a:ext cx="2396346" cy="57050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800" b="1" dirty="0"/>
              <a:t>   5    2   9    7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880B00-B3C6-02CD-C8DC-634E12CBB920}"/>
              </a:ext>
            </a:extLst>
          </p:cNvPr>
          <p:cNvSpPr txBox="1"/>
          <p:nvPr/>
        </p:nvSpPr>
        <p:spPr>
          <a:xfrm>
            <a:off x="2379425" y="2400048"/>
            <a:ext cx="2045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2"/>
                </a:solidFill>
              </a:rPr>
              <a:t>5  ==  9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0BC88FC-94AE-C5F6-29C1-D857AAB8CFA6}"/>
              </a:ext>
            </a:extLst>
          </p:cNvPr>
          <p:cNvCxnSpPr/>
          <p:nvPr/>
        </p:nvCxnSpPr>
        <p:spPr>
          <a:xfrm>
            <a:off x="2139245" y="2916078"/>
            <a:ext cx="0" cy="293511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797AD86-82BB-24BB-AB41-7BBCE07A33A5}"/>
              </a:ext>
            </a:extLst>
          </p:cNvPr>
          <p:cNvCxnSpPr>
            <a:cxnSpLocks/>
          </p:cNvCxnSpPr>
          <p:nvPr/>
        </p:nvCxnSpPr>
        <p:spPr>
          <a:xfrm flipH="1">
            <a:off x="2139245" y="3203944"/>
            <a:ext cx="1399822" cy="0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80F656A-D5E8-E958-8B00-389C8C5F0C9D}"/>
              </a:ext>
            </a:extLst>
          </p:cNvPr>
          <p:cNvSpPr/>
          <p:nvPr/>
        </p:nvSpPr>
        <p:spPr>
          <a:xfrm>
            <a:off x="3660977" y="2945609"/>
            <a:ext cx="2045489" cy="369332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(</a:t>
            </a:r>
            <a:r>
              <a:rPr lang="en-US" b="1" dirty="0" err="1"/>
              <a:t>arr</a:t>
            </a:r>
            <a:r>
              <a:rPr lang="en-US" b="1" dirty="0"/>
              <a:t> + 1, n - 1, key)</a:t>
            </a:r>
          </a:p>
        </p:txBody>
      </p:sp>
    </p:spTree>
    <p:extLst>
      <p:ext uri="{BB962C8B-B14F-4D97-AF65-F5344CB8AC3E}">
        <p14:creationId xmlns:p14="http://schemas.microsoft.com/office/powerpoint/2010/main" val="28570070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1B96E-FB67-A320-EC41-5D1232EE8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7D80885-0FE3-ED09-7A55-04287E7ECCDF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0914EBD-34F6-CBB4-8E7E-A5B5E5763D3D}"/>
              </a:ext>
            </a:extLst>
          </p:cNvPr>
          <p:cNvSpPr/>
          <p:nvPr/>
        </p:nvSpPr>
        <p:spPr>
          <a:xfrm>
            <a:off x="4427445" y="-477055"/>
            <a:ext cx="3113590" cy="747551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200" b="1" dirty="0"/>
              <a:t>   3    5    2   9    7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FBD1FC9-1671-B6CF-418B-836D21F81487}"/>
              </a:ext>
            </a:extLst>
          </p:cNvPr>
          <p:cNvSpPr/>
          <p:nvPr/>
        </p:nvSpPr>
        <p:spPr>
          <a:xfrm>
            <a:off x="11280908" y="34195"/>
            <a:ext cx="2396345" cy="2160365"/>
          </a:xfrm>
          <a:prstGeom prst="roundRect">
            <a:avLst/>
          </a:prstGeom>
          <a:solidFill>
            <a:schemeClr val="tx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endParaRPr lang="en-US" dirty="0"/>
          </a:p>
          <a:p>
            <a:r>
              <a:rPr lang="en-US" dirty="0"/>
              <a:t>  </a:t>
            </a:r>
          </a:p>
          <a:p>
            <a:r>
              <a:rPr lang="en-US" dirty="0"/>
              <a:t>  if (n == 0)</a:t>
            </a:r>
          </a:p>
          <a:p>
            <a:r>
              <a:rPr lang="en-US" dirty="0"/>
              <a:t>        return false;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i="1" dirty="0"/>
              <a:t>   </a:t>
            </a:r>
            <a:r>
              <a:rPr lang="en-US" dirty="0"/>
              <a:t>if (</a:t>
            </a:r>
            <a:r>
              <a:rPr lang="en-US" dirty="0" err="1"/>
              <a:t>arr</a:t>
            </a:r>
            <a:r>
              <a:rPr lang="en-US" dirty="0"/>
              <a:t>[0] == key)</a:t>
            </a:r>
          </a:p>
          <a:p>
            <a:r>
              <a:rPr lang="en-US" dirty="0"/>
              <a:t>        return true;</a:t>
            </a:r>
          </a:p>
          <a:p>
            <a:br>
              <a:rPr lang="en-US" dirty="0"/>
            </a:br>
            <a:endParaRPr lang="en-US" dirty="0"/>
          </a:p>
          <a:p>
            <a:pPr algn="ctr"/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1422CC-7C98-401C-546C-21F055B66E73}"/>
              </a:ext>
            </a:extLst>
          </p:cNvPr>
          <p:cNvSpPr txBox="1"/>
          <p:nvPr/>
        </p:nvSpPr>
        <p:spPr>
          <a:xfrm>
            <a:off x="11280908" y="-477055"/>
            <a:ext cx="31135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BASE CASE</a:t>
            </a:r>
          </a:p>
          <a:p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63F552-E736-8136-F1EB-1A21020BA36A}"/>
              </a:ext>
            </a:extLst>
          </p:cNvPr>
          <p:cNvSpPr txBox="1"/>
          <p:nvPr/>
        </p:nvSpPr>
        <p:spPr>
          <a:xfrm>
            <a:off x="8008716" y="-364890"/>
            <a:ext cx="19277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4"/>
                </a:solidFill>
              </a:rPr>
              <a:t>Key = 9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DCEA480-5B41-FF2C-C424-8CA67753840A}"/>
              </a:ext>
            </a:extLst>
          </p:cNvPr>
          <p:cNvCxnSpPr>
            <a:cxnSpLocks/>
          </p:cNvCxnSpPr>
          <p:nvPr/>
        </p:nvCxnSpPr>
        <p:spPr>
          <a:xfrm>
            <a:off x="-1388962" y="-106680"/>
            <a:ext cx="5687799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2A960E8-A79C-B6EB-97CC-8D7EE01EF39E}"/>
              </a:ext>
            </a:extLst>
          </p:cNvPr>
          <p:cNvCxnSpPr>
            <a:cxnSpLocks/>
          </p:cNvCxnSpPr>
          <p:nvPr/>
        </p:nvCxnSpPr>
        <p:spPr>
          <a:xfrm>
            <a:off x="-1388962" y="-101148"/>
            <a:ext cx="0" cy="1097911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3ACE7AD-2C1B-7A20-6627-798BED85BF4F}"/>
              </a:ext>
            </a:extLst>
          </p:cNvPr>
          <p:cNvCxnSpPr/>
          <p:nvPr/>
        </p:nvCxnSpPr>
        <p:spPr>
          <a:xfrm>
            <a:off x="-1388962" y="996763"/>
            <a:ext cx="1053296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0C3F6FE-74C3-8CF8-6F4E-D3E49972D1E5}"/>
              </a:ext>
            </a:extLst>
          </p:cNvPr>
          <p:cNvSpPr/>
          <p:nvPr/>
        </p:nvSpPr>
        <p:spPr>
          <a:xfrm>
            <a:off x="-176293" y="711510"/>
            <a:ext cx="2396346" cy="57050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800" b="1" dirty="0"/>
              <a:t>3    5    2   9    7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481336-679A-B0F2-9A57-D8568276FCAB}"/>
              </a:ext>
            </a:extLst>
          </p:cNvPr>
          <p:cNvSpPr txBox="1"/>
          <p:nvPr/>
        </p:nvSpPr>
        <p:spPr>
          <a:xfrm>
            <a:off x="-335666" y="270496"/>
            <a:ext cx="2555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 0        1        2      3        4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BF40F8-F978-DA19-2B64-66A1DCDCD2F0}"/>
              </a:ext>
            </a:extLst>
          </p:cNvPr>
          <p:cNvSpPr txBox="1"/>
          <p:nvPr/>
        </p:nvSpPr>
        <p:spPr>
          <a:xfrm>
            <a:off x="2379426" y="844280"/>
            <a:ext cx="2045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2"/>
                </a:solidFill>
              </a:rPr>
              <a:t>3  ==  9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81D313F-0D5F-DA97-224E-A724B36DBF5E}"/>
              </a:ext>
            </a:extLst>
          </p:cNvPr>
          <p:cNvCxnSpPr/>
          <p:nvPr/>
        </p:nvCxnSpPr>
        <p:spPr>
          <a:xfrm>
            <a:off x="2054578" y="1388533"/>
            <a:ext cx="0" cy="293511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5C6D549-6E81-3AD1-713D-A549074837BE}"/>
              </a:ext>
            </a:extLst>
          </p:cNvPr>
          <p:cNvCxnSpPr>
            <a:cxnSpLocks/>
          </p:cNvCxnSpPr>
          <p:nvPr/>
        </p:nvCxnSpPr>
        <p:spPr>
          <a:xfrm flipH="1">
            <a:off x="2054578" y="1676399"/>
            <a:ext cx="1399822" cy="0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26B61C8-BC57-82F7-6597-BBD9F9ABE45F}"/>
              </a:ext>
            </a:extLst>
          </p:cNvPr>
          <p:cNvSpPr/>
          <p:nvPr/>
        </p:nvSpPr>
        <p:spPr>
          <a:xfrm>
            <a:off x="3576310" y="1418064"/>
            <a:ext cx="2045489" cy="369332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(</a:t>
            </a:r>
            <a:r>
              <a:rPr lang="en-US" b="1" dirty="0" err="1"/>
              <a:t>arr</a:t>
            </a:r>
            <a:r>
              <a:rPr lang="en-US" b="1" dirty="0"/>
              <a:t> + 1, n - 1, key)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8196600-E64F-FFDD-351B-6594C16F080F}"/>
              </a:ext>
            </a:extLst>
          </p:cNvPr>
          <p:cNvCxnSpPr>
            <a:cxnSpLocks/>
          </p:cNvCxnSpPr>
          <p:nvPr/>
        </p:nvCxnSpPr>
        <p:spPr>
          <a:xfrm>
            <a:off x="936978" y="1388533"/>
            <a:ext cx="0" cy="398863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636D7DB-B8E4-2C7C-1906-AE8C87E96761}"/>
              </a:ext>
            </a:extLst>
          </p:cNvPr>
          <p:cNvSpPr txBox="1"/>
          <p:nvPr/>
        </p:nvSpPr>
        <p:spPr>
          <a:xfrm>
            <a:off x="-155044" y="1856380"/>
            <a:ext cx="2555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 0        1        2      3 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08725D2-DDFA-1D68-9A52-48026F0B770B}"/>
              </a:ext>
            </a:extLst>
          </p:cNvPr>
          <p:cNvSpPr/>
          <p:nvPr/>
        </p:nvSpPr>
        <p:spPr>
          <a:xfrm>
            <a:off x="-195056" y="2250183"/>
            <a:ext cx="2396346" cy="57050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800" b="1" dirty="0"/>
              <a:t>   5    2   9    7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290F7D-C2D8-0FFA-14A1-40CB823C101C}"/>
              </a:ext>
            </a:extLst>
          </p:cNvPr>
          <p:cNvSpPr txBox="1"/>
          <p:nvPr/>
        </p:nvSpPr>
        <p:spPr>
          <a:xfrm>
            <a:off x="2379425" y="2400048"/>
            <a:ext cx="2045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2"/>
                </a:solidFill>
              </a:rPr>
              <a:t>5  ==  9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597724B-C574-1A64-8126-3D51B016394F}"/>
              </a:ext>
            </a:extLst>
          </p:cNvPr>
          <p:cNvCxnSpPr/>
          <p:nvPr/>
        </p:nvCxnSpPr>
        <p:spPr>
          <a:xfrm>
            <a:off x="2139245" y="2916078"/>
            <a:ext cx="0" cy="293511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33F40BB-23BA-64CD-A33C-8979D98BBE97}"/>
              </a:ext>
            </a:extLst>
          </p:cNvPr>
          <p:cNvCxnSpPr>
            <a:cxnSpLocks/>
          </p:cNvCxnSpPr>
          <p:nvPr/>
        </p:nvCxnSpPr>
        <p:spPr>
          <a:xfrm flipH="1">
            <a:off x="2139245" y="3203944"/>
            <a:ext cx="1399822" cy="0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C6BCA1B-B9E1-CC2E-1AD8-E3695CDF53BF}"/>
              </a:ext>
            </a:extLst>
          </p:cNvPr>
          <p:cNvSpPr/>
          <p:nvPr/>
        </p:nvSpPr>
        <p:spPr>
          <a:xfrm>
            <a:off x="3660977" y="2945609"/>
            <a:ext cx="2045489" cy="369332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(</a:t>
            </a:r>
            <a:r>
              <a:rPr lang="en-US" b="1" dirty="0" err="1"/>
              <a:t>arr</a:t>
            </a:r>
            <a:r>
              <a:rPr lang="en-US" b="1" dirty="0"/>
              <a:t> + 1, n - 1, key)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03952E5-EC06-F926-4AB7-1DE7BA448AE9}"/>
              </a:ext>
            </a:extLst>
          </p:cNvPr>
          <p:cNvCxnSpPr>
            <a:cxnSpLocks/>
          </p:cNvCxnSpPr>
          <p:nvPr/>
        </p:nvCxnSpPr>
        <p:spPr>
          <a:xfrm>
            <a:off x="942623" y="2916078"/>
            <a:ext cx="0" cy="398863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08B6780-EC0D-FA4D-C4D8-19D09D39C72E}"/>
              </a:ext>
            </a:extLst>
          </p:cNvPr>
          <p:cNvSpPr txBox="1"/>
          <p:nvPr/>
        </p:nvSpPr>
        <p:spPr>
          <a:xfrm>
            <a:off x="177078" y="3362999"/>
            <a:ext cx="2555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 0        1        2 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F698A73-6410-C247-49EB-FC82C0818681}"/>
              </a:ext>
            </a:extLst>
          </p:cNvPr>
          <p:cNvSpPr/>
          <p:nvPr/>
        </p:nvSpPr>
        <p:spPr>
          <a:xfrm>
            <a:off x="-176293" y="3698195"/>
            <a:ext cx="2396346" cy="57050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800" b="1" dirty="0"/>
              <a:t>       2   9    7</a:t>
            </a:r>
          </a:p>
        </p:txBody>
      </p:sp>
    </p:spTree>
    <p:extLst>
      <p:ext uri="{BB962C8B-B14F-4D97-AF65-F5344CB8AC3E}">
        <p14:creationId xmlns:p14="http://schemas.microsoft.com/office/powerpoint/2010/main" val="31503479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A8860-DCFD-E3AC-C59C-D49BEC749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B6E1930-0D04-4106-9975-44980440872B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98F425D-5A7E-3C84-9C46-2411CF5400A4}"/>
              </a:ext>
            </a:extLst>
          </p:cNvPr>
          <p:cNvSpPr/>
          <p:nvPr/>
        </p:nvSpPr>
        <p:spPr>
          <a:xfrm>
            <a:off x="4427445" y="-477055"/>
            <a:ext cx="3113590" cy="747551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200" b="1" dirty="0"/>
              <a:t>   3    5    2   9    7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4BE7F84-44A1-33A7-ACC4-EB9FBEBA7F9E}"/>
              </a:ext>
            </a:extLst>
          </p:cNvPr>
          <p:cNvSpPr/>
          <p:nvPr/>
        </p:nvSpPr>
        <p:spPr>
          <a:xfrm>
            <a:off x="11280908" y="34195"/>
            <a:ext cx="2396345" cy="2160365"/>
          </a:xfrm>
          <a:prstGeom prst="roundRect">
            <a:avLst/>
          </a:prstGeom>
          <a:solidFill>
            <a:schemeClr val="tx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endParaRPr lang="en-US" dirty="0"/>
          </a:p>
          <a:p>
            <a:r>
              <a:rPr lang="en-US" dirty="0"/>
              <a:t>  </a:t>
            </a:r>
          </a:p>
          <a:p>
            <a:r>
              <a:rPr lang="en-US" dirty="0"/>
              <a:t>  if (n == 0)</a:t>
            </a:r>
          </a:p>
          <a:p>
            <a:r>
              <a:rPr lang="en-US" dirty="0"/>
              <a:t>        return false;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i="1" dirty="0"/>
              <a:t>   </a:t>
            </a:r>
            <a:r>
              <a:rPr lang="en-US" dirty="0"/>
              <a:t>if (</a:t>
            </a:r>
            <a:r>
              <a:rPr lang="en-US" dirty="0" err="1"/>
              <a:t>arr</a:t>
            </a:r>
            <a:r>
              <a:rPr lang="en-US" dirty="0"/>
              <a:t>[0] == key)</a:t>
            </a:r>
          </a:p>
          <a:p>
            <a:r>
              <a:rPr lang="en-US" dirty="0"/>
              <a:t>        return true;</a:t>
            </a:r>
          </a:p>
          <a:p>
            <a:br>
              <a:rPr lang="en-US" dirty="0"/>
            </a:br>
            <a:endParaRPr lang="en-US" dirty="0"/>
          </a:p>
          <a:p>
            <a:pPr algn="ctr"/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F7BCCB-92CE-BBDA-DE94-3E97318392A1}"/>
              </a:ext>
            </a:extLst>
          </p:cNvPr>
          <p:cNvSpPr txBox="1"/>
          <p:nvPr/>
        </p:nvSpPr>
        <p:spPr>
          <a:xfrm>
            <a:off x="11280908" y="-477055"/>
            <a:ext cx="31135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BASE CASE</a:t>
            </a:r>
          </a:p>
          <a:p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3BCCFC-2B0F-4686-382B-0A906357995F}"/>
              </a:ext>
            </a:extLst>
          </p:cNvPr>
          <p:cNvSpPr txBox="1"/>
          <p:nvPr/>
        </p:nvSpPr>
        <p:spPr>
          <a:xfrm>
            <a:off x="8008716" y="-364890"/>
            <a:ext cx="19277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4"/>
                </a:solidFill>
              </a:rPr>
              <a:t>Key = 9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A60931-D95A-B5CF-5A29-F750D2DC6F1D}"/>
              </a:ext>
            </a:extLst>
          </p:cNvPr>
          <p:cNvCxnSpPr>
            <a:cxnSpLocks/>
          </p:cNvCxnSpPr>
          <p:nvPr/>
        </p:nvCxnSpPr>
        <p:spPr>
          <a:xfrm>
            <a:off x="-1388962" y="-106680"/>
            <a:ext cx="5687799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BF716F6-92FA-897B-86C3-091AC42A92CF}"/>
              </a:ext>
            </a:extLst>
          </p:cNvPr>
          <p:cNvCxnSpPr>
            <a:cxnSpLocks/>
          </p:cNvCxnSpPr>
          <p:nvPr/>
        </p:nvCxnSpPr>
        <p:spPr>
          <a:xfrm>
            <a:off x="-1388962" y="-101148"/>
            <a:ext cx="0" cy="1097911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E6E46C1-F35B-E1CC-53DB-1B64D6C9DC82}"/>
              </a:ext>
            </a:extLst>
          </p:cNvPr>
          <p:cNvCxnSpPr/>
          <p:nvPr/>
        </p:nvCxnSpPr>
        <p:spPr>
          <a:xfrm>
            <a:off x="-1388962" y="996763"/>
            <a:ext cx="1053296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0ACF614-B7DC-70E8-AF64-E5FD06A297C6}"/>
              </a:ext>
            </a:extLst>
          </p:cNvPr>
          <p:cNvSpPr/>
          <p:nvPr/>
        </p:nvSpPr>
        <p:spPr>
          <a:xfrm>
            <a:off x="-176293" y="711510"/>
            <a:ext cx="2396346" cy="57050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800" b="1" dirty="0"/>
              <a:t>3    5    2   9    7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781D2C-7224-4474-FD41-8B659D0FF53A}"/>
              </a:ext>
            </a:extLst>
          </p:cNvPr>
          <p:cNvSpPr txBox="1"/>
          <p:nvPr/>
        </p:nvSpPr>
        <p:spPr>
          <a:xfrm>
            <a:off x="-335666" y="270496"/>
            <a:ext cx="2555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 0        1        2      3        4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4EE844-C4E3-8D00-E126-2DF24EF0FC6C}"/>
              </a:ext>
            </a:extLst>
          </p:cNvPr>
          <p:cNvSpPr txBox="1"/>
          <p:nvPr/>
        </p:nvSpPr>
        <p:spPr>
          <a:xfrm>
            <a:off x="2379426" y="844280"/>
            <a:ext cx="2045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2"/>
                </a:solidFill>
              </a:rPr>
              <a:t>3  ==  9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AB65964-483A-4063-B80A-BE956AB8792B}"/>
              </a:ext>
            </a:extLst>
          </p:cNvPr>
          <p:cNvCxnSpPr/>
          <p:nvPr/>
        </p:nvCxnSpPr>
        <p:spPr>
          <a:xfrm>
            <a:off x="2054578" y="1388533"/>
            <a:ext cx="0" cy="293511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789EA0A-66A4-0D34-F987-3A97D84B5BC1}"/>
              </a:ext>
            </a:extLst>
          </p:cNvPr>
          <p:cNvCxnSpPr>
            <a:cxnSpLocks/>
          </p:cNvCxnSpPr>
          <p:nvPr/>
        </p:nvCxnSpPr>
        <p:spPr>
          <a:xfrm flipH="1">
            <a:off x="2054578" y="1676399"/>
            <a:ext cx="1399822" cy="0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47CEA53-70CB-2BA0-61F9-03AF507606AF}"/>
              </a:ext>
            </a:extLst>
          </p:cNvPr>
          <p:cNvSpPr/>
          <p:nvPr/>
        </p:nvSpPr>
        <p:spPr>
          <a:xfrm>
            <a:off x="3576310" y="1418064"/>
            <a:ext cx="2045489" cy="369332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(</a:t>
            </a:r>
            <a:r>
              <a:rPr lang="en-US" b="1" dirty="0" err="1"/>
              <a:t>arr</a:t>
            </a:r>
            <a:r>
              <a:rPr lang="en-US" b="1" dirty="0"/>
              <a:t> + 1, n - 1, key)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CC6CC47-2C5D-04A8-31FB-2B2DA5939BB1}"/>
              </a:ext>
            </a:extLst>
          </p:cNvPr>
          <p:cNvCxnSpPr>
            <a:cxnSpLocks/>
          </p:cNvCxnSpPr>
          <p:nvPr/>
        </p:nvCxnSpPr>
        <p:spPr>
          <a:xfrm>
            <a:off x="936978" y="1388533"/>
            <a:ext cx="0" cy="398863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831A20D-7E72-3395-9220-49225611AFB6}"/>
              </a:ext>
            </a:extLst>
          </p:cNvPr>
          <p:cNvSpPr txBox="1"/>
          <p:nvPr/>
        </p:nvSpPr>
        <p:spPr>
          <a:xfrm>
            <a:off x="-155044" y="1856380"/>
            <a:ext cx="2555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 0        1        2      3 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86250E7-8B3E-1332-9D71-0DD4307DDF12}"/>
              </a:ext>
            </a:extLst>
          </p:cNvPr>
          <p:cNvSpPr/>
          <p:nvPr/>
        </p:nvSpPr>
        <p:spPr>
          <a:xfrm>
            <a:off x="-195056" y="2250183"/>
            <a:ext cx="2396346" cy="57050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800" b="1" dirty="0"/>
              <a:t>   5    2   9    7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C0C8E2-6302-AB07-A222-8DF2238F0B3A}"/>
              </a:ext>
            </a:extLst>
          </p:cNvPr>
          <p:cNvSpPr txBox="1"/>
          <p:nvPr/>
        </p:nvSpPr>
        <p:spPr>
          <a:xfrm>
            <a:off x="2379425" y="2400048"/>
            <a:ext cx="2045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2"/>
                </a:solidFill>
              </a:rPr>
              <a:t>5  ==  9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151C1F6-7E30-0625-92AA-37287204A198}"/>
              </a:ext>
            </a:extLst>
          </p:cNvPr>
          <p:cNvCxnSpPr/>
          <p:nvPr/>
        </p:nvCxnSpPr>
        <p:spPr>
          <a:xfrm>
            <a:off x="2139245" y="2916078"/>
            <a:ext cx="0" cy="293511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8CD4B65-BFB7-D329-B072-4981B6C95AD9}"/>
              </a:ext>
            </a:extLst>
          </p:cNvPr>
          <p:cNvCxnSpPr>
            <a:cxnSpLocks/>
          </p:cNvCxnSpPr>
          <p:nvPr/>
        </p:nvCxnSpPr>
        <p:spPr>
          <a:xfrm flipH="1">
            <a:off x="2139245" y="3203944"/>
            <a:ext cx="1399822" cy="0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CD1E23B-0F61-C96E-C16E-80E2BEF35F09}"/>
              </a:ext>
            </a:extLst>
          </p:cNvPr>
          <p:cNvSpPr/>
          <p:nvPr/>
        </p:nvSpPr>
        <p:spPr>
          <a:xfrm>
            <a:off x="3660977" y="2945609"/>
            <a:ext cx="2045489" cy="369332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(</a:t>
            </a:r>
            <a:r>
              <a:rPr lang="en-US" b="1" dirty="0" err="1"/>
              <a:t>arr</a:t>
            </a:r>
            <a:r>
              <a:rPr lang="en-US" b="1" dirty="0"/>
              <a:t> + 1, n - 1, key)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A70FB8B-92A4-196C-59D3-CB1EBEE7003C}"/>
              </a:ext>
            </a:extLst>
          </p:cNvPr>
          <p:cNvCxnSpPr>
            <a:cxnSpLocks/>
          </p:cNvCxnSpPr>
          <p:nvPr/>
        </p:nvCxnSpPr>
        <p:spPr>
          <a:xfrm>
            <a:off x="942623" y="2916078"/>
            <a:ext cx="0" cy="398863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D030182-B77C-F437-6FA6-EFD9E5AC04DA}"/>
              </a:ext>
            </a:extLst>
          </p:cNvPr>
          <p:cNvSpPr txBox="1"/>
          <p:nvPr/>
        </p:nvSpPr>
        <p:spPr>
          <a:xfrm>
            <a:off x="177078" y="3362999"/>
            <a:ext cx="2555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 0        1        2 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D4D7264-52A2-22CD-F98B-B54C70F84B96}"/>
              </a:ext>
            </a:extLst>
          </p:cNvPr>
          <p:cNvSpPr/>
          <p:nvPr/>
        </p:nvSpPr>
        <p:spPr>
          <a:xfrm>
            <a:off x="-176293" y="3698195"/>
            <a:ext cx="2396346" cy="57050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800" b="1" dirty="0"/>
              <a:t>       2   9    7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7BD8A93-5489-4929-7F9E-B6EC90DCD9EB}"/>
              </a:ext>
            </a:extLst>
          </p:cNvPr>
          <p:cNvSpPr txBox="1"/>
          <p:nvPr/>
        </p:nvSpPr>
        <p:spPr>
          <a:xfrm>
            <a:off x="2379424" y="3885741"/>
            <a:ext cx="2045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2"/>
                </a:solidFill>
              </a:rPr>
              <a:t>2  ==  9</a:t>
            </a:r>
          </a:p>
        </p:txBody>
      </p:sp>
    </p:spTree>
    <p:extLst>
      <p:ext uri="{BB962C8B-B14F-4D97-AF65-F5344CB8AC3E}">
        <p14:creationId xmlns:p14="http://schemas.microsoft.com/office/powerpoint/2010/main" val="27017374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07095-7685-2C98-64DB-F765AE0FF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889D39C-2EBD-89D1-2224-18AC1DA6D4C8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2B3BEC8-611E-B677-54A2-267D88EA8880}"/>
              </a:ext>
            </a:extLst>
          </p:cNvPr>
          <p:cNvSpPr/>
          <p:nvPr/>
        </p:nvSpPr>
        <p:spPr>
          <a:xfrm>
            <a:off x="4427445" y="-477055"/>
            <a:ext cx="3113590" cy="747551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200" b="1" dirty="0"/>
              <a:t>   3    5    2   9    7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526AE40-B7AD-08DC-41DE-4F3D02297DB1}"/>
              </a:ext>
            </a:extLst>
          </p:cNvPr>
          <p:cNvSpPr/>
          <p:nvPr/>
        </p:nvSpPr>
        <p:spPr>
          <a:xfrm>
            <a:off x="11280908" y="34195"/>
            <a:ext cx="2396345" cy="2160365"/>
          </a:xfrm>
          <a:prstGeom prst="roundRect">
            <a:avLst/>
          </a:prstGeom>
          <a:solidFill>
            <a:schemeClr val="tx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endParaRPr lang="en-US" dirty="0"/>
          </a:p>
          <a:p>
            <a:r>
              <a:rPr lang="en-US" dirty="0"/>
              <a:t>  </a:t>
            </a:r>
          </a:p>
          <a:p>
            <a:r>
              <a:rPr lang="en-US" dirty="0"/>
              <a:t>  if (n == 0)</a:t>
            </a:r>
          </a:p>
          <a:p>
            <a:r>
              <a:rPr lang="en-US" dirty="0"/>
              <a:t>        return false;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i="1" dirty="0"/>
              <a:t>   </a:t>
            </a:r>
            <a:r>
              <a:rPr lang="en-US" dirty="0"/>
              <a:t>if (</a:t>
            </a:r>
            <a:r>
              <a:rPr lang="en-US" dirty="0" err="1"/>
              <a:t>arr</a:t>
            </a:r>
            <a:r>
              <a:rPr lang="en-US" dirty="0"/>
              <a:t>[0] == key)</a:t>
            </a:r>
          </a:p>
          <a:p>
            <a:r>
              <a:rPr lang="en-US" dirty="0"/>
              <a:t>        return true;</a:t>
            </a:r>
          </a:p>
          <a:p>
            <a:br>
              <a:rPr lang="en-US" dirty="0"/>
            </a:br>
            <a:endParaRPr lang="en-US" dirty="0"/>
          </a:p>
          <a:p>
            <a:pPr algn="ctr"/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19335D-BF97-FB80-DD52-E80E483C1673}"/>
              </a:ext>
            </a:extLst>
          </p:cNvPr>
          <p:cNvSpPr txBox="1"/>
          <p:nvPr/>
        </p:nvSpPr>
        <p:spPr>
          <a:xfrm>
            <a:off x="11280908" y="-477055"/>
            <a:ext cx="31135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BASE CASE</a:t>
            </a:r>
          </a:p>
          <a:p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EBAE4F-B409-67ED-2BFA-C6DF3C24D231}"/>
              </a:ext>
            </a:extLst>
          </p:cNvPr>
          <p:cNvSpPr txBox="1"/>
          <p:nvPr/>
        </p:nvSpPr>
        <p:spPr>
          <a:xfrm>
            <a:off x="8008716" y="-364890"/>
            <a:ext cx="19277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4"/>
                </a:solidFill>
              </a:rPr>
              <a:t>Key = 9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1CC29C-0CF3-FC36-405E-EE2A3A6DFFA6}"/>
              </a:ext>
            </a:extLst>
          </p:cNvPr>
          <p:cNvCxnSpPr>
            <a:cxnSpLocks/>
          </p:cNvCxnSpPr>
          <p:nvPr/>
        </p:nvCxnSpPr>
        <p:spPr>
          <a:xfrm>
            <a:off x="-1388962" y="-106680"/>
            <a:ext cx="5687799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68CD2C8-658C-C8B0-76E2-574DA13C9C1E}"/>
              </a:ext>
            </a:extLst>
          </p:cNvPr>
          <p:cNvCxnSpPr>
            <a:cxnSpLocks/>
          </p:cNvCxnSpPr>
          <p:nvPr/>
        </p:nvCxnSpPr>
        <p:spPr>
          <a:xfrm>
            <a:off x="-1388962" y="-101148"/>
            <a:ext cx="0" cy="1097911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36A4509-6C61-7DA5-E85F-FF2264BCA64B}"/>
              </a:ext>
            </a:extLst>
          </p:cNvPr>
          <p:cNvCxnSpPr/>
          <p:nvPr/>
        </p:nvCxnSpPr>
        <p:spPr>
          <a:xfrm>
            <a:off x="-1388962" y="996763"/>
            <a:ext cx="1053296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853DA19-2F4F-4F1D-4065-81F98CD81DE1}"/>
              </a:ext>
            </a:extLst>
          </p:cNvPr>
          <p:cNvSpPr/>
          <p:nvPr/>
        </p:nvSpPr>
        <p:spPr>
          <a:xfrm>
            <a:off x="-176293" y="711510"/>
            <a:ext cx="2396346" cy="57050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800" b="1" dirty="0"/>
              <a:t>3    5    2   9    7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94B3A6-661F-1AB9-86BE-BE0D85FA4028}"/>
              </a:ext>
            </a:extLst>
          </p:cNvPr>
          <p:cNvSpPr txBox="1"/>
          <p:nvPr/>
        </p:nvSpPr>
        <p:spPr>
          <a:xfrm>
            <a:off x="-335666" y="270496"/>
            <a:ext cx="2555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 0        1        2      3        4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99CA2E-21B7-D7BB-7E3F-2681C581E92E}"/>
              </a:ext>
            </a:extLst>
          </p:cNvPr>
          <p:cNvSpPr txBox="1"/>
          <p:nvPr/>
        </p:nvSpPr>
        <p:spPr>
          <a:xfrm>
            <a:off x="2379426" y="844280"/>
            <a:ext cx="2045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2"/>
                </a:solidFill>
              </a:rPr>
              <a:t>3  ==  9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8795941-5F52-F495-77C5-8F93500313D5}"/>
              </a:ext>
            </a:extLst>
          </p:cNvPr>
          <p:cNvCxnSpPr/>
          <p:nvPr/>
        </p:nvCxnSpPr>
        <p:spPr>
          <a:xfrm>
            <a:off x="2054578" y="1388533"/>
            <a:ext cx="0" cy="293511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50AFCC1-6EDF-ACE3-5D77-FC98745441B8}"/>
              </a:ext>
            </a:extLst>
          </p:cNvPr>
          <p:cNvCxnSpPr>
            <a:cxnSpLocks/>
          </p:cNvCxnSpPr>
          <p:nvPr/>
        </p:nvCxnSpPr>
        <p:spPr>
          <a:xfrm flipH="1">
            <a:off x="2054578" y="1676399"/>
            <a:ext cx="1399822" cy="0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EEE41F8-DC99-C1C6-5ACE-0A25FDECEF24}"/>
              </a:ext>
            </a:extLst>
          </p:cNvPr>
          <p:cNvSpPr/>
          <p:nvPr/>
        </p:nvSpPr>
        <p:spPr>
          <a:xfrm>
            <a:off x="3576310" y="1418064"/>
            <a:ext cx="2045489" cy="369332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(</a:t>
            </a:r>
            <a:r>
              <a:rPr lang="en-US" b="1" dirty="0" err="1"/>
              <a:t>arr</a:t>
            </a:r>
            <a:r>
              <a:rPr lang="en-US" b="1" dirty="0"/>
              <a:t> + 1, n - 1, key)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AAC2E8A-2D7C-9591-51A9-53A5C6039AFA}"/>
              </a:ext>
            </a:extLst>
          </p:cNvPr>
          <p:cNvCxnSpPr>
            <a:cxnSpLocks/>
          </p:cNvCxnSpPr>
          <p:nvPr/>
        </p:nvCxnSpPr>
        <p:spPr>
          <a:xfrm>
            <a:off x="936978" y="1388533"/>
            <a:ext cx="0" cy="398863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A8042A6-1A2E-6805-17C3-7E0713EEC05A}"/>
              </a:ext>
            </a:extLst>
          </p:cNvPr>
          <p:cNvSpPr txBox="1"/>
          <p:nvPr/>
        </p:nvSpPr>
        <p:spPr>
          <a:xfrm>
            <a:off x="-155044" y="1856380"/>
            <a:ext cx="2555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 0        1        2      3 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6F6784C-4D22-6419-613C-46C8BF019CF8}"/>
              </a:ext>
            </a:extLst>
          </p:cNvPr>
          <p:cNvSpPr/>
          <p:nvPr/>
        </p:nvSpPr>
        <p:spPr>
          <a:xfrm>
            <a:off x="-195056" y="2250183"/>
            <a:ext cx="2396346" cy="57050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800" b="1" dirty="0"/>
              <a:t>   5    2   9    7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38DC25-D450-E23C-C8E6-2FEBE087B94A}"/>
              </a:ext>
            </a:extLst>
          </p:cNvPr>
          <p:cNvSpPr txBox="1"/>
          <p:nvPr/>
        </p:nvSpPr>
        <p:spPr>
          <a:xfrm>
            <a:off x="2379425" y="2400048"/>
            <a:ext cx="2045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2"/>
                </a:solidFill>
              </a:rPr>
              <a:t>5  ==  9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D07BE09-6E04-579A-9565-7DAAE6795B10}"/>
              </a:ext>
            </a:extLst>
          </p:cNvPr>
          <p:cNvCxnSpPr/>
          <p:nvPr/>
        </p:nvCxnSpPr>
        <p:spPr>
          <a:xfrm>
            <a:off x="2139245" y="2916078"/>
            <a:ext cx="0" cy="293511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887B3EF-63FE-BF27-2473-1B75078731CA}"/>
              </a:ext>
            </a:extLst>
          </p:cNvPr>
          <p:cNvCxnSpPr>
            <a:cxnSpLocks/>
          </p:cNvCxnSpPr>
          <p:nvPr/>
        </p:nvCxnSpPr>
        <p:spPr>
          <a:xfrm flipH="1">
            <a:off x="2139245" y="3203944"/>
            <a:ext cx="1399822" cy="0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CAF7A8B-F92E-8A31-0F8C-3C7DD01B65F0}"/>
              </a:ext>
            </a:extLst>
          </p:cNvPr>
          <p:cNvSpPr/>
          <p:nvPr/>
        </p:nvSpPr>
        <p:spPr>
          <a:xfrm>
            <a:off x="3660977" y="2945609"/>
            <a:ext cx="2045489" cy="369332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(</a:t>
            </a:r>
            <a:r>
              <a:rPr lang="en-US" b="1" dirty="0" err="1"/>
              <a:t>arr</a:t>
            </a:r>
            <a:r>
              <a:rPr lang="en-US" b="1" dirty="0"/>
              <a:t> + 1, n - 1, key)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45377BB-0CC5-C2D2-76A3-8B61203EB2D7}"/>
              </a:ext>
            </a:extLst>
          </p:cNvPr>
          <p:cNvCxnSpPr>
            <a:cxnSpLocks/>
          </p:cNvCxnSpPr>
          <p:nvPr/>
        </p:nvCxnSpPr>
        <p:spPr>
          <a:xfrm>
            <a:off x="942623" y="2916078"/>
            <a:ext cx="0" cy="398863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D83DD0F-32C1-5620-3495-28B2F2A8212D}"/>
              </a:ext>
            </a:extLst>
          </p:cNvPr>
          <p:cNvSpPr txBox="1"/>
          <p:nvPr/>
        </p:nvSpPr>
        <p:spPr>
          <a:xfrm>
            <a:off x="177078" y="3362999"/>
            <a:ext cx="2555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 0        1        2 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0A1B208-BEE4-770B-47A3-1E17EE485B4B}"/>
              </a:ext>
            </a:extLst>
          </p:cNvPr>
          <p:cNvSpPr/>
          <p:nvPr/>
        </p:nvSpPr>
        <p:spPr>
          <a:xfrm>
            <a:off x="-176293" y="3698195"/>
            <a:ext cx="2396346" cy="57050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800" b="1" dirty="0"/>
              <a:t>       2   9    7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BF9394D-5E92-FCC4-5753-7C684FC6B58D}"/>
              </a:ext>
            </a:extLst>
          </p:cNvPr>
          <p:cNvSpPr txBox="1"/>
          <p:nvPr/>
        </p:nvSpPr>
        <p:spPr>
          <a:xfrm>
            <a:off x="2379424" y="3885741"/>
            <a:ext cx="2045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2"/>
                </a:solidFill>
              </a:rPr>
              <a:t>2  ==  9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FB19C2A-E867-559C-F635-3D19162E2681}"/>
              </a:ext>
            </a:extLst>
          </p:cNvPr>
          <p:cNvCxnSpPr/>
          <p:nvPr/>
        </p:nvCxnSpPr>
        <p:spPr>
          <a:xfrm>
            <a:off x="2139245" y="4378952"/>
            <a:ext cx="0" cy="293511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A092C47-EF3E-6E65-11A4-25412C1E2383}"/>
              </a:ext>
            </a:extLst>
          </p:cNvPr>
          <p:cNvCxnSpPr>
            <a:cxnSpLocks/>
          </p:cNvCxnSpPr>
          <p:nvPr/>
        </p:nvCxnSpPr>
        <p:spPr>
          <a:xfrm flipH="1">
            <a:off x="2139245" y="4666818"/>
            <a:ext cx="1399822" cy="0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5E4113C-4545-6780-828B-E744B9EC72B5}"/>
              </a:ext>
            </a:extLst>
          </p:cNvPr>
          <p:cNvSpPr/>
          <p:nvPr/>
        </p:nvSpPr>
        <p:spPr>
          <a:xfrm>
            <a:off x="3660977" y="4408483"/>
            <a:ext cx="2045489" cy="369332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(</a:t>
            </a:r>
            <a:r>
              <a:rPr lang="en-US" b="1" dirty="0" err="1"/>
              <a:t>arr</a:t>
            </a:r>
            <a:r>
              <a:rPr lang="en-US" b="1" dirty="0"/>
              <a:t> + 1, n - 1, key)</a:t>
            </a:r>
          </a:p>
        </p:txBody>
      </p:sp>
    </p:spTree>
    <p:extLst>
      <p:ext uri="{BB962C8B-B14F-4D97-AF65-F5344CB8AC3E}">
        <p14:creationId xmlns:p14="http://schemas.microsoft.com/office/powerpoint/2010/main" val="6568891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0B839-2A91-4590-7F64-99DC9FAE5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4C65BB7-DED3-2AA0-6058-CA28AF7C34F2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BDCEA7D-D8BC-9CD6-4621-5560FA1F04D2}"/>
              </a:ext>
            </a:extLst>
          </p:cNvPr>
          <p:cNvSpPr/>
          <p:nvPr/>
        </p:nvSpPr>
        <p:spPr>
          <a:xfrm>
            <a:off x="4427445" y="-477055"/>
            <a:ext cx="3113590" cy="747551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200" b="1" dirty="0"/>
              <a:t>   3    5    2   9    7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16CDB96-8C6B-F6CE-0510-B0DD977B54E8}"/>
              </a:ext>
            </a:extLst>
          </p:cNvPr>
          <p:cNvSpPr/>
          <p:nvPr/>
        </p:nvSpPr>
        <p:spPr>
          <a:xfrm>
            <a:off x="11280908" y="34195"/>
            <a:ext cx="2396345" cy="2160365"/>
          </a:xfrm>
          <a:prstGeom prst="roundRect">
            <a:avLst/>
          </a:prstGeom>
          <a:solidFill>
            <a:schemeClr val="tx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endParaRPr lang="en-US" dirty="0"/>
          </a:p>
          <a:p>
            <a:r>
              <a:rPr lang="en-US" dirty="0"/>
              <a:t>  </a:t>
            </a:r>
          </a:p>
          <a:p>
            <a:r>
              <a:rPr lang="en-US" dirty="0"/>
              <a:t>  if (n == 0)</a:t>
            </a:r>
          </a:p>
          <a:p>
            <a:r>
              <a:rPr lang="en-US" dirty="0"/>
              <a:t>        return false;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i="1" dirty="0"/>
              <a:t>   </a:t>
            </a:r>
            <a:r>
              <a:rPr lang="en-US" dirty="0"/>
              <a:t>if (</a:t>
            </a:r>
            <a:r>
              <a:rPr lang="en-US" dirty="0" err="1"/>
              <a:t>arr</a:t>
            </a:r>
            <a:r>
              <a:rPr lang="en-US" dirty="0"/>
              <a:t>[0] == key)</a:t>
            </a:r>
          </a:p>
          <a:p>
            <a:r>
              <a:rPr lang="en-US" dirty="0"/>
              <a:t>        return true;</a:t>
            </a:r>
          </a:p>
          <a:p>
            <a:br>
              <a:rPr lang="en-US" dirty="0"/>
            </a:br>
            <a:endParaRPr lang="en-US" dirty="0"/>
          </a:p>
          <a:p>
            <a:pPr algn="ctr"/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FDD270-8FF7-8E1D-B41F-B68BB1A333DA}"/>
              </a:ext>
            </a:extLst>
          </p:cNvPr>
          <p:cNvSpPr txBox="1"/>
          <p:nvPr/>
        </p:nvSpPr>
        <p:spPr>
          <a:xfrm>
            <a:off x="11280908" y="-477055"/>
            <a:ext cx="31135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BASE CASE</a:t>
            </a:r>
          </a:p>
          <a:p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E69D97-ADCB-9C66-F361-99670F9009A9}"/>
              </a:ext>
            </a:extLst>
          </p:cNvPr>
          <p:cNvSpPr txBox="1"/>
          <p:nvPr/>
        </p:nvSpPr>
        <p:spPr>
          <a:xfrm>
            <a:off x="8008716" y="-364890"/>
            <a:ext cx="19277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4"/>
                </a:solidFill>
              </a:rPr>
              <a:t>Key = 9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B055423-21DD-6B90-1A86-CF69375F64F7}"/>
              </a:ext>
            </a:extLst>
          </p:cNvPr>
          <p:cNvCxnSpPr>
            <a:cxnSpLocks/>
          </p:cNvCxnSpPr>
          <p:nvPr/>
        </p:nvCxnSpPr>
        <p:spPr>
          <a:xfrm>
            <a:off x="-1388962" y="-106680"/>
            <a:ext cx="5687799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04C68AD-E224-DC1F-9A74-BFE6FB3E63FA}"/>
              </a:ext>
            </a:extLst>
          </p:cNvPr>
          <p:cNvCxnSpPr>
            <a:cxnSpLocks/>
          </p:cNvCxnSpPr>
          <p:nvPr/>
        </p:nvCxnSpPr>
        <p:spPr>
          <a:xfrm>
            <a:off x="-1388962" y="-101148"/>
            <a:ext cx="0" cy="1097911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BAC0DF3-ACCF-9F0D-ADE1-827AAC4C9BB7}"/>
              </a:ext>
            </a:extLst>
          </p:cNvPr>
          <p:cNvCxnSpPr/>
          <p:nvPr/>
        </p:nvCxnSpPr>
        <p:spPr>
          <a:xfrm>
            <a:off x="-1388962" y="996763"/>
            <a:ext cx="1053296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56607C4-EC8E-381A-9728-EEBBA541730B}"/>
              </a:ext>
            </a:extLst>
          </p:cNvPr>
          <p:cNvSpPr/>
          <p:nvPr/>
        </p:nvSpPr>
        <p:spPr>
          <a:xfrm>
            <a:off x="-176293" y="711510"/>
            <a:ext cx="2396346" cy="57050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800" b="1" dirty="0"/>
              <a:t>3    5    2   9    7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DFFB8E-5FD2-E800-A3AA-CF3BAC6FB37A}"/>
              </a:ext>
            </a:extLst>
          </p:cNvPr>
          <p:cNvSpPr txBox="1"/>
          <p:nvPr/>
        </p:nvSpPr>
        <p:spPr>
          <a:xfrm>
            <a:off x="-335666" y="270496"/>
            <a:ext cx="2555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 0        1        2      3        4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C5B14B-3940-A501-04DC-B3AD646D20C7}"/>
              </a:ext>
            </a:extLst>
          </p:cNvPr>
          <p:cNvSpPr txBox="1"/>
          <p:nvPr/>
        </p:nvSpPr>
        <p:spPr>
          <a:xfrm>
            <a:off x="2379426" y="844280"/>
            <a:ext cx="2045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2"/>
                </a:solidFill>
              </a:rPr>
              <a:t>3  ==  9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B7A911A-BC59-EEE8-7662-9E22D117CC84}"/>
              </a:ext>
            </a:extLst>
          </p:cNvPr>
          <p:cNvCxnSpPr/>
          <p:nvPr/>
        </p:nvCxnSpPr>
        <p:spPr>
          <a:xfrm>
            <a:off x="2054578" y="1388533"/>
            <a:ext cx="0" cy="293511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FA6E028-985D-9A41-3BF1-BD98390B8DB7}"/>
              </a:ext>
            </a:extLst>
          </p:cNvPr>
          <p:cNvCxnSpPr>
            <a:cxnSpLocks/>
          </p:cNvCxnSpPr>
          <p:nvPr/>
        </p:nvCxnSpPr>
        <p:spPr>
          <a:xfrm flipH="1">
            <a:off x="2054578" y="1676399"/>
            <a:ext cx="1399822" cy="0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C771837-3EB5-3882-A3D1-C0CAABE751C2}"/>
              </a:ext>
            </a:extLst>
          </p:cNvPr>
          <p:cNvSpPr/>
          <p:nvPr/>
        </p:nvSpPr>
        <p:spPr>
          <a:xfrm>
            <a:off x="3576310" y="1418064"/>
            <a:ext cx="2045489" cy="369332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(</a:t>
            </a:r>
            <a:r>
              <a:rPr lang="en-US" b="1" dirty="0" err="1"/>
              <a:t>arr</a:t>
            </a:r>
            <a:r>
              <a:rPr lang="en-US" b="1" dirty="0"/>
              <a:t> + 1, n - 1, key)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E615ABB-186E-1EF1-3BAE-7B982977511B}"/>
              </a:ext>
            </a:extLst>
          </p:cNvPr>
          <p:cNvCxnSpPr>
            <a:cxnSpLocks/>
          </p:cNvCxnSpPr>
          <p:nvPr/>
        </p:nvCxnSpPr>
        <p:spPr>
          <a:xfrm>
            <a:off x="936978" y="1388533"/>
            <a:ext cx="0" cy="398863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91EABA8-CED0-E2F3-5833-C4D9AD6CBDA5}"/>
              </a:ext>
            </a:extLst>
          </p:cNvPr>
          <p:cNvSpPr txBox="1"/>
          <p:nvPr/>
        </p:nvSpPr>
        <p:spPr>
          <a:xfrm>
            <a:off x="-155044" y="1856380"/>
            <a:ext cx="2555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 0        1        2      3 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866A5EE-610F-234B-CB83-DE9F973FA6AC}"/>
              </a:ext>
            </a:extLst>
          </p:cNvPr>
          <p:cNvSpPr/>
          <p:nvPr/>
        </p:nvSpPr>
        <p:spPr>
          <a:xfrm>
            <a:off x="-195056" y="2250183"/>
            <a:ext cx="2396346" cy="57050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800" b="1" dirty="0"/>
              <a:t>   5    2   9    7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47E6CE-190B-8C7E-971B-C852BA681992}"/>
              </a:ext>
            </a:extLst>
          </p:cNvPr>
          <p:cNvSpPr txBox="1"/>
          <p:nvPr/>
        </p:nvSpPr>
        <p:spPr>
          <a:xfrm>
            <a:off x="2379425" y="2400048"/>
            <a:ext cx="2045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2"/>
                </a:solidFill>
              </a:rPr>
              <a:t>5  ==  9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E6D5BF3-06A4-9706-CDF7-CB6826C17EB2}"/>
              </a:ext>
            </a:extLst>
          </p:cNvPr>
          <p:cNvCxnSpPr/>
          <p:nvPr/>
        </p:nvCxnSpPr>
        <p:spPr>
          <a:xfrm>
            <a:off x="2139245" y="2916078"/>
            <a:ext cx="0" cy="293511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23F8FFE-A3E8-5162-7F63-65A513E3FD3D}"/>
              </a:ext>
            </a:extLst>
          </p:cNvPr>
          <p:cNvCxnSpPr>
            <a:cxnSpLocks/>
          </p:cNvCxnSpPr>
          <p:nvPr/>
        </p:nvCxnSpPr>
        <p:spPr>
          <a:xfrm flipH="1">
            <a:off x="2139245" y="3203944"/>
            <a:ext cx="1399822" cy="0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1B58D52-41CF-E191-1F84-B0D9D5FAA04D}"/>
              </a:ext>
            </a:extLst>
          </p:cNvPr>
          <p:cNvSpPr/>
          <p:nvPr/>
        </p:nvSpPr>
        <p:spPr>
          <a:xfrm>
            <a:off x="3660977" y="2945609"/>
            <a:ext cx="2045489" cy="369332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(</a:t>
            </a:r>
            <a:r>
              <a:rPr lang="en-US" b="1" dirty="0" err="1"/>
              <a:t>arr</a:t>
            </a:r>
            <a:r>
              <a:rPr lang="en-US" b="1" dirty="0"/>
              <a:t> + 1, n - 1, key)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585606C-F3B6-AD66-CC71-12179378DBB8}"/>
              </a:ext>
            </a:extLst>
          </p:cNvPr>
          <p:cNvCxnSpPr>
            <a:cxnSpLocks/>
          </p:cNvCxnSpPr>
          <p:nvPr/>
        </p:nvCxnSpPr>
        <p:spPr>
          <a:xfrm>
            <a:off x="942623" y="2916078"/>
            <a:ext cx="0" cy="398863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2D4450F-D3BC-0B73-21D4-E4434D81811A}"/>
              </a:ext>
            </a:extLst>
          </p:cNvPr>
          <p:cNvSpPr txBox="1"/>
          <p:nvPr/>
        </p:nvSpPr>
        <p:spPr>
          <a:xfrm>
            <a:off x="177078" y="3362999"/>
            <a:ext cx="2555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 0        1        2 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A13B892-8D7C-72D3-150D-DB1D21FB32E7}"/>
              </a:ext>
            </a:extLst>
          </p:cNvPr>
          <p:cNvSpPr/>
          <p:nvPr/>
        </p:nvSpPr>
        <p:spPr>
          <a:xfrm>
            <a:off x="-176293" y="3698195"/>
            <a:ext cx="2396346" cy="57050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800" b="1" dirty="0"/>
              <a:t>       2   9    7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0477E70-D0CF-058D-B33F-E8D05960C65E}"/>
              </a:ext>
            </a:extLst>
          </p:cNvPr>
          <p:cNvSpPr txBox="1"/>
          <p:nvPr/>
        </p:nvSpPr>
        <p:spPr>
          <a:xfrm>
            <a:off x="2379424" y="3885741"/>
            <a:ext cx="2045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2"/>
                </a:solidFill>
              </a:rPr>
              <a:t>2  ==  9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DF3794C-6D85-3F1A-3DE0-EFBDF42718EC}"/>
              </a:ext>
            </a:extLst>
          </p:cNvPr>
          <p:cNvCxnSpPr/>
          <p:nvPr/>
        </p:nvCxnSpPr>
        <p:spPr>
          <a:xfrm>
            <a:off x="2139245" y="4378952"/>
            <a:ext cx="0" cy="293511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66491A3-350B-1992-7B20-19E3CB659456}"/>
              </a:ext>
            </a:extLst>
          </p:cNvPr>
          <p:cNvCxnSpPr>
            <a:cxnSpLocks/>
          </p:cNvCxnSpPr>
          <p:nvPr/>
        </p:nvCxnSpPr>
        <p:spPr>
          <a:xfrm flipH="1">
            <a:off x="2139245" y="4666818"/>
            <a:ext cx="1399822" cy="0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0A4F6BB-8E67-CDA7-2116-F556F97797ED}"/>
              </a:ext>
            </a:extLst>
          </p:cNvPr>
          <p:cNvSpPr/>
          <p:nvPr/>
        </p:nvSpPr>
        <p:spPr>
          <a:xfrm>
            <a:off x="3660977" y="4408483"/>
            <a:ext cx="2045489" cy="369332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(</a:t>
            </a:r>
            <a:r>
              <a:rPr lang="en-US" b="1" dirty="0" err="1"/>
              <a:t>arr</a:t>
            </a:r>
            <a:r>
              <a:rPr lang="en-US" b="1" dirty="0"/>
              <a:t> + 1, n - 1, key)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EEE1E9C-5425-66D6-AF04-1CCF94A998F6}"/>
              </a:ext>
            </a:extLst>
          </p:cNvPr>
          <p:cNvCxnSpPr>
            <a:cxnSpLocks/>
          </p:cNvCxnSpPr>
          <p:nvPr/>
        </p:nvCxnSpPr>
        <p:spPr>
          <a:xfrm>
            <a:off x="936979" y="4378952"/>
            <a:ext cx="0" cy="398863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AD481D4-5F12-8284-3985-179CEE877B4F}"/>
              </a:ext>
            </a:extLst>
          </p:cNvPr>
          <p:cNvSpPr txBox="1"/>
          <p:nvPr/>
        </p:nvSpPr>
        <p:spPr>
          <a:xfrm>
            <a:off x="385922" y="4848692"/>
            <a:ext cx="2555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 0        1  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EDD42049-856C-C0C5-90C9-7BE292615416}"/>
              </a:ext>
            </a:extLst>
          </p:cNvPr>
          <p:cNvSpPr/>
          <p:nvPr/>
        </p:nvSpPr>
        <p:spPr>
          <a:xfrm>
            <a:off x="-195056" y="5218024"/>
            <a:ext cx="2396346" cy="57050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800" b="1" dirty="0"/>
              <a:t>          9    7</a:t>
            </a:r>
          </a:p>
        </p:txBody>
      </p:sp>
    </p:spTree>
    <p:extLst>
      <p:ext uri="{BB962C8B-B14F-4D97-AF65-F5344CB8AC3E}">
        <p14:creationId xmlns:p14="http://schemas.microsoft.com/office/powerpoint/2010/main" val="27672437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90F2F-3CFA-E105-45AE-418DEC1D3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BFDAD75-EBF2-8B08-701D-3B79E0DC1FD5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EE1C778-6C8F-F429-303D-8A1ED2127A51}"/>
              </a:ext>
            </a:extLst>
          </p:cNvPr>
          <p:cNvSpPr/>
          <p:nvPr/>
        </p:nvSpPr>
        <p:spPr>
          <a:xfrm>
            <a:off x="4427445" y="-477055"/>
            <a:ext cx="3113590" cy="747551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200" b="1" dirty="0"/>
              <a:t>   3    5    2   9    7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5C890CA-C064-8321-AD38-554B0E032FEB}"/>
              </a:ext>
            </a:extLst>
          </p:cNvPr>
          <p:cNvSpPr/>
          <p:nvPr/>
        </p:nvSpPr>
        <p:spPr>
          <a:xfrm>
            <a:off x="11280908" y="34195"/>
            <a:ext cx="2396345" cy="2160365"/>
          </a:xfrm>
          <a:prstGeom prst="roundRect">
            <a:avLst/>
          </a:prstGeom>
          <a:solidFill>
            <a:schemeClr val="tx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endParaRPr lang="en-US" dirty="0"/>
          </a:p>
          <a:p>
            <a:r>
              <a:rPr lang="en-US" dirty="0"/>
              <a:t>  </a:t>
            </a:r>
          </a:p>
          <a:p>
            <a:r>
              <a:rPr lang="en-US" dirty="0"/>
              <a:t>  if (n == 0)</a:t>
            </a:r>
          </a:p>
          <a:p>
            <a:r>
              <a:rPr lang="en-US" dirty="0"/>
              <a:t>        return false;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i="1" dirty="0"/>
              <a:t>   </a:t>
            </a:r>
            <a:r>
              <a:rPr lang="en-US" dirty="0"/>
              <a:t>if (</a:t>
            </a:r>
            <a:r>
              <a:rPr lang="en-US" dirty="0" err="1"/>
              <a:t>arr</a:t>
            </a:r>
            <a:r>
              <a:rPr lang="en-US" dirty="0"/>
              <a:t>[0] == key)</a:t>
            </a:r>
          </a:p>
          <a:p>
            <a:r>
              <a:rPr lang="en-US" dirty="0"/>
              <a:t>        return true;</a:t>
            </a:r>
          </a:p>
          <a:p>
            <a:br>
              <a:rPr lang="en-US" dirty="0"/>
            </a:br>
            <a:endParaRPr lang="en-US" dirty="0"/>
          </a:p>
          <a:p>
            <a:pPr algn="ctr"/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1D26B5-9E6E-BD76-C4AB-84DCBD0CEFC8}"/>
              </a:ext>
            </a:extLst>
          </p:cNvPr>
          <p:cNvSpPr txBox="1"/>
          <p:nvPr/>
        </p:nvSpPr>
        <p:spPr>
          <a:xfrm>
            <a:off x="11280908" y="-477055"/>
            <a:ext cx="31135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BASE CASE</a:t>
            </a:r>
          </a:p>
          <a:p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719FF1-3346-C1A8-2D5E-1E3C9B0DED09}"/>
              </a:ext>
            </a:extLst>
          </p:cNvPr>
          <p:cNvSpPr txBox="1"/>
          <p:nvPr/>
        </p:nvSpPr>
        <p:spPr>
          <a:xfrm>
            <a:off x="8008716" y="-364890"/>
            <a:ext cx="19277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4"/>
                </a:solidFill>
              </a:rPr>
              <a:t>Key = 9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9B6702C-A8AC-B185-2529-A13172014EF4}"/>
              </a:ext>
            </a:extLst>
          </p:cNvPr>
          <p:cNvCxnSpPr>
            <a:cxnSpLocks/>
          </p:cNvCxnSpPr>
          <p:nvPr/>
        </p:nvCxnSpPr>
        <p:spPr>
          <a:xfrm>
            <a:off x="-1388962" y="-106680"/>
            <a:ext cx="5687799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6C5B357-A355-A897-254C-0310E2C631FD}"/>
              </a:ext>
            </a:extLst>
          </p:cNvPr>
          <p:cNvCxnSpPr>
            <a:cxnSpLocks/>
          </p:cNvCxnSpPr>
          <p:nvPr/>
        </p:nvCxnSpPr>
        <p:spPr>
          <a:xfrm>
            <a:off x="-1388962" y="-101148"/>
            <a:ext cx="0" cy="1097911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019F153-C133-0BA5-63EE-60587060DA42}"/>
              </a:ext>
            </a:extLst>
          </p:cNvPr>
          <p:cNvCxnSpPr/>
          <p:nvPr/>
        </p:nvCxnSpPr>
        <p:spPr>
          <a:xfrm>
            <a:off x="-1388962" y="996763"/>
            <a:ext cx="1053296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309FC87-D3F2-148B-C64B-090D4B0AD7C6}"/>
              </a:ext>
            </a:extLst>
          </p:cNvPr>
          <p:cNvSpPr/>
          <p:nvPr/>
        </p:nvSpPr>
        <p:spPr>
          <a:xfrm>
            <a:off x="-176293" y="711510"/>
            <a:ext cx="2396346" cy="57050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800" b="1" dirty="0"/>
              <a:t>3    5    2   9    7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5A4A61-3A59-705C-171A-9BFA69307461}"/>
              </a:ext>
            </a:extLst>
          </p:cNvPr>
          <p:cNvSpPr txBox="1"/>
          <p:nvPr/>
        </p:nvSpPr>
        <p:spPr>
          <a:xfrm>
            <a:off x="-335666" y="270496"/>
            <a:ext cx="2555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 0        1        2      3        4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73C662-E84C-1580-4137-29745543D7C3}"/>
              </a:ext>
            </a:extLst>
          </p:cNvPr>
          <p:cNvSpPr txBox="1"/>
          <p:nvPr/>
        </p:nvSpPr>
        <p:spPr>
          <a:xfrm>
            <a:off x="2379426" y="844280"/>
            <a:ext cx="2045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2"/>
                </a:solidFill>
              </a:rPr>
              <a:t>3  ==  9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9980C29-80DD-D491-55AC-572DF2B484A5}"/>
              </a:ext>
            </a:extLst>
          </p:cNvPr>
          <p:cNvCxnSpPr/>
          <p:nvPr/>
        </p:nvCxnSpPr>
        <p:spPr>
          <a:xfrm>
            <a:off x="2054578" y="1388533"/>
            <a:ext cx="0" cy="293511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1DD580A-EC27-4944-8979-6544DAE1F9A2}"/>
              </a:ext>
            </a:extLst>
          </p:cNvPr>
          <p:cNvCxnSpPr>
            <a:cxnSpLocks/>
          </p:cNvCxnSpPr>
          <p:nvPr/>
        </p:nvCxnSpPr>
        <p:spPr>
          <a:xfrm flipH="1">
            <a:off x="2054578" y="1676399"/>
            <a:ext cx="1399822" cy="0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C9795F7-403E-C0F5-43FA-D0CCA8C19739}"/>
              </a:ext>
            </a:extLst>
          </p:cNvPr>
          <p:cNvSpPr/>
          <p:nvPr/>
        </p:nvSpPr>
        <p:spPr>
          <a:xfrm>
            <a:off x="3576310" y="1418064"/>
            <a:ext cx="2045489" cy="369332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(</a:t>
            </a:r>
            <a:r>
              <a:rPr lang="en-US" b="1" dirty="0" err="1"/>
              <a:t>arr</a:t>
            </a:r>
            <a:r>
              <a:rPr lang="en-US" b="1" dirty="0"/>
              <a:t> + 1, n - 1, key)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60E071C-4080-835F-DE06-4A9F0322E124}"/>
              </a:ext>
            </a:extLst>
          </p:cNvPr>
          <p:cNvCxnSpPr>
            <a:cxnSpLocks/>
          </p:cNvCxnSpPr>
          <p:nvPr/>
        </p:nvCxnSpPr>
        <p:spPr>
          <a:xfrm>
            <a:off x="936978" y="1388533"/>
            <a:ext cx="0" cy="398863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2555548-EDCB-F3FE-B4E8-FB2C525B0880}"/>
              </a:ext>
            </a:extLst>
          </p:cNvPr>
          <p:cNvSpPr txBox="1"/>
          <p:nvPr/>
        </p:nvSpPr>
        <p:spPr>
          <a:xfrm>
            <a:off x="-155044" y="1856380"/>
            <a:ext cx="2555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 0        1        2      3 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A9D256F-8248-1C67-3F88-E0BE01F7AF06}"/>
              </a:ext>
            </a:extLst>
          </p:cNvPr>
          <p:cNvSpPr/>
          <p:nvPr/>
        </p:nvSpPr>
        <p:spPr>
          <a:xfrm>
            <a:off x="-195056" y="2250183"/>
            <a:ext cx="2396346" cy="57050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800" b="1" dirty="0"/>
              <a:t>   5    2   9    7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56F6EB-3420-171D-5EB5-AD4EA091409E}"/>
              </a:ext>
            </a:extLst>
          </p:cNvPr>
          <p:cNvSpPr txBox="1"/>
          <p:nvPr/>
        </p:nvSpPr>
        <p:spPr>
          <a:xfrm>
            <a:off x="2379425" y="2400048"/>
            <a:ext cx="2045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2"/>
                </a:solidFill>
              </a:rPr>
              <a:t>5  ==  9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94266E5-F603-A869-EB74-840F8D29B634}"/>
              </a:ext>
            </a:extLst>
          </p:cNvPr>
          <p:cNvCxnSpPr/>
          <p:nvPr/>
        </p:nvCxnSpPr>
        <p:spPr>
          <a:xfrm>
            <a:off x="2139245" y="2916078"/>
            <a:ext cx="0" cy="293511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F47E2B8-5388-D6BA-C1E5-C66800922BD1}"/>
              </a:ext>
            </a:extLst>
          </p:cNvPr>
          <p:cNvCxnSpPr>
            <a:cxnSpLocks/>
          </p:cNvCxnSpPr>
          <p:nvPr/>
        </p:nvCxnSpPr>
        <p:spPr>
          <a:xfrm flipH="1">
            <a:off x="2139245" y="3203944"/>
            <a:ext cx="1399822" cy="0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1958D83-B6B3-5626-F1DC-6905B80DFB3C}"/>
              </a:ext>
            </a:extLst>
          </p:cNvPr>
          <p:cNvSpPr/>
          <p:nvPr/>
        </p:nvSpPr>
        <p:spPr>
          <a:xfrm>
            <a:off x="3660977" y="2945609"/>
            <a:ext cx="2045489" cy="369332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(</a:t>
            </a:r>
            <a:r>
              <a:rPr lang="en-US" b="1" dirty="0" err="1"/>
              <a:t>arr</a:t>
            </a:r>
            <a:r>
              <a:rPr lang="en-US" b="1" dirty="0"/>
              <a:t> + 1, n - 1, key)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44EEB95-9B66-4DE4-BD89-D0797F9115CE}"/>
              </a:ext>
            </a:extLst>
          </p:cNvPr>
          <p:cNvCxnSpPr>
            <a:cxnSpLocks/>
          </p:cNvCxnSpPr>
          <p:nvPr/>
        </p:nvCxnSpPr>
        <p:spPr>
          <a:xfrm>
            <a:off x="942623" y="2916078"/>
            <a:ext cx="0" cy="398863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BA4018F-C039-BA18-F4F7-B89349AC8D1E}"/>
              </a:ext>
            </a:extLst>
          </p:cNvPr>
          <p:cNvSpPr txBox="1"/>
          <p:nvPr/>
        </p:nvSpPr>
        <p:spPr>
          <a:xfrm>
            <a:off x="177078" y="3362999"/>
            <a:ext cx="2555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 0        1        2 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DACC157-4F0F-9494-5F4E-CA1209A647A0}"/>
              </a:ext>
            </a:extLst>
          </p:cNvPr>
          <p:cNvSpPr/>
          <p:nvPr/>
        </p:nvSpPr>
        <p:spPr>
          <a:xfrm>
            <a:off x="-176293" y="3698195"/>
            <a:ext cx="2396346" cy="57050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800" b="1" dirty="0"/>
              <a:t>       2   9    7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507931D-6B49-C684-85B3-C12C60B7B8E1}"/>
              </a:ext>
            </a:extLst>
          </p:cNvPr>
          <p:cNvSpPr txBox="1"/>
          <p:nvPr/>
        </p:nvSpPr>
        <p:spPr>
          <a:xfrm>
            <a:off x="2379424" y="3885741"/>
            <a:ext cx="2045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2"/>
                </a:solidFill>
              </a:rPr>
              <a:t>2  ==  9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3544D91-5FF9-15F9-9FEB-F9099D7370C4}"/>
              </a:ext>
            </a:extLst>
          </p:cNvPr>
          <p:cNvCxnSpPr/>
          <p:nvPr/>
        </p:nvCxnSpPr>
        <p:spPr>
          <a:xfrm>
            <a:off x="2139245" y="4378952"/>
            <a:ext cx="0" cy="293511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6C3E4A3-3895-2A47-58B3-4D0F020A4D8A}"/>
              </a:ext>
            </a:extLst>
          </p:cNvPr>
          <p:cNvCxnSpPr>
            <a:cxnSpLocks/>
          </p:cNvCxnSpPr>
          <p:nvPr/>
        </p:nvCxnSpPr>
        <p:spPr>
          <a:xfrm flipH="1">
            <a:off x="2139245" y="4666818"/>
            <a:ext cx="1399822" cy="0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44F28D23-7EB9-07D6-E3BE-1401478CB316}"/>
              </a:ext>
            </a:extLst>
          </p:cNvPr>
          <p:cNvSpPr/>
          <p:nvPr/>
        </p:nvSpPr>
        <p:spPr>
          <a:xfrm>
            <a:off x="3660977" y="4408483"/>
            <a:ext cx="2045489" cy="369332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(</a:t>
            </a:r>
            <a:r>
              <a:rPr lang="en-US" b="1" dirty="0" err="1"/>
              <a:t>arr</a:t>
            </a:r>
            <a:r>
              <a:rPr lang="en-US" b="1" dirty="0"/>
              <a:t> + 1, n - 1, key)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FE85493-33D6-9027-FB99-796648F8FA68}"/>
              </a:ext>
            </a:extLst>
          </p:cNvPr>
          <p:cNvCxnSpPr>
            <a:cxnSpLocks/>
          </p:cNvCxnSpPr>
          <p:nvPr/>
        </p:nvCxnSpPr>
        <p:spPr>
          <a:xfrm>
            <a:off x="936979" y="4378952"/>
            <a:ext cx="0" cy="398863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08A9E9C8-9E1F-7126-FDF5-7C86200B5662}"/>
              </a:ext>
            </a:extLst>
          </p:cNvPr>
          <p:cNvSpPr txBox="1"/>
          <p:nvPr/>
        </p:nvSpPr>
        <p:spPr>
          <a:xfrm>
            <a:off x="385922" y="4848692"/>
            <a:ext cx="2555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 0        1  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82516E55-388D-FFEA-B79B-EA2BAE7EEF21}"/>
              </a:ext>
            </a:extLst>
          </p:cNvPr>
          <p:cNvSpPr/>
          <p:nvPr/>
        </p:nvSpPr>
        <p:spPr>
          <a:xfrm>
            <a:off x="-195056" y="5218024"/>
            <a:ext cx="2396346" cy="57050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800" b="1" dirty="0"/>
              <a:t>          9    7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176A24A-1B94-8276-9731-B5C1C183BB4C}"/>
              </a:ext>
            </a:extLst>
          </p:cNvPr>
          <p:cNvSpPr txBox="1"/>
          <p:nvPr/>
        </p:nvSpPr>
        <p:spPr>
          <a:xfrm>
            <a:off x="2379423" y="5348615"/>
            <a:ext cx="2045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6"/>
                </a:solidFill>
              </a:rPr>
              <a:t>9  ==  9</a:t>
            </a:r>
          </a:p>
        </p:txBody>
      </p:sp>
    </p:spTree>
    <p:extLst>
      <p:ext uri="{BB962C8B-B14F-4D97-AF65-F5344CB8AC3E}">
        <p14:creationId xmlns:p14="http://schemas.microsoft.com/office/powerpoint/2010/main" val="33761265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50041-8DF3-57CE-E673-DC2BDD261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3BD48B8-7500-30B0-4606-D4D32D2DC093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A51A0CB-6D07-612D-5691-56990C9D80BC}"/>
              </a:ext>
            </a:extLst>
          </p:cNvPr>
          <p:cNvSpPr/>
          <p:nvPr/>
        </p:nvSpPr>
        <p:spPr>
          <a:xfrm>
            <a:off x="4427445" y="-477055"/>
            <a:ext cx="3113590" cy="747551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200" b="1" dirty="0"/>
              <a:t>   3    5    2   9    7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E5675DA-A1D4-2292-ADD6-C6365668A4B2}"/>
              </a:ext>
            </a:extLst>
          </p:cNvPr>
          <p:cNvSpPr/>
          <p:nvPr/>
        </p:nvSpPr>
        <p:spPr>
          <a:xfrm>
            <a:off x="11280908" y="34195"/>
            <a:ext cx="2396345" cy="2160365"/>
          </a:xfrm>
          <a:prstGeom prst="roundRect">
            <a:avLst/>
          </a:prstGeom>
          <a:solidFill>
            <a:schemeClr val="tx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endParaRPr lang="en-US" dirty="0"/>
          </a:p>
          <a:p>
            <a:r>
              <a:rPr lang="en-US" dirty="0"/>
              <a:t>  </a:t>
            </a:r>
          </a:p>
          <a:p>
            <a:r>
              <a:rPr lang="en-US" dirty="0"/>
              <a:t>  if (n == 0)</a:t>
            </a:r>
          </a:p>
          <a:p>
            <a:r>
              <a:rPr lang="en-US" dirty="0"/>
              <a:t>        return false;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i="1" dirty="0"/>
              <a:t>   </a:t>
            </a:r>
            <a:r>
              <a:rPr lang="en-US" dirty="0"/>
              <a:t>if (</a:t>
            </a:r>
            <a:r>
              <a:rPr lang="en-US" dirty="0" err="1"/>
              <a:t>arr</a:t>
            </a:r>
            <a:r>
              <a:rPr lang="en-US" dirty="0"/>
              <a:t>[0] == key)</a:t>
            </a:r>
          </a:p>
          <a:p>
            <a:r>
              <a:rPr lang="en-US" dirty="0"/>
              <a:t>        return true;</a:t>
            </a:r>
          </a:p>
          <a:p>
            <a:br>
              <a:rPr lang="en-US" dirty="0"/>
            </a:br>
            <a:endParaRPr lang="en-US" dirty="0"/>
          </a:p>
          <a:p>
            <a:pPr algn="ctr"/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207054-1E33-F304-3522-D42B4B60075C}"/>
              </a:ext>
            </a:extLst>
          </p:cNvPr>
          <p:cNvSpPr txBox="1"/>
          <p:nvPr/>
        </p:nvSpPr>
        <p:spPr>
          <a:xfrm>
            <a:off x="11280908" y="-477055"/>
            <a:ext cx="31135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BASE CASE</a:t>
            </a:r>
          </a:p>
          <a:p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0495C9-9A21-435F-E6A6-CED338FA6844}"/>
              </a:ext>
            </a:extLst>
          </p:cNvPr>
          <p:cNvSpPr txBox="1"/>
          <p:nvPr/>
        </p:nvSpPr>
        <p:spPr>
          <a:xfrm>
            <a:off x="8008716" y="-364890"/>
            <a:ext cx="19277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4"/>
                </a:solidFill>
              </a:rPr>
              <a:t>Key = 9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3C5818D-C022-F637-BC37-2F08CE78DA53}"/>
              </a:ext>
            </a:extLst>
          </p:cNvPr>
          <p:cNvCxnSpPr>
            <a:cxnSpLocks/>
          </p:cNvCxnSpPr>
          <p:nvPr/>
        </p:nvCxnSpPr>
        <p:spPr>
          <a:xfrm>
            <a:off x="-1388962" y="-106680"/>
            <a:ext cx="5687799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ECBECA9-8377-13C7-1ECC-3F70D6049C1D}"/>
              </a:ext>
            </a:extLst>
          </p:cNvPr>
          <p:cNvCxnSpPr>
            <a:cxnSpLocks/>
          </p:cNvCxnSpPr>
          <p:nvPr/>
        </p:nvCxnSpPr>
        <p:spPr>
          <a:xfrm>
            <a:off x="-1388962" y="-101148"/>
            <a:ext cx="0" cy="1097911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602D0FF-8D43-A909-7ED8-7BF51704A38D}"/>
              </a:ext>
            </a:extLst>
          </p:cNvPr>
          <p:cNvCxnSpPr/>
          <p:nvPr/>
        </p:nvCxnSpPr>
        <p:spPr>
          <a:xfrm>
            <a:off x="-1388962" y="996763"/>
            <a:ext cx="1053296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7CAFB1B-0112-AF6B-399B-E7FDBF67F7B6}"/>
              </a:ext>
            </a:extLst>
          </p:cNvPr>
          <p:cNvSpPr/>
          <p:nvPr/>
        </p:nvSpPr>
        <p:spPr>
          <a:xfrm>
            <a:off x="-176293" y="711510"/>
            <a:ext cx="2396346" cy="57050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800" b="1" dirty="0"/>
              <a:t>3    5    2   9    7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8C118E-E55B-35E9-6725-450F6540FE50}"/>
              </a:ext>
            </a:extLst>
          </p:cNvPr>
          <p:cNvSpPr txBox="1"/>
          <p:nvPr/>
        </p:nvSpPr>
        <p:spPr>
          <a:xfrm>
            <a:off x="-335666" y="270496"/>
            <a:ext cx="2555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 0        1        2      3        4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68102F-7B99-D08F-9ACD-839761CC37D3}"/>
              </a:ext>
            </a:extLst>
          </p:cNvPr>
          <p:cNvSpPr txBox="1"/>
          <p:nvPr/>
        </p:nvSpPr>
        <p:spPr>
          <a:xfrm>
            <a:off x="2379426" y="844280"/>
            <a:ext cx="2045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2"/>
                </a:solidFill>
              </a:rPr>
              <a:t>3  ==  9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13C1B78-ED94-EC74-72B5-DE9BDAECF728}"/>
              </a:ext>
            </a:extLst>
          </p:cNvPr>
          <p:cNvCxnSpPr/>
          <p:nvPr/>
        </p:nvCxnSpPr>
        <p:spPr>
          <a:xfrm>
            <a:off x="2054578" y="1388533"/>
            <a:ext cx="0" cy="293511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6457FD4-CC14-B1E8-F72E-455E479EC796}"/>
              </a:ext>
            </a:extLst>
          </p:cNvPr>
          <p:cNvCxnSpPr>
            <a:cxnSpLocks/>
          </p:cNvCxnSpPr>
          <p:nvPr/>
        </p:nvCxnSpPr>
        <p:spPr>
          <a:xfrm flipH="1">
            <a:off x="2054578" y="1676399"/>
            <a:ext cx="1399822" cy="0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1FEB615-4E4F-5035-496C-C7B06D7E0906}"/>
              </a:ext>
            </a:extLst>
          </p:cNvPr>
          <p:cNvSpPr/>
          <p:nvPr/>
        </p:nvSpPr>
        <p:spPr>
          <a:xfrm>
            <a:off x="3576310" y="1418064"/>
            <a:ext cx="2045489" cy="369332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(</a:t>
            </a:r>
            <a:r>
              <a:rPr lang="en-US" b="1" dirty="0" err="1"/>
              <a:t>arr</a:t>
            </a:r>
            <a:r>
              <a:rPr lang="en-US" b="1" dirty="0"/>
              <a:t> + 1, n - 1, key)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4B3D1E2-33A7-F792-0BF0-1974755A6E1A}"/>
              </a:ext>
            </a:extLst>
          </p:cNvPr>
          <p:cNvCxnSpPr>
            <a:cxnSpLocks/>
          </p:cNvCxnSpPr>
          <p:nvPr/>
        </p:nvCxnSpPr>
        <p:spPr>
          <a:xfrm>
            <a:off x="936978" y="1388533"/>
            <a:ext cx="0" cy="398863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F78A0A0-6286-0207-A23B-CA3E5916295C}"/>
              </a:ext>
            </a:extLst>
          </p:cNvPr>
          <p:cNvSpPr txBox="1"/>
          <p:nvPr/>
        </p:nvSpPr>
        <p:spPr>
          <a:xfrm>
            <a:off x="-155044" y="1856380"/>
            <a:ext cx="2555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 0        1        2      3 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34A5CC2-9323-6220-C55F-4E31FC83F4AE}"/>
              </a:ext>
            </a:extLst>
          </p:cNvPr>
          <p:cNvSpPr/>
          <p:nvPr/>
        </p:nvSpPr>
        <p:spPr>
          <a:xfrm>
            <a:off x="-195056" y="2250183"/>
            <a:ext cx="2396346" cy="57050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800" b="1" dirty="0"/>
              <a:t>   5    2   9    7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D2BE27-EFB0-5BD9-E089-A5CF35F80D0E}"/>
              </a:ext>
            </a:extLst>
          </p:cNvPr>
          <p:cNvSpPr txBox="1"/>
          <p:nvPr/>
        </p:nvSpPr>
        <p:spPr>
          <a:xfrm>
            <a:off x="2379425" y="2400048"/>
            <a:ext cx="2045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2"/>
                </a:solidFill>
              </a:rPr>
              <a:t>5  ==  9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87A6056-25C1-C0BC-608C-D02545C6BE68}"/>
              </a:ext>
            </a:extLst>
          </p:cNvPr>
          <p:cNvCxnSpPr/>
          <p:nvPr/>
        </p:nvCxnSpPr>
        <p:spPr>
          <a:xfrm>
            <a:off x="2139245" y="2916078"/>
            <a:ext cx="0" cy="293511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D081468-DEA8-E8AD-1829-08F08824F38E}"/>
              </a:ext>
            </a:extLst>
          </p:cNvPr>
          <p:cNvCxnSpPr>
            <a:cxnSpLocks/>
          </p:cNvCxnSpPr>
          <p:nvPr/>
        </p:nvCxnSpPr>
        <p:spPr>
          <a:xfrm flipH="1">
            <a:off x="2139245" y="3203944"/>
            <a:ext cx="1399822" cy="0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047A719-CC8C-7A27-54AE-734A5DB9C83D}"/>
              </a:ext>
            </a:extLst>
          </p:cNvPr>
          <p:cNvSpPr/>
          <p:nvPr/>
        </p:nvSpPr>
        <p:spPr>
          <a:xfrm>
            <a:off x="3660977" y="2945609"/>
            <a:ext cx="2045489" cy="369332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(</a:t>
            </a:r>
            <a:r>
              <a:rPr lang="en-US" b="1" dirty="0" err="1"/>
              <a:t>arr</a:t>
            </a:r>
            <a:r>
              <a:rPr lang="en-US" b="1" dirty="0"/>
              <a:t> + 1, n - 1, key)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53A10F9-ABF3-04C4-6EB1-0828848A8D10}"/>
              </a:ext>
            </a:extLst>
          </p:cNvPr>
          <p:cNvCxnSpPr>
            <a:cxnSpLocks/>
          </p:cNvCxnSpPr>
          <p:nvPr/>
        </p:nvCxnSpPr>
        <p:spPr>
          <a:xfrm>
            <a:off x="942623" y="2916078"/>
            <a:ext cx="0" cy="398863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60918833-3B52-48D0-F4E3-ADF49DE95AB9}"/>
              </a:ext>
            </a:extLst>
          </p:cNvPr>
          <p:cNvSpPr txBox="1"/>
          <p:nvPr/>
        </p:nvSpPr>
        <p:spPr>
          <a:xfrm>
            <a:off x="177078" y="3362999"/>
            <a:ext cx="2555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 0        1        2 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D409BE8-B8C4-FBB1-3948-2877C5B0FF8B}"/>
              </a:ext>
            </a:extLst>
          </p:cNvPr>
          <p:cNvSpPr/>
          <p:nvPr/>
        </p:nvSpPr>
        <p:spPr>
          <a:xfrm>
            <a:off x="-176293" y="3698195"/>
            <a:ext cx="2396346" cy="57050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800" b="1" dirty="0"/>
              <a:t>       2   9    7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402615C-A23E-0820-5DD6-04BC6370649A}"/>
              </a:ext>
            </a:extLst>
          </p:cNvPr>
          <p:cNvSpPr txBox="1"/>
          <p:nvPr/>
        </p:nvSpPr>
        <p:spPr>
          <a:xfrm>
            <a:off x="2379424" y="3885741"/>
            <a:ext cx="2045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2"/>
                </a:solidFill>
              </a:rPr>
              <a:t>2  ==  9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380F430-7BD1-B94B-E716-652A70CC6EAC}"/>
              </a:ext>
            </a:extLst>
          </p:cNvPr>
          <p:cNvCxnSpPr/>
          <p:nvPr/>
        </p:nvCxnSpPr>
        <p:spPr>
          <a:xfrm>
            <a:off x="2139245" y="4378952"/>
            <a:ext cx="0" cy="293511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FE1AE0F-5D53-56B0-E2A9-6120948F1CD3}"/>
              </a:ext>
            </a:extLst>
          </p:cNvPr>
          <p:cNvCxnSpPr>
            <a:cxnSpLocks/>
          </p:cNvCxnSpPr>
          <p:nvPr/>
        </p:nvCxnSpPr>
        <p:spPr>
          <a:xfrm flipH="1">
            <a:off x="2139245" y="4666818"/>
            <a:ext cx="1399822" cy="0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E2B6F4C-D587-C44E-F9FF-6411CCB84134}"/>
              </a:ext>
            </a:extLst>
          </p:cNvPr>
          <p:cNvSpPr/>
          <p:nvPr/>
        </p:nvSpPr>
        <p:spPr>
          <a:xfrm>
            <a:off x="3660977" y="4408483"/>
            <a:ext cx="2045489" cy="369332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(</a:t>
            </a:r>
            <a:r>
              <a:rPr lang="en-US" b="1" dirty="0" err="1"/>
              <a:t>arr</a:t>
            </a:r>
            <a:r>
              <a:rPr lang="en-US" b="1" dirty="0"/>
              <a:t> + 1, n - 1, key)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44C769E-514D-2360-E25C-18B1AB57A3F1}"/>
              </a:ext>
            </a:extLst>
          </p:cNvPr>
          <p:cNvCxnSpPr>
            <a:cxnSpLocks/>
          </p:cNvCxnSpPr>
          <p:nvPr/>
        </p:nvCxnSpPr>
        <p:spPr>
          <a:xfrm>
            <a:off x="936979" y="4378952"/>
            <a:ext cx="0" cy="398863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49A6A6B4-3B42-17BA-6B35-0A9FFD37D3B7}"/>
              </a:ext>
            </a:extLst>
          </p:cNvPr>
          <p:cNvSpPr txBox="1"/>
          <p:nvPr/>
        </p:nvSpPr>
        <p:spPr>
          <a:xfrm>
            <a:off x="385922" y="4848692"/>
            <a:ext cx="2555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 0        1  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8C2B344-70AF-180E-0AC4-40986121FCBF}"/>
              </a:ext>
            </a:extLst>
          </p:cNvPr>
          <p:cNvSpPr/>
          <p:nvPr/>
        </p:nvSpPr>
        <p:spPr>
          <a:xfrm>
            <a:off x="-195056" y="5218024"/>
            <a:ext cx="2396346" cy="57050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800" b="1" dirty="0"/>
              <a:t>          9    7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8F8F836-F451-067C-5AAF-47F047B70A14}"/>
              </a:ext>
            </a:extLst>
          </p:cNvPr>
          <p:cNvSpPr txBox="1"/>
          <p:nvPr/>
        </p:nvSpPr>
        <p:spPr>
          <a:xfrm>
            <a:off x="2379423" y="5348615"/>
            <a:ext cx="2045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6"/>
                </a:solidFill>
              </a:rPr>
              <a:t>9  ==  9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20209B5A-77DF-0BA9-E322-5B4D4AA3DDDF}"/>
              </a:ext>
            </a:extLst>
          </p:cNvPr>
          <p:cNvSpPr/>
          <p:nvPr/>
        </p:nvSpPr>
        <p:spPr>
          <a:xfrm>
            <a:off x="-155044" y="6167346"/>
            <a:ext cx="2649888" cy="74755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Return true</a:t>
            </a:r>
          </a:p>
        </p:txBody>
      </p:sp>
    </p:spTree>
    <p:extLst>
      <p:ext uri="{BB962C8B-B14F-4D97-AF65-F5344CB8AC3E}">
        <p14:creationId xmlns:p14="http://schemas.microsoft.com/office/powerpoint/2010/main" val="38581846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C5525-5AF9-D047-AC2B-F1CEC0E7D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FE0C59F-4203-78BA-B656-015144075C7F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BCD3D61-54DC-DDC9-26CF-00614644B76E}"/>
              </a:ext>
            </a:extLst>
          </p:cNvPr>
          <p:cNvSpPr/>
          <p:nvPr/>
        </p:nvSpPr>
        <p:spPr>
          <a:xfrm>
            <a:off x="4427445" y="-477055"/>
            <a:ext cx="3113590" cy="747551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200" b="1" dirty="0"/>
              <a:t>   3    5    2   9    7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7B46600-E846-4838-E364-7B7D78A09573}"/>
              </a:ext>
            </a:extLst>
          </p:cNvPr>
          <p:cNvSpPr/>
          <p:nvPr/>
        </p:nvSpPr>
        <p:spPr>
          <a:xfrm>
            <a:off x="11280908" y="34195"/>
            <a:ext cx="2396345" cy="2160365"/>
          </a:xfrm>
          <a:prstGeom prst="roundRect">
            <a:avLst/>
          </a:prstGeom>
          <a:solidFill>
            <a:schemeClr val="tx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endParaRPr lang="en-US" dirty="0"/>
          </a:p>
          <a:p>
            <a:r>
              <a:rPr lang="en-US" dirty="0"/>
              <a:t>  </a:t>
            </a:r>
          </a:p>
          <a:p>
            <a:r>
              <a:rPr lang="en-US" dirty="0"/>
              <a:t>  if (n == 0)</a:t>
            </a:r>
          </a:p>
          <a:p>
            <a:r>
              <a:rPr lang="en-US" dirty="0"/>
              <a:t>        return false;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i="1" dirty="0"/>
              <a:t>   </a:t>
            </a:r>
            <a:r>
              <a:rPr lang="en-US" dirty="0"/>
              <a:t>if (</a:t>
            </a:r>
            <a:r>
              <a:rPr lang="en-US" dirty="0" err="1"/>
              <a:t>arr</a:t>
            </a:r>
            <a:r>
              <a:rPr lang="en-US" dirty="0"/>
              <a:t>[0] == key)</a:t>
            </a:r>
          </a:p>
          <a:p>
            <a:r>
              <a:rPr lang="en-US" dirty="0"/>
              <a:t>        return true;</a:t>
            </a:r>
          </a:p>
          <a:p>
            <a:br>
              <a:rPr lang="en-US" dirty="0"/>
            </a:br>
            <a:endParaRPr lang="en-US" dirty="0"/>
          </a:p>
          <a:p>
            <a:pPr algn="ctr"/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738F5C-094F-D8D3-3DFC-0A2EECACABA3}"/>
              </a:ext>
            </a:extLst>
          </p:cNvPr>
          <p:cNvSpPr txBox="1"/>
          <p:nvPr/>
        </p:nvSpPr>
        <p:spPr>
          <a:xfrm>
            <a:off x="11280908" y="-477055"/>
            <a:ext cx="31135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BASE CASE</a:t>
            </a:r>
          </a:p>
          <a:p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1C67F4-84E1-C118-B69C-626B0AC88D8E}"/>
              </a:ext>
            </a:extLst>
          </p:cNvPr>
          <p:cNvSpPr txBox="1"/>
          <p:nvPr/>
        </p:nvSpPr>
        <p:spPr>
          <a:xfrm>
            <a:off x="8008716" y="-364890"/>
            <a:ext cx="19277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4"/>
                </a:solidFill>
              </a:rPr>
              <a:t>Key = 9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98A23B-F113-8A7A-AAB8-F77AA29613FB}"/>
              </a:ext>
            </a:extLst>
          </p:cNvPr>
          <p:cNvCxnSpPr>
            <a:cxnSpLocks/>
          </p:cNvCxnSpPr>
          <p:nvPr/>
        </p:nvCxnSpPr>
        <p:spPr>
          <a:xfrm>
            <a:off x="-1388962" y="-106680"/>
            <a:ext cx="5687799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7CA872-52A5-BC9F-9054-B90C5E8C39D8}"/>
              </a:ext>
            </a:extLst>
          </p:cNvPr>
          <p:cNvCxnSpPr>
            <a:cxnSpLocks/>
          </p:cNvCxnSpPr>
          <p:nvPr/>
        </p:nvCxnSpPr>
        <p:spPr>
          <a:xfrm>
            <a:off x="-1388962" y="-101148"/>
            <a:ext cx="0" cy="1097911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916A6B5-7983-FF22-6EFD-9A4A47588B32}"/>
              </a:ext>
            </a:extLst>
          </p:cNvPr>
          <p:cNvCxnSpPr/>
          <p:nvPr/>
        </p:nvCxnSpPr>
        <p:spPr>
          <a:xfrm>
            <a:off x="-1388962" y="996763"/>
            <a:ext cx="1053296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2A470E8-3B5A-D933-235C-D7CE07AFC419}"/>
              </a:ext>
            </a:extLst>
          </p:cNvPr>
          <p:cNvSpPr/>
          <p:nvPr/>
        </p:nvSpPr>
        <p:spPr>
          <a:xfrm>
            <a:off x="-176293" y="711510"/>
            <a:ext cx="2396346" cy="57050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800" b="1" dirty="0"/>
              <a:t>3    5    2   9    7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29C0CB-EE0A-1E7C-A775-6D388E37C008}"/>
              </a:ext>
            </a:extLst>
          </p:cNvPr>
          <p:cNvSpPr txBox="1"/>
          <p:nvPr/>
        </p:nvSpPr>
        <p:spPr>
          <a:xfrm>
            <a:off x="-335666" y="270496"/>
            <a:ext cx="2555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 0        1        2      3        4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70B547-0004-7433-A8D7-18BFC56D772D}"/>
              </a:ext>
            </a:extLst>
          </p:cNvPr>
          <p:cNvSpPr txBox="1"/>
          <p:nvPr/>
        </p:nvSpPr>
        <p:spPr>
          <a:xfrm>
            <a:off x="2379426" y="844280"/>
            <a:ext cx="2045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2"/>
                </a:solidFill>
              </a:rPr>
              <a:t>3  ==  9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3F095BF-9591-F940-FF82-9CDA6328FB27}"/>
              </a:ext>
            </a:extLst>
          </p:cNvPr>
          <p:cNvCxnSpPr/>
          <p:nvPr/>
        </p:nvCxnSpPr>
        <p:spPr>
          <a:xfrm>
            <a:off x="2054578" y="1388533"/>
            <a:ext cx="0" cy="293511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B3603F5-F67B-CE08-C16D-BEC685874CBD}"/>
              </a:ext>
            </a:extLst>
          </p:cNvPr>
          <p:cNvCxnSpPr>
            <a:cxnSpLocks/>
          </p:cNvCxnSpPr>
          <p:nvPr/>
        </p:nvCxnSpPr>
        <p:spPr>
          <a:xfrm flipH="1">
            <a:off x="2054578" y="1676399"/>
            <a:ext cx="1399822" cy="0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F9A72B0-070E-4806-5D2E-B744010C4953}"/>
              </a:ext>
            </a:extLst>
          </p:cNvPr>
          <p:cNvSpPr/>
          <p:nvPr/>
        </p:nvSpPr>
        <p:spPr>
          <a:xfrm>
            <a:off x="3576310" y="1418064"/>
            <a:ext cx="2045489" cy="369332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(</a:t>
            </a:r>
            <a:r>
              <a:rPr lang="en-US" b="1" dirty="0" err="1"/>
              <a:t>arr</a:t>
            </a:r>
            <a:r>
              <a:rPr lang="en-US" b="1" dirty="0"/>
              <a:t> + 1, n - 1, key)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2E803AB-07DB-1A20-757D-7CEF3375507A}"/>
              </a:ext>
            </a:extLst>
          </p:cNvPr>
          <p:cNvCxnSpPr>
            <a:cxnSpLocks/>
          </p:cNvCxnSpPr>
          <p:nvPr/>
        </p:nvCxnSpPr>
        <p:spPr>
          <a:xfrm>
            <a:off x="936978" y="1388533"/>
            <a:ext cx="0" cy="398863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CA1E558-2C35-1B04-9AFC-8716901AB0D2}"/>
              </a:ext>
            </a:extLst>
          </p:cNvPr>
          <p:cNvSpPr txBox="1"/>
          <p:nvPr/>
        </p:nvSpPr>
        <p:spPr>
          <a:xfrm>
            <a:off x="-155044" y="1856380"/>
            <a:ext cx="2555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 0        1        2      3 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9E85804-5943-DBE5-E45D-84943AB6FF31}"/>
              </a:ext>
            </a:extLst>
          </p:cNvPr>
          <p:cNvSpPr/>
          <p:nvPr/>
        </p:nvSpPr>
        <p:spPr>
          <a:xfrm>
            <a:off x="-195056" y="2250183"/>
            <a:ext cx="2396346" cy="57050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800" b="1" dirty="0"/>
              <a:t>   5    2   9    7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36E8C4-4860-50E1-A50D-522C383042B2}"/>
              </a:ext>
            </a:extLst>
          </p:cNvPr>
          <p:cNvSpPr txBox="1"/>
          <p:nvPr/>
        </p:nvSpPr>
        <p:spPr>
          <a:xfrm>
            <a:off x="2379425" y="2400048"/>
            <a:ext cx="2045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2"/>
                </a:solidFill>
              </a:rPr>
              <a:t>5  ==  9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FF30A19-EFE9-0917-C242-CEF4881FEA54}"/>
              </a:ext>
            </a:extLst>
          </p:cNvPr>
          <p:cNvCxnSpPr/>
          <p:nvPr/>
        </p:nvCxnSpPr>
        <p:spPr>
          <a:xfrm>
            <a:off x="2139245" y="2916078"/>
            <a:ext cx="0" cy="293511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10AB2AE-1124-9BF1-CB2D-668AB1B57A61}"/>
              </a:ext>
            </a:extLst>
          </p:cNvPr>
          <p:cNvCxnSpPr>
            <a:cxnSpLocks/>
          </p:cNvCxnSpPr>
          <p:nvPr/>
        </p:nvCxnSpPr>
        <p:spPr>
          <a:xfrm flipH="1">
            <a:off x="2139245" y="3203944"/>
            <a:ext cx="1399822" cy="0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376A069-7843-D7C2-2AD2-7DCBD95D8145}"/>
              </a:ext>
            </a:extLst>
          </p:cNvPr>
          <p:cNvSpPr/>
          <p:nvPr/>
        </p:nvSpPr>
        <p:spPr>
          <a:xfrm>
            <a:off x="3660977" y="2945609"/>
            <a:ext cx="2045489" cy="369332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(</a:t>
            </a:r>
            <a:r>
              <a:rPr lang="en-US" b="1" dirty="0" err="1"/>
              <a:t>arr</a:t>
            </a:r>
            <a:r>
              <a:rPr lang="en-US" b="1" dirty="0"/>
              <a:t> + 1, n - 1, key)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EEB19EB-0764-2F7B-E542-ED6E2A3DFFB4}"/>
              </a:ext>
            </a:extLst>
          </p:cNvPr>
          <p:cNvCxnSpPr>
            <a:cxnSpLocks/>
          </p:cNvCxnSpPr>
          <p:nvPr/>
        </p:nvCxnSpPr>
        <p:spPr>
          <a:xfrm>
            <a:off x="942623" y="2916078"/>
            <a:ext cx="0" cy="398863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2E00186-9448-8300-0568-6EF495886BC5}"/>
              </a:ext>
            </a:extLst>
          </p:cNvPr>
          <p:cNvSpPr txBox="1"/>
          <p:nvPr/>
        </p:nvSpPr>
        <p:spPr>
          <a:xfrm>
            <a:off x="177078" y="3362999"/>
            <a:ext cx="2555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 0        1        2 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F7919D9-AA93-6746-038C-2C7890ADDE17}"/>
              </a:ext>
            </a:extLst>
          </p:cNvPr>
          <p:cNvSpPr/>
          <p:nvPr/>
        </p:nvSpPr>
        <p:spPr>
          <a:xfrm>
            <a:off x="-176293" y="3698195"/>
            <a:ext cx="2396346" cy="57050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800" b="1" dirty="0"/>
              <a:t>       2   9    7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EDDACD4-8092-359A-17B0-059A51F524CC}"/>
              </a:ext>
            </a:extLst>
          </p:cNvPr>
          <p:cNvSpPr txBox="1"/>
          <p:nvPr/>
        </p:nvSpPr>
        <p:spPr>
          <a:xfrm>
            <a:off x="2379424" y="3885741"/>
            <a:ext cx="2045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2"/>
                </a:solidFill>
              </a:rPr>
              <a:t>2  ==  9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38E1856-59C9-AED5-3852-1E0A5DEFD772}"/>
              </a:ext>
            </a:extLst>
          </p:cNvPr>
          <p:cNvCxnSpPr/>
          <p:nvPr/>
        </p:nvCxnSpPr>
        <p:spPr>
          <a:xfrm>
            <a:off x="2139245" y="4378952"/>
            <a:ext cx="0" cy="293511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860A3BF-7249-7B0C-1A03-223805B40756}"/>
              </a:ext>
            </a:extLst>
          </p:cNvPr>
          <p:cNvCxnSpPr>
            <a:cxnSpLocks/>
          </p:cNvCxnSpPr>
          <p:nvPr/>
        </p:nvCxnSpPr>
        <p:spPr>
          <a:xfrm flipH="1">
            <a:off x="2139245" y="4666818"/>
            <a:ext cx="1399822" cy="0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B1C07044-6A3C-7ABE-7A6C-6A99547BFBBA}"/>
              </a:ext>
            </a:extLst>
          </p:cNvPr>
          <p:cNvSpPr/>
          <p:nvPr/>
        </p:nvSpPr>
        <p:spPr>
          <a:xfrm>
            <a:off x="3660977" y="4408483"/>
            <a:ext cx="2045489" cy="369332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(</a:t>
            </a:r>
            <a:r>
              <a:rPr lang="en-US" b="1" dirty="0" err="1"/>
              <a:t>arr</a:t>
            </a:r>
            <a:r>
              <a:rPr lang="en-US" b="1" dirty="0"/>
              <a:t> + 1, n - 1, key)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91A17C4-7A32-38DA-8289-705A0CD2C239}"/>
              </a:ext>
            </a:extLst>
          </p:cNvPr>
          <p:cNvCxnSpPr>
            <a:cxnSpLocks/>
          </p:cNvCxnSpPr>
          <p:nvPr/>
        </p:nvCxnSpPr>
        <p:spPr>
          <a:xfrm>
            <a:off x="936979" y="4378952"/>
            <a:ext cx="0" cy="398863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8D66349-BA11-A6E3-2700-2696ED9EA65A}"/>
              </a:ext>
            </a:extLst>
          </p:cNvPr>
          <p:cNvSpPr txBox="1"/>
          <p:nvPr/>
        </p:nvSpPr>
        <p:spPr>
          <a:xfrm>
            <a:off x="385922" y="4848692"/>
            <a:ext cx="2555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    0        1  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6765BA0-2AD0-DA88-E1AE-0254D0AD00AE}"/>
              </a:ext>
            </a:extLst>
          </p:cNvPr>
          <p:cNvSpPr/>
          <p:nvPr/>
        </p:nvSpPr>
        <p:spPr>
          <a:xfrm>
            <a:off x="-195056" y="5218024"/>
            <a:ext cx="2396346" cy="57050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800" b="1" dirty="0"/>
              <a:t>          9    7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A69324D-A43F-0C82-A8F0-DEB2BF93F62E}"/>
              </a:ext>
            </a:extLst>
          </p:cNvPr>
          <p:cNvSpPr txBox="1"/>
          <p:nvPr/>
        </p:nvSpPr>
        <p:spPr>
          <a:xfrm>
            <a:off x="2379423" y="5348615"/>
            <a:ext cx="2045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6"/>
                </a:solidFill>
              </a:rPr>
              <a:t>9  ==  9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D3690470-DC16-9946-A59D-7C9B7488C1C9}"/>
              </a:ext>
            </a:extLst>
          </p:cNvPr>
          <p:cNvSpPr/>
          <p:nvPr/>
        </p:nvSpPr>
        <p:spPr>
          <a:xfrm>
            <a:off x="-155044" y="6167346"/>
            <a:ext cx="2649888" cy="74755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Return true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933F2A8-8B4D-4EA7-BE77-A7D21502860C}"/>
              </a:ext>
            </a:extLst>
          </p:cNvPr>
          <p:cNvSpPr/>
          <p:nvPr/>
        </p:nvSpPr>
        <p:spPr>
          <a:xfrm>
            <a:off x="5569868" y="5644553"/>
            <a:ext cx="4819279" cy="57050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 err="1"/>
              <a:t>OutPut</a:t>
            </a:r>
            <a:r>
              <a:rPr lang="en-US" sz="3200" b="1" dirty="0"/>
              <a:t> : </a:t>
            </a:r>
            <a:r>
              <a:rPr lang="en-IN" sz="3200" b="1" dirty="0">
                <a:solidFill>
                  <a:schemeClr val="accent6"/>
                </a:solidFill>
              </a:rPr>
              <a:t>Element found</a:t>
            </a:r>
          </a:p>
          <a:p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937326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1277</Words>
  <Application>Microsoft Office PowerPoint</Application>
  <PresentationFormat>Widescreen</PresentationFormat>
  <Paragraphs>307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Bahnschrift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UBAID QURESHI</dc:creator>
  <cp:lastModifiedBy>UBAID QURESHI</cp:lastModifiedBy>
  <cp:revision>2</cp:revision>
  <dcterms:created xsi:type="dcterms:W3CDTF">2025-11-06T09:11:17Z</dcterms:created>
  <dcterms:modified xsi:type="dcterms:W3CDTF">2025-11-06T15:50:44Z</dcterms:modified>
</cp:coreProperties>
</file>