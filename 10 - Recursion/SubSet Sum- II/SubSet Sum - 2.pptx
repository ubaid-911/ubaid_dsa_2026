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29" r:id="rId3"/>
    <p:sldId id="298" r:id="rId4"/>
    <p:sldId id="330" r:id="rId5"/>
    <p:sldId id="331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2" r:id="rId14"/>
    <p:sldId id="34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53335-A99D-48F7-B048-116A6FA6F7FE}" v="56" dt="2025-10-22T13:11:36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custSel addSld delSld modSld sldOrd">
      <pc:chgData name="UBAID QURESHI" userId="dd4ae95d8f7c04fe" providerId="LiveId" clId="{AF920071-46B6-4E4C-A6D8-3E93B456AF12}" dt="2025-10-22T13:12:05.654" v="292" actId="1076"/>
      <pc:docMkLst>
        <pc:docMk/>
      </pc:docMkLst>
      <pc:sldChg chg="del">
        <pc:chgData name="UBAID QURESHI" userId="dd4ae95d8f7c04fe" providerId="LiveId" clId="{AF920071-46B6-4E4C-A6D8-3E93B456AF12}" dt="2025-10-22T13:07:50.304" v="251" actId="47"/>
        <pc:sldMkLst>
          <pc:docMk/>
          <pc:sldMk cId="693417468" sldId="256"/>
        </pc:sldMkLst>
      </pc:sldChg>
      <pc:sldChg chg="addSp delSp modSp mod ord">
        <pc:chgData name="UBAID QURESHI" userId="dd4ae95d8f7c04fe" providerId="LiveId" clId="{AF920071-46B6-4E4C-A6D8-3E93B456AF12}" dt="2025-10-22T12:25:00.657" v="35" actId="1076"/>
        <pc:sldMkLst>
          <pc:docMk/>
          <pc:sldMk cId="1774394369" sldId="298"/>
        </pc:sldMkLst>
        <pc:spChg chg="mod">
          <ac:chgData name="UBAID QURESHI" userId="dd4ae95d8f7c04fe" providerId="LiveId" clId="{AF920071-46B6-4E4C-A6D8-3E93B456AF12}" dt="2025-10-22T12:23:22.514" v="18" actId="20577"/>
          <ac:spMkLst>
            <pc:docMk/>
            <pc:sldMk cId="1774394369" sldId="298"/>
            <ac:spMk id="6" creationId="{36E5AAB8-052E-1724-3C78-56E48CE7F1FE}"/>
          </ac:spMkLst>
        </pc:spChg>
        <pc:spChg chg="add mod">
          <ac:chgData name="UBAID QURESHI" userId="dd4ae95d8f7c04fe" providerId="LiveId" clId="{AF920071-46B6-4E4C-A6D8-3E93B456AF12}" dt="2025-10-22T12:25:00.657" v="35" actId="1076"/>
          <ac:spMkLst>
            <pc:docMk/>
            <pc:sldMk cId="1774394369" sldId="298"/>
            <ac:spMk id="8" creationId="{6CEFB7D0-67C9-C7F7-0F59-5E5FF8E9E811}"/>
          </ac:spMkLst>
        </pc:spChg>
        <pc:spChg chg="del">
          <ac:chgData name="UBAID QURESHI" userId="dd4ae95d8f7c04fe" providerId="LiveId" clId="{AF920071-46B6-4E4C-A6D8-3E93B456AF12}" dt="2025-10-22T12:23:26.845" v="19" actId="478"/>
          <ac:spMkLst>
            <pc:docMk/>
            <pc:sldMk cId="1774394369" sldId="298"/>
            <ac:spMk id="10" creationId="{56DF770C-8B41-8EE3-8600-99E81C5078E9}"/>
          </ac:spMkLst>
        </pc:spChg>
        <pc:cxnChg chg="add mod">
          <ac:chgData name="UBAID QURESHI" userId="dd4ae95d8f7c04fe" providerId="LiveId" clId="{AF920071-46B6-4E4C-A6D8-3E93B456AF12}" dt="2025-10-22T12:24:08.260" v="25" actId="14100"/>
          <ac:cxnSpMkLst>
            <pc:docMk/>
            <pc:sldMk cId="1774394369" sldId="298"/>
            <ac:cxnSpMk id="2" creationId="{90E5D0F6-B5B7-8247-DA91-549CB72E37A6}"/>
          </ac:cxnSpMkLst>
        </pc:cxnChg>
      </pc:sldChg>
      <pc:sldChg chg="del">
        <pc:chgData name="UBAID QURESHI" userId="dd4ae95d8f7c04fe" providerId="LiveId" clId="{AF920071-46B6-4E4C-A6D8-3E93B456AF12}" dt="2025-10-22T12:25:12.611" v="37" actId="47"/>
        <pc:sldMkLst>
          <pc:docMk/>
          <pc:sldMk cId="675853252" sldId="312"/>
        </pc:sldMkLst>
      </pc:sldChg>
      <pc:sldChg chg="del">
        <pc:chgData name="UBAID QURESHI" userId="dd4ae95d8f7c04fe" providerId="LiveId" clId="{AF920071-46B6-4E4C-A6D8-3E93B456AF12}" dt="2025-10-22T12:26:49.983" v="68" actId="47"/>
        <pc:sldMkLst>
          <pc:docMk/>
          <pc:sldMk cId="948231466" sldId="313"/>
        </pc:sldMkLst>
      </pc:sldChg>
      <pc:sldChg chg="del">
        <pc:chgData name="UBAID QURESHI" userId="dd4ae95d8f7c04fe" providerId="LiveId" clId="{AF920071-46B6-4E4C-A6D8-3E93B456AF12}" dt="2025-10-22T12:26:48.818" v="67" actId="47"/>
        <pc:sldMkLst>
          <pc:docMk/>
          <pc:sldMk cId="3246198715" sldId="314"/>
        </pc:sldMkLst>
      </pc:sldChg>
      <pc:sldChg chg="del">
        <pc:chgData name="UBAID QURESHI" userId="dd4ae95d8f7c04fe" providerId="LiveId" clId="{AF920071-46B6-4E4C-A6D8-3E93B456AF12}" dt="2025-10-22T12:26:47.284" v="66" actId="47"/>
        <pc:sldMkLst>
          <pc:docMk/>
          <pc:sldMk cId="3573833305" sldId="315"/>
        </pc:sldMkLst>
      </pc:sldChg>
      <pc:sldChg chg="del">
        <pc:chgData name="UBAID QURESHI" userId="dd4ae95d8f7c04fe" providerId="LiveId" clId="{AF920071-46B6-4E4C-A6D8-3E93B456AF12}" dt="2025-10-22T12:26:46.613" v="65" actId="47"/>
        <pc:sldMkLst>
          <pc:docMk/>
          <pc:sldMk cId="1417015531" sldId="316"/>
        </pc:sldMkLst>
      </pc:sldChg>
      <pc:sldChg chg="del">
        <pc:chgData name="UBAID QURESHI" userId="dd4ae95d8f7c04fe" providerId="LiveId" clId="{AF920071-46B6-4E4C-A6D8-3E93B456AF12}" dt="2025-10-22T12:26:45.843" v="64" actId="47"/>
        <pc:sldMkLst>
          <pc:docMk/>
          <pc:sldMk cId="1417843471" sldId="317"/>
        </pc:sldMkLst>
      </pc:sldChg>
      <pc:sldChg chg="del">
        <pc:chgData name="UBAID QURESHI" userId="dd4ae95d8f7c04fe" providerId="LiveId" clId="{AF920071-46B6-4E4C-A6D8-3E93B456AF12}" dt="2025-10-22T12:26:45.667" v="63" actId="47"/>
        <pc:sldMkLst>
          <pc:docMk/>
          <pc:sldMk cId="2036848705" sldId="318"/>
        </pc:sldMkLst>
      </pc:sldChg>
      <pc:sldChg chg="del">
        <pc:chgData name="UBAID QURESHI" userId="dd4ae95d8f7c04fe" providerId="LiveId" clId="{AF920071-46B6-4E4C-A6D8-3E93B456AF12}" dt="2025-10-22T12:26:45.478" v="62" actId="47"/>
        <pc:sldMkLst>
          <pc:docMk/>
          <pc:sldMk cId="2393205765" sldId="319"/>
        </pc:sldMkLst>
      </pc:sldChg>
      <pc:sldChg chg="del">
        <pc:chgData name="UBAID QURESHI" userId="dd4ae95d8f7c04fe" providerId="LiveId" clId="{AF920071-46B6-4E4C-A6D8-3E93B456AF12}" dt="2025-10-22T12:26:44.754" v="61" actId="47"/>
        <pc:sldMkLst>
          <pc:docMk/>
          <pc:sldMk cId="2487894371" sldId="320"/>
        </pc:sldMkLst>
      </pc:sldChg>
      <pc:sldChg chg="del">
        <pc:chgData name="UBAID QURESHI" userId="dd4ae95d8f7c04fe" providerId="LiveId" clId="{AF920071-46B6-4E4C-A6D8-3E93B456AF12}" dt="2025-10-22T12:26:44.561" v="60" actId="47"/>
        <pc:sldMkLst>
          <pc:docMk/>
          <pc:sldMk cId="2079666124" sldId="321"/>
        </pc:sldMkLst>
      </pc:sldChg>
      <pc:sldChg chg="del">
        <pc:chgData name="UBAID QURESHI" userId="dd4ae95d8f7c04fe" providerId="LiveId" clId="{AF920071-46B6-4E4C-A6D8-3E93B456AF12}" dt="2025-10-22T12:26:44.360" v="59" actId="47"/>
        <pc:sldMkLst>
          <pc:docMk/>
          <pc:sldMk cId="1417679124" sldId="322"/>
        </pc:sldMkLst>
      </pc:sldChg>
      <pc:sldChg chg="del">
        <pc:chgData name="UBAID QURESHI" userId="dd4ae95d8f7c04fe" providerId="LiveId" clId="{AF920071-46B6-4E4C-A6D8-3E93B456AF12}" dt="2025-10-22T12:26:44.153" v="58" actId="47"/>
        <pc:sldMkLst>
          <pc:docMk/>
          <pc:sldMk cId="2102362882" sldId="323"/>
        </pc:sldMkLst>
      </pc:sldChg>
      <pc:sldChg chg="del">
        <pc:chgData name="UBAID QURESHI" userId="dd4ae95d8f7c04fe" providerId="LiveId" clId="{AF920071-46B6-4E4C-A6D8-3E93B456AF12}" dt="2025-10-22T12:26:43.962" v="57" actId="47"/>
        <pc:sldMkLst>
          <pc:docMk/>
          <pc:sldMk cId="1601815946" sldId="324"/>
        </pc:sldMkLst>
      </pc:sldChg>
      <pc:sldChg chg="del">
        <pc:chgData name="UBAID QURESHI" userId="dd4ae95d8f7c04fe" providerId="LiveId" clId="{AF920071-46B6-4E4C-A6D8-3E93B456AF12}" dt="2025-10-22T12:26:43.756" v="56" actId="47"/>
        <pc:sldMkLst>
          <pc:docMk/>
          <pc:sldMk cId="2758215672" sldId="325"/>
        </pc:sldMkLst>
      </pc:sldChg>
      <pc:sldChg chg="del">
        <pc:chgData name="UBAID QURESHI" userId="dd4ae95d8f7c04fe" providerId="LiveId" clId="{AF920071-46B6-4E4C-A6D8-3E93B456AF12}" dt="2025-10-22T12:26:43.006" v="54" actId="47"/>
        <pc:sldMkLst>
          <pc:docMk/>
          <pc:sldMk cId="425495196" sldId="326"/>
        </pc:sldMkLst>
      </pc:sldChg>
      <pc:sldChg chg="del">
        <pc:chgData name="UBAID QURESHI" userId="dd4ae95d8f7c04fe" providerId="LiveId" clId="{AF920071-46B6-4E4C-A6D8-3E93B456AF12}" dt="2025-10-22T12:26:43.507" v="55" actId="47"/>
        <pc:sldMkLst>
          <pc:docMk/>
          <pc:sldMk cId="981656521" sldId="327"/>
        </pc:sldMkLst>
      </pc:sldChg>
      <pc:sldChg chg="modSp mod">
        <pc:chgData name="UBAID QURESHI" userId="dd4ae95d8f7c04fe" providerId="LiveId" clId="{AF920071-46B6-4E4C-A6D8-3E93B456AF12}" dt="2025-10-22T12:23:00.209" v="12" actId="1076"/>
        <pc:sldMkLst>
          <pc:docMk/>
          <pc:sldMk cId="808775671" sldId="328"/>
        </pc:sldMkLst>
        <pc:spChg chg="mod">
          <ac:chgData name="UBAID QURESHI" userId="dd4ae95d8f7c04fe" providerId="LiveId" clId="{AF920071-46B6-4E4C-A6D8-3E93B456AF12}" dt="2025-10-22T12:23:00.209" v="12" actId="1076"/>
          <ac:spMkLst>
            <pc:docMk/>
            <pc:sldMk cId="808775671" sldId="328"/>
            <ac:spMk id="2" creationId="{A5F6874E-17A3-9FFE-E2F1-E79510436EEA}"/>
          </ac:spMkLst>
        </pc:spChg>
      </pc:sldChg>
      <pc:sldChg chg="add">
        <pc:chgData name="UBAID QURESHI" userId="dd4ae95d8f7c04fe" providerId="LiveId" clId="{AF920071-46B6-4E4C-A6D8-3E93B456AF12}" dt="2025-10-22T12:23:33.460" v="20"/>
        <pc:sldMkLst>
          <pc:docMk/>
          <pc:sldMk cId="4056609644" sldId="329"/>
        </pc:sldMkLst>
      </pc:sldChg>
      <pc:sldChg chg="addSp delSp modSp add mod">
        <pc:chgData name="UBAID QURESHI" userId="dd4ae95d8f7c04fe" providerId="LiveId" clId="{AF920071-46B6-4E4C-A6D8-3E93B456AF12}" dt="2025-10-22T12:26:29.278" v="51" actId="1076"/>
        <pc:sldMkLst>
          <pc:docMk/>
          <pc:sldMk cId="661084391" sldId="330"/>
        </pc:sldMkLst>
        <pc:spChg chg="add mod">
          <ac:chgData name="UBAID QURESHI" userId="dd4ae95d8f7c04fe" providerId="LiveId" clId="{AF920071-46B6-4E4C-A6D8-3E93B456AF12}" dt="2025-10-22T12:26:29.278" v="51" actId="1076"/>
          <ac:spMkLst>
            <pc:docMk/>
            <pc:sldMk cId="661084391" sldId="330"/>
            <ac:spMk id="7" creationId="{8D339834-927F-BCD7-C7CF-80EA5C44E868}"/>
          </ac:spMkLst>
        </pc:spChg>
        <pc:cxnChg chg="add mod">
          <ac:chgData name="UBAID QURESHI" userId="dd4ae95d8f7c04fe" providerId="LiveId" clId="{AF920071-46B6-4E4C-A6D8-3E93B456AF12}" dt="2025-10-22T12:25:33.463" v="40" actId="14100"/>
          <ac:cxnSpMkLst>
            <pc:docMk/>
            <pc:sldMk cId="661084391" sldId="330"/>
            <ac:cxnSpMk id="3" creationId="{AE4AAD76-4881-0C85-9A46-5407D14EEA90}"/>
          </ac:cxnSpMkLst>
        </pc:cxnChg>
        <pc:cxnChg chg="add del mod">
          <ac:chgData name="UBAID QURESHI" userId="dd4ae95d8f7c04fe" providerId="LiveId" clId="{AF920071-46B6-4E4C-A6D8-3E93B456AF12}" dt="2025-10-22T12:26:18.602" v="49" actId="478"/>
          <ac:cxnSpMkLst>
            <pc:docMk/>
            <pc:sldMk cId="661084391" sldId="330"/>
            <ac:cxnSpMk id="9" creationId="{78B06CDC-1489-2AC6-E36E-0394820AD660}"/>
          </ac:cxnSpMkLst>
        </pc:cxnChg>
      </pc:sldChg>
      <pc:sldChg chg="addSp modSp add mod">
        <pc:chgData name="UBAID QURESHI" userId="dd4ae95d8f7c04fe" providerId="LiveId" clId="{AF920071-46B6-4E4C-A6D8-3E93B456AF12}" dt="2025-10-22T12:27:54.975" v="78" actId="207"/>
        <pc:sldMkLst>
          <pc:docMk/>
          <pc:sldMk cId="2479702379" sldId="331"/>
        </pc:sldMkLst>
        <pc:spChg chg="add mod">
          <ac:chgData name="UBAID QURESHI" userId="dd4ae95d8f7c04fe" providerId="LiveId" clId="{AF920071-46B6-4E4C-A6D8-3E93B456AF12}" dt="2025-10-22T12:27:54.975" v="78" actId="207"/>
          <ac:spMkLst>
            <pc:docMk/>
            <pc:sldMk cId="2479702379" sldId="331"/>
            <ac:spMk id="9" creationId="{BC77047E-445B-C149-C4F5-BF83139B75F1}"/>
          </ac:spMkLst>
        </pc:spChg>
        <pc:cxnChg chg="add mod">
          <ac:chgData name="UBAID QURESHI" userId="dd4ae95d8f7c04fe" providerId="LiveId" clId="{AF920071-46B6-4E4C-A6D8-3E93B456AF12}" dt="2025-10-22T12:27:03.555" v="70" actId="1076"/>
          <ac:cxnSpMkLst>
            <pc:docMk/>
            <pc:sldMk cId="2479702379" sldId="331"/>
            <ac:cxnSpMk id="4" creationId="{C0C7105F-EB2C-2B9A-F1BE-8F09573268FC}"/>
          </ac:cxnSpMkLst>
        </pc:cxnChg>
      </pc:sldChg>
      <pc:sldChg chg="add del">
        <pc:chgData name="UBAID QURESHI" userId="dd4ae95d8f7c04fe" providerId="LiveId" clId="{AF920071-46B6-4E4C-A6D8-3E93B456AF12}" dt="2025-10-22T12:26:31.552" v="52" actId="47"/>
        <pc:sldMkLst>
          <pc:docMk/>
          <pc:sldMk cId="3682509058" sldId="331"/>
        </pc:sldMkLst>
      </pc:sldChg>
      <pc:sldChg chg="addSp modSp add del mod">
        <pc:chgData name="UBAID QURESHI" userId="dd4ae95d8f7c04fe" providerId="LiveId" clId="{AF920071-46B6-4E4C-A6D8-3E93B456AF12}" dt="2025-10-22T12:31:29.644" v="118" actId="47"/>
        <pc:sldMkLst>
          <pc:docMk/>
          <pc:sldMk cId="1310399471" sldId="332"/>
        </pc:sldMkLst>
        <pc:spChg chg="add mod">
          <ac:chgData name="UBAID QURESHI" userId="dd4ae95d8f7c04fe" providerId="LiveId" clId="{AF920071-46B6-4E4C-A6D8-3E93B456AF12}" dt="2025-10-22T12:29:41.097" v="100" actId="207"/>
          <ac:spMkLst>
            <pc:docMk/>
            <pc:sldMk cId="1310399471" sldId="332"/>
            <ac:spMk id="19" creationId="{7C2F4D30-4D44-6137-05A3-B224C00E2592}"/>
          </ac:spMkLst>
        </pc:spChg>
        <pc:cxnChg chg="add mod">
          <ac:chgData name="UBAID QURESHI" userId="dd4ae95d8f7c04fe" providerId="LiveId" clId="{AF920071-46B6-4E4C-A6D8-3E93B456AF12}" dt="2025-10-22T12:28:34.176" v="85" actId="208"/>
          <ac:cxnSpMkLst>
            <pc:docMk/>
            <pc:sldMk cId="1310399471" sldId="332"/>
            <ac:cxnSpMk id="10" creationId="{47A43795-E938-0E7D-DA92-6F5AF710E3D5}"/>
          </ac:cxnSpMkLst>
        </pc:cxnChg>
        <pc:cxnChg chg="add mod">
          <ac:chgData name="UBAID QURESHI" userId="dd4ae95d8f7c04fe" providerId="LiveId" clId="{AF920071-46B6-4E4C-A6D8-3E93B456AF12}" dt="2025-10-22T12:29:12.894" v="95" actId="14100"/>
          <ac:cxnSpMkLst>
            <pc:docMk/>
            <pc:sldMk cId="1310399471" sldId="332"/>
            <ac:cxnSpMk id="14" creationId="{C86328EA-AE5C-08E0-32D8-0747DBF85163}"/>
          </ac:cxnSpMkLst>
        </pc:cxnChg>
        <pc:cxnChg chg="add mod">
          <ac:chgData name="UBAID QURESHI" userId="dd4ae95d8f7c04fe" providerId="LiveId" clId="{AF920071-46B6-4E4C-A6D8-3E93B456AF12}" dt="2025-10-22T12:29:15.312" v="96" actId="1076"/>
          <ac:cxnSpMkLst>
            <pc:docMk/>
            <pc:sldMk cId="1310399471" sldId="332"/>
            <ac:cxnSpMk id="16" creationId="{86E45B42-112C-D9BE-5DCF-4F22E6A77787}"/>
          </ac:cxnSpMkLst>
        </pc:cxnChg>
      </pc:sldChg>
      <pc:sldChg chg="addSp modSp add del mod">
        <pc:chgData name="UBAID QURESHI" userId="dd4ae95d8f7c04fe" providerId="LiveId" clId="{AF920071-46B6-4E4C-A6D8-3E93B456AF12}" dt="2025-10-22T12:31:36.530" v="119" actId="47"/>
        <pc:sldMkLst>
          <pc:docMk/>
          <pc:sldMk cId="4197140529" sldId="333"/>
        </pc:sldMkLst>
        <pc:spChg chg="add mod">
          <ac:chgData name="UBAID QURESHI" userId="dd4ae95d8f7c04fe" providerId="LiveId" clId="{AF920071-46B6-4E4C-A6D8-3E93B456AF12}" dt="2025-10-22T12:31:16.029" v="116" actId="20577"/>
          <ac:spMkLst>
            <pc:docMk/>
            <pc:sldMk cId="4197140529" sldId="333"/>
            <ac:spMk id="27" creationId="{45798C99-BC9F-0303-A254-72C87D0828F4}"/>
          </ac:spMkLst>
        </pc:spChg>
        <pc:cxnChg chg="add mod">
          <ac:chgData name="UBAID QURESHI" userId="dd4ae95d8f7c04fe" providerId="LiveId" clId="{AF920071-46B6-4E4C-A6D8-3E93B456AF12}" dt="2025-10-22T12:30:03.058" v="103" actId="1076"/>
          <ac:cxnSpMkLst>
            <pc:docMk/>
            <pc:sldMk cId="4197140529" sldId="333"/>
            <ac:cxnSpMk id="11" creationId="{9C7ED9B6-562A-A4ED-BBAA-9FA8C96EA295}"/>
          </ac:cxnSpMkLst>
        </pc:cxnChg>
        <pc:cxnChg chg="add mod">
          <ac:chgData name="UBAID QURESHI" userId="dd4ae95d8f7c04fe" providerId="LiveId" clId="{AF920071-46B6-4E4C-A6D8-3E93B456AF12}" dt="2025-10-22T12:30:51.916" v="110" actId="1076"/>
          <ac:cxnSpMkLst>
            <pc:docMk/>
            <pc:sldMk cId="4197140529" sldId="333"/>
            <ac:cxnSpMk id="12" creationId="{BAB19F53-6E5F-4037-F812-0CB534CBA819}"/>
          </ac:cxnSpMkLst>
        </pc:cxnChg>
        <pc:cxnChg chg="add mod">
          <ac:chgData name="UBAID QURESHI" userId="dd4ae95d8f7c04fe" providerId="LiveId" clId="{AF920071-46B6-4E4C-A6D8-3E93B456AF12}" dt="2025-10-22T12:31:03.435" v="112" actId="14100"/>
          <ac:cxnSpMkLst>
            <pc:docMk/>
            <pc:sldMk cId="4197140529" sldId="333"/>
            <ac:cxnSpMk id="13" creationId="{BEA7FE23-C38A-AF93-8F89-87B3AE1F5571}"/>
          </ac:cxnSpMkLst>
        </pc:cxnChg>
      </pc:sldChg>
      <pc:sldChg chg="delSp modSp add mod">
        <pc:chgData name="UBAID QURESHI" userId="dd4ae95d8f7c04fe" providerId="LiveId" clId="{AF920071-46B6-4E4C-A6D8-3E93B456AF12}" dt="2025-10-22T12:32:04.435" v="126" actId="478"/>
        <pc:sldMkLst>
          <pc:docMk/>
          <pc:sldMk cId="3364690638" sldId="334"/>
        </pc:sldMkLst>
        <pc:spChg chg="mod">
          <ac:chgData name="UBAID QURESHI" userId="dd4ae95d8f7c04fe" providerId="LiveId" clId="{AF920071-46B6-4E4C-A6D8-3E93B456AF12}" dt="2025-10-22T12:31:42.017" v="120" actId="1076"/>
          <ac:spMkLst>
            <pc:docMk/>
            <pc:sldMk cId="3364690638" sldId="334"/>
            <ac:spMk id="19" creationId="{740FADE8-2EEE-FAD9-54A9-39E503EC7366}"/>
          </ac:spMkLst>
        </pc:spChg>
        <pc:spChg chg="del">
          <ac:chgData name="UBAID QURESHI" userId="dd4ae95d8f7c04fe" providerId="LiveId" clId="{AF920071-46B6-4E4C-A6D8-3E93B456AF12}" dt="2025-10-22T12:32:00.910" v="123" actId="478"/>
          <ac:spMkLst>
            <pc:docMk/>
            <pc:sldMk cId="3364690638" sldId="334"/>
            <ac:spMk id="27" creationId="{3F9CBCBF-C4D4-6067-75B5-53C1DAF5FD8E}"/>
          </ac:spMkLst>
        </pc:spChg>
        <pc:cxnChg chg="del">
          <ac:chgData name="UBAID QURESHI" userId="dd4ae95d8f7c04fe" providerId="LiveId" clId="{AF920071-46B6-4E4C-A6D8-3E93B456AF12}" dt="2025-10-22T12:32:04.435" v="126" actId="478"/>
          <ac:cxnSpMkLst>
            <pc:docMk/>
            <pc:sldMk cId="3364690638" sldId="334"/>
            <ac:cxnSpMk id="11" creationId="{D6198435-5638-61B8-A74C-97E66613756F}"/>
          </ac:cxnSpMkLst>
        </pc:cxnChg>
        <pc:cxnChg chg="del">
          <ac:chgData name="UBAID QURESHI" userId="dd4ae95d8f7c04fe" providerId="LiveId" clId="{AF920071-46B6-4E4C-A6D8-3E93B456AF12}" dt="2025-10-22T12:32:02.990" v="125" actId="478"/>
          <ac:cxnSpMkLst>
            <pc:docMk/>
            <pc:sldMk cId="3364690638" sldId="334"/>
            <ac:cxnSpMk id="12" creationId="{00ACBA69-6343-8763-6422-6ED7B0FC9CD5}"/>
          </ac:cxnSpMkLst>
        </pc:cxnChg>
        <pc:cxnChg chg="del">
          <ac:chgData name="UBAID QURESHI" userId="dd4ae95d8f7c04fe" providerId="LiveId" clId="{AF920071-46B6-4E4C-A6D8-3E93B456AF12}" dt="2025-10-22T12:32:02.206" v="124" actId="478"/>
          <ac:cxnSpMkLst>
            <pc:docMk/>
            <pc:sldMk cId="3364690638" sldId="334"/>
            <ac:cxnSpMk id="13" creationId="{56B60D48-29AB-2B0D-7A17-DA15C4268063}"/>
          </ac:cxnSpMkLst>
        </pc:cxnChg>
        <pc:cxnChg chg="mod">
          <ac:chgData name="UBAID QURESHI" userId="dd4ae95d8f7c04fe" providerId="LiveId" clId="{AF920071-46B6-4E4C-A6D8-3E93B456AF12}" dt="2025-10-22T12:31:46.960" v="121" actId="14100"/>
          <ac:cxnSpMkLst>
            <pc:docMk/>
            <pc:sldMk cId="3364690638" sldId="334"/>
            <ac:cxnSpMk id="16" creationId="{1DC04D1C-0937-A8DD-4D12-960E9265C74B}"/>
          </ac:cxnSpMkLst>
        </pc:cxnChg>
      </pc:sldChg>
      <pc:sldChg chg="addSp delSp modSp add mod">
        <pc:chgData name="UBAID QURESHI" userId="dd4ae95d8f7c04fe" providerId="LiveId" clId="{AF920071-46B6-4E4C-A6D8-3E93B456AF12}" dt="2025-10-22T12:56:09.029" v="153" actId="478"/>
        <pc:sldMkLst>
          <pc:docMk/>
          <pc:sldMk cId="3368950019" sldId="335"/>
        </pc:sldMkLst>
        <pc:spChg chg="add del mod">
          <ac:chgData name="UBAID QURESHI" userId="dd4ae95d8f7c04fe" providerId="LiveId" clId="{AF920071-46B6-4E4C-A6D8-3E93B456AF12}" dt="2025-10-22T12:56:03.649" v="148" actId="478"/>
          <ac:spMkLst>
            <pc:docMk/>
            <pc:sldMk cId="3368950019" sldId="335"/>
            <ac:spMk id="20" creationId="{7A0B60B8-2604-0352-9675-6C52D8BBD369}"/>
          </ac:spMkLst>
        </pc:spChg>
        <pc:spChg chg="add del mod">
          <ac:chgData name="UBAID QURESHI" userId="dd4ae95d8f7c04fe" providerId="LiveId" clId="{AF920071-46B6-4E4C-A6D8-3E93B456AF12}" dt="2025-10-22T12:56:09.029" v="153" actId="478"/>
          <ac:spMkLst>
            <pc:docMk/>
            <pc:sldMk cId="3368950019" sldId="335"/>
            <ac:spMk id="24" creationId="{8181378D-B06E-37B4-BEBB-EFA9E6163E9F}"/>
          </ac:spMkLst>
        </pc:spChg>
        <pc:cxnChg chg="add del mod">
          <ac:chgData name="UBAID QURESHI" userId="dd4ae95d8f7c04fe" providerId="LiveId" clId="{AF920071-46B6-4E4C-A6D8-3E93B456AF12}" dt="2025-10-22T12:56:04.796" v="149" actId="478"/>
          <ac:cxnSpMkLst>
            <pc:docMk/>
            <pc:sldMk cId="3368950019" sldId="335"/>
            <ac:cxnSpMk id="17" creationId="{19BDDB66-7DC4-BE10-6B3B-C4B69DAAD1C5}"/>
          </ac:cxnSpMkLst>
        </pc:cxnChg>
        <pc:cxnChg chg="add del mod">
          <ac:chgData name="UBAID QURESHI" userId="dd4ae95d8f7c04fe" providerId="LiveId" clId="{AF920071-46B6-4E4C-A6D8-3E93B456AF12}" dt="2025-10-22T12:56:05.677" v="150" actId="478"/>
          <ac:cxnSpMkLst>
            <pc:docMk/>
            <pc:sldMk cId="3368950019" sldId="335"/>
            <ac:cxnSpMk id="21" creationId="{9698D2BF-73FC-0639-28D3-607B9AEA7DDB}"/>
          </ac:cxnSpMkLst>
        </pc:cxnChg>
        <pc:cxnChg chg="add del mod">
          <ac:chgData name="UBAID QURESHI" userId="dd4ae95d8f7c04fe" providerId="LiveId" clId="{AF920071-46B6-4E4C-A6D8-3E93B456AF12}" dt="2025-10-22T12:56:06.699" v="151" actId="478"/>
          <ac:cxnSpMkLst>
            <pc:docMk/>
            <pc:sldMk cId="3368950019" sldId="335"/>
            <ac:cxnSpMk id="22" creationId="{086AD8A5-C503-531F-7103-736C74BACE0C}"/>
          </ac:cxnSpMkLst>
        </pc:cxnChg>
        <pc:cxnChg chg="add del mod">
          <ac:chgData name="UBAID QURESHI" userId="dd4ae95d8f7c04fe" providerId="LiveId" clId="{AF920071-46B6-4E4C-A6D8-3E93B456AF12}" dt="2025-10-22T12:56:08.075" v="152" actId="478"/>
          <ac:cxnSpMkLst>
            <pc:docMk/>
            <pc:sldMk cId="3368950019" sldId="335"/>
            <ac:cxnSpMk id="23" creationId="{D528818B-F0E8-BBE5-771E-1E988AFACF34}"/>
          </ac:cxnSpMkLst>
        </pc:cxnChg>
      </pc:sldChg>
      <pc:sldChg chg="delSp add mod">
        <pc:chgData name="UBAID QURESHI" userId="dd4ae95d8f7c04fe" providerId="LiveId" clId="{AF920071-46B6-4E4C-A6D8-3E93B456AF12}" dt="2025-10-22T12:56:23.089" v="158" actId="478"/>
        <pc:sldMkLst>
          <pc:docMk/>
          <pc:sldMk cId="1045871034" sldId="336"/>
        </pc:sldMkLst>
        <pc:spChg chg="del">
          <ac:chgData name="UBAID QURESHI" userId="dd4ae95d8f7c04fe" providerId="LiveId" clId="{AF920071-46B6-4E4C-A6D8-3E93B456AF12}" dt="2025-10-22T12:56:23.089" v="158" actId="478"/>
          <ac:spMkLst>
            <pc:docMk/>
            <pc:sldMk cId="1045871034" sldId="336"/>
            <ac:spMk id="24" creationId="{1FD67B42-8EFF-47CF-01BD-E6A0F244B597}"/>
          </ac:spMkLst>
        </pc:spChg>
        <pc:cxnChg chg="del">
          <ac:chgData name="UBAID QURESHI" userId="dd4ae95d8f7c04fe" providerId="LiveId" clId="{AF920071-46B6-4E4C-A6D8-3E93B456AF12}" dt="2025-10-22T12:56:18.830" v="155" actId="478"/>
          <ac:cxnSpMkLst>
            <pc:docMk/>
            <pc:sldMk cId="1045871034" sldId="336"/>
            <ac:cxnSpMk id="21" creationId="{60F8E687-A237-70B8-C322-BB572CB76D99}"/>
          </ac:cxnSpMkLst>
        </pc:cxnChg>
        <pc:cxnChg chg="del">
          <ac:chgData name="UBAID QURESHI" userId="dd4ae95d8f7c04fe" providerId="LiveId" clId="{AF920071-46B6-4E4C-A6D8-3E93B456AF12}" dt="2025-10-22T12:56:20.390" v="156" actId="478"/>
          <ac:cxnSpMkLst>
            <pc:docMk/>
            <pc:sldMk cId="1045871034" sldId="336"/>
            <ac:cxnSpMk id="22" creationId="{19491973-227C-88ED-66C5-16DAA629842C}"/>
          </ac:cxnSpMkLst>
        </pc:cxnChg>
        <pc:cxnChg chg="del">
          <ac:chgData name="UBAID QURESHI" userId="dd4ae95d8f7c04fe" providerId="LiveId" clId="{AF920071-46B6-4E4C-A6D8-3E93B456AF12}" dt="2025-10-22T12:56:21.369" v="157" actId="478"/>
          <ac:cxnSpMkLst>
            <pc:docMk/>
            <pc:sldMk cId="1045871034" sldId="336"/>
            <ac:cxnSpMk id="23" creationId="{4E137417-C54C-445B-891B-648BA4E8CF4B}"/>
          </ac:cxnSpMkLst>
        </pc:cxnChg>
      </pc:sldChg>
      <pc:sldChg chg="modSp add mod">
        <pc:chgData name="UBAID QURESHI" userId="dd4ae95d8f7c04fe" providerId="LiveId" clId="{AF920071-46B6-4E4C-A6D8-3E93B456AF12}" dt="2025-10-22T12:56:41.372" v="160" actId="20577"/>
        <pc:sldMkLst>
          <pc:docMk/>
          <pc:sldMk cId="2068008745" sldId="337"/>
        </pc:sldMkLst>
        <pc:spChg chg="mod">
          <ac:chgData name="UBAID QURESHI" userId="dd4ae95d8f7c04fe" providerId="LiveId" clId="{AF920071-46B6-4E4C-A6D8-3E93B456AF12}" dt="2025-10-22T12:56:41.372" v="160" actId="20577"/>
          <ac:spMkLst>
            <pc:docMk/>
            <pc:sldMk cId="2068008745" sldId="337"/>
            <ac:spMk id="24" creationId="{8EE186D9-9011-038E-B7F0-000F2E47CB64}"/>
          </ac:spMkLst>
        </pc:spChg>
      </pc:sldChg>
      <pc:sldChg chg="addSp modSp add mod">
        <pc:chgData name="UBAID QURESHI" userId="dd4ae95d8f7c04fe" providerId="LiveId" clId="{AF920071-46B6-4E4C-A6D8-3E93B456AF12}" dt="2025-10-22T13:00:26.148" v="185" actId="1076"/>
        <pc:sldMkLst>
          <pc:docMk/>
          <pc:sldMk cId="151270067" sldId="338"/>
        </pc:sldMkLst>
        <pc:spChg chg="mod">
          <ac:chgData name="UBAID QURESHI" userId="dd4ae95d8f7c04fe" providerId="LiveId" clId="{AF920071-46B6-4E4C-A6D8-3E93B456AF12}" dt="2025-10-22T12:57:31.946" v="164" actId="207"/>
          <ac:spMkLst>
            <pc:docMk/>
            <pc:sldMk cId="151270067" sldId="338"/>
            <ac:spMk id="15" creationId="{8BB1CC83-5F6C-7D0A-2287-C94A211E792F}"/>
          </ac:spMkLst>
        </pc:spChg>
        <pc:spChg chg="add mod">
          <ac:chgData name="UBAID QURESHI" userId="dd4ae95d8f7c04fe" providerId="LiveId" clId="{AF920071-46B6-4E4C-A6D8-3E93B456AF12}" dt="2025-10-22T13:00:26.148" v="185" actId="1076"/>
          <ac:spMkLst>
            <pc:docMk/>
            <pc:sldMk cId="151270067" sldId="338"/>
            <ac:spMk id="33" creationId="{783D2B37-CC4B-A8C4-93D0-7AD540187491}"/>
          </ac:spMkLst>
        </pc:spChg>
        <pc:cxnChg chg="add mod">
          <ac:chgData name="UBAID QURESHI" userId="dd4ae95d8f7c04fe" providerId="LiveId" clId="{AF920071-46B6-4E4C-A6D8-3E93B456AF12}" dt="2025-10-22T13:00:21.102" v="184" actId="1076"/>
          <ac:cxnSpMkLst>
            <pc:docMk/>
            <pc:sldMk cId="151270067" sldId="338"/>
            <ac:cxnSpMk id="18" creationId="{6B781F9E-06FD-922E-CEE9-49E83C9398AE}"/>
          </ac:cxnSpMkLst>
        </pc:cxnChg>
      </pc:sldChg>
      <pc:sldChg chg="addSp delSp modSp add mod">
        <pc:chgData name="UBAID QURESHI" userId="dd4ae95d8f7c04fe" providerId="LiveId" clId="{AF920071-46B6-4E4C-A6D8-3E93B456AF12}" dt="2025-10-22T13:03:13.016" v="212" actId="478"/>
        <pc:sldMkLst>
          <pc:docMk/>
          <pc:sldMk cId="1595469795" sldId="339"/>
        </pc:sldMkLst>
        <pc:spChg chg="add mod">
          <ac:chgData name="UBAID QURESHI" userId="dd4ae95d8f7c04fe" providerId="LiveId" clId="{AF920071-46B6-4E4C-A6D8-3E93B456AF12}" dt="2025-10-22T13:01:58.154" v="202" actId="207"/>
          <ac:spMkLst>
            <pc:docMk/>
            <pc:sldMk cId="1595469795" sldId="339"/>
            <ac:spMk id="26" creationId="{BF67C0AF-1817-43E1-3EDF-131343689907}"/>
          </ac:spMkLst>
        </pc:spChg>
        <pc:spChg chg="add del mod">
          <ac:chgData name="UBAID QURESHI" userId="dd4ae95d8f7c04fe" providerId="LiveId" clId="{AF920071-46B6-4E4C-A6D8-3E93B456AF12}" dt="2025-10-22T13:03:06.219" v="209" actId="478"/>
          <ac:spMkLst>
            <pc:docMk/>
            <pc:sldMk cId="1595469795" sldId="339"/>
            <ac:spMk id="32" creationId="{F1E9B92A-F8D0-B756-2C7E-8C2959ED8E97}"/>
          </ac:spMkLst>
        </pc:spChg>
        <pc:cxnChg chg="add mod">
          <ac:chgData name="UBAID QURESHI" userId="dd4ae95d8f7c04fe" providerId="LiveId" clId="{AF920071-46B6-4E4C-A6D8-3E93B456AF12}" dt="2025-10-22T13:00:46.137" v="188" actId="1076"/>
          <ac:cxnSpMkLst>
            <pc:docMk/>
            <pc:sldMk cId="1595469795" sldId="339"/>
            <ac:cxnSpMk id="25" creationId="{D309736C-C4E5-4E55-3B7D-DCB652D6EA0E}"/>
          </ac:cxnSpMkLst>
        </pc:cxnChg>
        <pc:cxnChg chg="add del mod">
          <ac:chgData name="UBAID QURESHI" userId="dd4ae95d8f7c04fe" providerId="LiveId" clId="{AF920071-46B6-4E4C-A6D8-3E93B456AF12}" dt="2025-10-22T13:03:13.016" v="212" actId="478"/>
          <ac:cxnSpMkLst>
            <pc:docMk/>
            <pc:sldMk cId="1595469795" sldId="339"/>
            <ac:cxnSpMk id="28" creationId="{003D8C6D-C34D-A1B9-03B6-36A2AE1A95F4}"/>
          </ac:cxnSpMkLst>
        </pc:cxnChg>
        <pc:cxnChg chg="add del mod">
          <ac:chgData name="UBAID QURESHI" userId="dd4ae95d8f7c04fe" providerId="LiveId" clId="{AF920071-46B6-4E4C-A6D8-3E93B456AF12}" dt="2025-10-22T13:03:09.223" v="211" actId="478"/>
          <ac:cxnSpMkLst>
            <pc:docMk/>
            <pc:sldMk cId="1595469795" sldId="339"/>
            <ac:cxnSpMk id="29" creationId="{3F47A425-00C8-5F47-94C2-E8711E687B9A}"/>
          </ac:cxnSpMkLst>
        </pc:cxnChg>
        <pc:cxnChg chg="add del mod">
          <ac:chgData name="UBAID QURESHI" userId="dd4ae95d8f7c04fe" providerId="LiveId" clId="{AF920071-46B6-4E4C-A6D8-3E93B456AF12}" dt="2025-10-22T13:03:08.004" v="210" actId="478"/>
          <ac:cxnSpMkLst>
            <pc:docMk/>
            <pc:sldMk cId="1595469795" sldId="339"/>
            <ac:cxnSpMk id="30" creationId="{632FCA44-CB9C-413C-2BA8-A6396CCDED50}"/>
          </ac:cxnSpMkLst>
        </pc:cxnChg>
        <pc:cxnChg chg="add del mod">
          <ac:chgData name="UBAID QURESHI" userId="dd4ae95d8f7c04fe" providerId="LiveId" clId="{AF920071-46B6-4E4C-A6D8-3E93B456AF12}" dt="2025-10-22T13:01:46.291" v="200" actId="478"/>
          <ac:cxnSpMkLst>
            <pc:docMk/>
            <pc:sldMk cId="1595469795" sldId="339"/>
            <ac:cxnSpMk id="31" creationId="{7870A623-DD55-A02F-64CA-C64F96277E36}"/>
          </ac:cxnSpMkLst>
        </pc:cxnChg>
        <pc:cxnChg chg="add del">
          <ac:chgData name="UBAID QURESHI" userId="dd4ae95d8f7c04fe" providerId="LiveId" clId="{AF920071-46B6-4E4C-A6D8-3E93B456AF12}" dt="2025-10-22T13:02:45.885" v="207" actId="478"/>
          <ac:cxnSpMkLst>
            <pc:docMk/>
            <pc:sldMk cId="1595469795" sldId="339"/>
            <ac:cxnSpMk id="35" creationId="{A099983B-4670-352E-05CA-BE2314E21272}"/>
          </ac:cxnSpMkLst>
        </pc:cxnChg>
      </pc:sldChg>
      <pc:sldChg chg="add del">
        <pc:chgData name="UBAID QURESHI" userId="dd4ae95d8f7c04fe" providerId="LiveId" clId="{AF920071-46B6-4E4C-A6D8-3E93B456AF12}" dt="2025-10-22T13:00:11.853" v="181" actId="47"/>
        <pc:sldMkLst>
          <pc:docMk/>
          <pc:sldMk cId="2844620862" sldId="339"/>
        </pc:sldMkLst>
      </pc:sldChg>
      <pc:sldChg chg="add">
        <pc:chgData name="UBAID QURESHI" userId="dd4ae95d8f7c04fe" providerId="LiveId" clId="{AF920071-46B6-4E4C-A6D8-3E93B456AF12}" dt="2025-10-22T13:02:52.291" v="208"/>
        <pc:sldMkLst>
          <pc:docMk/>
          <pc:sldMk cId="1917244886" sldId="340"/>
        </pc:sldMkLst>
      </pc:sldChg>
      <pc:sldChg chg="addSp modSp add del mod">
        <pc:chgData name="UBAID QURESHI" userId="dd4ae95d8f7c04fe" providerId="LiveId" clId="{AF920071-46B6-4E4C-A6D8-3E93B456AF12}" dt="2025-10-22T13:07:38.450" v="250" actId="47"/>
        <pc:sldMkLst>
          <pc:docMk/>
          <pc:sldMk cId="3434431077" sldId="341"/>
        </pc:sldMkLst>
        <pc:spChg chg="mod">
          <ac:chgData name="UBAID QURESHI" userId="dd4ae95d8f7c04fe" providerId="LiveId" clId="{AF920071-46B6-4E4C-A6D8-3E93B456AF12}" dt="2025-10-22T13:05:08.464" v="222" actId="207"/>
          <ac:spMkLst>
            <pc:docMk/>
            <pc:sldMk cId="3434431077" sldId="341"/>
            <ac:spMk id="15" creationId="{5F1B1263-B2BC-8CDD-9931-D414DF194117}"/>
          </ac:spMkLst>
        </pc:spChg>
        <pc:spChg chg="add mod">
          <ac:chgData name="UBAID QURESHI" userId="dd4ae95d8f7c04fe" providerId="LiveId" clId="{AF920071-46B6-4E4C-A6D8-3E93B456AF12}" dt="2025-10-22T13:05:56.026" v="230" actId="208"/>
          <ac:spMkLst>
            <pc:docMk/>
            <pc:sldMk cId="3434431077" sldId="341"/>
            <ac:spMk id="36" creationId="{A5B19EFB-0C30-363B-1BE9-A6D9B5C3FD4B}"/>
          </ac:spMkLst>
        </pc:spChg>
        <pc:spChg chg="add mod">
          <ac:chgData name="UBAID QURESHI" userId="dd4ae95d8f7c04fe" providerId="LiveId" clId="{AF920071-46B6-4E4C-A6D8-3E93B456AF12}" dt="2025-10-22T13:06:03.747" v="231"/>
          <ac:spMkLst>
            <pc:docMk/>
            <pc:sldMk cId="3434431077" sldId="341"/>
            <ac:spMk id="37" creationId="{4A846653-00E3-C997-47CA-747B845E94F5}"/>
          </ac:spMkLst>
        </pc:spChg>
        <pc:cxnChg chg="add mod">
          <ac:chgData name="UBAID QURESHI" userId="dd4ae95d8f7c04fe" providerId="LiveId" clId="{AF920071-46B6-4E4C-A6D8-3E93B456AF12}" dt="2025-10-22T13:03:54.577" v="217" actId="208"/>
          <ac:cxnSpMkLst>
            <pc:docMk/>
            <pc:sldMk cId="3434431077" sldId="341"/>
            <ac:cxnSpMk id="34" creationId="{FB1E40E6-7E97-6D46-2071-7C9B4EC28DC6}"/>
          </ac:cxnSpMkLst>
        </pc:cxnChg>
        <pc:cxnChg chg="add mod">
          <ac:chgData name="UBAID QURESHI" userId="dd4ae95d8f7c04fe" providerId="LiveId" clId="{AF920071-46B6-4E4C-A6D8-3E93B456AF12}" dt="2025-10-22T13:04:10.938" v="219" actId="1076"/>
          <ac:cxnSpMkLst>
            <pc:docMk/>
            <pc:sldMk cId="3434431077" sldId="341"/>
            <ac:cxnSpMk id="35" creationId="{9D20368D-E5B5-0903-3AE2-511033A13D49}"/>
          </ac:cxnSpMkLst>
        </pc:cxnChg>
      </pc:sldChg>
      <pc:sldChg chg="addSp delSp modSp add mod">
        <pc:chgData name="UBAID QURESHI" userId="dd4ae95d8f7c04fe" providerId="LiveId" clId="{AF920071-46B6-4E4C-A6D8-3E93B456AF12}" dt="2025-10-22T13:08:26.910" v="252" actId="207"/>
        <pc:sldMkLst>
          <pc:docMk/>
          <pc:sldMk cId="3304279313" sldId="342"/>
        </pc:sldMkLst>
        <pc:spChg chg="mod">
          <ac:chgData name="UBAID QURESHI" userId="dd4ae95d8f7c04fe" providerId="LiveId" clId="{AF920071-46B6-4E4C-A6D8-3E93B456AF12}" dt="2025-10-22T13:08:26.910" v="252" actId="207"/>
          <ac:spMkLst>
            <pc:docMk/>
            <pc:sldMk cId="3304279313" sldId="342"/>
            <ac:spMk id="36" creationId="{A3B56073-9207-F752-6C9B-6D671926D9F0}"/>
          </ac:spMkLst>
        </pc:spChg>
        <pc:spChg chg="add mod">
          <ac:chgData name="UBAID QURESHI" userId="dd4ae95d8f7c04fe" providerId="LiveId" clId="{AF920071-46B6-4E4C-A6D8-3E93B456AF12}" dt="2025-10-22T13:07:33.027" v="249" actId="20577"/>
          <ac:spMkLst>
            <pc:docMk/>
            <pc:sldMk cId="3304279313" sldId="342"/>
            <ac:spMk id="44" creationId="{19660F5A-FA9C-8E5A-B7B6-182A6E67AA3C}"/>
          </ac:spMkLst>
        </pc:spChg>
        <pc:cxnChg chg="add del mod">
          <ac:chgData name="UBAID QURESHI" userId="dd4ae95d8f7c04fe" providerId="LiveId" clId="{AF920071-46B6-4E4C-A6D8-3E93B456AF12}" dt="2025-10-22T13:06:52.309" v="237" actId="478"/>
          <ac:cxnSpMkLst>
            <pc:docMk/>
            <pc:sldMk cId="3304279313" sldId="342"/>
            <ac:cxnSpMk id="37" creationId="{6DACBE9C-5BEF-7955-1829-23FA03FC8DB4}"/>
          </ac:cxnSpMkLst>
        </pc:cxnChg>
        <pc:cxnChg chg="add mod">
          <ac:chgData name="UBAID QURESHI" userId="dd4ae95d8f7c04fe" providerId="LiveId" clId="{AF920071-46B6-4E4C-A6D8-3E93B456AF12}" dt="2025-10-22T13:07:11.884" v="242" actId="14100"/>
          <ac:cxnSpMkLst>
            <pc:docMk/>
            <pc:sldMk cId="3304279313" sldId="342"/>
            <ac:cxnSpMk id="39" creationId="{9288C7EF-0616-55AA-091E-7BE9CC61FB20}"/>
          </ac:cxnSpMkLst>
        </pc:cxnChg>
        <pc:cxnChg chg="add mod">
          <ac:chgData name="UBAID QURESHI" userId="dd4ae95d8f7c04fe" providerId="LiveId" clId="{AF920071-46B6-4E4C-A6D8-3E93B456AF12}" dt="2025-10-22T13:07:23.969" v="245" actId="14100"/>
          <ac:cxnSpMkLst>
            <pc:docMk/>
            <pc:sldMk cId="3304279313" sldId="342"/>
            <ac:cxnSpMk id="42" creationId="{B95BDCE8-5AFF-0C12-4007-9AB87F185FF0}"/>
          </ac:cxnSpMkLst>
        </pc:cxnChg>
      </pc:sldChg>
      <pc:sldChg chg="addSp modSp add mod">
        <pc:chgData name="UBAID QURESHI" userId="dd4ae95d8f7c04fe" providerId="LiveId" clId="{AF920071-46B6-4E4C-A6D8-3E93B456AF12}" dt="2025-10-22T13:12:05.654" v="292" actId="1076"/>
        <pc:sldMkLst>
          <pc:docMk/>
          <pc:sldMk cId="1826778848" sldId="343"/>
        </pc:sldMkLst>
        <pc:spChg chg="mod">
          <ac:chgData name="UBAID QURESHI" userId="dd4ae95d8f7c04fe" providerId="LiveId" clId="{AF920071-46B6-4E4C-A6D8-3E93B456AF12}" dt="2025-10-22T13:08:57.976" v="254" actId="208"/>
          <ac:spMkLst>
            <pc:docMk/>
            <pc:sldMk cId="1826778848" sldId="343"/>
            <ac:spMk id="5" creationId="{8D6A49AD-889E-65C7-60BD-2499F03ADAF4}"/>
          </ac:spMkLst>
        </pc:spChg>
        <pc:spChg chg="add mod">
          <ac:chgData name="UBAID QURESHI" userId="dd4ae95d8f7c04fe" providerId="LiveId" clId="{AF920071-46B6-4E4C-A6D8-3E93B456AF12}" dt="2025-10-22T13:10:54.605" v="271" actId="6549"/>
          <ac:spMkLst>
            <pc:docMk/>
            <pc:sldMk cId="1826778848" sldId="343"/>
            <ac:spMk id="31" creationId="{B019AD05-17BF-A467-FD52-6883991851BC}"/>
          </ac:spMkLst>
        </pc:spChg>
        <pc:spChg chg="add mod">
          <ac:chgData name="UBAID QURESHI" userId="dd4ae95d8f7c04fe" providerId="LiveId" clId="{AF920071-46B6-4E4C-A6D8-3E93B456AF12}" dt="2025-10-22T13:10:59.814" v="273" actId="6549"/>
          <ac:spMkLst>
            <pc:docMk/>
            <pc:sldMk cId="1826778848" sldId="343"/>
            <ac:spMk id="37" creationId="{E4439918-6B42-3BE2-18E6-73BF9DD3173B}"/>
          </ac:spMkLst>
        </pc:spChg>
        <pc:spChg chg="add mod">
          <ac:chgData name="UBAID QURESHI" userId="dd4ae95d8f7c04fe" providerId="LiveId" clId="{AF920071-46B6-4E4C-A6D8-3E93B456AF12}" dt="2025-10-22T13:10:57.932" v="272" actId="6549"/>
          <ac:spMkLst>
            <pc:docMk/>
            <pc:sldMk cId="1826778848" sldId="343"/>
            <ac:spMk id="38" creationId="{F2E37FAC-6F25-1AAF-5D21-CC3A0CBB911A}"/>
          </ac:spMkLst>
        </pc:spChg>
        <pc:spChg chg="add mod">
          <ac:chgData name="UBAID QURESHI" userId="dd4ae95d8f7c04fe" providerId="LiveId" clId="{AF920071-46B6-4E4C-A6D8-3E93B456AF12}" dt="2025-10-22T13:11:20.632" v="277" actId="14100"/>
          <ac:spMkLst>
            <pc:docMk/>
            <pc:sldMk cId="1826778848" sldId="343"/>
            <ac:spMk id="40" creationId="{7888B6E1-7C12-545E-A156-3EFB02E8A524}"/>
          </ac:spMkLst>
        </pc:spChg>
        <pc:spChg chg="add mod">
          <ac:chgData name="UBAID QURESHI" userId="dd4ae95d8f7c04fe" providerId="LiveId" clId="{AF920071-46B6-4E4C-A6D8-3E93B456AF12}" dt="2025-10-22T13:11:23.412" v="278" actId="14100"/>
          <ac:spMkLst>
            <pc:docMk/>
            <pc:sldMk cId="1826778848" sldId="343"/>
            <ac:spMk id="41" creationId="{42E84B9F-0A57-55AB-510E-7A73518C802C}"/>
          </ac:spMkLst>
        </pc:spChg>
        <pc:spChg chg="add mod">
          <ac:chgData name="UBAID QURESHI" userId="dd4ae95d8f7c04fe" providerId="LiveId" clId="{AF920071-46B6-4E4C-A6D8-3E93B456AF12}" dt="2025-10-22T13:11:26.380" v="279" actId="14100"/>
          <ac:spMkLst>
            <pc:docMk/>
            <pc:sldMk cId="1826778848" sldId="343"/>
            <ac:spMk id="43" creationId="{383C3E71-4E83-0527-EEA8-3809581EEF3D}"/>
          </ac:spMkLst>
        </pc:spChg>
        <pc:spChg chg="add mod">
          <ac:chgData name="UBAID QURESHI" userId="dd4ae95d8f7c04fe" providerId="LiveId" clId="{AF920071-46B6-4E4C-A6D8-3E93B456AF12}" dt="2025-10-22T13:12:05.654" v="292" actId="1076"/>
          <ac:spMkLst>
            <pc:docMk/>
            <pc:sldMk cId="1826778848" sldId="343"/>
            <ac:spMk id="45" creationId="{6EC816EE-0D39-67FE-9CC5-37BED4E7B1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2A79-7B53-D499-2CE3-10A68FDCB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451E0-2FC9-19C0-1A77-4F20E386F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3AE3F-5302-C54B-13E1-5468B884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1C5E4-6C53-E86A-8BD6-025F437C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3DF41-2B99-74C3-ED79-1E747A68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46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79D-F98B-3038-9236-8163A3D9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5D58A-B5CD-2400-3686-29FB6CE5E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A1FED-121A-307F-8DD1-E925C299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ECBA-035B-2C4F-7497-CC58EB1CD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39239-0D5E-5E27-2C3D-BB6E90C8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904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533E-41D5-AB33-E27E-6040FF396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89D2C-A28B-C57D-5F59-51FCD19AD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11B9E-79B5-78AF-2AD4-5FE80352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95137-D960-6BAD-FE59-E8F319D4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57403-FC5A-57CE-EDD4-C22F2BE9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86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DE34-5243-9ADF-F362-D3B0EC8C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DCB5-926E-F006-047B-3EFD6AB07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BA1E8-7847-283E-A8EE-11424DB82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DE77B-6543-ABEF-F1A4-D9413C90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2C89E-6C90-99CC-4154-FAF2EB34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3F3EC-B0AF-6BDD-3ABE-9CCFE655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2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BC09-AED7-6A9B-DECA-72FAB2DC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D4985-A53B-68C2-2273-8FAEEAA25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9768D-796B-C72F-D172-835A1A623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FE650-4B64-0344-8749-C8414B764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9B30F3-034D-17EC-4215-1BC824DDF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AAF94-E75A-E6DA-D503-3B1C3CFC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CE857D-0BFC-3FE8-F9F0-6D7134DD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90AB9-F362-8038-6DC2-81327E6E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89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F198-8759-0A6B-AB3A-327C1851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BF09D-8855-C30F-ADE3-DE691BA8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3F6AE-40A8-2B92-FC81-01A4390E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642EB-4799-3FF3-C389-4C2F2FCC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58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A3D05-5B3B-24EA-D775-04630BA6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CF2E8-1711-AE17-6B54-0B4C0659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FA99-DDAC-93ED-E118-423F9D24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81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C95A-D078-E3D2-7CB9-60ABA279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F2629-73EE-3EE2-FED8-3ECD98837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D6F00-C296-BDB2-05D3-F1A4D0B5E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565D-C821-A425-2E7D-9591B86A8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63228-B660-251B-9CAD-B7B6A6DA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5271B-E5CD-ADF6-02EA-897DBFEB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27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1118-9749-0337-5F21-AAAB1547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AB0C6F-F2AE-8234-EAD5-9E32C121B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F840A-8958-80B0-BA10-41A559D54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285FA-B464-40F2-A3C9-4918DF12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7665B-C300-6F39-A730-62A563DF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666C3-A208-AB16-4A33-BB82167E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14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37B9-A9FD-BD7D-E5D1-D8627484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4E5B9-AF94-BF0C-DE1B-8C54FF626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08BF-2C77-BE22-D2D1-6A5C7D78D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55306-0519-276A-109C-53B48F15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D01FC-CDB1-D672-ACBA-81586432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422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484951-9850-2CBB-9EF8-37469F44B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10295-D042-8553-E544-843E3AE12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885C6-7C1D-ACCF-9E4D-F6ABCC4E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F4670-23B4-A8E9-764A-167D56F57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8FE46-DFA0-E072-CFCE-12C3AEE8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54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585E7-87C4-2F34-1A12-5C03A1E5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9C67B-7FA0-9203-67E2-43DF83A10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CF7C9-5948-6C31-3411-ED4DF9A6A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4CF62-9AA9-4903-958F-F47F736AF8EA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B635A-44A9-9520-9EB6-DAFCEF5C8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87755-9299-E749-D7EB-8721228B3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BCBEE-2A66-4BCA-9FA4-72F6EEDEA4A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84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B02-2ADB-0D98-1585-26CB56F0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B4635-01B6-E961-9133-01AE857AD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6874E-17A3-9FFE-E2F1-E79510436EEA}"/>
              </a:ext>
            </a:extLst>
          </p:cNvPr>
          <p:cNvSpPr txBox="1"/>
          <p:nvPr/>
        </p:nvSpPr>
        <p:spPr>
          <a:xfrm>
            <a:off x="1705864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SubSet Sum</a:t>
            </a:r>
            <a:r>
              <a:rPr lang="en-IN" sz="9600" b="1" dirty="0">
                <a:solidFill>
                  <a:schemeClr val="bg1"/>
                </a:solidFill>
                <a:latin typeface="Bahnschrift" panose="020B0502040204020203" pitchFamily="34" charset="0"/>
              </a:rPr>
              <a:t> - 2</a:t>
            </a:r>
          </a:p>
        </p:txBody>
      </p:sp>
    </p:spTree>
    <p:extLst>
      <p:ext uri="{BB962C8B-B14F-4D97-AF65-F5344CB8AC3E}">
        <p14:creationId xmlns:p14="http://schemas.microsoft.com/office/powerpoint/2010/main" val="80877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104E-1A1C-DDC2-5539-DD34EECE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B2352-720C-10D9-9B58-6859293CE8A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11A087-6215-D80A-0459-0A484259FD4F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777BA-7AA4-F484-0ABD-852FCD6733CC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</p:spTree>
    <p:extLst>
      <p:ext uri="{BB962C8B-B14F-4D97-AF65-F5344CB8AC3E}">
        <p14:creationId xmlns:p14="http://schemas.microsoft.com/office/powerpoint/2010/main" val="405660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6823-9296-050B-7A37-EF40AA91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114B5B-5401-63FA-B097-F09281FF495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E5AAB8-052E-1724-3C78-56E48CE7F1FE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C8E0-5B9B-F354-20AD-80058A4051DD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90E5D0F6-B5B7-8247-DA91-549CB72E37A6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EFB7D0-67C9-C7F7-0F59-5E5FF8E9E811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</p:spTree>
    <p:extLst>
      <p:ext uri="{BB962C8B-B14F-4D97-AF65-F5344CB8AC3E}">
        <p14:creationId xmlns:p14="http://schemas.microsoft.com/office/powerpoint/2010/main" val="177439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2B0A-1FA5-CDE8-A03F-7348E0C7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774E51-961E-1E5B-3F8B-01CE0BA63669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E6A76E-B6EB-79DA-91E4-56B698FDC957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5854EE-61C9-CE1A-A52E-9DAE22001D9D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8E0757FE-A2C9-E742-0CBC-DC7C95730FC3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A92FA7-D72C-D1B1-AF4C-F2ED07C7F1EC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4AAD76-4881-0C85-9A46-5407D14EEA90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339834-927F-BCD7-C7CF-80EA5C44E868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</p:spTree>
    <p:extLst>
      <p:ext uri="{BB962C8B-B14F-4D97-AF65-F5344CB8AC3E}">
        <p14:creationId xmlns:p14="http://schemas.microsoft.com/office/powerpoint/2010/main" val="66108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B0DEC-CE27-055A-49E6-6103F716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181460-A25E-E7F8-6C4E-48C40B21B042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C90DBB-1F05-6EA2-403F-2114A20134B6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2775BC-3C5F-7B83-4727-E206B1E60B1A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CA4F7021-B1ED-598F-DD1F-E7AB21018440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172F0E-A02A-7277-C8EA-E654CA816368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A258C23-F017-2EAB-5BE1-3132C3B79AA1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DF5B35-7110-7661-2F7D-344BBA60A57B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C7105F-EB2C-2B9A-F1BE-8F09573268FC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77047E-445B-C149-C4F5-BF83139B75F1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</p:spTree>
    <p:extLst>
      <p:ext uri="{BB962C8B-B14F-4D97-AF65-F5344CB8AC3E}">
        <p14:creationId xmlns:p14="http://schemas.microsoft.com/office/powerpoint/2010/main" val="247970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B82F0-9653-6C96-717D-FA4224D4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B62233-C2B3-0581-9802-9FC6F2D96F67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29081C-E8DD-645C-8C82-1F009DE5FE84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A7A0C4-D82C-FCA7-8956-3D2EBC45E419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9A003A27-DA13-3AEC-3D39-A6ED51299266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56BE28-B237-6BF1-7B74-FE5E2D2125BC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9F4B4C-3EE7-34B0-CE35-742CDE930C63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369FF7-B7A8-495D-02BB-5FD9740BDB7D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289EBC4-BAAB-07D6-E95F-A53BB58B1A93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E54C9F-CC2F-EA37-81E0-A638579896D5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33D179-F244-0472-7010-CD1CCFD9F4A7}"/>
              </a:ext>
            </a:extLst>
          </p:cNvPr>
          <p:cNvCxnSpPr>
            <a:cxnSpLocks/>
          </p:cNvCxnSpPr>
          <p:nvPr/>
        </p:nvCxnSpPr>
        <p:spPr>
          <a:xfrm flipV="1">
            <a:off x="3831336" y="4162180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FB6B1B-4535-CFB6-9E24-214FAD1E1823}"/>
              </a:ext>
            </a:extLst>
          </p:cNvPr>
          <p:cNvCxnSpPr>
            <a:cxnSpLocks/>
          </p:cNvCxnSpPr>
          <p:nvPr/>
        </p:nvCxnSpPr>
        <p:spPr>
          <a:xfrm>
            <a:off x="4198951" y="3806889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C04D1C-0937-A8DD-4D12-960E9265C74B}"/>
              </a:ext>
            </a:extLst>
          </p:cNvPr>
          <p:cNvCxnSpPr>
            <a:cxnSpLocks/>
          </p:cNvCxnSpPr>
          <p:nvPr/>
        </p:nvCxnSpPr>
        <p:spPr>
          <a:xfrm>
            <a:off x="4867967" y="3806889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40FADE8-2EEE-FAD9-54A9-39E503EC7366}"/>
              </a:ext>
            </a:extLst>
          </p:cNvPr>
          <p:cNvSpPr/>
          <p:nvPr/>
        </p:nvSpPr>
        <p:spPr>
          <a:xfrm>
            <a:off x="4385161" y="5463001"/>
            <a:ext cx="177442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</p:spTree>
    <p:extLst>
      <p:ext uri="{BB962C8B-B14F-4D97-AF65-F5344CB8AC3E}">
        <p14:creationId xmlns:p14="http://schemas.microsoft.com/office/powerpoint/2010/main" val="3364690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FCC99-07CC-FAC8-90A7-D3AA67E6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A796C2-6CDB-1283-600F-865D0799D624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B06324-B694-3AE0-3ACB-0A7A68D96812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4E5C86-14CA-A457-2BEE-393FE0CF7B28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7E61AFE1-CB82-0879-1BA4-60A5249A6132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992ACE-399B-19C7-A448-571E918CF78B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FFA1446-1015-825F-929A-C06E5089159A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D7CA25-8B97-1C9E-6CB2-32FF60826DDC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C261A0-8BB5-E10B-545A-FA0738243C94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E6EB3D-56E4-AB5C-3A7C-DC6DFA674803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EDB6AD-CD2E-FD42-F77B-8821CD3D2B46}"/>
              </a:ext>
            </a:extLst>
          </p:cNvPr>
          <p:cNvCxnSpPr>
            <a:cxnSpLocks/>
          </p:cNvCxnSpPr>
          <p:nvPr/>
        </p:nvCxnSpPr>
        <p:spPr>
          <a:xfrm flipV="1">
            <a:off x="3831336" y="4162180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21CA895-24F6-13A4-D8D1-404290DCE73E}"/>
              </a:ext>
            </a:extLst>
          </p:cNvPr>
          <p:cNvCxnSpPr>
            <a:cxnSpLocks/>
          </p:cNvCxnSpPr>
          <p:nvPr/>
        </p:nvCxnSpPr>
        <p:spPr>
          <a:xfrm>
            <a:off x="4198951" y="3806889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F9145F-9628-BD7E-B676-683827045CE1}"/>
              </a:ext>
            </a:extLst>
          </p:cNvPr>
          <p:cNvCxnSpPr>
            <a:cxnSpLocks/>
          </p:cNvCxnSpPr>
          <p:nvPr/>
        </p:nvCxnSpPr>
        <p:spPr>
          <a:xfrm>
            <a:off x="4867967" y="3806889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27206F-BA37-536C-F46D-9C08C8B01F9A}"/>
              </a:ext>
            </a:extLst>
          </p:cNvPr>
          <p:cNvSpPr/>
          <p:nvPr/>
        </p:nvSpPr>
        <p:spPr>
          <a:xfrm>
            <a:off x="4385161" y="5463001"/>
            <a:ext cx="177442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D828C0-EBAB-90BD-C3A9-D7A819B38A64}"/>
              </a:ext>
            </a:extLst>
          </p:cNvPr>
          <p:cNvCxnSpPr>
            <a:cxnSpLocks/>
          </p:cNvCxnSpPr>
          <p:nvPr/>
        </p:nvCxnSpPr>
        <p:spPr>
          <a:xfrm flipV="1">
            <a:off x="3830901" y="3170025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A9E00C-249D-ED40-6FD8-38A407B8E28F}"/>
              </a:ext>
            </a:extLst>
          </p:cNvPr>
          <p:cNvCxnSpPr>
            <a:cxnSpLocks/>
          </p:cNvCxnSpPr>
          <p:nvPr/>
        </p:nvCxnSpPr>
        <p:spPr>
          <a:xfrm>
            <a:off x="4295367" y="2838189"/>
            <a:ext cx="134032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77787B-DD37-0EF2-0818-13489E26DB61}"/>
              </a:ext>
            </a:extLst>
          </p:cNvPr>
          <p:cNvCxnSpPr>
            <a:cxnSpLocks/>
          </p:cNvCxnSpPr>
          <p:nvPr/>
        </p:nvCxnSpPr>
        <p:spPr>
          <a:xfrm>
            <a:off x="5635690" y="2837648"/>
            <a:ext cx="0" cy="3323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82E53C5-CD4B-406E-952B-4E913E0DE945}"/>
              </a:ext>
            </a:extLst>
          </p:cNvPr>
          <p:cNvSpPr/>
          <p:nvPr/>
        </p:nvSpPr>
        <p:spPr>
          <a:xfrm>
            <a:off x="5133545" y="3249676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[ 1 ]</a:t>
            </a:r>
          </a:p>
        </p:txBody>
      </p:sp>
    </p:spTree>
    <p:extLst>
      <p:ext uri="{BB962C8B-B14F-4D97-AF65-F5344CB8AC3E}">
        <p14:creationId xmlns:p14="http://schemas.microsoft.com/office/powerpoint/2010/main" val="3368950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153D1-3E34-471A-6B0A-C26C378C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51C053-E081-1D9D-32CA-9E7516A8938C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1CFD39-3C29-22ED-8E1D-C1419E42B955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3615FA-5505-2719-4E7C-B1FA76C08A07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F8372249-7927-29B3-ACF3-914FD5179DDA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E72470-069D-F781-CFC6-352CCE29A2C3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A42ED06-4DFC-307A-6FB5-667796561E38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6FE63F-DB00-7352-90AE-71ECD08D56FA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EAC6256-638F-4661-15B8-82DBEEDB51A1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E0BB4F-97B7-2197-B758-4F7CBD588A88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96F3CD-3BE2-F297-DA78-B39263BD7D17}"/>
              </a:ext>
            </a:extLst>
          </p:cNvPr>
          <p:cNvCxnSpPr>
            <a:cxnSpLocks/>
          </p:cNvCxnSpPr>
          <p:nvPr/>
        </p:nvCxnSpPr>
        <p:spPr>
          <a:xfrm flipV="1">
            <a:off x="3831336" y="4162180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17B973-FAEE-42A1-3DA5-ABBE96D3013C}"/>
              </a:ext>
            </a:extLst>
          </p:cNvPr>
          <p:cNvCxnSpPr>
            <a:cxnSpLocks/>
          </p:cNvCxnSpPr>
          <p:nvPr/>
        </p:nvCxnSpPr>
        <p:spPr>
          <a:xfrm>
            <a:off x="4198951" y="3806889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431E4A-C742-2FAC-D94D-25767812C99B}"/>
              </a:ext>
            </a:extLst>
          </p:cNvPr>
          <p:cNvCxnSpPr>
            <a:cxnSpLocks/>
          </p:cNvCxnSpPr>
          <p:nvPr/>
        </p:nvCxnSpPr>
        <p:spPr>
          <a:xfrm>
            <a:off x="4867967" y="3806889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11858D-676F-76EA-3540-7272A5A20E35}"/>
              </a:ext>
            </a:extLst>
          </p:cNvPr>
          <p:cNvSpPr/>
          <p:nvPr/>
        </p:nvSpPr>
        <p:spPr>
          <a:xfrm>
            <a:off x="4385161" y="5463001"/>
            <a:ext cx="177442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B3CC11-39AB-4732-DA23-9FEAE71F6863}"/>
              </a:ext>
            </a:extLst>
          </p:cNvPr>
          <p:cNvCxnSpPr>
            <a:cxnSpLocks/>
          </p:cNvCxnSpPr>
          <p:nvPr/>
        </p:nvCxnSpPr>
        <p:spPr>
          <a:xfrm flipV="1">
            <a:off x="3830901" y="3170025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97EBD1-3C53-07CF-C954-15B844C1E524}"/>
              </a:ext>
            </a:extLst>
          </p:cNvPr>
          <p:cNvCxnSpPr>
            <a:cxnSpLocks/>
          </p:cNvCxnSpPr>
          <p:nvPr/>
        </p:nvCxnSpPr>
        <p:spPr>
          <a:xfrm>
            <a:off x="4295367" y="2838189"/>
            <a:ext cx="134032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B5F93B-F677-3230-BC54-5C7780955A4F}"/>
              </a:ext>
            </a:extLst>
          </p:cNvPr>
          <p:cNvCxnSpPr>
            <a:cxnSpLocks/>
          </p:cNvCxnSpPr>
          <p:nvPr/>
        </p:nvCxnSpPr>
        <p:spPr>
          <a:xfrm>
            <a:off x="5635690" y="2837648"/>
            <a:ext cx="0" cy="3323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7D27A55-B6FD-A930-F3F1-48CE69DE45D9}"/>
              </a:ext>
            </a:extLst>
          </p:cNvPr>
          <p:cNvSpPr/>
          <p:nvPr/>
        </p:nvSpPr>
        <p:spPr>
          <a:xfrm>
            <a:off x="5133545" y="3249676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A46116-3A25-3C2C-7C73-2526ACAB8754}"/>
              </a:ext>
            </a:extLst>
          </p:cNvPr>
          <p:cNvCxnSpPr>
            <a:cxnSpLocks/>
          </p:cNvCxnSpPr>
          <p:nvPr/>
        </p:nvCxnSpPr>
        <p:spPr>
          <a:xfrm>
            <a:off x="5635690" y="3780690"/>
            <a:ext cx="0" cy="3814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04C3222-9462-F691-D3C6-4713E137070C}"/>
              </a:ext>
            </a:extLst>
          </p:cNvPr>
          <p:cNvSpPr/>
          <p:nvPr/>
        </p:nvSpPr>
        <p:spPr>
          <a:xfrm>
            <a:off x="5133544" y="4235994"/>
            <a:ext cx="1771107" cy="45720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</p:spTree>
    <p:extLst>
      <p:ext uri="{BB962C8B-B14F-4D97-AF65-F5344CB8AC3E}">
        <p14:creationId xmlns:p14="http://schemas.microsoft.com/office/powerpoint/2010/main" val="1045871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89A80-2572-6689-478E-08CB96C0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D410FE-B5B3-2C69-627C-F2EF79D8AD4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9D0388-A438-B99F-363E-B42FA4D749A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718747-5A2F-7B02-5678-4DFD17B47FF2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EE58F05F-380F-829B-03DE-4755F471A393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58F5C8-EE2D-0704-9A59-A275522F54E4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148EA15-D316-0F58-4700-F7807DF40ADE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5D065A-4A99-8775-9C5C-9EF327E90516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466BA19-58DF-680D-08BB-2FF9EF0C9660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33C949-60A4-9406-3AFF-4DF6AD243590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D40212-B637-FC45-98A0-F85FDFB67B84}"/>
              </a:ext>
            </a:extLst>
          </p:cNvPr>
          <p:cNvCxnSpPr>
            <a:cxnSpLocks/>
          </p:cNvCxnSpPr>
          <p:nvPr/>
        </p:nvCxnSpPr>
        <p:spPr>
          <a:xfrm flipV="1">
            <a:off x="3831336" y="4162180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054966-3333-B8B9-0E67-D9F29225FB19}"/>
              </a:ext>
            </a:extLst>
          </p:cNvPr>
          <p:cNvCxnSpPr>
            <a:cxnSpLocks/>
          </p:cNvCxnSpPr>
          <p:nvPr/>
        </p:nvCxnSpPr>
        <p:spPr>
          <a:xfrm>
            <a:off x="4198951" y="3806889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E0E23D-2181-5401-0735-3F49F2FA4900}"/>
              </a:ext>
            </a:extLst>
          </p:cNvPr>
          <p:cNvCxnSpPr>
            <a:cxnSpLocks/>
          </p:cNvCxnSpPr>
          <p:nvPr/>
        </p:nvCxnSpPr>
        <p:spPr>
          <a:xfrm>
            <a:off x="4867967" y="3806889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F6DF0B-60F9-C34E-4698-6FF3BC75019B}"/>
              </a:ext>
            </a:extLst>
          </p:cNvPr>
          <p:cNvSpPr/>
          <p:nvPr/>
        </p:nvSpPr>
        <p:spPr>
          <a:xfrm>
            <a:off x="4385161" y="5463001"/>
            <a:ext cx="177442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AC0773-AB3B-3FF9-9746-7CA6E16203DC}"/>
              </a:ext>
            </a:extLst>
          </p:cNvPr>
          <p:cNvCxnSpPr>
            <a:cxnSpLocks/>
          </p:cNvCxnSpPr>
          <p:nvPr/>
        </p:nvCxnSpPr>
        <p:spPr>
          <a:xfrm flipV="1">
            <a:off x="3830901" y="3170025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C5530F-5947-6AC6-7F38-D7761E22BD08}"/>
              </a:ext>
            </a:extLst>
          </p:cNvPr>
          <p:cNvCxnSpPr>
            <a:cxnSpLocks/>
          </p:cNvCxnSpPr>
          <p:nvPr/>
        </p:nvCxnSpPr>
        <p:spPr>
          <a:xfrm>
            <a:off x="4295367" y="2838189"/>
            <a:ext cx="134032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68D177-B43D-2F97-3908-D6D8F5833B64}"/>
              </a:ext>
            </a:extLst>
          </p:cNvPr>
          <p:cNvCxnSpPr>
            <a:cxnSpLocks/>
          </p:cNvCxnSpPr>
          <p:nvPr/>
        </p:nvCxnSpPr>
        <p:spPr>
          <a:xfrm>
            <a:off x="5635690" y="2837648"/>
            <a:ext cx="0" cy="3323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963E4D9-8453-90E1-B022-1B0C6D9A9DA8}"/>
              </a:ext>
            </a:extLst>
          </p:cNvPr>
          <p:cNvSpPr/>
          <p:nvPr/>
        </p:nvSpPr>
        <p:spPr>
          <a:xfrm>
            <a:off x="5133545" y="3249676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AE3991-EEED-46D5-CC9E-91CB8BBB9FEA}"/>
              </a:ext>
            </a:extLst>
          </p:cNvPr>
          <p:cNvCxnSpPr>
            <a:cxnSpLocks/>
          </p:cNvCxnSpPr>
          <p:nvPr/>
        </p:nvCxnSpPr>
        <p:spPr>
          <a:xfrm>
            <a:off x="5635690" y="3780690"/>
            <a:ext cx="0" cy="3814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04DBC7-EE6D-2716-94C4-3191A8394561}"/>
              </a:ext>
            </a:extLst>
          </p:cNvPr>
          <p:cNvSpPr/>
          <p:nvPr/>
        </p:nvSpPr>
        <p:spPr>
          <a:xfrm>
            <a:off x="5133544" y="4235994"/>
            <a:ext cx="1771107" cy="45720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549DBE-1F59-8E26-1EF6-1D96732CAC5A}"/>
              </a:ext>
            </a:extLst>
          </p:cNvPr>
          <p:cNvCxnSpPr>
            <a:cxnSpLocks/>
          </p:cNvCxnSpPr>
          <p:nvPr/>
        </p:nvCxnSpPr>
        <p:spPr>
          <a:xfrm flipV="1">
            <a:off x="6299532" y="3780690"/>
            <a:ext cx="0" cy="33828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0143E7-2FD0-6974-7227-E2F78C8DE20D}"/>
              </a:ext>
            </a:extLst>
          </p:cNvPr>
          <p:cNvCxnSpPr>
            <a:cxnSpLocks/>
          </p:cNvCxnSpPr>
          <p:nvPr/>
        </p:nvCxnSpPr>
        <p:spPr>
          <a:xfrm>
            <a:off x="6963922" y="3511316"/>
            <a:ext cx="66565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C526EE-4B24-1EDB-DC0E-88952D0CDBE7}"/>
              </a:ext>
            </a:extLst>
          </p:cNvPr>
          <p:cNvCxnSpPr>
            <a:cxnSpLocks/>
          </p:cNvCxnSpPr>
          <p:nvPr/>
        </p:nvCxnSpPr>
        <p:spPr>
          <a:xfrm>
            <a:off x="7632938" y="3511316"/>
            <a:ext cx="0" cy="146490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EE186D9-9011-038E-B7F0-000F2E47CB64}"/>
              </a:ext>
            </a:extLst>
          </p:cNvPr>
          <p:cNvSpPr/>
          <p:nvPr/>
        </p:nvSpPr>
        <p:spPr>
          <a:xfrm>
            <a:off x="6855963" y="5066582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[ 1 ]</a:t>
            </a:r>
          </a:p>
        </p:txBody>
      </p:sp>
    </p:spTree>
    <p:extLst>
      <p:ext uri="{BB962C8B-B14F-4D97-AF65-F5344CB8AC3E}">
        <p14:creationId xmlns:p14="http://schemas.microsoft.com/office/powerpoint/2010/main" val="206800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D2EC8-FCD7-A15B-CAED-146BD395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D29B74-DB9D-6E41-EF9E-F5E6B75BD66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E6850E-07AD-5438-4A2B-676C5C738604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B1CC83-5F6C-7D0A-2287-C94A211E792F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</a:t>
            </a:r>
            <a:r>
              <a:rPr lang="en-IN" sz="1600" b="1" dirty="0">
                <a:solidFill>
                  <a:schemeClr val="accent6"/>
                </a:solidFill>
              </a:rPr>
              <a:t>1 </a:t>
            </a:r>
            <a:r>
              <a:rPr lang="en-IN" sz="1600" dirty="0">
                <a:solidFill>
                  <a:srgbClr val="FFC000"/>
                </a:solidFill>
              </a:rPr>
              <a:t>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DB349D55-2A78-E59F-D97E-79E59254438F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F1CBDF-AC24-8416-F281-82E461C21FF5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94A9F44-4516-ABC2-7895-90DB9E0C7B07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1FD0C8-A696-7B45-6BB3-629649271D5F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14BCAD8-C464-9247-5307-BE6B36528647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7E4635-5059-2F89-AB2B-4D67E4869762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42F559-3277-0688-29EB-4A8CAB18E2F4}"/>
              </a:ext>
            </a:extLst>
          </p:cNvPr>
          <p:cNvCxnSpPr>
            <a:cxnSpLocks/>
          </p:cNvCxnSpPr>
          <p:nvPr/>
        </p:nvCxnSpPr>
        <p:spPr>
          <a:xfrm flipV="1">
            <a:off x="3831336" y="4162180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69CDFE-F9B2-720B-37BF-340B2DB963D8}"/>
              </a:ext>
            </a:extLst>
          </p:cNvPr>
          <p:cNvCxnSpPr>
            <a:cxnSpLocks/>
          </p:cNvCxnSpPr>
          <p:nvPr/>
        </p:nvCxnSpPr>
        <p:spPr>
          <a:xfrm>
            <a:off x="4198951" y="3806889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FA13DA-4852-7186-E5C7-02B08DEB2EAE}"/>
              </a:ext>
            </a:extLst>
          </p:cNvPr>
          <p:cNvCxnSpPr>
            <a:cxnSpLocks/>
          </p:cNvCxnSpPr>
          <p:nvPr/>
        </p:nvCxnSpPr>
        <p:spPr>
          <a:xfrm>
            <a:off x="4867967" y="3806889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C2085A7-7FCF-4561-72C0-3E0BF9BE860C}"/>
              </a:ext>
            </a:extLst>
          </p:cNvPr>
          <p:cNvSpPr/>
          <p:nvPr/>
        </p:nvSpPr>
        <p:spPr>
          <a:xfrm>
            <a:off x="4385161" y="5463001"/>
            <a:ext cx="177442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13F848-F51B-EEF9-5AA4-44451E157CEA}"/>
              </a:ext>
            </a:extLst>
          </p:cNvPr>
          <p:cNvCxnSpPr>
            <a:cxnSpLocks/>
          </p:cNvCxnSpPr>
          <p:nvPr/>
        </p:nvCxnSpPr>
        <p:spPr>
          <a:xfrm flipV="1">
            <a:off x="3830901" y="3170025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95A9B1-AEB3-7B31-1BA4-07B0EC13CF62}"/>
              </a:ext>
            </a:extLst>
          </p:cNvPr>
          <p:cNvCxnSpPr>
            <a:cxnSpLocks/>
          </p:cNvCxnSpPr>
          <p:nvPr/>
        </p:nvCxnSpPr>
        <p:spPr>
          <a:xfrm>
            <a:off x="4295367" y="2838189"/>
            <a:ext cx="134032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AF1A0A-528E-8997-DACA-F69884CBCAEF}"/>
              </a:ext>
            </a:extLst>
          </p:cNvPr>
          <p:cNvCxnSpPr>
            <a:cxnSpLocks/>
          </p:cNvCxnSpPr>
          <p:nvPr/>
        </p:nvCxnSpPr>
        <p:spPr>
          <a:xfrm>
            <a:off x="5635690" y="2837648"/>
            <a:ext cx="0" cy="3323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EAF320-BD77-E66F-F0FE-61655F8CF1B4}"/>
              </a:ext>
            </a:extLst>
          </p:cNvPr>
          <p:cNvSpPr/>
          <p:nvPr/>
        </p:nvSpPr>
        <p:spPr>
          <a:xfrm>
            <a:off x="5133545" y="3249676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3B29997-8F9E-2D74-25D0-A9BCEB298853}"/>
              </a:ext>
            </a:extLst>
          </p:cNvPr>
          <p:cNvCxnSpPr>
            <a:cxnSpLocks/>
          </p:cNvCxnSpPr>
          <p:nvPr/>
        </p:nvCxnSpPr>
        <p:spPr>
          <a:xfrm>
            <a:off x="5635690" y="3780690"/>
            <a:ext cx="0" cy="3814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5D71E79-6777-8188-A746-3E40FABD2552}"/>
              </a:ext>
            </a:extLst>
          </p:cNvPr>
          <p:cNvSpPr/>
          <p:nvPr/>
        </p:nvSpPr>
        <p:spPr>
          <a:xfrm>
            <a:off x="5133544" y="4235994"/>
            <a:ext cx="1771107" cy="45720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785643-873D-7CA8-D11E-C809D96661A7}"/>
              </a:ext>
            </a:extLst>
          </p:cNvPr>
          <p:cNvCxnSpPr>
            <a:cxnSpLocks/>
          </p:cNvCxnSpPr>
          <p:nvPr/>
        </p:nvCxnSpPr>
        <p:spPr>
          <a:xfrm flipV="1">
            <a:off x="6299532" y="3780690"/>
            <a:ext cx="0" cy="33828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81F2F2-855D-35C8-2F3A-9F5EE90928EF}"/>
              </a:ext>
            </a:extLst>
          </p:cNvPr>
          <p:cNvCxnSpPr>
            <a:cxnSpLocks/>
          </p:cNvCxnSpPr>
          <p:nvPr/>
        </p:nvCxnSpPr>
        <p:spPr>
          <a:xfrm>
            <a:off x="6963922" y="3511316"/>
            <a:ext cx="66565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B8D37E-E883-39BB-B3A7-E7AF5A704F14}"/>
              </a:ext>
            </a:extLst>
          </p:cNvPr>
          <p:cNvCxnSpPr>
            <a:cxnSpLocks/>
          </p:cNvCxnSpPr>
          <p:nvPr/>
        </p:nvCxnSpPr>
        <p:spPr>
          <a:xfrm>
            <a:off x="7632938" y="3511316"/>
            <a:ext cx="0" cy="146490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AEB032-6596-613A-73BB-EF4E8A0D5E64}"/>
              </a:ext>
            </a:extLst>
          </p:cNvPr>
          <p:cNvSpPr/>
          <p:nvPr/>
        </p:nvSpPr>
        <p:spPr>
          <a:xfrm>
            <a:off x="6855963" y="5066582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[ 1 ]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B781F9E-06FD-922E-CEE9-49E83C9398AE}"/>
              </a:ext>
            </a:extLst>
          </p:cNvPr>
          <p:cNvCxnSpPr>
            <a:cxnSpLocks/>
          </p:cNvCxnSpPr>
          <p:nvPr/>
        </p:nvCxnSpPr>
        <p:spPr>
          <a:xfrm>
            <a:off x="7069547" y="928603"/>
            <a:ext cx="1274221" cy="618421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3D2B37-CC4B-A8C4-93D0-7AD540187491}"/>
              </a:ext>
            </a:extLst>
          </p:cNvPr>
          <p:cNvSpPr/>
          <p:nvPr/>
        </p:nvSpPr>
        <p:spPr>
          <a:xfrm>
            <a:off x="8390723" y="1292568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[ 2 ]</a:t>
            </a:r>
          </a:p>
        </p:txBody>
      </p:sp>
    </p:spTree>
    <p:extLst>
      <p:ext uri="{BB962C8B-B14F-4D97-AF65-F5344CB8AC3E}">
        <p14:creationId xmlns:p14="http://schemas.microsoft.com/office/powerpoint/2010/main" val="15127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0AD97-EF0B-4336-7992-9E5183EE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F4E684-B0F7-07FF-93D3-75F70FB2AEAC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6E6A9C-90E0-73D4-0B75-74D9E7A5B163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6886A-98EC-C949-77B0-7FC45A81A88F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</a:t>
            </a:r>
            <a:r>
              <a:rPr lang="en-IN" sz="1600" b="1" dirty="0">
                <a:solidFill>
                  <a:schemeClr val="accent6"/>
                </a:solidFill>
              </a:rPr>
              <a:t>1 </a:t>
            </a:r>
            <a:r>
              <a:rPr lang="en-IN" sz="1600" dirty="0">
                <a:solidFill>
                  <a:srgbClr val="FFC000"/>
                </a:solidFill>
              </a:rPr>
              <a:t>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075CF037-9A8C-1058-2059-2860DBA86585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054240-56C8-7D61-4A34-6AF0D5119057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682C4F5-AA9B-2599-5EEB-F85377EECB32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7CB3F8-246D-75DE-6EE3-CA416C0E00C7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4E91DE-E190-8513-A990-5F0D21B2EB5A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4F1E5D-6977-453B-A1EC-BC5E96EF2713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DC7709-2C81-8DF9-15F9-B69B0C5257E6}"/>
              </a:ext>
            </a:extLst>
          </p:cNvPr>
          <p:cNvCxnSpPr>
            <a:cxnSpLocks/>
          </p:cNvCxnSpPr>
          <p:nvPr/>
        </p:nvCxnSpPr>
        <p:spPr>
          <a:xfrm flipV="1">
            <a:off x="3831336" y="4162180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5A7F9D-A86D-448B-3316-3AA65A143AF5}"/>
              </a:ext>
            </a:extLst>
          </p:cNvPr>
          <p:cNvCxnSpPr>
            <a:cxnSpLocks/>
          </p:cNvCxnSpPr>
          <p:nvPr/>
        </p:nvCxnSpPr>
        <p:spPr>
          <a:xfrm>
            <a:off x="4198951" y="3806889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0C2664-BF44-44CC-ACF7-9FD8CB3BD1B7}"/>
              </a:ext>
            </a:extLst>
          </p:cNvPr>
          <p:cNvCxnSpPr>
            <a:cxnSpLocks/>
          </p:cNvCxnSpPr>
          <p:nvPr/>
        </p:nvCxnSpPr>
        <p:spPr>
          <a:xfrm>
            <a:off x="4867967" y="3806889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CA8509-67C3-F877-2F18-3E1F39FE58FA}"/>
              </a:ext>
            </a:extLst>
          </p:cNvPr>
          <p:cNvSpPr/>
          <p:nvPr/>
        </p:nvSpPr>
        <p:spPr>
          <a:xfrm>
            <a:off x="4385161" y="5463001"/>
            <a:ext cx="177442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D50154-E61D-996D-9BE1-F33F4864E1C5}"/>
              </a:ext>
            </a:extLst>
          </p:cNvPr>
          <p:cNvCxnSpPr>
            <a:cxnSpLocks/>
          </p:cNvCxnSpPr>
          <p:nvPr/>
        </p:nvCxnSpPr>
        <p:spPr>
          <a:xfrm flipV="1">
            <a:off x="3830901" y="3170025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F8234B-7335-02E7-9F72-3F7CAE5B399B}"/>
              </a:ext>
            </a:extLst>
          </p:cNvPr>
          <p:cNvCxnSpPr>
            <a:cxnSpLocks/>
          </p:cNvCxnSpPr>
          <p:nvPr/>
        </p:nvCxnSpPr>
        <p:spPr>
          <a:xfrm>
            <a:off x="4295367" y="2838189"/>
            <a:ext cx="134032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5625B3-B498-52AD-1EFC-812511CE2D5A}"/>
              </a:ext>
            </a:extLst>
          </p:cNvPr>
          <p:cNvCxnSpPr>
            <a:cxnSpLocks/>
          </p:cNvCxnSpPr>
          <p:nvPr/>
        </p:nvCxnSpPr>
        <p:spPr>
          <a:xfrm>
            <a:off x="5635690" y="2837648"/>
            <a:ext cx="0" cy="3323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7F9FE8E-7A01-B36B-9648-F8965142EA6E}"/>
              </a:ext>
            </a:extLst>
          </p:cNvPr>
          <p:cNvSpPr/>
          <p:nvPr/>
        </p:nvSpPr>
        <p:spPr>
          <a:xfrm>
            <a:off x="5133545" y="3249676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DB43F1-29CB-1062-BF47-3CF8A373F4A8}"/>
              </a:ext>
            </a:extLst>
          </p:cNvPr>
          <p:cNvCxnSpPr>
            <a:cxnSpLocks/>
          </p:cNvCxnSpPr>
          <p:nvPr/>
        </p:nvCxnSpPr>
        <p:spPr>
          <a:xfrm>
            <a:off x="5635690" y="3780690"/>
            <a:ext cx="0" cy="3814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25079C-5DED-13C6-55F6-CCC241C18A40}"/>
              </a:ext>
            </a:extLst>
          </p:cNvPr>
          <p:cNvSpPr/>
          <p:nvPr/>
        </p:nvSpPr>
        <p:spPr>
          <a:xfrm>
            <a:off x="5133544" y="4235994"/>
            <a:ext cx="1771107" cy="45720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24A335-857B-DBDF-6597-C75890C07A47}"/>
              </a:ext>
            </a:extLst>
          </p:cNvPr>
          <p:cNvCxnSpPr>
            <a:cxnSpLocks/>
          </p:cNvCxnSpPr>
          <p:nvPr/>
        </p:nvCxnSpPr>
        <p:spPr>
          <a:xfrm flipV="1">
            <a:off x="6299532" y="3780690"/>
            <a:ext cx="0" cy="33828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2320CBE-5311-284D-3756-C0362492FB06}"/>
              </a:ext>
            </a:extLst>
          </p:cNvPr>
          <p:cNvCxnSpPr>
            <a:cxnSpLocks/>
          </p:cNvCxnSpPr>
          <p:nvPr/>
        </p:nvCxnSpPr>
        <p:spPr>
          <a:xfrm>
            <a:off x="6963922" y="3511316"/>
            <a:ext cx="66565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16D330-3110-136D-DB90-58F59AE1E6B6}"/>
              </a:ext>
            </a:extLst>
          </p:cNvPr>
          <p:cNvCxnSpPr>
            <a:cxnSpLocks/>
          </p:cNvCxnSpPr>
          <p:nvPr/>
        </p:nvCxnSpPr>
        <p:spPr>
          <a:xfrm>
            <a:off x="7632938" y="3511316"/>
            <a:ext cx="0" cy="146490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95FF2AC-75D4-77A8-D82C-BD141F1CDBB4}"/>
              </a:ext>
            </a:extLst>
          </p:cNvPr>
          <p:cNvSpPr/>
          <p:nvPr/>
        </p:nvSpPr>
        <p:spPr>
          <a:xfrm>
            <a:off x="6855963" y="5066582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[ 1 ]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7BA07D4-DC7B-52DC-8064-45EAA0C407DE}"/>
              </a:ext>
            </a:extLst>
          </p:cNvPr>
          <p:cNvCxnSpPr>
            <a:cxnSpLocks/>
          </p:cNvCxnSpPr>
          <p:nvPr/>
        </p:nvCxnSpPr>
        <p:spPr>
          <a:xfrm>
            <a:off x="7069547" y="928603"/>
            <a:ext cx="1274221" cy="618421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A3AD80E-5B46-404B-39BF-CED11CB4CF90}"/>
              </a:ext>
            </a:extLst>
          </p:cNvPr>
          <p:cNvSpPr/>
          <p:nvPr/>
        </p:nvSpPr>
        <p:spPr>
          <a:xfrm>
            <a:off x="8390723" y="1292568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[ 2 ]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09736C-C4E5-4E55-3B7D-DCB652D6EA0E}"/>
              </a:ext>
            </a:extLst>
          </p:cNvPr>
          <p:cNvCxnSpPr>
            <a:cxnSpLocks/>
          </p:cNvCxnSpPr>
          <p:nvPr/>
        </p:nvCxnSpPr>
        <p:spPr>
          <a:xfrm>
            <a:off x="8807429" y="1840866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67C0AF-1817-43E1-3EDF-131343689907}"/>
              </a:ext>
            </a:extLst>
          </p:cNvPr>
          <p:cNvSpPr/>
          <p:nvPr/>
        </p:nvSpPr>
        <p:spPr>
          <a:xfrm>
            <a:off x="8229600" y="2272004"/>
            <a:ext cx="183931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[ 2,2 ]</a:t>
            </a:r>
          </a:p>
        </p:txBody>
      </p:sp>
    </p:spTree>
    <p:extLst>
      <p:ext uri="{BB962C8B-B14F-4D97-AF65-F5344CB8AC3E}">
        <p14:creationId xmlns:p14="http://schemas.microsoft.com/office/powerpoint/2010/main" val="1595469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85E2-ADD9-474A-BA69-2B16FCC9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61B0F7-E899-829F-2AFF-43C6C1DAFD8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16D3CE-4B4C-42F3-EAFB-EAF6E52F0726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00FBA8-4299-FCB0-D9AB-06EF7EE89523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</a:t>
            </a:r>
            <a:r>
              <a:rPr lang="en-IN" sz="1600" b="1" dirty="0">
                <a:solidFill>
                  <a:schemeClr val="accent6"/>
                </a:solidFill>
              </a:rPr>
              <a:t>1 </a:t>
            </a:r>
            <a:r>
              <a:rPr lang="en-IN" sz="1600" dirty="0">
                <a:solidFill>
                  <a:srgbClr val="FFC000"/>
                </a:solidFill>
              </a:rPr>
              <a:t>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EC6EA5AB-2FFD-24F3-23F2-3E471A9DD290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506D38-CC7C-F168-6412-B6972167725E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FB70711-9FE8-6135-B074-D5FB15496536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174D0E-8C34-8A7C-757C-3E2CF5B3C922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B28357-EF7E-B014-38EA-CF67870832B4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AFBF2D-0BDD-1132-8A79-CF21AB1EAD09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A05181-6EE4-5A24-B04E-23AC8D37A50E}"/>
              </a:ext>
            </a:extLst>
          </p:cNvPr>
          <p:cNvCxnSpPr>
            <a:cxnSpLocks/>
          </p:cNvCxnSpPr>
          <p:nvPr/>
        </p:nvCxnSpPr>
        <p:spPr>
          <a:xfrm flipV="1">
            <a:off x="3831336" y="4162180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68AE40-8AAA-DF34-EA16-1E0F930BE74D}"/>
              </a:ext>
            </a:extLst>
          </p:cNvPr>
          <p:cNvCxnSpPr>
            <a:cxnSpLocks/>
          </p:cNvCxnSpPr>
          <p:nvPr/>
        </p:nvCxnSpPr>
        <p:spPr>
          <a:xfrm>
            <a:off x="4198951" y="3806889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3DB8A2-A1C0-91DB-E8EF-C6BCAFBAD4EA}"/>
              </a:ext>
            </a:extLst>
          </p:cNvPr>
          <p:cNvCxnSpPr>
            <a:cxnSpLocks/>
          </p:cNvCxnSpPr>
          <p:nvPr/>
        </p:nvCxnSpPr>
        <p:spPr>
          <a:xfrm>
            <a:off x="4867967" y="3806889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CD5094-881A-4DB4-FED2-6E39F3DA7788}"/>
              </a:ext>
            </a:extLst>
          </p:cNvPr>
          <p:cNvSpPr/>
          <p:nvPr/>
        </p:nvSpPr>
        <p:spPr>
          <a:xfrm>
            <a:off x="4385161" y="5463001"/>
            <a:ext cx="177442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FD1A80-367D-DFE5-E0AC-358A371729F8}"/>
              </a:ext>
            </a:extLst>
          </p:cNvPr>
          <p:cNvCxnSpPr>
            <a:cxnSpLocks/>
          </p:cNvCxnSpPr>
          <p:nvPr/>
        </p:nvCxnSpPr>
        <p:spPr>
          <a:xfrm flipV="1">
            <a:off x="3830901" y="3170025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0E945C-1321-F570-56D2-124EEE5A4F25}"/>
              </a:ext>
            </a:extLst>
          </p:cNvPr>
          <p:cNvCxnSpPr>
            <a:cxnSpLocks/>
          </p:cNvCxnSpPr>
          <p:nvPr/>
        </p:nvCxnSpPr>
        <p:spPr>
          <a:xfrm>
            <a:off x="4295367" y="2838189"/>
            <a:ext cx="134032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E41396-4249-40DD-DE80-5E8CB8EF182B}"/>
              </a:ext>
            </a:extLst>
          </p:cNvPr>
          <p:cNvCxnSpPr>
            <a:cxnSpLocks/>
          </p:cNvCxnSpPr>
          <p:nvPr/>
        </p:nvCxnSpPr>
        <p:spPr>
          <a:xfrm>
            <a:off x="5635690" y="2837648"/>
            <a:ext cx="0" cy="3323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8564B81-669D-0996-864E-2E9071DEDA86}"/>
              </a:ext>
            </a:extLst>
          </p:cNvPr>
          <p:cNvSpPr/>
          <p:nvPr/>
        </p:nvSpPr>
        <p:spPr>
          <a:xfrm>
            <a:off x="5133545" y="3249676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1E6B66-E328-7381-9EAA-FD00AD7E09F9}"/>
              </a:ext>
            </a:extLst>
          </p:cNvPr>
          <p:cNvCxnSpPr>
            <a:cxnSpLocks/>
          </p:cNvCxnSpPr>
          <p:nvPr/>
        </p:nvCxnSpPr>
        <p:spPr>
          <a:xfrm>
            <a:off x="5635690" y="3780690"/>
            <a:ext cx="0" cy="3814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10AD2F-066F-E1F2-90A1-A1EFA6BB24B6}"/>
              </a:ext>
            </a:extLst>
          </p:cNvPr>
          <p:cNvSpPr/>
          <p:nvPr/>
        </p:nvSpPr>
        <p:spPr>
          <a:xfrm>
            <a:off x="5133544" y="4235994"/>
            <a:ext cx="1771107" cy="45720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08E630-D30B-5FE9-0506-0701C82CB93E}"/>
              </a:ext>
            </a:extLst>
          </p:cNvPr>
          <p:cNvCxnSpPr>
            <a:cxnSpLocks/>
          </p:cNvCxnSpPr>
          <p:nvPr/>
        </p:nvCxnSpPr>
        <p:spPr>
          <a:xfrm flipV="1">
            <a:off x="6299532" y="3780690"/>
            <a:ext cx="0" cy="33828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2FCA3B-7D3B-1E5C-C50F-4D2242B1CE48}"/>
              </a:ext>
            </a:extLst>
          </p:cNvPr>
          <p:cNvCxnSpPr>
            <a:cxnSpLocks/>
          </p:cNvCxnSpPr>
          <p:nvPr/>
        </p:nvCxnSpPr>
        <p:spPr>
          <a:xfrm>
            <a:off x="6963922" y="3511316"/>
            <a:ext cx="66565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BC3D2A-3843-DDDE-184F-257C22FC5590}"/>
              </a:ext>
            </a:extLst>
          </p:cNvPr>
          <p:cNvCxnSpPr>
            <a:cxnSpLocks/>
          </p:cNvCxnSpPr>
          <p:nvPr/>
        </p:nvCxnSpPr>
        <p:spPr>
          <a:xfrm>
            <a:off x="7632938" y="3511316"/>
            <a:ext cx="0" cy="146490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D6A4F95-3C6B-7AA2-E3BF-F4E9C0FACF41}"/>
              </a:ext>
            </a:extLst>
          </p:cNvPr>
          <p:cNvSpPr/>
          <p:nvPr/>
        </p:nvSpPr>
        <p:spPr>
          <a:xfrm>
            <a:off x="6855963" y="5066582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[ 1 ]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E09FC47-50F2-0B47-D94C-C05643497373}"/>
              </a:ext>
            </a:extLst>
          </p:cNvPr>
          <p:cNvCxnSpPr>
            <a:cxnSpLocks/>
          </p:cNvCxnSpPr>
          <p:nvPr/>
        </p:nvCxnSpPr>
        <p:spPr>
          <a:xfrm>
            <a:off x="7069547" y="928603"/>
            <a:ext cx="1274221" cy="618421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9DBF65F-C179-68F6-81D3-7B8E4C926185}"/>
              </a:ext>
            </a:extLst>
          </p:cNvPr>
          <p:cNvSpPr/>
          <p:nvPr/>
        </p:nvSpPr>
        <p:spPr>
          <a:xfrm>
            <a:off x="8390723" y="1292568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[ 2 ]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FB9A67-5ED8-0215-9DE2-30F419334D57}"/>
              </a:ext>
            </a:extLst>
          </p:cNvPr>
          <p:cNvCxnSpPr>
            <a:cxnSpLocks/>
          </p:cNvCxnSpPr>
          <p:nvPr/>
        </p:nvCxnSpPr>
        <p:spPr>
          <a:xfrm>
            <a:off x="8807429" y="1840866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35E54EF-4449-0943-F399-CD34E3AE98AE}"/>
              </a:ext>
            </a:extLst>
          </p:cNvPr>
          <p:cNvSpPr/>
          <p:nvPr/>
        </p:nvSpPr>
        <p:spPr>
          <a:xfrm>
            <a:off x="8229600" y="2272004"/>
            <a:ext cx="183931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[ 2,2 ]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8CB691-486E-4DBB-0C41-4BC084B06752}"/>
              </a:ext>
            </a:extLst>
          </p:cNvPr>
          <p:cNvCxnSpPr>
            <a:cxnSpLocks/>
          </p:cNvCxnSpPr>
          <p:nvPr/>
        </p:nvCxnSpPr>
        <p:spPr>
          <a:xfrm flipV="1">
            <a:off x="9423837" y="1840866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2459DCF-5D42-8D4C-904C-D3BA0FF8DD97}"/>
              </a:ext>
            </a:extLst>
          </p:cNvPr>
          <p:cNvCxnSpPr>
            <a:cxnSpLocks/>
          </p:cNvCxnSpPr>
          <p:nvPr/>
        </p:nvCxnSpPr>
        <p:spPr>
          <a:xfrm>
            <a:off x="10187132" y="1539550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29B8179-8467-3A3F-96E6-D0A279312425}"/>
              </a:ext>
            </a:extLst>
          </p:cNvPr>
          <p:cNvCxnSpPr>
            <a:cxnSpLocks/>
          </p:cNvCxnSpPr>
          <p:nvPr/>
        </p:nvCxnSpPr>
        <p:spPr>
          <a:xfrm>
            <a:off x="10856148" y="1539550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9F67D3-80BB-7BF3-183F-9B8E66E53FE6}"/>
              </a:ext>
            </a:extLst>
          </p:cNvPr>
          <p:cNvSpPr/>
          <p:nvPr/>
        </p:nvSpPr>
        <p:spPr>
          <a:xfrm>
            <a:off x="9848002" y="3070914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[ 2 ]</a:t>
            </a:r>
          </a:p>
        </p:txBody>
      </p:sp>
    </p:spTree>
    <p:extLst>
      <p:ext uri="{BB962C8B-B14F-4D97-AF65-F5344CB8AC3E}">
        <p14:creationId xmlns:p14="http://schemas.microsoft.com/office/powerpoint/2010/main" val="191724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EF6C0-23FA-E226-5BAF-AF1BD2EB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748390-9D2D-9870-3E8D-02EEBAFF180A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9F1860-190C-1E96-3F07-BACF0DBF466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96A45-B0CA-373C-C01C-A0D4C36941B3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</a:t>
            </a:r>
            <a:r>
              <a:rPr lang="en-IN" sz="1600" b="1" dirty="0">
                <a:solidFill>
                  <a:srgbClr val="FFC000"/>
                </a:solidFill>
              </a:rPr>
              <a:t>1 </a:t>
            </a:r>
            <a:r>
              <a:rPr lang="en-IN" sz="1600" dirty="0">
                <a:solidFill>
                  <a:srgbClr val="FFC000"/>
                </a:solidFill>
              </a:rPr>
              <a:t>       </a:t>
            </a:r>
            <a:r>
              <a:rPr lang="en-IN" sz="1600" b="1" dirty="0">
                <a:solidFill>
                  <a:schemeClr val="accent6"/>
                </a:solidFill>
              </a:rPr>
              <a:t>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1419752E-7851-05C9-C252-4F91A0739C76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052638-77DC-FAB5-11E8-9E0B309F6CF8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4A3F863-9437-4CC6-D673-6D0F4A8B25A1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7BF633-25E7-425D-6F92-48486E0BB36D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D60750C-01AE-23B6-212E-54FAC672252E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8B6E64-C0E3-81A1-A50F-A4C28AB5DADB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1A59A9-41DB-083B-30B5-B6C4FC9CB06F}"/>
              </a:ext>
            </a:extLst>
          </p:cNvPr>
          <p:cNvCxnSpPr>
            <a:cxnSpLocks/>
          </p:cNvCxnSpPr>
          <p:nvPr/>
        </p:nvCxnSpPr>
        <p:spPr>
          <a:xfrm flipV="1">
            <a:off x="3831336" y="4162180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76B0A0-545F-99E8-F4FF-EA1B951B1AFE}"/>
              </a:ext>
            </a:extLst>
          </p:cNvPr>
          <p:cNvCxnSpPr>
            <a:cxnSpLocks/>
          </p:cNvCxnSpPr>
          <p:nvPr/>
        </p:nvCxnSpPr>
        <p:spPr>
          <a:xfrm>
            <a:off x="4198951" y="3806889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8BADE6-3EB1-44F7-F680-FAC3088902FA}"/>
              </a:ext>
            </a:extLst>
          </p:cNvPr>
          <p:cNvCxnSpPr>
            <a:cxnSpLocks/>
          </p:cNvCxnSpPr>
          <p:nvPr/>
        </p:nvCxnSpPr>
        <p:spPr>
          <a:xfrm>
            <a:off x="4867967" y="3806889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55D140-24F7-0E7B-DA3C-E34E7AD439C4}"/>
              </a:ext>
            </a:extLst>
          </p:cNvPr>
          <p:cNvSpPr/>
          <p:nvPr/>
        </p:nvSpPr>
        <p:spPr>
          <a:xfrm>
            <a:off x="4385161" y="5463001"/>
            <a:ext cx="177442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8E59DC-4385-D459-A6F8-FF7F9941E119}"/>
              </a:ext>
            </a:extLst>
          </p:cNvPr>
          <p:cNvCxnSpPr>
            <a:cxnSpLocks/>
          </p:cNvCxnSpPr>
          <p:nvPr/>
        </p:nvCxnSpPr>
        <p:spPr>
          <a:xfrm flipV="1">
            <a:off x="3830901" y="3170025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A8CC3E-877E-417D-864F-74FD1C5D8757}"/>
              </a:ext>
            </a:extLst>
          </p:cNvPr>
          <p:cNvCxnSpPr>
            <a:cxnSpLocks/>
          </p:cNvCxnSpPr>
          <p:nvPr/>
        </p:nvCxnSpPr>
        <p:spPr>
          <a:xfrm>
            <a:off x="4295367" y="2838189"/>
            <a:ext cx="134032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7E9C34-5D00-7501-6925-1C4D97912C8E}"/>
              </a:ext>
            </a:extLst>
          </p:cNvPr>
          <p:cNvCxnSpPr>
            <a:cxnSpLocks/>
          </p:cNvCxnSpPr>
          <p:nvPr/>
        </p:nvCxnSpPr>
        <p:spPr>
          <a:xfrm>
            <a:off x="5635690" y="2837648"/>
            <a:ext cx="0" cy="3323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2BD2131-5A84-3BFD-2C5F-AB2D57903F18}"/>
              </a:ext>
            </a:extLst>
          </p:cNvPr>
          <p:cNvSpPr/>
          <p:nvPr/>
        </p:nvSpPr>
        <p:spPr>
          <a:xfrm>
            <a:off x="5133545" y="3249676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3B99EF-BE2C-2BA1-CB90-0B93C9CA8136}"/>
              </a:ext>
            </a:extLst>
          </p:cNvPr>
          <p:cNvCxnSpPr>
            <a:cxnSpLocks/>
          </p:cNvCxnSpPr>
          <p:nvPr/>
        </p:nvCxnSpPr>
        <p:spPr>
          <a:xfrm>
            <a:off x="5635690" y="3780690"/>
            <a:ext cx="0" cy="3814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1D4F07F-61D5-B9A9-C75E-47F6BAE10266}"/>
              </a:ext>
            </a:extLst>
          </p:cNvPr>
          <p:cNvSpPr/>
          <p:nvPr/>
        </p:nvSpPr>
        <p:spPr>
          <a:xfrm>
            <a:off x="5133544" y="4235994"/>
            <a:ext cx="1771107" cy="45720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FDA867-0C3B-6556-D695-B3BEE1609313}"/>
              </a:ext>
            </a:extLst>
          </p:cNvPr>
          <p:cNvCxnSpPr>
            <a:cxnSpLocks/>
          </p:cNvCxnSpPr>
          <p:nvPr/>
        </p:nvCxnSpPr>
        <p:spPr>
          <a:xfrm flipV="1">
            <a:off x="6299532" y="3780690"/>
            <a:ext cx="0" cy="33828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2E0A52-9880-09AE-2CC3-56EDB0568B84}"/>
              </a:ext>
            </a:extLst>
          </p:cNvPr>
          <p:cNvCxnSpPr>
            <a:cxnSpLocks/>
          </p:cNvCxnSpPr>
          <p:nvPr/>
        </p:nvCxnSpPr>
        <p:spPr>
          <a:xfrm>
            <a:off x="6963922" y="3511316"/>
            <a:ext cx="66565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7009EB-42A7-9811-5829-07A558531C99}"/>
              </a:ext>
            </a:extLst>
          </p:cNvPr>
          <p:cNvCxnSpPr>
            <a:cxnSpLocks/>
          </p:cNvCxnSpPr>
          <p:nvPr/>
        </p:nvCxnSpPr>
        <p:spPr>
          <a:xfrm>
            <a:off x="7632938" y="3511316"/>
            <a:ext cx="0" cy="146490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382D5C9-6150-D4FE-89E6-40ABC8216128}"/>
              </a:ext>
            </a:extLst>
          </p:cNvPr>
          <p:cNvSpPr/>
          <p:nvPr/>
        </p:nvSpPr>
        <p:spPr>
          <a:xfrm>
            <a:off x="6855963" y="5066582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[ 1 ]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DEE8D63-D623-0A37-65C5-D6ADD99AFD02}"/>
              </a:ext>
            </a:extLst>
          </p:cNvPr>
          <p:cNvCxnSpPr>
            <a:cxnSpLocks/>
          </p:cNvCxnSpPr>
          <p:nvPr/>
        </p:nvCxnSpPr>
        <p:spPr>
          <a:xfrm>
            <a:off x="7069547" y="928603"/>
            <a:ext cx="1274221" cy="618421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99CF1CF-6C9E-A137-8FC4-C4E39FF595D2}"/>
              </a:ext>
            </a:extLst>
          </p:cNvPr>
          <p:cNvSpPr/>
          <p:nvPr/>
        </p:nvSpPr>
        <p:spPr>
          <a:xfrm>
            <a:off x="8390723" y="1292568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[ 2 ]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A59A24-206F-E6A2-5402-A383CDC6F025}"/>
              </a:ext>
            </a:extLst>
          </p:cNvPr>
          <p:cNvCxnSpPr>
            <a:cxnSpLocks/>
          </p:cNvCxnSpPr>
          <p:nvPr/>
        </p:nvCxnSpPr>
        <p:spPr>
          <a:xfrm>
            <a:off x="8807429" y="1840866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6DD82A-4BAB-C779-9A1D-BB817A0A0904}"/>
              </a:ext>
            </a:extLst>
          </p:cNvPr>
          <p:cNvSpPr/>
          <p:nvPr/>
        </p:nvSpPr>
        <p:spPr>
          <a:xfrm>
            <a:off x="8229600" y="2272004"/>
            <a:ext cx="183931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[ 2,2 ]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77A0FEA-0986-9999-A735-80CE595A3F32}"/>
              </a:ext>
            </a:extLst>
          </p:cNvPr>
          <p:cNvCxnSpPr>
            <a:cxnSpLocks/>
          </p:cNvCxnSpPr>
          <p:nvPr/>
        </p:nvCxnSpPr>
        <p:spPr>
          <a:xfrm flipV="1">
            <a:off x="9423837" y="1840866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A0A3BD-C1E6-F505-0791-5F0AD91DC6F4}"/>
              </a:ext>
            </a:extLst>
          </p:cNvPr>
          <p:cNvCxnSpPr>
            <a:cxnSpLocks/>
          </p:cNvCxnSpPr>
          <p:nvPr/>
        </p:nvCxnSpPr>
        <p:spPr>
          <a:xfrm>
            <a:off x="10187132" y="1539550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8F4FE7-CAD7-6D01-0790-AB13CDBEE699}"/>
              </a:ext>
            </a:extLst>
          </p:cNvPr>
          <p:cNvCxnSpPr>
            <a:cxnSpLocks/>
          </p:cNvCxnSpPr>
          <p:nvPr/>
        </p:nvCxnSpPr>
        <p:spPr>
          <a:xfrm>
            <a:off x="10856148" y="1539550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39EB9B0-EF8B-4A0D-767F-03CBCDA6DBF9}"/>
              </a:ext>
            </a:extLst>
          </p:cNvPr>
          <p:cNvSpPr/>
          <p:nvPr/>
        </p:nvSpPr>
        <p:spPr>
          <a:xfrm>
            <a:off x="9848002" y="3070914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[ 2 ]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7339FC0-F415-2C9D-C47F-7B66844E49FF}"/>
              </a:ext>
            </a:extLst>
          </p:cNvPr>
          <p:cNvCxnSpPr/>
          <p:nvPr/>
        </p:nvCxnSpPr>
        <p:spPr>
          <a:xfrm>
            <a:off x="7069547" y="653909"/>
            <a:ext cx="512245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FEAF0E-4C02-0BB8-AD4C-9DE1C6DDC1C2}"/>
              </a:ext>
            </a:extLst>
          </p:cNvPr>
          <p:cNvCxnSpPr>
            <a:cxnSpLocks/>
          </p:cNvCxnSpPr>
          <p:nvPr/>
        </p:nvCxnSpPr>
        <p:spPr>
          <a:xfrm>
            <a:off x="12192000" y="653909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3B56073-9207-F752-6C9B-6D671926D9F0}"/>
              </a:ext>
            </a:extLst>
          </p:cNvPr>
          <p:cNvSpPr/>
          <p:nvPr/>
        </p:nvSpPr>
        <p:spPr>
          <a:xfrm>
            <a:off x="11341305" y="1063968"/>
            <a:ext cx="1701390" cy="45720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[ 2 ]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88C7EF-0616-55AA-091E-7BE9CC61FB20}"/>
              </a:ext>
            </a:extLst>
          </p:cNvPr>
          <p:cNvCxnSpPr>
            <a:cxnSpLocks/>
          </p:cNvCxnSpPr>
          <p:nvPr/>
        </p:nvCxnSpPr>
        <p:spPr>
          <a:xfrm>
            <a:off x="12192000" y="653909"/>
            <a:ext cx="12809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95BDCE8-5AFF-0C12-4007-9AB87F185FF0}"/>
              </a:ext>
            </a:extLst>
          </p:cNvPr>
          <p:cNvCxnSpPr>
            <a:cxnSpLocks/>
          </p:cNvCxnSpPr>
          <p:nvPr/>
        </p:nvCxnSpPr>
        <p:spPr>
          <a:xfrm>
            <a:off x="13467145" y="633937"/>
            <a:ext cx="5787" cy="12069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9660F5A-FA9C-8E5A-B7B6-182A6E67AA3C}"/>
              </a:ext>
            </a:extLst>
          </p:cNvPr>
          <p:cNvSpPr/>
          <p:nvPr/>
        </p:nvSpPr>
        <p:spPr>
          <a:xfrm>
            <a:off x="12192000" y="2028733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]</a:t>
            </a:r>
          </a:p>
        </p:txBody>
      </p:sp>
    </p:spTree>
    <p:extLst>
      <p:ext uri="{BB962C8B-B14F-4D97-AF65-F5344CB8AC3E}">
        <p14:creationId xmlns:p14="http://schemas.microsoft.com/office/powerpoint/2010/main" val="3304279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DC6F-A526-21F3-7C77-BD7DFCDDA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6A49AD-889E-65C7-60BD-2499F03ADAF4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29ADF8-27C4-96CC-65DA-6AAA3C52142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1  ,  2  ,  2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921168-ED49-78D9-E23B-A657113D5906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</a:t>
            </a:r>
            <a:r>
              <a:rPr lang="en-IN" sz="1600" b="1" dirty="0">
                <a:solidFill>
                  <a:srgbClr val="FFC000"/>
                </a:solidFill>
              </a:rPr>
              <a:t>1 </a:t>
            </a:r>
            <a:r>
              <a:rPr lang="en-IN" sz="1600" dirty="0">
                <a:solidFill>
                  <a:srgbClr val="FFC000"/>
                </a:solidFill>
              </a:rPr>
              <a:t>       </a:t>
            </a:r>
            <a:r>
              <a:rPr lang="en-IN" sz="1600" b="1" dirty="0">
                <a:solidFill>
                  <a:schemeClr val="accent6"/>
                </a:solidFill>
              </a:rPr>
              <a:t>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A50F2827-5DE6-F060-6573-F0A311F61421}"/>
              </a:ext>
            </a:extLst>
          </p:cNvPr>
          <p:cNvCxnSpPr>
            <a:cxnSpLocks/>
          </p:cNvCxnSpPr>
          <p:nvPr/>
        </p:nvCxnSpPr>
        <p:spPr>
          <a:xfrm rot="5400000">
            <a:off x="3270323" y="1385766"/>
            <a:ext cx="1128891" cy="1100784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B3AB6D-4E7D-1705-30D3-E304B0B7AEC0}"/>
              </a:ext>
            </a:extLst>
          </p:cNvPr>
          <p:cNvSpPr/>
          <p:nvPr/>
        </p:nvSpPr>
        <p:spPr>
          <a:xfrm>
            <a:off x="2433681" y="2613714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[ 1 ]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B455412-5555-D17D-45C7-EB25A7D52A5E}"/>
              </a:ext>
            </a:extLst>
          </p:cNvPr>
          <p:cNvCxnSpPr>
            <a:cxnSpLocks/>
          </p:cNvCxnSpPr>
          <p:nvPr/>
        </p:nvCxnSpPr>
        <p:spPr>
          <a:xfrm>
            <a:off x="3284376" y="3170025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453EF6-DDE6-2AAE-21F0-AC823C12B959}"/>
              </a:ext>
            </a:extLst>
          </p:cNvPr>
          <p:cNvSpPr/>
          <p:nvPr/>
        </p:nvSpPr>
        <p:spPr>
          <a:xfrm>
            <a:off x="2360648" y="3611548"/>
            <a:ext cx="177442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[ 1,2 ]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947847-8EDD-7DF5-E1DE-6A7070B78C59}"/>
              </a:ext>
            </a:extLst>
          </p:cNvPr>
          <p:cNvCxnSpPr>
            <a:cxnSpLocks/>
          </p:cNvCxnSpPr>
          <p:nvPr/>
        </p:nvCxnSpPr>
        <p:spPr>
          <a:xfrm>
            <a:off x="3284376" y="4162180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34AF3C-7F88-DB47-65E3-AD8BBA3CAD56}"/>
              </a:ext>
            </a:extLst>
          </p:cNvPr>
          <p:cNvSpPr/>
          <p:nvPr/>
        </p:nvSpPr>
        <p:spPr>
          <a:xfrm>
            <a:off x="2211356" y="4609382"/>
            <a:ext cx="196023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[ 1,2,2 ]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F067B8-9148-2205-8D8E-A51002582378}"/>
              </a:ext>
            </a:extLst>
          </p:cNvPr>
          <p:cNvCxnSpPr>
            <a:cxnSpLocks/>
          </p:cNvCxnSpPr>
          <p:nvPr/>
        </p:nvCxnSpPr>
        <p:spPr>
          <a:xfrm flipV="1">
            <a:off x="3831336" y="4162180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65C095-D4BA-3106-0798-8123F0153693}"/>
              </a:ext>
            </a:extLst>
          </p:cNvPr>
          <p:cNvCxnSpPr>
            <a:cxnSpLocks/>
          </p:cNvCxnSpPr>
          <p:nvPr/>
        </p:nvCxnSpPr>
        <p:spPr>
          <a:xfrm>
            <a:off x="4198951" y="3806889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2A29D2-5888-7378-ADEB-EA94EF7743A1}"/>
              </a:ext>
            </a:extLst>
          </p:cNvPr>
          <p:cNvCxnSpPr>
            <a:cxnSpLocks/>
          </p:cNvCxnSpPr>
          <p:nvPr/>
        </p:nvCxnSpPr>
        <p:spPr>
          <a:xfrm>
            <a:off x="4867967" y="3806889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00B7DD-5DB1-205A-0FEA-09DE55D79F9E}"/>
              </a:ext>
            </a:extLst>
          </p:cNvPr>
          <p:cNvSpPr/>
          <p:nvPr/>
        </p:nvSpPr>
        <p:spPr>
          <a:xfrm>
            <a:off x="4385161" y="5463001"/>
            <a:ext cx="177442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9C7DC4-594D-3947-E41B-6A0DB51D1240}"/>
              </a:ext>
            </a:extLst>
          </p:cNvPr>
          <p:cNvCxnSpPr>
            <a:cxnSpLocks/>
          </p:cNvCxnSpPr>
          <p:nvPr/>
        </p:nvCxnSpPr>
        <p:spPr>
          <a:xfrm flipV="1">
            <a:off x="3830901" y="3170025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4CD0C3-F260-FB58-079D-AB2F1A6F23F5}"/>
              </a:ext>
            </a:extLst>
          </p:cNvPr>
          <p:cNvCxnSpPr>
            <a:cxnSpLocks/>
          </p:cNvCxnSpPr>
          <p:nvPr/>
        </p:nvCxnSpPr>
        <p:spPr>
          <a:xfrm>
            <a:off x="4295367" y="2838189"/>
            <a:ext cx="134032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F5193F-CCDA-F9A8-B6F9-8FF9B39A995D}"/>
              </a:ext>
            </a:extLst>
          </p:cNvPr>
          <p:cNvCxnSpPr>
            <a:cxnSpLocks/>
          </p:cNvCxnSpPr>
          <p:nvPr/>
        </p:nvCxnSpPr>
        <p:spPr>
          <a:xfrm>
            <a:off x="5635690" y="2837648"/>
            <a:ext cx="0" cy="3323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1D3E864-A682-609F-B51B-68ECBEFFCF29}"/>
              </a:ext>
            </a:extLst>
          </p:cNvPr>
          <p:cNvSpPr/>
          <p:nvPr/>
        </p:nvSpPr>
        <p:spPr>
          <a:xfrm>
            <a:off x="5133545" y="3249676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[ 1 ]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3290BB-E158-59A4-560C-64E9BED60493}"/>
              </a:ext>
            </a:extLst>
          </p:cNvPr>
          <p:cNvCxnSpPr>
            <a:cxnSpLocks/>
          </p:cNvCxnSpPr>
          <p:nvPr/>
        </p:nvCxnSpPr>
        <p:spPr>
          <a:xfrm>
            <a:off x="5635690" y="3780690"/>
            <a:ext cx="0" cy="3814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A0B112-E7C7-19E8-BEA2-AE2AF4BA370A}"/>
              </a:ext>
            </a:extLst>
          </p:cNvPr>
          <p:cNvSpPr/>
          <p:nvPr/>
        </p:nvSpPr>
        <p:spPr>
          <a:xfrm>
            <a:off x="5133544" y="4235994"/>
            <a:ext cx="1771107" cy="45720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[ 1,2 ]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3381FB-9BA8-6662-5F56-387992D86491}"/>
              </a:ext>
            </a:extLst>
          </p:cNvPr>
          <p:cNvCxnSpPr>
            <a:cxnSpLocks/>
          </p:cNvCxnSpPr>
          <p:nvPr/>
        </p:nvCxnSpPr>
        <p:spPr>
          <a:xfrm flipV="1">
            <a:off x="6299532" y="3780690"/>
            <a:ext cx="0" cy="33828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5E14D2-000C-1D3C-9BAB-CF6E61CCE265}"/>
              </a:ext>
            </a:extLst>
          </p:cNvPr>
          <p:cNvCxnSpPr>
            <a:cxnSpLocks/>
          </p:cNvCxnSpPr>
          <p:nvPr/>
        </p:nvCxnSpPr>
        <p:spPr>
          <a:xfrm>
            <a:off x="6963922" y="3511316"/>
            <a:ext cx="66565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40537A9-015C-91D3-7343-EAFE3F36B495}"/>
              </a:ext>
            </a:extLst>
          </p:cNvPr>
          <p:cNvCxnSpPr>
            <a:cxnSpLocks/>
          </p:cNvCxnSpPr>
          <p:nvPr/>
        </p:nvCxnSpPr>
        <p:spPr>
          <a:xfrm>
            <a:off x="7632938" y="3511316"/>
            <a:ext cx="0" cy="146490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8E4E7FD-74AA-38A3-D43C-525BD8A24FA9}"/>
              </a:ext>
            </a:extLst>
          </p:cNvPr>
          <p:cNvSpPr/>
          <p:nvPr/>
        </p:nvSpPr>
        <p:spPr>
          <a:xfrm>
            <a:off x="6855963" y="5066582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[ 1 ]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BF703E0-D6F4-E8E5-AF13-0C5E39B51FC1}"/>
              </a:ext>
            </a:extLst>
          </p:cNvPr>
          <p:cNvCxnSpPr>
            <a:cxnSpLocks/>
          </p:cNvCxnSpPr>
          <p:nvPr/>
        </p:nvCxnSpPr>
        <p:spPr>
          <a:xfrm>
            <a:off x="7069547" y="928603"/>
            <a:ext cx="1274221" cy="618421"/>
          </a:xfrm>
          <a:prstGeom prst="bentConnector3">
            <a:avLst>
              <a:gd name="adj1" fmla="val 50000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8847733-B34F-73F0-B2F9-9E5CFAC6DD2A}"/>
              </a:ext>
            </a:extLst>
          </p:cNvPr>
          <p:cNvSpPr/>
          <p:nvPr/>
        </p:nvSpPr>
        <p:spPr>
          <a:xfrm>
            <a:off x="8390723" y="1292568"/>
            <a:ext cx="170139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[ 2 ]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20CEBE-D804-4FAD-05E5-6A87482196E9}"/>
              </a:ext>
            </a:extLst>
          </p:cNvPr>
          <p:cNvCxnSpPr>
            <a:cxnSpLocks/>
          </p:cNvCxnSpPr>
          <p:nvPr/>
        </p:nvCxnSpPr>
        <p:spPr>
          <a:xfrm>
            <a:off x="8807429" y="1840866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0C6F201-4CF7-8F8A-B2BA-42BC249EC23E}"/>
              </a:ext>
            </a:extLst>
          </p:cNvPr>
          <p:cNvSpPr/>
          <p:nvPr/>
        </p:nvSpPr>
        <p:spPr>
          <a:xfrm>
            <a:off x="8229600" y="2272004"/>
            <a:ext cx="183931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[ 2,2 ]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317364-0921-B7BE-2DD2-D9597F2F611E}"/>
              </a:ext>
            </a:extLst>
          </p:cNvPr>
          <p:cNvCxnSpPr>
            <a:cxnSpLocks/>
          </p:cNvCxnSpPr>
          <p:nvPr/>
        </p:nvCxnSpPr>
        <p:spPr>
          <a:xfrm flipV="1">
            <a:off x="9423837" y="1840866"/>
            <a:ext cx="0" cy="33828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79FF37-7E56-1FB5-A30C-8F08DA814FBB}"/>
              </a:ext>
            </a:extLst>
          </p:cNvPr>
          <p:cNvCxnSpPr>
            <a:cxnSpLocks/>
          </p:cNvCxnSpPr>
          <p:nvPr/>
        </p:nvCxnSpPr>
        <p:spPr>
          <a:xfrm>
            <a:off x="10187132" y="1539550"/>
            <a:ext cx="66565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2A4BF3-B0D8-714F-ED25-FC46498995B7}"/>
              </a:ext>
            </a:extLst>
          </p:cNvPr>
          <p:cNvCxnSpPr>
            <a:cxnSpLocks/>
          </p:cNvCxnSpPr>
          <p:nvPr/>
        </p:nvCxnSpPr>
        <p:spPr>
          <a:xfrm>
            <a:off x="10856148" y="1539550"/>
            <a:ext cx="0" cy="14649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EF55A60-7CCA-5D55-EA77-F07BEF5A139D}"/>
              </a:ext>
            </a:extLst>
          </p:cNvPr>
          <p:cNvSpPr/>
          <p:nvPr/>
        </p:nvSpPr>
        <p:spPr>
          <a:xfrm>
            <a:off x="9848002" y="3070914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[ 2 ]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920E42C-0181-BD0F-4466-042FF9F87875}"/>
              </a:ext>
            </a:extLst>
          </p:cNvPr>
          <p:cNvCxnSpPr/>
          <p:nvPr/>
        </p:nvCxnSpPr>
        <p:spPr>
          <a:xfrm>
            <a:off x="7069547" y="653909"/>
            <a:ext cx="512245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1E50F46-5028-26FF-2415-486B178D3873}"/>
              </a:ext>
            </a:extLst>
          </p:cNvPr>
          <p:cNvCxnSpPr>
            <a:cxnSpLocks/>
          </p:cNvCxnSpPr>
          <p:nvPr/>
        </p:nvCxnSpPr>
        <p:spPr>
          <a:xfrm>
            <a:off x="12192000" y="653909"/>
            <a:ext cx="0" cy="3382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778B4A8-B335-DCDD-9BA4-6FE246786BA3}"/>
              </a:ext>
            </a:extLst>
          </p:cNvPr>
          <p:cNvSpPr/>
          <p:nvPr/>
        </p:nvSpPr>
        <p:spPr>
          <a:xfrm>
            <a:off x="11341305" y="1063968"/>
            <a:ext cx="1701390" cy="45720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[ 2 ]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385A4F4-F683-F463-EFFA-FE23979F1911}"/>
              </a:ext>
            </a:extLst>
          </p:cNvPr>
          <p:cNvCxnSpPr>
            <a:cxnSpLocks/>
          </p:cNvCxnSpPr>
          <p:nvPr/>
        </p:nvCxnSpPr>
        <p:spPr>
          <a:xfrm>
            <a:off x="12192000" y="653909"/>
            <a:ext cx="12809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BC5FE3-4474-1511-DBED-0C90BF6CBFAB}"/>
              </a:ext>
            </a:extLst>
          </p:cNvPr>
          <p:cNvCxnSpPr>
            <a:cxnSpLocks/>
          </p:cNvCxnSpPr>
          <p:nvPr/>
        </p:nvCxnSpPr>
        <p:spPr>
          <a:xfrm>
            <a:off x="13467145" y="633937"/>
            <a:ext cx="5787" cy="12069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75D812F-86C6-BA21-8FD4-BE68AA466A9B}"/>
              </a:ext>
            </a:extLst>
          </p:cNvPr>
          <p:cNvSpPr/>
          <p:nvPr/>
        </p:nvSpPr>
        <p:spPr>
          <a:xfrm>
            <a:off x="12192000" y="2028733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]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019AD05-17BF-A467-FD52-6883991851BC}"/>
              </a:ext>
            </a:extLst>
          </p:cNvPr>
          <p:cNvSpPr/>
          <p:nvPr/>
        </p:nvSpPr>
        <p:spPr>
          <a:xfrm>
            <a:off x="-627334" y="3391289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4439918-6B42-3BE2-18E6-73BF9DD3173B}"/>
              </a:ext>
            </a:extLst>
          </p:cNvPr>
          <p:cNvSpPr/>
          <p:nvPr/>
        </p:nvSpPr>
        <p:spPr>
          <a:xfrm>
            <a:off x="-627334" y="4542473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[ 2 ]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2E37FAC-6F25-1AAF-5D21-CC3A0CBB911A}"/>
              </a:ext>
            </a:extLst>
          </p:cNvPr>
          <p:cNvSpPr/>
          <p:nvPr/>
        </p:nvSpPr>
        <p:spPr>
          <a:xfrm>
            <a:off x="-627334" y="3965772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[ 1 ]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888B6E1-7C12-545E-A156-3EFB02E8A524}"/>
              </a:ext>
            </a:extLst>
          </p:cNvPr>
          <p:cNvSpPr/>
          <p:nvPr/>
        </p:nvSpPr>
        <p:spPr>
          <a:xfrm>
            <a:off x="-627334" y="5119174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[ 1,2 ]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2E84B9F-0A57-55AB-510E-7A73518C802C}"/>
              </a:ext>
            </a:extLst>
          </p:cNvPr>
          <p:cNvSpPr/>
          <p:nvPr/>
        </p:nvSpPr>
        <p:spPr>
          <a:xfrm>
            <a:off x="-628394" y="5681877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[ 2,2 ]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83C3E71-4E83-0527-EEA8-3809581EEF3D}"/>
              </a:ext>
            </a:extLst>
          </p:cNvPr>
          <p:cNvSpPr/>
          <p:nvPr/>
        </p:nvSpPr>
        <p:spPr>
          <a:xfrm>
            <a:off x="-628394" y="6270358"/>
            <a:ext cx="170139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[ 1,2,2 ]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C816EE-0D39-67FE-9CC5-37BED4E7B1C6}"/>
              </a:ext>
            </a:extLst>
          </p:cNvPr>
          <p:cNvSpPr txBox="1"/>
          <p:nvPr/>
        </p:nvSpPr>
        <p:spPr>
          <a:xfrm>
            <a:off x="-1716008" y="2400499"/>
            <a:ext cx="22938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2"/>
                </a:solidFill>
              </a:rPr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1826778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1006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2</cp:revision>
  <dcterms:created xsi:type="dcterms:W3CDTF">2025-10-22T12:21:55Z</dcterms:created>
  <dcterms:modified xsi:type="dcterms:W3CDTF">2025-11-04T14:04:57Z</dcterms:modified>
</cp:coreProperties>
</file>