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AF9F93-0D24-4697-B934-AE8E00AE5C85}" v="3" dt="2025-10-18T06:16:57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6873-E261-8BFF-05A1-61D6BEE9B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DB517-F239-A781-EDD6-FC5E5F6B5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4DB68-87C3-366E-E0AA-8D18D07E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45DE1-A88B-CED1-64AF-548C4881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69168-A935-8F95-1507-01A248E0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41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FBCC-2940-EA3B-ECEA-9A0ABFC5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C5B77-A09A-F044-B6FA-A9DE01FD3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35129-DCAB-21A0-4D3E-9A247A1C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918E3-7941-D791-8847-6581F19A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E0F82-9E82-1836-2B2F-04A39356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1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D9AD1-D789-D967-4B2F-B87E5B21B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81F17-43C1-8F1C-C89F-045EB349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F054B-4F64-930A-14AC-39385509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496EB-A6FB-4F8C-D817-EF59EF25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C3CC4-43FD-CB9F-95D7-32E092D9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6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8982-6944-C7C4-DA20-8F9A3206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BA235-AFD8-6BE1-827B-4B5504805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4EC15-F034-ADED-76FD-96B8C5C1B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219CE-6D84-A37F-82DD-44A63D52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4323E-F19A-01BC-6D69-2C782B81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DAA49-7101-49C3-DECD-1F8ABC32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70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5F31-2637-4B8A-FC9D-6A95DC26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12978-001E-4F62-34E5-18B87E923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70E74-4CCF-B94F-AA1F-D6DB9D2DA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95905-F25F-B7A0-7B09-020D7D867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D39E8D-69A1-DA65-9FC4-3A6EC8076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556970-2DB9-4595-92E5-4F1F87B0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32E90-3369-FBF2-1974-F89CF64E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B722A-5B49-18D5-46EB-8D0E9EEB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49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2867-2702-4292-109D-EF90EEA0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FB24A-170C-EED9-13F2-C3EB8AA6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03545-FB5F-6A9F-EE68-A960A6A4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C17D6-62E7-7236-F012-FC505C0A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774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77B5B-E068-E271-8149-F1F06F49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1CE14-DFA1-28FC-6D2D-803DAEB3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1EB85-D668-D94A-42AC-90DA3364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872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20E74-6E4F-75B7-62A3-14B7E58B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AF4B1-3ABB-5D87-FAA9-7A4B14099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5904A-E51B-562B-B1C8-A42F90FF9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3507E-FE92-2EBD-364D-8CA2CAA82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7E372-9749-2DCE-1B27-24282EF0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728F2-384B-8196-9850-E90BCA88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8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E90E-C465-2671-4C63-0E0AD07F2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7F0FF-0DDF-638C-5CBA-EADEF53F8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6941-B4C8-4D9E-6FCC-35DBA5CCB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EB73-5989-2058-6049-C06556EA8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87440-DF45-2EC1-315F-4D047B7C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05490-277B-0C56-62F6-29115AB5A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0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888CB-BC78-3067-9D3B-B928BE71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82E9C-B302-CD3F-D7F6-3B75464FB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DDAC0-9813-BCC9-E331-D8038573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7F8A8-B79A-4637-E1AF-B652CCDF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13273-9FAF-5D27-6A45-B4E02D40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68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4DF39-2A05-C13F-56C6-3E5B6328D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02CE8-94DE-36F3-D106-F1EBC3D1D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0BE51-B7DC-6BA9-BEC9-FA2DC889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A9BA0-5CD0-AADE-1F16-2853067D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1B476-FB0D-91B9-D0C6-3A2B86F2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0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5935F-9146-7E44-07DC-3B1845D8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A9B3-501D-87D0-414E-F7EB58BFE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5119F-B6B3-3B9B-AC5A-0998502A4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2AFC5-7153-46C7-954F-C99F2823EA84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A1388-2460-5A9D-2C88-7C183DE06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EF090-769C-C851-3ED0-05C8788DD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EFF77-0AD4-4009-B662-424ECFD718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193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C1822-EBD6-9960-8E6A-7377E84D4D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E710A-9124-93C5-534B-B251DBB522E3}"/>
              </a:ext>
            </a:extLst>
          </p:cNvPr>
          <p:cNvSpPr txBox="1"/>
          <p:nvPr/>
        </p:nvSpPr>
        <p:spPr>
          <a:xfrm>
            <a:off x="162560" y="1793538"/>
            <a:ext cx="118668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Subsequence Sum To Target</a:t>
            </a:r>
            <a:endParaRPr lang="en-IN" sz="9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9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3AC4-35D5-CA59-47CA-D34597A3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8AA135-E86C-9845-39DA-6DE9F1AE5FA4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621543-BC21-33FE-C052-AE2A4FC00FBC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CAD74E8-5154-764F-D78F-2D18968BF326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D8158A-A78E-0CAE-19A7-A358B2C1A2AC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316071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30B0-8F59-0CA5-7F24-AFA462C78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7734A6-981D-5A01-1945-CBB5904B8F8F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06C2B2-9A5A-F4E8-2D81-A38994EC3B97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55DD031-FF9B-DFC1-1B0E-E00F871B6B19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8B31F0-281B-6075-0A09-89F8686FBFAE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88520B4-32D9-252C-6C1E-7174B458C1BF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846830-4EDC-B599-DB7D-A3B0E32F451C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 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187293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E1457-FC00-EFAF-7AC3-F55AEC4F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D60FC3-D336-6CB3-419F-6FECF8E55A4D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C50104-2F56-6E56-98CC-29A4712564A4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5F0F21FD-781F-425D-15B6-669DD99FA9A8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33F3B0-316D-F459-4365-016F07D338AC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E6EFAC9-4002-5E27-E683-BF2A2D1E9632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BEEEC7-4F6D-E0E9-E6AC-002E1A345555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1            2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FD4FE0-F519-F84A-88CB-5D2AAE23CA1E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F83A05-38CF-1FEE-77E8-C23498BABE11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</p:spTree>
    <p:extLst>
      <p:ext uri="{BB962C8B-B14F-4D97-AF65-F5344CB8AC3E}">
        <p14:creationId xmlns:p14="http://schemas.microsoft.com/office/powerpoint/2010/main" val="1753349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CC7F-0998-0E90-B92D-BA6D25A4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70D63E-2F54-80E5-E259-FA5B22F2DE84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ECCE3C8-76DC-742E-60CA-1C08FEE9D637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0FE493FD-BD3F-F546-D6DE-39FCE0287052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52171F-398E-7638-84BE-51357CB9EBE3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D659083-7640-47F1-1516-55E372100644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875E08-5F4E-479F-4E25-13BAA43270B8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1            2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288CF9-ECC6-53A5-DEC4-85E6A0067AC4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501F25-F3F5-2092-08E2-2C46ECE3AE63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03FE90-FB6E-3DF9-7763-3B4BD3D6642E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31EF67-965C-6063-BC46-7EF471A7A928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</p:spTree>
    <p:extLst>
      <p:ext uri="{BB962C8B-B14F-4D97-AF65-F5344CB8AC3E}">
        <p14:creationId xmlns:p14="http://schemas.microsoft.com/office/powerpoint/2010/main" val="788681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BDAE-8888-90AD-723A-267186636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9CDAFD-646C-E101-3FF1-33EB35D78C22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37A59B-7335-F377-E882-7E1AD8EADF0C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F2F04C50-7058-E18F-B96A-4A84B306FADE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F406F5-EC13-4102-0D0C-0BEAA7DF5697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D735CE2-F4B4-D5F7-7DFE-FAE93E28B052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AE8D92-3A0E-E052-3956-9841860B7D79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1            2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E18825-22B7-060C-07E4-754455642C3F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DD33E1-3CB3-120D-2824-052740380E6A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1B503F-1394-E192-1E8F-F8FB7F9DCDA8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D3FC45-5C2A-5AFE-A798-04879E2FEFC1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BC1371-B7F0-F155-47CC-AE51F994E22A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D6E661-7D4D-92C3-092E-9D8A34A2EF31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</p:spTree>
    <p:extLst>
      <p:ext uri="{BB962C8B-B14F-4D97-AF65-F5344CB8AC3E}">
        <p14:creationId xmlns:p14="http://schemas.microsoft.com/office/powerpoint/2010/main" val="3274739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8F16-438F-EFBA-5187-C6FB9C239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47F0AF-AD61-4A20-0BA0-52CDE32F8ECB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A517EC-584C-EE91-0677-5F653AB73A81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8C793A4-2DA5-DA53-9A4A-9D2279AB7919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C35EFE-F5F3-8AEA-BE34-688BA4CB304D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F8B98E-6B48-04A2-984F-630A203B085D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10A398-39C1-4D65-BF5A-BAC5AFC4B679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1            2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3769EF-552C-AB3D-0D42-188861474C38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699350-2854-003E-D26F-ACCA42B7CCF6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31DD55-DD95-9AA2-F6BA-86AEE3EC369C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B9DC6C-4754-BAD5-B66C-A3C954559B79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CCEC82-97F2-F6A6-A6F1-D49EA841E6BC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E3B66E-9B3F-0728-6153-04E816C1A0E4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AAC31D-092D-5451-D5B3-77E8DAD85F45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52F71F-6777-0A99-387E-D4A55C12E615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4A5DFF-02E7-CE55-6B4A-CBC38FB99782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1A1734-06E0-6328-0459-0F56797848E8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</p:spTree>
    <p:extLst>
      <p:ext uri="{BB962C8B-B14F-4D97-AF65-F5344CB8AC3E}">
        <p14:creationId xmlns:p14="http://schemas.microsoft.com/office/powerpoint/2010/main" val="2103503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2A5C-1BDA-2103-64CF-50ADC2FA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829750-4AFE-AC80-0A43-27CB6FC72473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1A1373-E4C3-4562-CD20-62D02523C3D3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875F2594-B332-DE92-C6FA-2C2775E17C5A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F43880-AA46-B7F7-4473-6C770C6F8A59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3C65D7B-900E-EFD5-6A38-B5E060EC0443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224DEE-7F41-DCB3-84F3-6D10B4BC88FE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 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1            2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1A9CA1-71FA-CC0C-6163-690AC143BA1B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F4B092-6FA6-830A-2DF9-35B71CAE4B96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193064-B4E3-1267-957A-CD8A710400D4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5E284A-63C9-57B1-C36C-62DF2302FE91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B04E0-8E1B-982E-299B-3BD1AACBA258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9F4A0E-AB25-659C-3BDB-7A6C19366798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90766C-A674-3110-B208-29AFA01FECFA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94BF2D-924A-BD6D-E405-449BD48F221D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23674A-6D21-504C-3C9D-D61D84CC495E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87A14B-F1C5-9270-352F-53D40BA37BAB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BEA4CF-C86D-904D-3962-68D8E23ACC50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B900AE-727D-2600-3BA2-7A3919BEE588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</p:spTree>
    <p:extLst>
      <p:ext uri="{BB962C8B-B14F-4D97-AF65-F5344CB8AC3E}">
        <p14:creationId xmlns:p14="http://schemas.microsoft.com/office/powerpoint/2010/main" val="118601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EDF14-C305-00DA-2BBB-93A97C97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991894-1C72-C0CF-242B-1C9086AAC4C2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723C13-6F37-1C60-8379-F3BFBD162B63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0F528066-F556-485F-7BD1-D004646D1139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B8F21B-DC9B-131A-15CF-2AAD0C1430D7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A2CC618-BE2C-06B0-062F-DF2BC2725CFB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5F9B58-0A51-5032-E73E-92E2E0EBD8FD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1            2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03A35F-22C7-3D8C-6DD5-402DCE028B62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0ED615-97CE-5D92-F761-1634FA2C2D51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83E21B-7595-43CD-87C2-B597A94C2470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F640D5-5CBB-E030-98C3-BF4621A129F6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254BF9-74F6-AA79-C809-78B8D386A960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6D1C3E-489B-14B9-5185-D09974C6C09C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8FF293-CE15-69D9-E8EA-0A0DB26E7559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079E67-B642-4441-83E9-9A4C6EE85EF1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55F912-E669-A4B0-9CE2-680228CF4B4C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603F30-1153-9418-05AC-B9DB5A680A91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B9264F-85F7-4B8C-CF9C-ECE6288819EE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9F54D99-96CC-6D66-E6F4-F6A8194FD2BA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F3B52E-4958-4E6E-16A2-B1D172A6B1CD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014251-650B-2440-8523-E648A3509B47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1C6D24-7DF1-5FDB-7543-B54D7AFACA0E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5B65D02-1297-4F0E-0B4F-8C8A1985CBC9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</p:spTree>
    <p:extLst>
      <p:ext uri="{BB962C8B-B14F-4D97-AF65-F5344CB8AC3E}">
        <p14:creationId xmlns:p14="http://schemas.microsoft.com/office/powerpoint/2010/main" val="2906001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DB6F-DA30-18A8-0CCD-9E23E338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E41D67-D343-B90E-2444-BA9740D2C033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F88F76-4CB7-7B57-2443-8F5A332A2E72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8F41E20-5895-E91A-9894-9FCBBCC8D7A9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C6304A-6176-D968-07C9-D9C111596F60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3DCE0B9-F24E-2E21-A612-B30D6550E89D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A59D4E-FB00-FABF-54C0-5C0A261DFAB9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1            2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C4D895-25B1-7E10-D779-7864C6A4ED02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9715DA-F0D9-A308-030D-73B1F9C02A44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2D7602-174A-F44D-036F-88FFD7C25895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C843FB-66F6-0041-9265-35B079952E5E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6B31FC-F05B-0FF1-AED0-294E9627DCD7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E815F5-9F4E-9A6C-1390-31C0DC6F9C07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4B4518-D284-B77D-8E5B-4A41454A50EF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E29961-7371-4105-CDC6-2D97F28EC8C8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7A8E36-9E98-2886-FD06-91CB1226FB7C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9C8474-8FFD-6562-6AFB-EA8C5BEB196B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3B8763-9971-54C2-0F9F-A671793C8E4D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58A5D87-94D9-FFAE-BE30-9B575B04CC77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18C910-4AA3-E830-1F98-28C46B78A555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98AD2F-77C7-D91E-3D0C-C92CFE62B6BF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1DA7A8-11D3-3C88-8A6F-E7AB4B16699E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114D7F1-5B7B-05FD-A7C1-01430A2D465E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9E6EE6-876D-FF65-288C-172B4BD3320D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EF2A4D-484E-BCDD-4F58-A86043F31D30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</p:spTree>
    <p:extLst>
      <p:ext uri="{BB962C8B-B14F-4D97-AF65-F5344CB8AC3E}">
        <p14:creationId xmlns:p14="http://schemas.microsoft.com/office/powerpoint/2010/main" val="356219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9AD5-D7C3-89E9-05AD-B1F9BFD0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532558-9AD6-1F58-E540-8127105CE757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77B777-1F49-2749-C352-2E257C8641EB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5DC7D1E-A553-5F64-0736-4CFDAB3CC98D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034102-2EA2-8D24-1397-DE391C795259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24D0DDC-A45D-DD42-825E-61AE95220EF3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8611DB-10AA-AEE4-08EA-95019877889B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1            2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37516A-8402-5A4F-CCDE-89EB12A64165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8C9AE7-CF4F-9015-F875-B762CB619C29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05C52E-14A0-127A-1BEB-E89D7BBDAE73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65E6A2-67EB-E0F8-781B-E23DE6D04720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CFE753-435F-69EB-EA69-835F550255CA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4B61A2-49DB-D82D-28A0-B04236B0588A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FFA9EE-E3BB-30F9-53F3-C59DEEA08ED1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88CF1E-0553-5881-5D5F-D2D90D6EF676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F22DC0-E61C-45E1-B85C-2332EDDCAAEC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102A04-FE7B-0DCE-491C-19E305ACD6F2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1D9476-7A86-6C1C-BBE0-35A685C920BE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431EF1-E897-04FB-188C-66015FFAB654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73E3D3-18CD-FF59-B14E-0DB33E2715EF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CEA3D5-AA69-7FC5-A6FE-67E29F492828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170182-7EB6-7CB2-3521-75B0E7137657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F998EF5-3DBD-462E-09B0-F9A2AB7C74EB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8F1853-04A1-3475-3B57-27A09F50C7EC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A8B556-7D1A-1C4C-1E9C-4B8AE86CCD01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7C84C6-32E7-8939-F20F-52C2B2A7754F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4E732C-277E-C7DF-660A-86BF691E8E47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</p:spTree>
    <p:extLst>
      <p:ext uri="{BB962C8B-B14F-4D97-AF65-F5344CB8AC3E}">
        <p14:creationId xmlns:p14="http://schemas.microsoft.com/office/powerpoint/2010/main" val="3159018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A0E9-2EC4-EB35-573C-BEB017E39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0A8440-F2FD-5FD1-D66A-1B643967F219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4CE4C9-1F40-2A21-3F7A-6AFF8B8403C0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AF493E0F-D62B-2945-BD2A-78FC0D2AA28E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4F4D6A-8AB3-6025-546E-0BBCBF97D868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A58D281-1AEE-F931-25B9-E175AE759CD9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1BD939-A2D2-016C-D986-5437C36D98C0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862459-AF33-5A09-3F85-6464C4375ABF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6614A9-6265-6EA7-0F09-05C71AB3E319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990C53-5837-C5F4-42AB-F6B15E74D9BC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6D38B7-442B-8136-6408-8944F3817A74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94B38C-DA2E-57B2-3931-ADBDCEAD273B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F6DC56-8321-5E56-6BBF-4C6A4C2E8C42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35E04D-42CD-A3E7-DB94-B47C3C26F924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FC5C80-71CE-A8D3-0D8E-59F6FD49FAD2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4DB517-6409-AF34-534D-6329F5BF4119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409BD7-6A20-1619-18D6-1B794AD3D04A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97359C-40C4-74F4-4A01-E1000EE94B6E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C6DDAB-7EFC-6B70-0044-757580BC7F32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7E13B9-00AE-1F02-81F8-B45E3ECB7A54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62D709-EDD5-E556-D9C7-7E530FD0CDF0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1DFD61-6478-EFA3-F969-0C02A1C1FEA7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400F1A-4F7A-935B-0574-7011925B6F4E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4D10E9-4CB7-8A3A-A638-E9819F6E4F93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89B843A-1F94-761C-90EC-0364891EAA94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AAEC9EF-7371-518F-9C56-029D7D29D773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EB7C052-588B-A5DA-602B-B39204E41FA3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C1FC6D2-55A1-BC6E-652B-0E8D9DADB569}"/>
              </a:ext>
            </a:extLst>
          </p:cNvPr>
          <p:cNvCxnSpPr>
            <a:cxnSpLocks/>
          </p:cNvCxnSpPr>
          <p:nvPr/>
        </p:nvCxnSpPr>
        <p:spPr>
          <a:xfrm>
            <a:off x="6374562" y="293502"/>
            <a:ext cx="968708" cy="9226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C87992A-74D3-F738-D858-A91D975CC142}"/>
              </a:ext>
            </a:extLst>
          </p:cNvPr>
          <p:cNvSpPr/>
          <p:nvPr/>
        </p:nvSpPr>
        <p:spPr>
          <a:xfrm>
            <a:off x="7414551" y="974613"/>
            <a:ext cx="1503294" cy="49537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[2]</a:t>
            </a:r>
          </a:p>
        </p:txBody>
      </p:sp>
    </p:spTree>
    <p:extLst>
      <p:ext uri="{BB962C8B-B14F-4D97-AF65-F5344CB8AC3E}">
        <p14:creationId xmlns:p14="http://schemas.microsoft.com/office/powerpoint/2010/main" val="2885395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744B-8EFB-34B9-6A47-F33E60AC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1205C0-AA5C-3E7D-337F-1CF43426C368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1B3A6B-1271-CCC0-7833-3D22C908EA16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FF83579-2492-D709-A688-5D1CF009CE1A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AED598-AEA5-622C-2F79-E938AAF1A7DE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20DEB97-4B54-108B-458F-99CD14AC80B2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4D3F0E-62E9-CAD5-A67F-08CFD044B7DE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466F5E-9FEC-F6B1-EF6D-2F2EBA72A78F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A15A17-3ECB-2745-0E39-A2AE56105FF0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CD5F8D-0461-75C9-3611-36F495F9042C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5E2541-B3A1-D6C8-81D1-5795E4444B7E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1472F7-7839-1728-37FA-BD2FD08061ED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3A052B-722A-BB69-256B-3E7227553DB7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96ACD5-404B-8F98-D12A-0B7D4B1B579C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0BEBCC-CF3D-788F-9C53-6159D54D3CD0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F18804-78DD-EFCA-FE90-E40E84769025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5B3BA9-08D0-0554-8249-A25C70E00143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89864F-19C5-1BEE-CE63-00643B6BE452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FF53CE0-77F2-FBF7-BEA4-2714C9DF9D21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C0F4C0-1075-2D3E-5F44-D55F81B7F5FF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FDD95A-6E1C-2342-E6E8-4BE7C2BD8E89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560DBC-439E-0484-62F1-D86E47692A09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DCCA2B2-54C1-29F4-B770-243B43E28867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B76D66-9C35-7A1E-588C-722D813E5A1E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A5D139-E7CC-4E07-AFEF-037AB38A3576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9A43CE-9BC0-5FCA-9042-DFC01EF7D1EE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E8F254-9E76-475B-4A87-BBF10B1B64D4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9F4ECCC-6A00-B6FF-0CA7-F7558145DDB9}"/>
              </a:ext>
            </a:extLst>
          </p:cNvPr>
          <p:cNvCxnSpPr>
            <a:cxnSpLocks/>
          </p:cNvCxnSpPr>
          <p:nvPr/>
        </p:nvCxnSpPr>
        <p:spPr>
          <a:xfrm>
            <a:off x="6374562" y="293502"/>
            <a:ext cx="968708" cy="9226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810B528-EB98-4BF2-34ED-59D18A2EBA38}"/>
              </a:ext>
            </a:extLst>
          </p:cNvPr>
          <p:cNvSpPr/>
          <p:nvPr/>
        </p:nvSpPr>
        <p:spPr>
          <a:xfrm>
            <a:off x="7414551" y="97461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[2]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3D821C-C2AE-BFEC-A159-E8ACF0DE365F}"/>
              </a:ext>
            </a:extLst>
          </p:cNvPr>
          <p:cNvCxnSpPr/>
          <p:nvPr/>
        </p:nvCxnSpPr>
        <p:spPr>
          <a:xfrm>
            <a:off x="8080287" y="1556870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A24DB9-19F6-12DB-92A8-AEB500312D9C}"/>
              </a:ext>
            </a:extLst>
          </p:cNvPr>
          <p:cNvSpPr/>
          <p:nvPr/>
        </p:nvSpPr>
        <p:spPr>
          <a:xfrm>
            <a:off x="7183750" y="2142208"/>
            <a:ext cx="178259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[2,1]</a:t>
            </a:r>
          </a:p>
        </p:txBody>
      </p:sp>
    </p:spTree>
    <p:extLst>
      <p:ext uri="{BB962C8B-B14F-4D97-AF65-F5344CB8AC3E}">
        <p14:creationId xmlns:p14="http://schemas.microsoft.com/office/powerpoint/2010/main" val="142896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AE7EF-22E8-6CA6-E771-E4B9769B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FE9EF3-123C-3393-9EEC-6FA93407B971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2CA4A4-0519-2177-9FFB-15F184FE386D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9AE1A4F-14EE-DAC8-3EE5-F7F2AD93DFFF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4D9CD0-A367-D7BC-A3F6-A9AE447EDA16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0547038-F67E-DCD8-BF4A-75E836F1471C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056D3C-5CCD-B40F-01D1-A7B7302B1E7A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1 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B75204-966D-B14F-B2FF-6CDFDAD01460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1F1D20-89E9-995D-C760-8D86BD1A65AD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17A27B-1D82-56CB-D833-3824E3F96BF0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86A549-E055-6D19-DBD0-5CF4DB6AA9FB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BC2046-A46B-0259-2BC4-66A65640EAD0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8C7A37-A3B5-54E1-C91F-094C48D68DA9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7E52F4-2EFE-8F37-4C46-7C1A38164B8B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279508-1C93-7DAF-BA3D-EF07D1AACB3D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FEB782-56CE-2B26-F37C-797D9A9C45EC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272EF3-24D7-182E-1EBC-91B10969A05F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FF76CC-754D-CF8E-5509-0F671F7849B8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EECE19-B587-6E24-5CDB-E512264FFA7B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1632A4-B687-57C7-577D-540399E3A6B7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6DEB91-1F7B-B690-B5B8-39F2A534F465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AC1BAA-1C57-442B-CF2B-5421F540B082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806F1EC-3518-D530-BC82-DAE9B92B9169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5E7C2B-0B10-6AEE-6AC3-BAF3A7495CE1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C64FB5A-8E3D-1ACC-7F6C-E1301FEEDAAE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5DCBCA-BFCC-0F6E-C8B5-C7048AF82BB1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1D4F07-29F0-7617-2CC5-B850C81D8BE4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6B97864-A9F6-CFF6-EA39-835AEC922DB9}"/>
              </a:ext>
            </a:extLst>
          </p:cNvPr>
          <p:cNvCxnSpPr>
            <a:cxnSpLocks/>
          </p:cNvCxnSpPr>
          <p:nvPr/>
        </p:nvCxnSpPr>
        <p:spPr>
          <a:xfrm>
            <a:off x="6374562" y="293502"/>
            <a:ext cx="968708" cy="9226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576CD05-9763-EE6D-0144-A2DC28576678}"/>
              </a:ext>
            </a:extLst>
          </p:cNvPr>
          <p:cNvSpPr/>
          <p:nvPr/>
        </p:nvSpPr>
        <p:spPr>
          <a:xfrm>
            <a:off x="7414551" y="97461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[2]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1A60F8-0048-4CD2-FBE4-24E3E7B814CF}"/>
              </a:ext>
            </a:extLst>
          </p:cNvPr>
          <p:cNvCxnSpPr/>
          <p:nvPr/>
        </p:nvCxnSpPr>
        <p:spPr>
          <a:xfrm>
            <a:off x="8080287" y="1556870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9BDB7E3-323E-B90C-AFAA-4C88A933BE1E}"/>
              </a:ext>
            </a:extLst>
          </p:cNvPr>
          <p:cNvSpPr/>
          <p:nvPr/>
        </p:nvSpPr>
        <p:spPr>
          <a:xfrm>
            <a:off x="7183750" y="2142208"/>
            <a:ext cx="178259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[2,1]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063C8E-9D10-A58E-2639-49F51A9F4533}"/>
              </a:ext>
            </a:extLst>
          </p:cNvPr>
          <p:cNvCxnSpPr/>
          <p:nvPr/>
        </p:nvCxnSpPr>
        <p:spPr>
          <a:xfrm>
            <a:off x="8080287" y="2725583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8034537-4538-3A4C-F319-CFE41A4042CF}"/>
              </a:ext>
            </a:extLst>
          </p:cNvPr>
          <p:cNvSpPr/>
          <p:nvPr/>
        </p:nvSpPr>
        <p:spPr>
          <a:xfrm>
            <a:off x="7193779" y="3309803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[2+1] = 3</a:t>
            </a:r>
          </a:p>
        </p:txBody>
      </p:sp>
    </p:spTree>
    <p:extLst>
      <p:ext uri="{BB962C8B-B14F-4D97-AF65-F5344CB8AC3E}">
        <p14:creationId xmlns:p14="http://schemas.microsoft.com/office/powerpoint/2010/main" val="609859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BE2E0-3DF6-F56D-68AE-AEFB062C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41E0C8-D632-D77B-D20D-441B6E224F1B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7E856C-C242-6D99-E7E1-021048CA0109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FEFD4B6A-D686-4B69-F99A-FE1F90CB31A2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94A991-458F-C17B-16DA-83DE929B2419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96F23DA-A83B-81A6-D046-9E460119E62E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B58CC0-B319-52AB-B00B-DE562F444790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1    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       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8CD1CD-B32B-DB37-87F5-EE238A494EE8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9FFF2B-42E5-1C75-0D83-21D5096FE41D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F6FC7C-1EAD-4E9B-4B60-07617EEFF2B9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09357E-75E5-774A-56F0-D2850315CBF0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0064C8-EA19-9491-DC7F-83E7983F3305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B4DC14-AD37-FE40-0170-4C96FC734CC3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20979F-FC85-B6B9-E63A-6D4648C0D277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64E12F-9FAE-12BC-6868-EA80100E3A4F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C4C0CA-EDE5-24E0-AF33-6484FD848B0E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2651F9-AD5D-6548-0CF1-D317B065352C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45C6A3-CEC4-D792-4003-5645F2A13A6D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1EB80CC-B291-A768-ECB9-59E04513F920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0F057F-F96E-761C-1204-66FE27DD2689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FFBC38-AE34-1BCB-DF7A-BEA00E36991A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0B403F-E5A7-02F9-85CF-AAA92B819B86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BAC6433-871E-CFC4-2973-87FA5D9F0D2E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0A4BA5-DEF2-6D8E-33E0-F59FDC56D2D0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976455-F2DF-F43F-025B-F547A311788B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F97415-E561-7853-B465-E42E6A446603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B272D2-2928-32B9-6B54-D5725E38459B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2EF0510-225B-BB65-DBD5-44F83E29EB03}"/>
              </a:ext>
            </a:extLst>
          </p:cNvPr>
          <p:cNvCxnSpPr>
            <a:cxnSpLocks/>
          </p:cNvCxnSpPr>
          <p:nvPr/>
        </p:nvCxnSpPr>
        <p:spPr>
          <a:xfrm>
            <a:off x="6374562" y="293502"/>
            <a:ext cx="968708" cy="9226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6F63DC-4B63-59CC-0A1D-9A94EDDA32D1}"/>
              </a:ext>
            </a:extLst>
          </p:cNvPr>
          <p:cNvSpPr/>
          <p:nvPr/>
        </p:nvSpPr>
        <p:spPr>
          <a:xfrm>
            <a:off x="7414551" y="97461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[2]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5EDE40-9566-5338-83E0-F77883E138F8}"/>
              </a:ext>
            </a:extLst>
          </p:cNvPr>
          <p:cNvCxnSpPr/>
          <p:nvPr/>
        </p:nvCxnSpPr>
        <p:spPr>
          <a:xfrm>
            <a:off x="8080287" y="1556870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575482E-6E75-1965-0417-517433544750}"/>
              </a:ext>
            </a:extLst>
          </p:cNvPr>
          <p:cNvSpPr/>
          <p:nvPr/>
        </p:nvSpPr>
        <p:spPr>
          <a:xfrm>
            <a:off x="7183750" y="2142208"/>
            <a:ext cx="178259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[2,1]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5ECB29-2C41-1936-3135-14892F886CC9}"/>
              </a:ext>
            </a:extLst>
          </p:cNvPr>
          <p:cNvCxnSpPr/>
          <p:nvPr/>
        </p:nvCxnSpPr>
        <p:spPr>
          <a:xfrm>
            <a:off x="8080287" y="2725583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D1F6996-179D-B6F0-82D9-117313A60575}"/>
              </a:ext>
            </a:extLst>
          </p:cNvPr>
          <p:cNvSpPr/>
          <p:nvPr/>
        </p:nvSpPr>
        <p:spPr>
          <a:xfrm>
            <a:off x="7193779" y="3309803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[2+1] = 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05855ED-2DD5-53C0-C70E-D73C85959CEE}"/>
              </a:ext>
            </a:extLst>
          </p:cNvPr>
          <p:cNvCxnSpPr>
            <a:cxnSpLocks/>
          </p:cNvCxnSpPr>
          <p:nvPr/>
        </p:nvCxnSpPr>
        <p:spPr>
          <a:xfrm flipV="1">
            <a:off x="8383158" y="1561620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1B1989-B228-30F5-8A12-302B2DAABD6C}"/>
              </a:ext>
            </a:extLst>
          </p:cNvPr>
          <p:cNvCxnSpPr/>
          <p:nvPr/>
        </p:nvCxnSpPr>
        <p:spPr>
          <a:xfrm>
            <a:off x="9109727" y="1299325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10BA39-34C8-D796-8A1B-D55DF71A37BE}"/>
              </a:ext>
            </a:extLst>
          </p:cNvPr>
          <p:cNvCxnSpPr>
            <a:cxnSpLocks/>
          </p:cNvCxnSpPr>
          <p:nvPr/>
        </p:nvCxnSpPr>
        <p:spPr>
          <a:xfrm>
            <a:off x="9828064" y="1299325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E53E454-B3B3-1F00-61EF-C9027DA52451}"/>
              </a:ext>
            </a:extLst>
          </p:cNvPr>
          <p:cNvSpPr/>
          <p:nvPr/>
        </p:nvSpPr>
        <p:spPr>
          <a:xfrm>
            <a:off x="9123525" y="2142208"/>
            <a:ext cx="1782583" cy="51968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++: (2)  | DS : [2]</a:t>
            </a:r>
          </a:p>
        </p:txBody>
      </p:sp>
    </p:spTree>
    <p:extLst>
      <p:ext uri="{BB962C8B-B14F-4D97-AF65-F5344CB8AC3E}">
        <p14:creationId xmlns:p14="http://schemas.microsoft.com/office/powerpoint/2010/main" val="3636817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DF75-6E07-8209-7F21-CBBEC3E3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4463D2-0748-DDEF-8B45-4C96C6BD070A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9FE102-6D84-0733-57F9-2609929A6295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9E4EC95E-9790-931B-E820-AB87E8A5E1A5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497D23-3E0D-41B0-5D16-AABAAE88741C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CD71107-A1B3-D959-F26A-7655D69C7EDA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10B27A-2CD8-D2F1-F18F-9CD533984F0E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 1            </a:t>
            </a:r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E30935-5C31-A960-A682-64D1F4111F46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9335E1-87B2-F175-E4FD-F4FFEE5FEAAC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8D6F4A-DE66-A1A3-F6C8-0CA7014D11BE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319607-CC79-ACAC-A9E7-B1A8B3BC023E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8930CA-E265-EDAA-9054-BEC390EDE779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783898-FAF2-3E8D-C8EC-42BF4803F285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C4A783-EA25-035A-AAFC-14D145AD9343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81DC2F-13AC-A733-B017-60D597E170EF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04CC77-7FD1-6282-D30E-85C72E048361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FCA095-89BB-5158-5603-09D3B4D5D04D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79C01F-F83E-3FF0-B1F8-A238812DA61C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357BDB-E5E2-3D8D-73B2-08FE4FC49C82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99E0AD-B568-4CAD-8514-8CFE3CD5D23B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BCFDCB-7DFA-7E3F-6CE6-D12A704C069D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C3B1DB-3A4E-2240-0251-9889FF839FF3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632FC16-90CC-679D-3EA6-83C7D4DD8A93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5CD140-48C9-11C7-D085-628BF1B8EFE5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4C5FE34-132F-1101-2B95-C65F3EBA5D7B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35DFDE-96C1-8737-5811-9BF7AE400C51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3491FC6-AC46-2834-2962-6EBE7DB4BF4C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CFC1B37-178B-B7E2-D144-A7595AE19222}"/>
              </a:ext>
            </a:extLst>
          </p:cNvPr>
          <p:cNvCxnSpPr>
            <a:cxnSpLocks/>
          </p:cNvCxnSpPr>
          <p:nvPr/>
        </p:nvCxnSpPr>
        <p:spPr>
          <a:xfrm>
            <a:off x="5813578" y="694481"/>
            <a:ext cx="1529692" cy="5217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3F50ED-C782-3DA2-2BD3-8619F43F8B00}"/>
              </a:ext>
            </a:extLst>
          </p:cNvPr>
          <p:cNvSpPr/>
          <p:nvPr/>
        </p:nvSpPr>
        <p:spPr>
          <a:xfrm>
            <a:off x="7414551" y="97461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[2]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7C25B5-F9C9-44BF-34E0-97ECDDC48DCB}"/>
              </a:ext>
            </a:extLst>
          </p:cNvPr>
          <p:cNvCxnSpPr/>
          <p:nvPr/>
        </p:nvCxnSpPr>
        <p:spPr>
          <a:xfrm>
            <a:off x="8080287" y="1556870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4BBCA68-74D7-1EFA-148E-52484B9A9317}"/>
              </a:ext>
            </a:extLst>
          </p:cNvPr>
          <p:cNvSpPr/>
          <p:nvPr/>
        </p:nvSpPr>
        <p:spPr>
          <a:xfrm>
            <a:off x="7183750" y="2142208"/>
            <a:ext cx="178259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[2,1]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82733B-6499-C416-A815-1FF7AEB769D7}"/>
              </a:ext>
            </a:extLst>
          </p:cNvPr>
          <p:cNvCxnSpPr/>
          <p:nvPr/>
        </p:nvCxnSpPr>
        <p:spPr>
          <a:xfrm>
            <a:off x="8080287" y="2725583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816723C-B49F-3F2C-DA32-D5EB2DE316EF}"/>
              </a:ext>
            </a:extLst>
          </p:cNvPr>
          <p:cNvSpPr/>
          <p:nvPr/>
        </p:nvSpPr>
        <p:spPr>
          <a:xfrm>
            <a:off x="7193779" y="3309803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[2+1] = 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FEEDAD-C781-2A75-CF12-39FD30134A26}"/>
              </a:ext>
            </a:extLst>
          </p:cNvPr>
          <p:cNvCxnSpPr>
            <a:cxnSpLocks/>
          </p:cNvCxnSpPr>
          <p:nvPr/>
        </p:nvCxnSpPr>
        <p:spPr>
          <a:xfrm flipV="1">
            <a:off x="8383158" y="1561620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4530FF-2ECE-0C2F-71FD-5E7E9BBB55A7}"/>
              </a:ext>
            </a:extLst>
          </p:cNvPr>
          <p:cNvCxnSpPr/>
          <p:nvPr/>
        </p:nvCxnSpPr>
        <p:spPr>
          <a:xfrm>
            <a:off x="9109727" y="1299325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D7E71B-3FD8-4FAC-651C-961337186408}"/>
              </a:ext>
            </a:extLst>
          </p:cNvPr>
          <p:cNvCxnSpPr>
            <a:cxnSpLocks/>
          </p:cNvCxnSpPr>
          <p:nvPr/>
        </p:nvCxnSpPr>
        <p:spPr>
          <a:xfrm>
            <a:off x="9828064" y="1299325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841828F-8223-990B-3212-4782C613E4EF}"/>
              </a:ext>
            </a:extLst>
          </p:cNvPr>
          <p:cNvSpPr/>
          <p:nvPr/>
        </p:nvSpPr>
        <p:spPr>
          <a:xfrm>
            <a:off x="9123525" y="2142208"/>
            <a:ext cx="1782583" cy="51968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++: (2)  | DS : [2]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9B251BB-49F2-6D03-42F0-5E8B75F1E513}"/>
              </a:ext>
            </a:extLst>
          </p:cNvPr>
          <p:cNvCxnSpPr>
            <a:cxnSpLocks/>
          </p:cNvCxnSpPr>
          <p:nvPr/>
        </p:nvCxnSpPr>
        <p:spPr>
          <a:xfrm>
            <a:off x="10104108" y="2721037"/>
            <a:ext cx="0" cy="50934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A28FC96-43E6-60BF-5DFF-A145840F0A0B}"/>
              </a:ext>
            </a:extLst>
          </p:cNvPr>
          <p:cNvSpPr/>
          <p:nvPr/>
        </p:nvSpPr>
        <p:spPr>
          <a:xfrm>
            <a:off x="9273250" y="3333652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[2] = 2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2E2E4B-6C58-ADA6-ED95-13D66DFE121D}"/>
              </a:ext>
            </a:extLst>
          </p:cNvPr>
          <p:cNvCxnSpPr/>
          <p:nvPr/>
        </p:nvCxnSpPr>
        <p:spPr>
          <a:xfrm>
            <a:off x="5813578" y="347344"/>
            <a:ext cx="7716" cy="34713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98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D1C50-F38F-9383-FCED-967CB00C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069F0A-5FAB-915E-C616-AFC105ED73B9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A68741-B496-F03A-4E2C-D31509A573EE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BF99A3C-C859-87D6-BF23-82BE90386770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6AB1A1-84D2-E4D5-8886-341D2F30AAA4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98C6974-A1CD-2D62-7B3C-34AE867E4D66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F792E6-19D4-04B2-F1D4-F3641EA372E3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0CF5BC-26EA-8C2E-23C4-A6C0D581FC94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8E6BEA-29FF-8FDC-238B-438195715DB3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7BF93C-0D43-E8B3-1090-FF1482BB6F7D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F7B4AA-22E0-12DD-BAEB-4E9F2A0762E1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FDEDFC-2803-56A1-B374-10124F124A75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EB7D83-9CFA-33A9-67C9-1506B4EB959C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E131A1-9A24-ACDD-AE3C-F482794260F2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AF0DF2-79B5-79DA-8B7B-A568A77EC0A4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670132-74E3-53A9-EAC2-EB4BB368B158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91673C-7DD2-60A4-0BF6-B5DA23A6EAE6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F87ED2-6AAE-49C9-DF26-11C113B63FB0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B5A83E-1F34-4947-7B6F-DE92592407EE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CA5708-FDE9-945D-67F7-FFCB45E61AE9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DD7E6C-D983-09DC-38D4-0811ECD0D3CC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439921-E8D6-CC2C-B39E-23DF681B1E24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9D165CE-862D-FC1D-8539-D4A8D7697E70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59A4A9-C352-D762-1EB7-BDF4C3030B15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CD698D2-F7E7-5A90-F54F-8B1DD6304B53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3264B8-DBED-CEDA-92F9-8C0FB4CF8C96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CFDD44-083F-9030-FDE4-E429F6E48F75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1A29023-5C13-12BC-BC01-9D03B18BA601}"/>
              </a:ext>
            </a:extLst>
          </p:cNvPr>
          <p:cNvCxnSpPr>
            <a:cxnSpLocks/>
          </p:cNvCxnSpPr>
          <p:nvPr/>
        </p:nvCxnSpPr>
        <p:spPr>
          <a:xfrm>
            <a:off x="5813578" y="694481"/>
            <a:ext cx="1529692" cy="5217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AD29DC3-12DA-B31C-36DA-2771131C04B8}"/>
              </a:ext>
            </a:extLst>
          </p:cNvPr>
          <p:cNvSpPr/>
          <p:nvPr/>
        </p:nvSpPr>
        <p:spPr>
          <a:xfrm>
            <a:off x="7414551" y="97461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[2]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20E093-0D8E-12C4-E154-DACB4C01FF21}"/>
              </a:ext>
            </a:extLst>
          </p:cNvPr>
          <p:cNvCxnSpPr/>
          <p:nvPr/>
        </p:nvCxnSpPr>
        <p:spPr>
          <a:xfrm>
            <a:off x="8080287" y="1556870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145900B-7C06-5995-5377-DB683056E51F}"/>
              </a:ext>
            </a:extLst>
          </p:cNvPr>
          <p:cNvSpPr/>
          <p:nvPr/>
        </p:nvSpPr>
        <p:spPr>
          <a:xfrm>
            <a:off x="7183750" y="2142208"/>
            <a:ext cx="178259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[2,1]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1523ED-A55D-1785-F76D-EF2276D73445}"/>
              </a:ext>
            </a:extLst>
          </p:cNvPr>
          <p:cNvCxnSpPr/>
          <p:nvPr/>
        </p:nvCxnSpPr>
        <p:spPr>
          <a:xfrm>
            <a:off x="8080287" y="2725583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E1F3D9A-8D23-37C3-B1D3-EBD39A920DD6}"/>
              </a:ext>
            </a:extLst>
          </p:cNvPr>
          <p:cNvSpPr/>
          <p:nvPr/>
        </p:nvSpPr>
        <p:spPr>
          <a:xfrm>
            <a:off x="7193779" y="3309803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[2+1] = 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FC32CD-408D-041E-29C7-53BE395AFA1B}"/>
              </a:ext>
            </a:extLst>
          </p:cNvPr>
          <p:cNvCxnSpPr>
            <a:cxnSpLocks/>
          </p:cNvCxnSpPr>
          <p:nvPr/>
        </p:nvCxnSpPr>
        <p:spPr>
          <a:xfrm flipV="1">
            <a:off x="8383158" y="1561620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F979C2-FC39-B4AF-CEE4-8A0DA82CAA25}"/>
              </a:ext>
            </a:extLst>
          </p:cNvPr>
          <p:cNvCxnSpPr/>
          <p:nvPr/>
        </p:nvCxnSpPr>
        <p:spPr>
          <a:xfrm>
            <a:off x="9109727" y="1299325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D0BF29-DD01-187A-0553-5AC8D2056403}"/>
              </a:ext>
            </a:extLst>
          </p:cNvPr>
          <p:cNvCxnSpPr>
            <a:cxnSpLocks/>
          </p:cNvCxnSpPr>
          <p:nvPr/>
        </p:nvCxnSpPr>
        <p:spPr>
          <a:xfrm>
            <a:off x="9828064" y="1299325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62D2EF7-CFE5-5F97-34E1-51293976FDA2}"/>
              </a:ext>
            </a:extLst>
          </p:cNvPr>
          <p:cNvSpPr/>
          <p:nvPr/>
        </p:nvSpPr>
        <p:spPr>
          <a:xfrm>
            <a:off x="9123525" y="2142208"/>
            <a:ext cx="1782583" cy="51968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++: (2)  | DS : [2]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FB0A9CC-634E-29D0-2F69-530948061013}"/>
              </a:ext>
            </a:extLst>
          </p:cNvPr>
          <p:cNvCxnSpPr>
            <a:cxnSpLocks/>
          </p:cNvCxnSpPr>
          <p:nvPr/>
        </p:nvCxnSpPr>
        <p:spPr>
          <a:xfrm>
            <a:off x="10104108" y="2721037"/>
            <a:ext cx="0" cy="50934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B7F6ED4-DE62-2B28-00D9-A62451452AB4}"/>
              </a:ext>
            </a:extLst>
          </p:cNvPr>
          <p:cNvSpPr/>
          <p:nvPr/>
        </p:nvSpPr>
        <p:spPr>
          <a:xfrm>
            <a:off x="9273250" y="3333652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[2] = 2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23EB79-316C-3E84-9554-32E4E4C28DB5}"/>
              </a:ext>
            </a:extLst>
          </p:cNvPr>
          <p:cNvCxnSpPr/>
          <p:nvPr/>
        </p:nvCxnSpPr>
        <p:spPr>
          <a:xfrm>
            <a:off x="5813578" y="347344"/>
            <a:ext cx="7716" cy="34713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AAC83F-F773-8E35-4FE0-A65058F9E43C}"/>
              </a:ext>
            </a:extLst>
          </p:cNvPr>
          <p:cNvCxnSpPr>
            <a:cxnSpLocks/>
          </p:cNvCxnSpPr>
          <p:nvPr/>
        </p:nvCxnSpPr>
        <p:spPr>
          <a:xfrm>
            <a:off x="6291072" y="293778"/>
            <a:ext cx="601281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03225A5-124B-2B6F-98C0-3D30C189865F}"/>
              </a:ext>
            </a:extLst>
          </p:cNvPr>
          <p:cNvCxnSpPr/>
          <p:nvPr/>
        </p:nvCxnSpPr>
        <p:spPr>
          <a:xfrm>
            <a:off x="12303889" y="282203"/>
            <a:ext cx="0" cy="400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F377FF1-938D-557E-1745-2A95567029D0}"/>
              </a:ext>
            </a:extLst>
          </p:cNvPr>
          <p:cNvSpPr/>
          <p:nvPr/>
        </p:nvSpPr>
        <p:spPr>
          <a:xfrm>
            <a:off x="11527993" y="74378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[1]</a:t>
            </a:r>
          </a:p>
        </p:txBody>
      </p:sp>
    </p:spTree>
    <p:extLst>
      <p:ext uri="{BB962C8B-B14F-4D97-AF65-F5344CB8AC3E}">
        <p14:creationId xmlns:p14="http://schemas.microsoft.com/office/powerpoint/2010/main" val="2510997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83C8E-0EBF-8FDF-E7B6-4182F037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6DA710-7513-AFA5-904B-2596615EF194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785706-F66D-088C-D00D-1DE21F2B3B31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9C7A263-9E72-92AE-CBB5-FFD044C96F53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C7BE00-CB32-8CD1-6593-6E6FA1860500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95D1D31-3CAD-1C82-FFB4-1D4A3E6807DD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23694B-74A3-7D36-0485-93CF427F3D69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A5F230-15B6-3813-2BDF-7C99E6AE106F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93B527-E1B4-2FBD-42EC-6CF9B99E5B0D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416F76-0162-D802-231E-E5899DB2BC30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E3CC83-77AB-190C-E199-869C2B8F69D5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230E7B-DEC9-8F96-D935-6556AD9E34CF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C4B5B7-87AE-B469-9AD6-303BFB9A1880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A8AF91-C7FB-BE14-B78D-C13FB5A25B9C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146B97-D209-8A09-40B5-A9292832AA52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7575EF-15EB-906A-6EC7-A5D27C8A2EED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93E47AA-E419-0B9C-B55F-531AC4D0FC71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754BE5-1FE1-5DA3-9842-FAD6086A1650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DB5A5D9-CBF4-A5B1-3980-A7906C588CA9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9D3982-38F7-1A8E-32CE-BBE157834AF9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A27E2-9172-0C56-9864-466D9745D1BA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4FAED8-CAF9-1781-C855-90FC4119F967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0565847-E133-91B0-E63D-610BBD92CCA3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CD4E2E-203F-A13D-1940-1F4DEBC14557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004DEC-D023-E85A-A62A-A2C120628B15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91C887-8EEC-3571-41BB-69EBB66CBCD2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38762F-8D36-452B-E5A5-4EA47E6BD5C1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1073224-B8BF-EAEF-27A6-25BAE27F0095}"/>
              </a:ext>
            </a:extLst>
          </p:cNvPr>
          <p:cNvCxnSpPr>
            <a:cxnSpLocks/>
          </p:cNvCxnSpPr>
          <p:nvPr/>
        </p:nvCxnSpPr>
        <p:spPr>
          <a:xfrm>
            <a:off x="5813578" y="694481"/>
            <a:ext cx="1529692" cy="5217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42E6082-F777-284E-5BEA-D733D5E4464C}"/>
              </a:ext>
            </a:extLst>
          </p:cNvPr>
          <p:cNvSpPr/>
          <p:nvPr/>
        </p:nvSpPr>
        <p:spPr>
          <a:xfrm>
            <a:off x="7414551" y="97461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[2]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D53CF4-5539-8D35-8B19-A200EC77B859}"/>
              </a:ext>
            </a:extLst>
          </p:cNvPr>
          <p:cNvCxnSpPr/>
          <p:nvPr/>
        </p:nvCxnSpPr>
        <p:spPr>
          <a:xfrm>
            <a:off x="8080287" y="1556870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A2134E2-34A6-4CCB-0DA4-E88A5639DFDF}"/>
              </a:ext>
            </a:extLst>
          </p:cNvPr>
          <p:cNvSpPr/>
          <p:nvPr/>
        </p:nvSpPr>
        <p:spPr>
          <a:xfrm>
            <a:off x="7183750" y="2142208"/>
            <a:ext cx="178259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[2,1]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16DB94-D9D5-2D74-C806-D76060A4680D}"/>
              </a:ext>
            </a:extLst>
          </p:cNvPr>
          <p:cNvCxnSpPr/>
          <p:nvPr/>
        </p:nvCxnSpPr>
        <p:spPr>
          <a:xfrm>
            <a:off x="8080287" y="2725583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1D2C144-A728-6A39-1979-F09A7367C439}"/>
              </a:ext>
            </a:extLst>
          </p:cNvPr>
          <p:cNvSpPr/>
          <p:nvPr/>
        </p:nvSpPr>
        <p:spPr>
          <a:xfrm>
            <a:off x="7193779" y="3309803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[2+1] = 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AFD38BE-058C-77EE-6EFF-1A553BEC159C}"/>
              </a:ext>
            </a:extLst>
          </p:cNvPr>
          <p:cNvCxnSpPr>
            <a:cxnSpLocks/>
          </p:cNvCxnSpPr>
          <p:nvPr/>
        </p:nvCxnSpPr>
        <p:spPr>
          <a:xfrm flipV="1">
            <a:off x="8383158" y="1561620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7674C1A-D863-D43A-353C-D3F34A3BA22F}"/>
              </a:ext>
            </a:extLst>
          </p:cNvPr>
          <p:cNvCxnSpPr/>
          <p:nvPr/>
        </p:nvCxnSpPr>
        <p:spPr>
          <a:xfrm>
            <a:off x="9109727" y="1299325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A227994-9829-999B-9331-4B62978AB14E}"/>
              </a:ext>
            </a:extLst>
          </p:cNvPr>
          <p:cNvCxnSpPr>
            <a:cxnSpLocks/>
          </p:cNvCxnSpPr>
          <p:nvPr/>
        </p:nvCxnSpPr>
        <p:spPr>
          <a:xfrm>
            <a:off x="9828064" y="1299325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15E258-D67D-AA79-411D-8537B920740C}"/>
              </a:ext>
            </a:extLst>
          </p:cNvPr>
          <p:cNvSpPr/>
          <p:nvPr/>
        </p:nvSpPr>
        <p:spPr>
          <a:xfrm>
            <a:off x="9123525" y="2142208"/>
            <a:ext cx="1782583" cy="51968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++: (2)  | DS : [2]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97AB5C-CA3E-C8E1-E290-A4EA0597216B}"/>
              </a:ext>
            </a:extLst>
          </p:cNvPr>
          <p:cNvCxnSpPr>
            <a:cxnSpLocks/>
          </p:cNvCxnSpPr>
          <p:nvPr/>
        </p:nvCxnSpPr>
        <p:spPr>
          <a:xfrm>
            <a:off x="10104108" y="2721037"/>
            <a:ext cx="0" cy="50934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DBB1302-85CB-AAA4-71AC-5DA595A59E1B}"/>
              </a:ext>
            </a:extLst>
          </p:cNvPr>
          <p:cNvSpPr/>
          <p:nvPr/>
        </p:nvSpPr>
        <p:spPr>
          <a:xfrm>
            <a:off x="9273250" y="3333652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[2] = 2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CB296E-ECEB-2C03-D2AE-B443EF50451C}"/>
              </a:ext>
            </a:extLst>
          </p:cNvPr>
          <p:cNvCxnSpPr/>
          <p:nvPr/>
        </p:nvCxnSpPr>
        <p:spPr>
          <a:xfrm>
            <a:off x="5813578" y="347344"/>
            <a:ext cx="7716" cy="34713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39907B-9826-6F32-91EC-7FE71ACB7A85}"/>
              </a:ext>
            </a:extLst>
          </p:cNvPr>
          <p:cNvCxnSpPr>
            <a:cxnSpLocks/>
          </p:cNvCxnSpPr>
          <p:nvPr/>
        </p:nvCxnSpPr>
        <p:spPr>
          <a:xfrm>
            <a:off x="6291072" y="293778"/>
            <a:ext cx="601281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AB91AE6-BF8A-EE9E-F878-B56260BB13F3}"/>
              </a:ext>
            </a:extLst>
          </p:cNvPr>
          <p:cNvCxnSpPr/>
          <p:nvPr/>
        </p:nvCxnSpPr>
        <p:spPr>
          <a:xfrm>
            <a:off x="12303889" y="282203"/>
            <a:ext cx="0" cy="400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6F718FE-8997-B31D-D475-59C504F75436}"/>
              </a:ext>
            </a:extLst>
          </p:cNvPr>
          <p:cNvSpPr/>
          <p:nvPr/>
        </p:nvSpPr>
        <p:spPr>
          <a:xfrm>
            <a:off x="11527993" y="74378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62989D6-AEA0-EB65-8555-9BC497B08615}"/>
              </a:ext>
            </a:extLst>
          </p:cNvPr>
          <p:cNvSpPr/>
          <p:nvPr/>
        </p:nvSpPr>
        <p:spPr>
          <a:xfrm>
            <a:off x="11527993" y="1890198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[1] = 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3007DA8-ED19-353A-8A94-57B651AB186B}"/>
              </a:ext>
            </a:extLst>
          </p:cNvPr>
          <p:cNvCxnSpPr/>
          <p:nvPr/>
        </p:nvCxnSpPr>
        <p:spPr>
          <a:xfrm>
            <a:off x="12330125" y="1334656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049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354F-4707-D437-843F-9E31AD33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FDFE55-F4EE-A0E1-54CF-4153485F6B96}"/>
              </a:ext>
            </a:extLst>
          </p:cNvPr>
          <p:cNvSpPr/>
          <p:nvPr/>
        </p:nvSpPr>
        <p:spPr>
          <a:xfrm>
            <a:off x="-2893671" y="-1238491"/>
            <a:ext cx="17894461" cy="8937739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F501D0-06AD-6FDF-2D8B-900909C7BE9B}"/>
              </a:ext>
            </a:extLst>
          </p:cNvPr>
          <p:cNvSpPr/>
          <p:nvPr/>
        </p:nvSpPr>
        <p:spPr>
          <a:xfrm>
            <a:off x="7183750" y="-39711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BF3DF3C-0076-53EE-19F8-7A2FD233EB7D}"/>
              </a:ext>
            </a:extLst>
          </p:cNvPr>
          <p:cNvCxnSpPr>
            <a:cxnSpLocks/>
          </p:cNvCxnSpPr>
          <p:nvPr/>
        </p:nvCxnSpPr>
        <p:spPr>
          <a:xfrm rot="5400000">
            <a:off x="2507353" y="362501"/>
            <a:ext cx="898415" cy="868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31B2D0-7FAC-D4F5-2FA9-2CD4A5E163AB}"/>
              </a:ext>
            </a:extLst>
          </p:cNvPr>
          <p:cNvSpPr/>
          <p:nvPr/>
        </p:nvSpPr>
        <p:spPr>
          <a:xfrm>
            <a:off x="1770863" y="1299325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6ACEAAC-53EC-74A2-77FC-18FB8FEF5CAE}"/>
              </a:ext>
            </a:extLst>
          </p:cNvPr>
          <p:cNvSpPr/>
          <p:nvPr/>
        </p:nvSpPr>
        <p:spPr>
          <a:xfrm>
            <a:off x="3099816" y="-501750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3A67E4-62C7-AA68-B011-92CDADD7BF62}"/>
              </a:ext>
            </a:extLst>
          </p:cNvPr>
          <p:cNvSpPr txBox="1"/>
          <p:nvPr/>
        </p:nvSpPr>
        <p:spPr>
          <a:xfrm>
            <a:off x="3992494" y="-470493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7F88B8-9675-4D60-0F7F-0D839A3B7077}"/>
              </a:ext>
            </a:extLst>
          </p:cNvPr>
          <p:cNvCxnSpPr/>
          <p:nvPr/>
        </p:nvCxnSpPr>
        <p:spPr>
          <a:xfrm>
            <a:off x="2522510" y="1900032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EB38FF-B522-3DAE-28A0-635B8292AABA}"/>
              </a:ext>
            </a:extLst>
          </p:cNvPr>
          <p:cNvSpPr/>
          <p:nvPr/>
        </p:nvSpPr>
        <p:spPr>
          <a:xfrm>
            <a:off x="1551010" y="2465408"/>
            <a:ext cx="167464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[1,2]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82B82E-DF7B-3539-CC47-2492B3F33260}"/>
              </a:ext>
            </a:extLst>
          </p:cNvPr>
          <p:cNvCxnSpPr/>
          <p:nvPr/>
        </p:nvCxnSpPr>
        <p:spPr>
          <a:xfrm>
            <a:off x="2522510" y="3082579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8C2F4A-3686-C928-ED46-48C8B9C48298}"/>
              </a:ext>
            </a:extLst>
          </p:cNvPr>
          <p:cNvSpPr/>
          <p:nvPr/>
        </p:nvSpPr>
        <p:spPr>
          <a:xfrm>
            <a:off x="1388962" y="3625325"/>
            <a:ext cx="183669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[1,2,1]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07D05C-AFB5-79F4-9DB0-51DF29E29752}"/>
              </a:ext>
            </a:extLst>
          </p:cNvPr>
          <p:cNvCxnSpPr/>
          <p:nvPr/>
        </p:nvCxnSpPr>
        <p:spPr>
          <a:xfrm>
            <a:off x="2522510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73A444-FABB-260E-5182-327E17B33D3D}"/>
              </a:ext>
            </a:extLst>
          </p:cNvPr>
          <p:cNvSpPr/>
          <p:nvPr/>
        </p:nvSpPr>
        <p:spPr>
          <a:xfrm>
            <a:off x="1437459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[1+2+1] =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659A92-AFF3-7F60-A1DA-8AA4A3CDFD1A}"/>
              </a:ext>
            </a:extLst>
          </p:cNvPr>
          <p:cNvCxnSpPr>
            <a:cxnSpLocks/>
          </p:cNvCxnSpPr>
          <p:nvPr/>
        </p:nvCxnSpPr>
        <p:spPr>
          <a:xfrm flipV="1">
            <a:off x="2848530" y="3082579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20B589-020B-1711-D542-0BD8AED1FA42}"/>
              </a:ext>
            </a:extLst>
          </p:cNvPr>
          <p:cNvCxnSpPr/>
          <p:nvPr/>
        </p:nvCxnSpPr>
        <p:spPr>
          <a:xfrm>
            <a:off x="3274157" y="2743200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B24C3D-0DC6-4E3C-29CA-18A61176A6A4}"/>
              </a:ext>
            </a:extLst>
          </p:cNvPr>
          <p:cNvCxnSpPr>
            <a:cxnSpLocks/>
          </p:cNvCxnSpPr>
          <p:nvPr/>
        </p:nvCxnSpPr>
        <p:spPr>
          <a:xfrm>
            <a:off x="3992494" y="2743200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E9DFD7-204A-462A-8CE7-554AC754A5A0}"/>
              </a:ext>
            </a:extLst>
          </p:cNvPr>
          <p:cNvSpPr/>
          <p:nvPr/>
        </p:nvSpPr>
        <p:spPr>
          <a:xfrm>
            <a:off x="3421657" y="3625325"/>
            <a:ext cx="1937421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[1,2]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2490FD-F674-FB5A-FE5D-8345C2333077}"/>
              </a:ext>
            </a:extLst>
          </p:cNvPr>
          <p:cNvCxnSpPr/>
          <p:nvPr/>
        </p:nvCxnSpPr>
        <p:spPr>
          <a:xfrm>
            <a:off x="3993652" y="4230402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A21233-78DF-95F1-E1B6-27191A43A46F}"/>
              </a:ext>
            </a:extLst>
          </p:cNvPr>
          <p:cNvSpPr/>
          <p:nvPr/>
        </p:nvSpPr>
        <p:spPr>
          <a:xfrm>
            <a:off x="3421657" y="4779150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[1+2] = 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206DDB-23D2-7678-431E-542C0A48F0C8}"/>
              </a:ext>
            </a:extLst>
          </p:cNvPr>
          <p:cNvCxnSpPr>
            <a:cxnSpLocks/>
          </p:cNvCxnSpPr>
          <p:nvPr/>
        </p:nvCxnSpPr>
        <p:spPr>
          <a:xfrm flipV="1">
            <a:off x="2851617" y="1900032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E68FA44-0017-B5EB-02F9-451FACB5EE52}"/>
              </a:ext>
            </a:extLst>
          </p:cNvPr>
          <p:cNvCxnSpPr>
            <a:cxnSpLocks/>
          </p:cNvCxnSpPr>
          <p:nvPr/>
        </p:nvCxnSpPr>
        <p:spPr>
          <a:xfrm>
            <a:off x="3368684" y="1558357"/>
            <a:ext cx="1388511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10B0BE-D20F-73DB-FA4B-6820F3A7AE31}"/>
              </a:ext>
            </a:extLst>
          </p:cNvPr>
          <p:cNvCxnSpPr>
            <a:cxnSpLocks/>
          </p:cNvCxnSpPr>
          <p:nvPr/>
        </p:nvCxnSpPr>
        <p:spPr>
          <a:xfrm>
            <a:off x="4757195" y="1556870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3EBCA36-3CA0-6E61-0B66-AA3166145E12}"/>
              </a:ext>
            </a:extLst>
          </p:cNvPr>
          <p:cNvSpPr/>
          <p:nvPr/>
        </p:nvSpPr>
        <p:spPr>
          <a:xfrm>
            <a:off x="4269502" y="1981056"/>
            <a:ext cx="1826498" cy="48435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(1)  | DS : 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178ACF-462C-9A5D-6B09-CBBF71AE61CC}"/>
              </a:ext>
            </a:extLst>
          </p:cNvPr>
          <p:cNvCxnSpPr>
            <a:cxnSpLocks/>
          </p:cNvCxnSpPr>
          <p:nvPr/>
        </p:nvCxnSpPr>
        <p:spPr>
          <a:xfrm>
            <a:off x="4770699" y="2571619"/>
            <a:ext cx="0" cy="34316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9D511D-3614-036B-7F2C-43013143779A}"/>
              </a:ext>
            </a:extLst>
          </p:cNvPr>
          <p:cNvSpPr/>
          <p:nvPr/>
        </p:nvSpPr>
        <p:spPr>
          <a:xfrm>
            <a:off x="4269501" y="2973174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 : (2)  | DS : [1,1]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5C3023-E2E2-6EB6-6DEE-D47522A9F033}"/>
              </a:ext>
            </a:extLst>
          </p:cNvPr>
          <p:cNvCxnSpPr>
            <a:cxnSpLocks/>
          </p:cNvCxnSpPr>
          <p:nvPr/>
        </p:nvCxnSpPr>
        <p:spPr>
          <a:xfrm>
            <a:off x="5813578" y="3566932"/>
            <a:ext cx="7716" cy="101664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F971A8-FED4-0261-2524-C9B281D9CB23}"/>
              </a:ext>
            </a:extLst>
          </p:cNvPr>
          <p:cNvSpPr/>
          <p:nvPr/>
        </p:nvSpPr>
        <p:spPr>
          <a:xfrm>
            <a:off x="5405855" y="4743840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[1+1] = 2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D7B28AE-4CCF-0A69-64A7-0184ED06543E}"/>
              </a:ext>
            </a:extLst>
          </p:cNvPr>
          <p:cNvCxnSpPr>
            <a:cxnSpLocks/>
          </p:cNvCxnSpPr>
          <p:nvPr/>
        </p:nvCxnSpPr>
        <p:spPr>
          <a:xfrm>
            <a:off x="5813578" y="694481"/>
            <a:ext cx="1529692" cy="5217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EF7658-EB64-F5C2-1198-D44443B2C543}"/>
              </a:ext>
            </a:extLst>
          </p:cNvPr>
          <p:cNvSpPr/>
          <p:nvPr/>
        </p:nvSpPr>
        <p:spPr>
          <a:xfrm>
            <a:off x="7414551" y="97461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[2]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89986AF-A8FE-3A4A-20BB-9B2C36D1EB64}"/>
              </a:ext>
            </a:extLst>
          </p:cNvPr>
          <p:cNvCxnSpPr/>
          <p:nvPr/>
        </p:nvCxnSpPr>
        <p:spPr>
          <a:xfrm>
            <a:off x="8080287" y="1556870"/>
            <a:ext cx="0" cy="48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70960A2-CF11-A90D-0401-066DCF415B9E}"/>
              </a:ext>
            </a:extLst>
          </p:cNvPr>
          <p:cNvSpPr/>
          <p:nvPr/>
        </p:nvSpPr>
        <p:spPr>
          <a:xfrm>
            <a:off x="7183750" y="2142208"/>
            <a:ext cx="178259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[2,1]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F54332-6173-DC86-F0E4-88C3D433E6F5}"/>
              </a:ext>
            </a:extLst>
          </p:cNvPr>
          <p:cNvCxnSpPr/>
          <p:nvPr/>
        </p:nvCxnSpPr>
        <p:spPr>
          <a:xfrm>
            <a:off x="8080287" y="2725583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963D507-15EF-4A66-970E-493155BE6759}"/>
              </a:ext>
            </a:extLst>
          </p:cNvPr>
          <p:cNvSpPr/>
          <p:nvPr/>
        </p:nvSpPr>
        <p:spPr>
          <a:xfrm>
            <a:off x="7193779" y="3309803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[2+1] = 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406FFB-59F2-65D2-2634-2024A4293B8A}"/>
              </a:ext>
            </a:extLst>
          </p:cNvPr>
          <p:cNvCxnSpPr>
            <a:cxnSpLocks/>
          </p:cNvCxnSpPr>
          <p:nvPr/>
        </p:nvCxnSpPr>
        <p:spPr>
          <a:xfrm flipV="1">
            <a:off x="8383158" y="1561620"/>
            <a:ext cx="0" cy="4843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8A0CE9D-D761-F257-983C-1652C390A67D}"/>
              </a:ext>
            </a:extLst>
          </p:cNvPr>
          <p:cNvCxnSpPr/>
          <p:nvPr/>
        </p:nvCxnSpPr>
        <p:spPr>
          <a:xfrm>
            <a:off x="9109727" y="1299325"/>
            <a:ext cx="71833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E01EF51-673F-5E8B-7F69-6CA2C7975118}"/>
              </a:ext>
            </a:extLst>
          </p:cNvPr>
          <p:cNvCxnSpPr>
            <a:cxnSpLocks/>
          </p:cNvCxnSpPr>
          <p:nvPr/>
        </p:nvCxnSpPr>
        <p:spPr>
          <a:xfrm>
            <a:off x="9828064" y="1299325"/>
            <a:ext cx="0" cy="82373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642B49D-43A8-C6DE-B1D3-7510804A5A41}"/>
              </a:ext>
            </a:extLst>
          </p:cNvPr>
          <p:cNvSpPr/>
          <p:nvPr/>
        </p:nvSpPr>
        <p:spPr>
          <a:xfrm>
            <a:off x="9123525" y="2142208"/>
            <a:ext cx="1782583" cy="51968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/>
              <a:t>i</a:t>
            </a:r>
            <a:r>
              <a:rPr lang="en-IN" sz="1600" b="1" dirty="0"/>
              <a:t>++: (2)  | DS : [2]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CD9051-E605-5903-54A0-0D6E087C3D1C}"/>
              </a:ext>
            </a:extLst>
          </p:cNvPr>
          <p:cNvCxnSpPr>
            <a:cxnSpLocks/>
          </p:cNvCxnSpPr>
          <p:nvPr/>
        </p:nvCxnSpPr>
        <p:spPr>
          <a:xfrm>
            <a:off x="10104108" y="2721037"/>
            <a:ext cx="0" cy="50934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D55541-5566-7D87-75FF-9007D8F5DFD5}"/>
              </a:ext>
            </a:extLst>
          </p:cNvPr>
          <p:cNvSpPr/>
          <p:nvPr/>
        </p:nvSpPr>
        <p:spPr>
          <a:xfrm>
            <a:off x="9273250" y="3333652"/>
            <a:ext cx="1937415" cy="48435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[2] = 2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F889004-BD53-C272-4F8A-B3DA8DBEF9D2}"/>
              </a:ext>
            </a:extLst>
          </p:cNvPr>
          <p:cNvCxnSpPr/>
          <p:nvPr/>
        </p:nvCxnSpPr>
        <p:spPr>
          <a:xfrm>
            <a:off x="5813578" y="347344"/>
            <a:ext cx="7716" cy="34713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96EA9-C35E-30F6-A4DC-6B1AB6FC5B5E}"/>
              </a:ext>
            </a:extLst>
          </p:cNvPr>
          <p:cNvCxnSpPr>
            <a:cxnSpLocks/>
          </p:cNvCxnSpPr>
          <p:nvPr/>
        </p:nvCxnSpPr>
        <p:spPr>
          <a:xfrm>
            <a:off x="6291072" y="293778"/>
            <a:ext cx="601281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8412F6B-428C-5717-495B-D50419EAF032}"/>
              </a:ext>
            </a:extLst>
          </p:cNvPr>
          <p:cNvCxnSpPr/>
          <p:nvPr/>
        </p:nvCxnSpPr>
        <p:spPr>
          <a:xfrm>
            <a:off x="12303889" y="282203"/>
            <a:ext cx="0" cy="400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510A323-E572-9ED0-CED2-0A770A445BD4}"/>
              </a:ext>
            </a:extLst>
          </p:cNvPr>
          <p:cNvSpPr/>
          <p:nvPr/>
        </p:nvSpPr>
        <p:spPr>
          <a:xfrm>
            <a:off x="11527993" y="743783"/>
            <a:ext cx="1551792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9F45007-72E6-3051-57C7-4F1802E6BD14}"/>
              </a:ext>
            </a:extLst>
          </p:cNvPr>
          <p:cNvSpPr/>
          <p:nvPr/>
        </p:nvSpPr>
        <p:spPr>
          <a:xfrm>
            <a:off x="11527993" y="1890198"/>
            <a:ext cx="183669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[1] = 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6C4BF40-B6C7-E2B6-A81F-1AB9A9769970}"/>
              </a:ext>
            </a:extLst>
          </p:cNvPr>
          <p:cNvCxnSpPr/>
          <p:nvPr/>
        </p:nvCxnSpPr>
        <p:spPr>
          <a:xfrm>
            <a:off x="12330125" y="1334656"/>
            <a:ext cx="0" cy="48435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E16402-7161-1C01-250A-0372C3AE59F9}"/>
              </a:ext>
            </a:extLst>
          </p:cNvPr>
          <p:cNvSpPr txBox="1"/>
          <p:nvPr/>
        </p:nvSpPr>
        <p:spPr>
          <a:xfrm>
            <a:off x="8158718" y="5733225"/>
            <a:ext cx="262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 err="1">
                <a:solidFill>
                  <a:schemeClr val="bg1"/>
                </a:solidFill>
              </a:rPr>
              <a:t>OutPut</a:t>
            </a:r>
            <a:r>
              <a:rPr lang="en-IN" sz="4800" b="1" dirty="0">
                <a:solidFill>
                  <a:schemeClr val="bg1"/>
                </a:solidFill>
              </a:rPr>
              <a:t> :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FAA7F00-3B5E-C606-6449-B688BEE67F96}"/>
              </a:ext>
            </a:extLst>
          </p:cNvPr>
          <p:cNvSpPr/>
          <p:nvPr/>
        </p:nvSpPr>
        <p:spPr>
          <a:xfrm>
            <a:off x="10559285" y="5296395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[1,1]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24C19B2-94C0-739B-5140-D18784DF4363}"/>
              </a:ext>
            </a:extLst>
          </p:cNvPr>
          <p:cNvSpPr/>
          <p:nvPr/>
        </p:nvSpPr>
        <p:spPr>
          <a:xfrm>
            <a:off x="10559285" y="5906547"/>
            <a:ext cx="1937415" cy="48435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964551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1728</Words>
  <Application>Microsoft Office PowerPoint</Application>
  <PresentationFormat>Widescreen</PresentationFormat>
  <Paragraphs>210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3</cp:revision>
  <dcterms:created xsi:type="dcterms:W3CDTF">2025-10-18T06:15:39Z</dcterms:created>
  <dcterms:modified xsi:type="dcterms:W3CDTF">2025-10-20T15:17:53Z</dcterms:modified>
</cp:coreProperties>
</file>