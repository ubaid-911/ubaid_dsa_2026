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8" autoAdjust="0"/>
    <p:restoredTop sz="94660"/>
  </p:normalViewPr>
  <p:slideViewPr>
    <p:cSldViewPr snapToGrid="0">
      <p:cViewPr varScale="1">
        <p:scale>
          <a:sx n="84" d="100"/>
          <a:sy n="84" d="100"/>
        </p:scale>
        <p:origin x="5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106F-2E80-4EBF-DCBC-3A67252BE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D29349-A504-C54F-FB9F-7FA22EC679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3E8960-DC47-9491-2362-004E07941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C61ED8-086A-DFEC-F497-4D6949D6C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340A-4172-57E0-1386-DE4931AEC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2210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EAF26-7760-101A-2705-2F295217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92783-25A3-D725-D1D4-9609C7145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2F789-0806-FA76-C4E1-71EA62381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FB15B-8D1F-73F0-4F9B-2A069D77E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3413F-6E3A-3FF2-71F9-E186675C2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94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752E4-C5B0-665C-2845-4423E9137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9A13F6-DBE6-E9B7-5277-4E3B095E1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EA50E-0813-1BC4-4DC1-D8510BF2A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9D22-B719-AA18-D02E-DCD6D13D9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65037-609F-6563-67EE-719E2616F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452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DB9FA-52B3-B0CE-4657-882821726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96CE-C857-84F5-C071-87869CCA9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1999E-4967-61E3-ABB4-A50057E93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23D4E-527B-2ADA-D36C-528320F91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64B4B4-EAF8-7C2A-6253-97885ED0E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B4BB8-4355-AFA6-F965-2B12F9406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0588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FD99-4D4C-3D12-2A83-C82ECE37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1552B4-F0FF-F81B-664C-C89795765F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2B1D9-9F7E-5C6E-ABF2-4174B5F4B9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D0B50C-C8F6-0B98-CF3F-2D47A96DA3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A825C4-00B5-19C9-B72E-C23EA229F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F5FD03-E147-B77F-B212-A4EC8C9EB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2C94F7-88FD-50EC-AC8E-DD8E589A6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52A723-F699-2D22-7091-7DF991FC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707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007A8-F14E-F5A1-3F87-01B78696A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346E1D-E9B7-5399-9DE3-0DCE11EB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D355BD-75EC-C9A7-3EAC-0D679149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E89FCC-76FB-0CF8-0660-0E49B8370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859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AC243-7047-E795-5468-DF65CDFE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41A316-CFF3-3D2B-51A9-1D3B174F5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6ED2AB-81E9-7695-86B5-B7E2F03A3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516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4EA82-6C27-E287-E8A2-834B3F58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C8EB6-F1BD-135C-E144-91CBA318F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2AC9AF-45F3-D257-0B30-65E6D94E2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AC539C-A2E9-F67C-2E5B-AF406095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DAAD4-5B81-49ED-A0CF-D59B02609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7E2A6-F881-EB1D-F059-FC818739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30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F15A1-65B8-403D-1E11-C45A44C0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3F7C43-C7C0-88D6-3A5C-941143431B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DA299D-8DB2-9842-D674-F172B3ACE9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BCB6B-D771-876D-4760-C96205C3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AAB17D-1196-9932-9FA0-67CBE6A65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0FEA8D-2FD3-C452-CD40-269190AAE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9232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35EE4-73FE-F904-A83C-530B5771C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433E83-415D-FBDC-F4E6-60A163A1CE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9D37E-1F74-AD5D-C427-DC8C61BBC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3925E-A49C-CF34-6DA4-641BB6E1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65FE4-611B-3CBE-D78F-CB4E14AD4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6079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2282CA-471C-BEB5-CFE6-2BFD252D1E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588EEB-6643-0A5A-DEF6-2DF649A2B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CF22A-8F5E-3B5E-13E0-E230C7CE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5E8F8-7A66-E933-7E28-A6EAE77FD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0C9D5-A37B-E73A-8513-DDE1D369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956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49728-99C3-06F1-1639-BC5C42824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3AA4A0-5A26-B50C-8A84-B16BF32A3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4B130D-42CC-8E6F-54A9-96A8E007CC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2BBAE-C6DA-401D-8311-107B61C5DC58}" type="datetimeFigureOut">
              <a:rPr lang="en-IN" smtClean="0"/>
              <a:t>18-10-2025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8D03E8-97BA-7336-E5C2-66B94CE859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E938A-6EAA-F950-FD9B-275283AF23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D02062-4BCB-4076-BCD8-DDF4635024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20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EEFC-4678-5892-5B7D-A150C4F6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2A893E5-07EE-8B8D-16F1-9A04FF7750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823072-56C2-434F-C90C-AA9154DAFE91}"/>
              </a:ext>
            </a:extLst>
          </p:cNvPr>
          <p:cNvSpPr txBox="1"/>
          <p:nvPr/>
        </p:nvSpPr>
        <p:spPr>
          <a:xfrm>
            <a:off x="325120" y="1082546"/>
            <a:ext cx="118668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Only one Subsequence Sum To Target</a:t>
            </a:r>
            <a:endParaRPr lang="en-IN" sz="96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545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AF96A-2813-F216-0644-31A2F71B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9296CE5-C61B-4424-FB0F-E1267C03CC73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807BB8-E26D-14F4-18D6-BB5B6181DAE3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9A130CD-7B9A-6A0A-25E0-6B57C887118D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0003D-E8D1-25AC-EA24-0FB18C63AC06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1774311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F3AC4-35D5-CA59-47CA-D34597A3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98AA135-E86C-9845-39DA-6DE9F1AE5FA4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AB7D324-078A-5AAB-9B19-EBC87D6CCC21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A621543-BC21-33FE-C052-AE2A4FC00FBC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950380-5BF9-8BE4-393A-B7C0E9196749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B35A46-1EC6-DD60-FF69-5794D9A265FF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E6F470-ACFE-C537-92D1-5271E53E5F4F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3519D119-864F-040B-B186-883EC32F1C06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06DF8F6-0DD6-9556-F495-DFCBA7C6AA4F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CAD74E8-5154-764F-D78F-2D18968BF326}"/>
              </a:ext>
            </a:extLst>
          </p:cNvPr>
          <p:cNvSpPr/>
          <p:nvPr/>
        </p:nvSpPr>
        <p:spPr>
          <a:xfrm>
            <a:off x="3828796" y="352915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3D8158A-A78E-0CAE-19A7-A358B2C1A2AC}"/>
              </a:ext>
            </a:extLst>
          </p:cNvPr>
          <p:cNvSpPr txBox="1"/>
          <p:nvPr/>
        </p:nvSpPr>
        <p:spPr>
          <a:xfrm>
            <a:off x="4764024" y="32785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3160719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7D05E-3BEB-898E-0F68-C1AE11EFD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1908A0-AAE3-3272-EF37-9F695BF6F09C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DDA13E5-74CC-6E4A-625A-852EF426442B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CF0925-E713-87B0-5D33-277334574C4C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5D4F9F-680B-3F4F-21CB-F2CF433FFD5F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33541B-B7B9-C0FB-FE4B-4C85BAD02990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58BF6B-2CEF-4748-A223-5D2E8D6BE224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983EDE9-148C-0CDC-FF34-F9BCEB995FD8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3381D8-CB73-BBF3-0610-FC5EB13C2700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6E6757E-3995-7000-A330-C030DF57FB61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AB6C45-D2EC-3D4E-10DF-E6CFB6F1E6FB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757BCA-4FA8-00BF-E55C-A56497443A21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D607C8-02B5-D645-9FA3-28829B766BD9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415742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8109B-C1F7-6F7A-A4B6-5CD34BBF0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901C80-569F-F902-7CE0-83F691E6937E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006F29C-26E2-BCD4-8894-DB475F27ECA1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D1B70E-CA36-46AC-F7F5-258EBD822235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3D1897-CC70-41E4-BC2E-ED299FC0E5CF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F92E6-DB86-27C1-BD9B-D71F009E633F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F0EE1-06EB-C385-D808-44DA92AE602C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EE561707-DA20-0078-794D-41C29DA03037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3CEEE3C-0FA1-D883-B600-216DD20F8F8E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3DD782B-098C-EB3E-7639-C0FA30CC874A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3B314B-A6E5-F32D-F866-552AF1CB62E8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1AC779-64FA-65D8-50A6-AC9C073C6461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E34A6F8C-6912-D5F6-7537-99A1465EE8F2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8829D2-9312-E740-EDDD-CA03C9423714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A98875-ED77-29CE-F643-56318D51FCB1}"/>
              </a:ext>
            </a:extLst>
          </p:cNvPr>
          <p:cNvSpPr txBox="1"/>
          <p:nvPr/>
        </p:nvSpPr>
        <p:spPr>
          <a:xfrm>
            <a:off x="4764024" y="329987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356727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A0B8E-2271-DB68-CC56-E1E4B5158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64D89C-95B6-B16E-E427-BFC02A6F46A0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B75B6AE-0864-3915-C3D9-3E8BA35D5AF4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8E68275-7C02-D263-EC1D-19EF4C4589B3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EE6FD-E939-3684-B455-635F4B447E3A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940767-1790-3FC7-19C5-ACED05F7C233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372232-D28C-907B-96A7-88600184B655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A0C766F-9775-8AB0-694B-4812A3BF3F98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4F57D5F-B6C9-D892-6985-7A3DE8337B58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9B60BC-71E0-DAB1-4298-FA0B413F6BCF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5C7E222-53F9-AF36-6D1F-0D2766989171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E9FA3F-A536-130E-E4BC-7361DCB50B1A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335007-E547-C827-2267-D32870459CD9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AD3B43-FE73-6808-17FE-29C94A4C0B36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88E778D-A3F8-9B4A-0503-9B4968F2F21F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300CDC-F135-AD10-714F-141CD058016C}"/>
              </a:ext>
            </a:extLst>
          </p:cNvPr>
          <p:cNvSpPr/>
          <p:nvPr/>
        </p:nvSpPr>
        <p:spPr>
          <a:xfrm>
            <a:off x="3831336" y="360795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2AA3A-14BB-963B-7432-44D7440B395A}"/>
              </a:ext>
            </a:extLst>
          </p:cNvPr>
          <p:cNvSpPr txBox="1"/>
          <p:nvPr/>
        </p:nvSpPr>
        <p:spPr>
          <a:xfrm>
            <a:off x="4764024" y="345180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1513450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41335-9653-BEBD-00FA-2B327D514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9CA882-EA33-E42A-583B-3C4981883FF2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D3DA433-23C3-221A-01CE-8083F0143061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6ED11F7-C9A1-A22F-6C24-00FA9E258EF3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249AA0-B9A0-5B78-403B-EEB8EE10DCF8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F2ADD-9FCB-BB52-2418-282BF2DE9604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26AFB4-F0EA-0897-AB28-A20BD513409B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C885E783-9C71-3546-A857-2D69F5B22336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160C09-43DF-E3CA-D7F5-0FA5C9CEF878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19DB097-BE78-DD5C-F72E-CE524F58EC49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6C74240-99FD-1887-004E-9F75719C05F0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998D034-D7D7-D2F5-1658-7AB7B8C888C6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10A463-50A4-3839-57B1-30F8A4731C1A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7136381-C1EF-986C-99DB-E8448591F9E6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2F8E11A-46FD-EA8B-146D-FCCC6B61C6BF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66937DE-CBF7-5B3D-6BB2-4D2A75870367}"/>
              </a:ext>
            </a:extLst>
          </p:cNvPr>
          <p:cNvCxnSpPr>
            <a:cxnSpLocks/>
          </p:cNvCxnSpPr>
          <p:nvPr/>
        </p:nvCxnSpPr>
        <p:spPr>
          <a:xfrm flipV="1">
            <a:off x="3443984" y="40065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0D1C772-A7AD-4595-89AC-7DEC1F50149F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84905" y="4257037"/>
            <a:ext cx="1670297" cy="85546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65CDFCF-C2D5-CF9A-1EE0-D42DB957865E}"/>
              </a:ext>
            </a:extLst>
          </p:cNvPr>
          <p:cNvSpPr/>
          <p:nvPr/>
        </p:nvSpPr>
        <p:spPr>
          <a:xfrm>
            <a:off x="4652264" y="5633992"/>
            <a:ext cx="1940558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587CC27-5302-F06F-A761-A9EFC35932F6}"/>
              </a:ext>
            </a:extLst>
          </p:cNvPr>
          <p:cNvCxnSpPr/>
          <p:nvPr/>
        </p:nvCxnSpPr>
        <p:spPr>
          <a:xfrm>
            <a:off x="4121277" y="3849623"/>
            <a:ext cx="4710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DB9317C-BCDD-8207-1CA9-69328EDDEC1D}"/>
              </a:ext>
            </a:extLst>
          </p:cNvPr>
          <p:cNvSpPr/>
          <p:nvPr/>
        </p:nvSpPr>
        <p:spPr>
          <a:xfrm>
            <a:off x="3831336" y="337812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25218-117C-16F5-1A50-0F17E306496A}"/>
              </a:ext>
            </a:extLst>
          </p:cNvPr>
          <p:cNvSpPr txBox="1"/>
          <p:nvPr/>
        </p:nvSpPr>
        <p:spPr>
          <a:xfrm>
            <a:off x="4764024" y="322197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626487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EAEA6-CACD-A58A-43D8-FCB329448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A4FDB70-C1CA-D726-3E00-735F4923FB34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E8EBD90-02CE-01D5-6D4C-F6B9508CE77D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1CD29B-1068-176E-EB34-359AD63E3B91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B5122-74C6-2CF1-2979-E3CD2DE1E5BF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289E6-F06A-4AA3-C03F-DBE672078F71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539886-7761-479D-68B0-D2E80D7DB8CE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509FB53C-C014-829A-4FB3-9E1BA9E95D8C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98771E-4C73-E9FF-1663-AE4FCAA7BAB4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F9F712-5C91-994B-164A-FA3A32FB999A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520405-BEED-0311-8388-5445ABF92180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61E734D-66DE-9982-9B83-D398DC79375B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A90D676-1ED2-A014-8C8A-ACFA0DE7DAB6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3A25206-822D-E64B-651B-830E38B6AF49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5B44AE2E-D90A-DD53-A673-7EE1C3F660DB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E4F9F3F-EFFA-35F7-6035-018CD31AD7D9}"/>
              </a:ext>
            </a:extLst>
          </p:cNvPr>
          <p:cNvCxnSpPr>
            <a:cxnSpLocks/>
          </p:cNvCxnSpPr>
          <p:nvPr/>
        </p:nvCxnSpPr>
        <p:spPr>
          <a:xfrm flipV="1">
            <a:off x="3443984" y="40065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332119A-3049-2707-8C61-FFA7529A7546}"/>
              </a:ext>
            </a:extLst>
          </p:cNvPr>
          <p:cNvCxnSpPr>
            <a:cxnSpLocks/>
          </p:cNvCxnSpPr>
          <p:nvPr/>
        </p:nvCxnSpPr>
        <p:spPr>
          <a:xfrm flipV="1">
            <a:off x="3372864" y="29601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92190AF2-EEEC-7693-5759-B872001E69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84905" y="4257037"/>
            <a:ext cx="1670297" cy="85546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5723E9F-C9F7-6353-7EA5-EB08D494F542}"/>
              </a:ext>
            </a:extLst>
          </p:cNvPr>
          <p:cNvSpPr/>
          <p:nvPr/>
        </p:nvSpPr>
        <p:spPr>
          <a:xfrm>
            <a:off x="4652264" y="5633992"/>
            <a:ext cx="1940558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AD5C6BD-9DB9-7B31-D265-D957052D4D20}"/>
              </a:ext>
            </a:extLst>
          </p:cNvPr>
          <p:cNvCxnSpPr/>
          <p:nvPr/>
        </p:nvCxnSpPr>
        <p:spPr>
          <a:xfrm>
            <a:off x="4121277" y="3849623"/>
            <a:ext cx="4710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D911086-7032-29B6-656A-F404601EC424}"/>
              </a:ext>
            </a:extLst>
          </p:cNvPr>
          <p:cNvCxnSpPr/>
          <p:nvPr/>
        </p:nvCxnSpPr>
        <p:spPr>
          <a:xfrm>
            <a:off x="4121277" y="2619374"/>
            <a:ext cx="953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EC3ECBB-355B-CC3F-645B-1CA213B8CE27}"/>
              </a:ext>
            </a:extLst>
          </p:cNvPr>
          <p:cNvSpPr/>
          <p:nvPr/>
        </p:nvSpPr>
        <p:spPr>
          <a:xfrm>
            <a:off x="5195630" y="2359532"/>
            <a:ext cx="173348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DS : [1]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23C578-1FEE-52F5-C662-5CC81514A5F1}"/>
              </a:ext>
            </a:extLst>
          </p:cNvPr>
          <p:cNvSpPr/>
          <p:nvPr/>
        </p:nvSpPr>
        <p:spPr>
          <a:xfrm>
            <a:off x="3831336" y="337812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8CB5CF-FFEF-C18C-4CC4-946E751FBA78}"/>
              </a:ext>
            </a:extLst>
          </p:cNvPr>
          <p:cNvSpPr txBox="1"/>
          <p:nvPr/>
        </p:nvSpPr>
        <p:spPr>
          <a:xfrm>
            <a:off x="4764024" y="326808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399257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8ADBE-6BFB-4868-B226-0777227D9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50B33F-A63A-F65F-1C96-FA87D477192B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928F6A-9A4D-29B1-CF50-8B8201D318DB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FFA0DC8-A440-8979-E062-2B6BA236B3C3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936E78-E416-ECBA-E148-730E0293A7C6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7554E9-F15E-22A0-F28F-8DAB38FFDBDA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F9ED7-3687-E9DC-4289-73E44E71B7D0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6AC86E41-454C-134D-6942-87B42E40516F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6BDB315-51D3-76D5-5C52-8EF80F1036C0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11B3735-03EB-FEA9-AC1C-58A53183F42F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14D466-D1B3-1FCA-2B8D-195EB61EABDB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9671B67-227C-4508-BCC3-D4E4896C398D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C6F07EA-4800-FF61-6B39-C19E470D8E78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B926BCA-85ED-1F4E-B6A6-356D2B4657D5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458A32D-6C90-4F6E-7F7A-80C4CEE4BF3C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0CFC138-B461-1727-CA30-A32FA7BF2CD8}"/>
              </a:ext>
            </a:extLst>
          </p:cNvPr>
          <p:cNvCxnSpPr>
            <a:cxnSpLocks/>
          </p:cNvCxnSpPr>
          <p:nvPr/>
        </p:nvCxnSpPr>
        <p:spPr>
          <a:xfrm flipV="1">
            <a:off x="3443984" y="40065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E53CE24-324F-E684-86BA-2EF61BDAB643}"/>
              </a:ext>
            </a:extLst>
          </p:cNvPr>
          <p:cNvCxnSpPr>
            <a:cxnSpLocks/>
          </p:cNvCxnSpPr>
          <p:nvPr/>
        </p:nvCxnSpPr>
        <p:spPr>
          <a:xfrm flipV="1">
            <a:off x="3372864" y="29601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BA028F5-6957-DB48-CD5C-0FD63C2B947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84905" y="4257037"/>
            <a:ext cx="1670297" cy="85546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80C0321-EA81-0CDE-669E-167B4FA47CCF}"/>
              </a:ext>
            </a:extLst>
          </p:cNvPr>
          <p:cNvSpPr/>
          <p:nvPr/>
        </p:nvSpPr>
        <p:spPr>
          <a:xfrm>
            <a:off x="4652264" y="5633992"/>
            <a:ext cx="1940558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54B45C2-C802-3641-6A91-96E77BA8B6A9}"/>
              </a:ext>
            </a:extLst>
          </p:cNvPr>
          <p:cNvCxnSpPr/>
          <p:nvPr/>
        </p:nvCxnSpPr>
        <p:spPr>
          <a:xfrm>
            <a:off x="4121277" y="3849623"/>
            <a:ext cx="4710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CDC79BFF-31D6-90F4-3989-258277F43DFF}"/>
              </a:ext>
            </a:extLst>
          </p:cNvPr>
          <p:cNvCxnSpPr/>
          <p:nvPr/>
        </p:nvCxnSpPr>
        <p:spPr>
          <a:xfrm>
            <a:off x="4121277" y="2619374"/>
            <a:ext cx="953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B1DE7BF-57F3-4931-FAF9-964FE1A49A81}"/>
              </a:ext>
            </a:extLst>
          </p:cNvPr>
          <p:cNvSpPr/>
          <p:nvPr/>
        </p:nvSpPr>
        <p:spPr>
          <a:xfrm>
            <a:off x="5195630" y="2359532"/>
            <a:ext cx="173348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DS : [1]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D3B1F9-56BF-46FF-5A4D-346C35817B77}"/>
              </a:ext>
            </a:extLst>
          </p:cNvPr>
          <p:cNvCxnSpPr>
            <a:cxnSpLocks/>
          </p:cNvCxnSpPr>
          <p:nvPr/>
        </p:nvCxnSpPr>
        <p:spPr>
          <a:xfrm>
            <a:off x="6093460" y="2960112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3436990-315A-96A0-F9D3-4F5D0ABBFC71}"/>
              </a:ext>
            </a:extLst>
          </p:cNvPr>
          <p:cNvSpPr/>
          <p:nvPr/>
        </p:nvSpPr>
        <p:spPr>
          <a:xfrm>
            <a:off x="5328316" y="3343916"/>
            <a:ext cx="1694276" cy="472589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[1,1]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96E51BE-D99E-416A-6320-5DA43442AEE7}"/>
              </a:ext>
            </a:extLst>
          </p:cNvPr>
          <p:cNvSpPr/>
          <p:nvPr/>
        </p:nvSpPr>
        <p:spPr>
          <a:xfrm>
            <a:off x="3831336" y="339071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3EE190-93DA-BF5A-AD65-3F1B7E31531D}"/>
              </a:ext>
            </a:extLst>
          </p:cNvPr>
          <p:cNvSpPr txBox="1"/>
          <p:nvPr/>
        </p:nvSpPr>
        <p:spPr>
          <a:xfrm>
            <a:off x="4764024" y="337134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2095767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B2624-6120-C3DC-8231-82D9B0C2F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0FD302A-532F-BEE8-7D32-161F03A4C1A6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8BA15F5-7889-DDB8-6D9B-33971C656CC9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2A9A45-FC8B-4FC9-F64D-571519E139B3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E12A6-7671-D1B7-167C-35A7E25F4D2C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45FC0-6EC2-62F7-5350-406003D4703A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04AC54-4A15-EE67-10D6-3986C68C4E77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7A3B379-E1E9-0964-53C8-42B4DB409341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E1B6BD-AC62-B5DE-66D8-083DE63A3D1F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84AC82-B8B9-2254-6C14-FB7EF5B7FB11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FC17453-6E7A-CAD4-182D-312819E97DA9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F993215-0000-83B3-72DA-92B21A2416B0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962EAC-466E-B5CF-671F-0261FC9916CF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6B6D5B5-379B-F315-30D8-714CE76E0007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7FB767-6219-F079-C33E-CAED236E41B3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C8B808-5349-6756-3E13-FA9E9D7F73C1}"/>
              </a:ext>
            </a:extLst>
          </p:cNvPr>
          <p:cNvCxnSpPr>
            <a:cxnSpLocks/>
          </p:cNvCxnSpPr>
          <p:nvPr/>
        </p:nvCxnSpPr>
        <p:spPr>
          <a:xfrm flipV="1">
            <a:off x="3443984" y="40065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BFC247C-F07B-84B5-A800-95A2EFE89099}"/>
              </a:ext>
            </a:extLst>
          </p:cNvPr>
          <p:cNvCxnSpPr>
            <a:cxnSpLocks/>
          </p:cNvCxnSpPr>
          <p:nvPr/>
        </p:nvCxnSpPr>
        <p:spPr>
          <a:xfrm flipV="1">
            <a:off x="3372864" y="29601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46858421-1BB7-1CC6-8CAC-37D19274EA18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84905" y="4257037"/>
            <a:ext cx="1670297" cy="85546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542B4B7-6037-6559-AED4-9883018F15D3}"/>
              </a:ext>
            </a:extLst>
          </p:cNvPr>
          <p:cNvSpPr/>
          <p:nvPr/>
        </p:nvSpPr>
        <p:spPr>
          <a:xfrm>
            <a:off x="4652264" y="5633992"/>
            <a:ext cx="1940558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F20D104-8F34-AAD6-7321-CF52A38E9FDC}"/>
              </a:ext>
            </a:extLst>
          </p:cNvPr>
          <p:cNvCxnSpPr/>
          <p:nvPr/>
        </p:nvCxnSpPr>
        <p:spPr>
          <a:xfrm>
            <a:off x="4121277" y="3849623"/>
            <a:ext cx="4710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35D361A-149C-BE60-6138-1D7D8192E947}"/>
              </a:ext>
            </a:extLst>
          </p:cNvPr>
          <p:cNvCxnSpPr/>
          <p:nvPr/>
        </p:nvCxnSpPr>
        <p:spPr>
          <a:xfrm>
            <a:off x="4121277" y="2619374"/>
            <a:ext cx="953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F41705B1-DC4D-94FA-DD4F-7349CFE5BE14}"/>
              </a:ext>
            </a:extLst>
          </p:cNvPr>
          <p:cNvSpPr/>
          <p:nvPr/>
        </p:nvSpPr>
        <p:spPr>
          <a:xfrm>
            <a:off x="5195630" y="2359532"/>
            <a:ext cx="173348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DS : [1]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6AA04FA-C7A7-2A23-F5EB-F5A9A54BCEC3}"/>
              </a:ext>
            </a:extLst>
          </p:cNvPr>
          <p:cNvCxnSpPr>
            <a:cxnSpLocks/>
          </p:cNvCxnSpPr>
          <p:nvPr/>
        </p:nvCxnSpPr>
        <p:spPr>
          <a:xfrm>
            <a:off x="6093460" y="2960112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157E4EC-71AF-AEDD-C792-9876A6CC3BE4}"/>
              </a:ext>
            </a:extLst>
          </p:cNvPr>
          <p:cNvSpPr/>
          <p:nvPr/>
        </p:nvSpPr>
        <p:spPr>
          <a:xfrm>
            <a:off x="5328316" y="3343916"/>
            <a:ext cx="1694276" cy="472589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[1,1]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B715CAE-96B5-72C6-E6E7-E78A5B8337C5}"/>
              </a:ext>
            </a:extLst>
          </p:cNvPr>
          <p:cNvCxnSpPr>
            <a:cxnSpLocks/>
          </p:cNvCxnSpPr>
          <p:nvPr/>
        </p:nvCxnSpPr>
        <p:spPr>
          <a:xfrm>
            <a:off x="6093460" y="3888224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ABDD9BA-3E4C-B8FF-C262-39F17D128C91}"/>
              </a:ext>
            </a:extLst>
          </p:cNvPr>
          <p:cNvSpPr/>
          <p:nvPr/>
        </p:nvSpPr>
        <p:spPr>
          <a:xfrm>
            <a:off x="5550282" y="4303945"/>
            <a:ext cx="1737486" cy="3444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[ 1+1] =2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CABEBEA-4281-F915-66B5-D2B5AF8BE6DC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A0E0D3-6072-794B-AD84-3AA91342485D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3944821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3BFA1-EBFA-48F2-2860-CCC9E91A0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3AD92AF-F182-6985-32CA-19D3B914E37E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02A998-D94E-6E68-CB9B-FEE768D91740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79A42A4-54F0-BC60-9846-F2EAC881C4CE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9C138-2604-BBD8-451F-80B675C8757B}"/>
              </a:ext>
            </a:extLst>
          </p:cNvPr>
          <p:cNvSpPr txBox="1"/>
          <p:nvPr/>
        </p:nvSpPr>
        <p:spPr>
          <a:xfrm>
            <a:off x="4764024" y="842135"/>
            <a:ext cx="1431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1         2           3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FD88B5-C71B-4574-1FCF-E49FC707216A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DDE96D-B329-A877-B146-17E1FB65FAFF}"/>
              </a:ext>
            </a:extLst>
          </p:cNvPr>
          <p:cNvSpPr txBox="1"/>
          <p:nvPr/>
        </p:nvSpPr>
        <p:spPr>
          <a:xfrm>
            <a:off x="4315968" y="855410"/>
            <a:ext cx="758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 - &gt;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17EA6236-4BC2-D083-0996-9DEBA2983C3C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2F0A63-CBA0-A59A-C58C-E97F9B165097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0F8D4E-6560-767E-234C-86C423991E70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D1599EE-8431-15F1-1ADF-B703EEFD0440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0EADA0-5BA5-BBA3-5F9E-07AFBF86A174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484271E-83DE-AEA8-C242-1B191D25CA2C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E43B6D-DC12-DDEC-F56D-2F540F47CCD5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B6C8090-3736-00DD-AC3D-F002F2A300B4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F5A89CF-2D0D-A6C7-098A-18D90F78FDF2}"/>
              </a:ext>
            </a:extLst>
          </p:cNvPr>
          <p:cNvCxnSpPr>
            <a:cxnSpLocks/>
          </p:cNvCxnSpPr>
          <p:nvPr/>
        </p:nvCxnSpPr>
        <p:spPr>
          <a:xfrm flipV="1">
            <a:off x="3443984" y="40065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3CBD343-3C08-5DA1-8A0C-FEC5AC17CA6E}"/>
              </a:ext>
            </a:extLst>
          </p:cNvPr>
          <p:cNvCxnSpPr>
            <a:cxnSpLocks/>
          </p:cNvCxnSpPr>
          <p:nvPr/>
        </p:nvCxnSpPr>
        <p:spPr>
          <a:xfrm flipV="1">
            <a:off x="3372864" y="29601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72F9E3F-8E6C-B67D-106F-F5152DB34A9D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84905" y="4257037"/>
            <a:ext cx="1670297" cy="85546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6B182BC-0EB0-454A-2D8C-7053FB1C88FA}"/>
              </a:ext>
            </a:extLst>
          </p:cNvPr>
          <p:cNvSpPr/>
          <p:nvPr/>
        </p:nvSpPr>
        <p:spPr>
          <a:xfrm>
            <a:off x="4652264" y="5633992"/>
            <a:ext cx="1940558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D3697F7-A6B0-CC8E-4D3F-B14FAFF66CB0}"/>
              </a:ext>
            </a:extLst>
          </p:cNvPr>
          <p:cNvCxnSpPr/>
          <p:nvPr/>
        </p:nvCxnSpPr>
        <p:spPr>
          <a:xfrm>
            <a:off x="4121277" y="3849623"/>
            <a:ext cx="4710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5543D12-85F5-2697-61A1-8D1C6937BA6B}"/>
              </a:ext>
            </a:extLst>
          </p:cNvPr>
          <p:cNvCxnSpPr/>
          <p:nvPr/>
        </p:nvCxnSpPr>
        <p:spPr>
          <a:xfrm>
            <a:off x="4121277" y="2619374"/>
            <a:ext cx="953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9214A8E-E7D4-1A81-F830-E662166FE6B5}"/>
              </a:ext>
            </a:extLst>
          </p:cNvPr>
          <p:cNvSpPr/>
          <p:nvPr/>
        </p:nvSpPr>
        <p:spPr>
          <a:xfrm>
            <a:off x="5195630" y="2359532"/>
            <a:ext cx="173348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DS : [1]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9E00D02-71CA-04E5-26B6-D2FFF2D8307E}"/>
              </a:ext>
            </a:extLst>
          </p:cNvPr>
          <p:cNvCxnSpPr>
            <a:cxnSpLocks/>
          </p:cNvCxnSpPr>
          <p:nvPr/>
        </p:nvCxnSpPr>
        <p:spPr>
          <a:xfrm>
            <a:off x="6093460" y="2960112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AE6DA96-CB91-99DF-B849-CB88138EAFF3}"/>
              </a:ext>
            </a:extLst>
          </p:cNvPr>
          <p:cNvSpPr/>
          <p:nvPr/>
        </p:nvSpPr>
        <p:spPr>
          <a:xfrm>
            <a:off x="5328316" y="3343916"/>
            <a:ext cx="1694276" cy="472589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[1,1]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23B9BE06-FF87-575D-EF3F-E8E17194A2FD}"/>
              </a:ext>
            </a:extLst>
          </p:cNvPr>
          <p:cNvCxnSpPr>
            <a:cxnSpLocks/>
          </p:cNvCxnSpPr>
          <p:nvPr/>
        </p:nvCxnSpPr>
        <p:spPr>
          <a:xfrm>
            <a:off x="6093460" y="3888224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82991B1-2FCB-181A-7BEC-685C23B8B0C3}"/>
              </a:ext>
            </a:extLst>
          </p:cNvPr>
          <p:cNvSpPr/>
          <p:nvPr/>
        </p:nvSpPr>
        <p:spPr>
          <a:xfrm>
            <a:off x="5550282" y="4303945"/>
            <a:ext cx="1737486" cy="3444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[ 1+1] =2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67C1C10-B9E3-E656-CEA7-A28CDEFDC9A1}"/>
              </a:ext>
            </a:extLst>
          </p:cNvPr>
          <p:cNvSpPr txBox="1"/>
          <p:nvPr/>
        </p:nvSpPr>
        <p:spPr>
          <a:xfrm>
            <a:off x="7390263" y="4306014"/>
            <a:ext cx="4980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return true;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sends a signal upward saying “✅ Found one! Stop searching.”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747937-2DC6-D98E-C6C2-B18B21087C4A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29DED-214A-5A43-3967-3BB320BC80FC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</p:spTree>
    <p:extLst>
      <p:ext uri="{BB962C8B-B14F-4D97-AF65-F5344CB8AC3E}">
        <p14:creationId xmlns:p14="http://schemas.microsoft.com/office/powerpoint/2010/main" val="1853369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C04EA-190F-D1DD-71F8-3033864E3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6015C02-C3EA-7C08-9B8C-EF03B483A11E}"/>
              </a:ext>
            </a:extLst>
          </p:cNvPr>
          <p:cNvSpPr/>
          <p:nvPr/>
        </p:nvSpPr>
        <p:spPr>
          <a:xfrm>
            <a:off x="0" y="0"/>
            <a:ext cx="12192000" cy="7699248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82CAB6-9FAD-A8F0-5048-46E5D137CE0B}"/>
              </a:ext>
            </a:extLst>
          </p:cNvPr>
          <p:cNvSpPr/>
          <p:nvPr/>
        </p:nvSpPr>
        <p:spPr>
          <a:xfrm>
            <a:off x="3831336" y="352044"/>
            <a:ext cx="3191256" cy="795528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FFFF00"/>
                </a:solidFill>
              </a:rPr>
              <a:t>1   ,  2   ,    1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8B71A29-8798-ED36-28F1-617309A41EE7}"/>
              </a:ext>
            </a:extLst>
          </p:cNvPr>
          <p:cNvSpPr/>
          <p:nvPr/>
        </p:nvSpPr>
        <p:spPr>
          <a:xfrm>
            <a:off x="7287768" y="484632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Sum = 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9C13BF-1647-C34A-13DB-D1A2759ED2B9}"/>
              </a:ext>
            </a:extLst>
          </p:cNvPr>
          <p:cNvSpPr txBox="1"/>
          <p:nvPr/>
        </p:nvSpPr>
        <p:spPr>
          <a:xfrm>
            <a:off x="4764024" y="336429"/>
            <a:ext cx="1828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2">
                    <a:lumMod val="90000"/>
                  </a:schemeClr>
                </a:solidFill>
              </a:rPr>
              <a:t>0        1            2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B5978AFA-0E8A-A162-F1D0-975AB7563EFB}"/>
              </a:ext>
            </a:extLst>
          </p:cNvPr>
          <p:cNvCxnSpPr>
            <a:cxnSpLocks/>
          </p:cNvCxnSpPr>
          <p:nvPr/>
        </p:nvCxnSpPr>
        <p:spPr>
          <a:xfrm rot="5400000">
            <a:off x="3210750" y="1334833"/>
            <a:ext cx="983616" cy="837438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3117E5-2639-33F4-9084-19CB603EBFE0}"/>
              </a:ext>
            </a:extLst>
          </p:cNvPr>
          <p:cNvSpPr/>
          <p:nvPr/>
        </p:nvSpPr>
        <p:spPr>
          <a:xfrm>
            <a:off x="2489200" y="2359532"/>
            <a:ext cx="1503294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(0)  | DS : [1]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BF91D72-B11C-11A5-BB81-FA5D16251C20}"/>
              </a:ext>
            </a:extLst>
          </p:cNvPr>
          <p:cNvCxnSpPr>
            <a:cxnSpLocks/>
          </p:cNvCxnSpPr>
          <p:nvPr/>
        </p:nvCxnSpPr>
        <p:spPr>
          <a:xfrm>
            <a:off x="2909061" y="296011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C00B701-5E64-60F9-6F73-734E75997F7F}"/>
              </a:ext>
            </a:extLst>
          </p:cNvPr>
          <p:cNvSpPr/>
          <p:nvPr/>
        </p:nvSpPr>
        <p:spPr>
          <a:xfrm>
            <a:off x="2255521" y="3406768"/>
            <a:ext cx="1736973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(1)  | DS : [ 1,2]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A57E33F-0B35-EF97-59FF-A1AD40DF70D1}"/>
              </a:ext>
            </a:extLst>
          </p:cNvPr>
          <p:cNvCxnSpPr>
            <a:cxnSpLocks/>
          </p:cNvCxnSpPr>
          <p:nvPr/>
        </p:nvCxnSpPr>
        <p:spPr>
          <a:xfrm>
            <a:off x="2922522" y="400659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F606BFA-AF46-FE33-E46F-33A5EFA1F0D3}"/>
              </a:ext>
            </a:extLst>
          </p:cNvPr>
          <p:cNvSpPr/>
          <p:nvPr/>
        </p:nvSpPr>
        <p:spPr>
          <a:xfrm>
            <a:off x="2255521" y="4452620"/>
            <a:ext cx="1940558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[ 1,2,1]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38CF5B1-20BA-5B3C-A206-A2EA48108440}"/>
              </a:ext>
            </a:extLst>
          </p:cNvPr>
          <p:cNvSpPr/>
          <p:nvPr/>
        </p:nvSpPr>
        <p:spPr>
          <a:xfrm>
            <a:off x="2270568" y="5519920"/>
            <a:ext cx="1940558" cy="519684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[ 1+2+1] = 4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75A41A8-A9BE-4626-E935-6A3F5F3CA89D}"/>
              </a:ext>
            </a:extLst>
          </p:cNvPr>
          <p:cNvCxnSpPr>
            <a:cxnSpLocks/>
          </p:cNvCxnSpPr>
          <p:nvPr/>
        </p:nvCxnSpPr>
        <p:spPr>
          <a:xfrm>
            <a:off x="3212082" y="5063232"/>
            <a:ext cx="0" cy="365760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E15E893-B963-3915-4B99-B3AF3FEA7124}"/>
              </a:ext>
            </a:extLst>
          </p:cNvPr>
          <p:cNvCxnSpPr>
            <a:cxnSpLocks/>
          </p:cNvCxnSpPr>
          <p:nvPr/>
        </p:nvCxnSpPr>
        <p:spPr>
          <a:xfrm flipV="1">
            <a:off x="3443984" y="400659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7F3728-E933-4A2A-7ACB-667071F72504}"/>
              </a:ext>
            </a:extLst>
          </p:cNvPr>
          <p:cNvCxnSpPr>
            <a:cxnSpLocks/>
          </p:cNvCxnSpPr>
          <p:nvPr/>
        </p:nvCxnSpPr>
        <p:spPr>
          <a:xfrm flipV="1">
            <a:off x="3372864" y="2960112"/>
            <a:ext cx="0" cy="3733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E53F8014-C4FC-4CD9-A0D3-163E0B1CC831}"/>
              </a:ext>
            </a:extLst>
          </p:cNvPr>
          <p:cNvCxnSpPr>
            <a:cxnSpLocks/>
          </p:cNvCxnSpPr>
          <p:nvPr/>
        </p:nvCxnSpPr>
        <p:spPr>
          <a:xfrm rot="16200000" flipH="1">
            <a:off x="4184905" y="4257037"/>
            <a:ext cx="1670297" cy="85546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B1765DD-F0AE-4D32-2752-152B659F776C}"/>
              </a:ext>
            </a:extLst>
          </p:cNvPr>
          <p:cNvSpPr/>
          <p:nvPr/>
        </p:nvSpPr>
        <p:spPr>
          <a:xfrm>
            <a:off x="4652264" y="5633992"/>
            <a:ext cx="1940558" cy="519684"/>
          </a:xfrm>
          <a:prstGeom prst="roundRect">
            <a:avLst/>
          </a:prstGeom>
          <a:solidFill>
            <a:schemeClr val="bg2">
              <a:lumMod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[ 1,2]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9EA8E24-549E-6EE2-EFDA-D4A8DB209CB2}"/>
              </a:ext>
            </a:extLst>
          </p:cNvPr>
          <p:cNvCxnSpPr/>
          <p:nvPr/>
        </p:nvCxnSpPr>
        <p:spPr>
          <a:xfrm>
            <a:off x="4121277" y="3849623"/>
            <a:ext cx="471043" cy="0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DE1BD60-3131-54E6-BD44-291E54700A90}"/>
              </a:ext>
            </a:extLst>
          </p:cNvPr>
          <p:cNvCxnSpPr/>
          <p:nvPr/>
        </p:nvCxnSpPr>
        <p:spPr>
          <a:xfrm>
            <a:off x="4121277" y="2619374"/>
            <a:ext cx="953643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8BF96A1F-F2A7-2687-1CBE-A1139B496B6D}"/>
              </a:ext>
            </a:extLst>
          </p:cNvPr>
          <p:cNvSpPr/>
          <p:nvPr/>
        </p:nvSpPr>
        <p:spPr>
          <a:xfrm>
            <a:off x="5195630" y="2359532"/>
            <a:ext cx="1733489" cy="519684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i++ : (1)  | DS : [1]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AE53CC54-5C9B-CDEF-1DC3-A1C5C24F2CE9}"/>
              </a:ext>
            </a:extLst>
          </p:cNvPr>
          <p:cNvCxnSpPr>
            <a:cxnSpLocks/>
          </p:cNvCxnSpPr>
          <p:nvPr/>
        </p:nvCxnSpPr>
        <p:spPr>
          <a:xfrm>
            <a:off x="6093460" y="2960112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1D90B6F-7DAC-98CC-E928-A5F81104BCA2}"/>
              </a:ext>
            </a:extLst>
          </p:cNvPr>
          <p:cNvSpPr/>
          <p:nvPr/>
        </p:nvSpPr>
        <p:spPr>
          <a:xfrm>
            <a:off x="5328316" y="3343916"/>
            <a:ext cx="1694276" cy="472589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i : (2)  | DS : [1,1]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FB66EC1-8875-1CCF-7780-341631741798}"/>
              </a:ext>
            </a:extLst>
          </p:cNvPr>
          <p:cNvCxnSpPr>
            <a:cxnSpLocks/>
          </p:cNvCxnSpPr>
          <p:nvPr/>
        </p:nvCxnSpPr>
        <p:spPr>
          <a:xfrm>
            <a:off x="6093460" y="3888224"/>
            <a:ext cx="0" cy="34442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572EA4A-1EBA-D8D0-2BA1-9A0F92282DB4}"/>
              </a:ext>
            </a:extLst>
          </p:cNvPr>
          <p:cNvSpPr/>
          <p:nvPr/>
        </p:nvSpPr>
        <p:spPr>
          <a:xfrm>
            <a:off x="5550282" y="4303945"/>
            <a:ext cx="1737486" cy="34442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/>
              <a:t>DS : [ 1+1] =2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99D05E4A-D23A-B7A4-E541-0C3B078C61FD}"/>
              </a:ext>
            </a:extLst>
          </p:cNvPr>
          <p:cNvSpPr/>
          <p:nvPr/>
        </p:nvSpPr>
        <p:spPr>
          <a:xfrm>
            <a:off x="8523668" y="5633992"/>
            <a:ext cx="2306892" cy="909048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 err="1"/>
              <a:t>OutPut</a:t>
            </a:r>
            <a:r>
              <a:rPr lang="en-IN" sz="2400" b="1" dirty="0"/>
              <a:t> : [1 , 1]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374C41-5BCC-58E2-85E5-D15DC2CE5A30}"/>
              </a:ext>
            </a:extLst>
          </p:cNvPr>
          <p:cNvSpPr txBox="1"/>
          <p:nvPr/>
        </p:nvSpPr>
        <p:spPr>
          <a:xfrm>
            <a:off x="7390263" y="4306014"/>
            <a:ext cx="49800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return true;</a:t>
            </a:r>
          </a:p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sends a signal upward saying “✅ Found one! Stop searching.”</a:t>
            </a:r>
          </a:p>
        </p:txBody>
      </p:sp>
    </p:spTree>
    <p:extLst>
      <p:ext uri="{BB962C8B-B14F-4D97-AF65-F5344CB8AC3E}">
        <p14:creationId xmlns:p14="http://schemas.microsoft.com/office/powerpoint/2010/main" val="26914942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829</Words>
  <Application>Microsoft Office PowerPoint</Application>
  <PresentationFormat>Widescreen</PresentationFormat>
  <Paragraphs>127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Bahnschrift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2025-10-18T05:14:45Z</dcterms:created>
  <dcterms:modified xsi:type="dcterms:W3CDTF">2025-10-18T05:15:47Z</dcterms:modified>
</cp:coreProperties>
</file>