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29" r:id="rId3"/>
    <p:sldId id="365" r:id="rId4"/>
    <p:sldId id="355" r:id="rId5"/>
    <p:sldId id="356" r:id="rId6"/>
    <p:sldId id="345" r:id="rId7"/>
    <p:sldId id="357" r:id="rId8"/>
    <p:sldId id="358" r:id="rId9"/>
    <p:sldId id="346" r:id="rId10"/>
    <p:sldId id="347" r:id="rId11"/>
    <p:sldId id="348" r:id="rId12"/>
    <p:sldId id="349" r:id="rId13"/>
    <p:sldId id="350" r:id="rId14"/>
    <p:sldId id="359" r:id="rId15"/>
    <p:sldId id="360" r:id="rId16"/>
    <p:sldId id="361" r:id="rId17"/>
    <p:sldId id="362" r:id="rId18"/>
    <p:sldId id="363" r:id="rId19"/>
    <p:sldId id="366" r:id="rId20"/>
    <p:sldId id="364" r:id="rId21"/>
    <p:sldId id="367" r:id="rId22"/>
    <p:sldId id="368" r:id="rId23"/>
    <p:sldId id="369" r:id="rId24"/>
    <p:sldId id="370" r:id="rId25"/>
    <p:sldId id="371" r:id="rId26"/>
    <p:sldId id="372" r:id="rId27"/>
    <p:sldId id="3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79BFC4-30FC-4801-BE5A-B18ECF9DD6E9}" v="57" dt="2025-10-23T12:30:08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9CAC-628E-5B07-5EDF-9C7ADAEA9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D1F65-BB2E-3462-349B-34D3F8BA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C2A03-8E6E-BB47-57D8-24CFA2B0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DCA93-F3CF-3CC2-44C4-5A48F8371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5BCF-8A3A-85C8-728C-EB21B794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154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7539-EB62-9EDE-3745-34B70629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517F7-D340-F2A7-1946-06726AE13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9AA8-FA3F-71F6-7656-E6D0E65E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6F7D8-83BC-0320-70D1-7E477F28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16AC5-5709-3ED7-D12D-79D0D0A6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087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C465-A12B-A5C3-13BF-3C117C1D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BC6AD-4ECF-BB1C-08AC-8CF1662A4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EFD2B-1E85-5484-98EB-D638C9D2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2B990-650F-81C9-31D6-90A01F2F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1DAA4-A955-32C3-98F6-F2D7447A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443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E613-3304-02B2-6D48-9BDBE927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F5F7A-E889-6AE8-ACE7-468358745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AD5A5-40DF-BE17-61BC-F4BDAA4DC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F54A5-22F4-DA69-B9C0-D3210A598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48705-525F-5B76-B4B8-CF13107D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D78B2-3A3C-125E-C8DA-90FA73E6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50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5A96-630A-B46F-FA88-F5C095F2C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BE373-1D61-63A9-E857-AA464B980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BB508-B392-146A-CEB7-E085C8AC8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E4DE8-937E-7FC0-3AA7-23866B435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80A8E-C5D5-D5FF-A1C3-39812A5D9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2DB290-6E14-E991-C2C9-6F690B37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B6FC8D-D49B-2583-81F7-A372F640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24528-6EDE-5AB7-E02A-0DF27F64E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349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0725-DBC0-570E-8D5A-78792150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D6235B-F072-57D6-F619-F7CFC560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3F91C-8CA0-4EFF-9C65-344B128D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CC58B-0C3A-EEB0-142B-D3C8EC66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10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86822-BEC5-D0B5-1EE0-90BDE959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11BA6-FB3E-37B9-D9D9-694E0387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03777-7D9E-6D97-CBEB-AE137310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85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688F-885B-2656-6C72-471B23891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F25AA-B331-E773-ED8E-636B1A0A6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AD3ED-3951-C422-D0D6-A3FA00924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7596F-EDAB-C15B-0FED-CB5A2DC5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89998-29F6-E220-7A6C-7CFC8014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40640-221A-EAB2-739B-C5B085B2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81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E8FA-55F5-6342-D31B-BE8C1EEA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3792B0-F2D1-0E74-2229-FFB545720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BBA56-356F-E22B-F9B3-5F51DA748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B47D7-441A-C357-1224-9A0C317C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74C51-D792-B28E-00D0-8E90368A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D702B-5069-4300-5678-A9233FD8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64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3253-6478-8C01-3F7F-6CEE43FF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E1E0B-D774-E425-9768-EF6CCF81B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447D0-3C60-8DE5-6497-E13EFBE7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F6A16-13D5-260C-B3A9-2A973EC7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7FCC2-031C-7649-C150-784A3358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97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D1481-915C-3856-427E-98D37733E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FD9E4-9143-EA51-A827-6497BC203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9C849-0372-CF3F-3134-869E6E53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B350F-31BD-68E4-7C1E-D9408F3C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A2881-84E1-F986-5193-B96CECFB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73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78197-C436-B283-55C4-0862FD76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F5510-D208-5553-BA2E-711696364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0B308-D6A3-F3B2-0FAC-983E7C636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96C8D-27C7-4F3D-9104-310C90BA663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C6A9E-A136-2DF7-A60E-14AB85C18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C24EB-4717-8DF7-B4EC-7004D5EBE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48466-D7E6-4B0F-8CC5-CFE780DAF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4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2592832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Approach </a:t>
            </a:r>
            <a:r>
              <a:rPr lang="en-IN" sz="9600" b="1" dirty="0">
                <a:solidFill>
                  <a:schemeClr val="bg1"/>
                </a:solidFill>
                <a:latin typeface="Bahnschrift" panose="020B0502040204020203" pitchFamily="34" charset="0"/>
              </a:rPr>
              <a:t>- 2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94C69-3CF9-D216-B451-B6E522C9B0A5}"/>
              </a:ext>
            </a:extLst>
          </p:cNvPr>
          <p:cNvSpPr txBox="1"/>
          <p:nvPr/>
        </p:nvSpPr>
        <p:spPr>
          <a:xfrm>
            <a:off x="1672213" y="4689691"/>
            <a:ext cx="11866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</a:rPr>
              <a:t> Print all Permutations of a String/Array</a:t>
            </a:r>
          </a:p>
        </p:txBody>
      </p:sp>
    </p:spTree>
    <p:extLst>
      <p:ext uri="{BB962C8B-B14F-4D97-AF65-F5344CB8AC3E}">
        <p14:creationId xmlns:p14="http://schemas.microsoft.com/office/powerpoint/2010/main" val="30486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104E-1A1C-DDC2-5539-DD34EEC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B2352-720C-10D9-9B58-6859293CE8A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11A087-6215-D80A-0459-0A484259FD4F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777BA-7AA4-F484-0ABD-852FCD6733CC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</p:spTree>
    <p:extLst>
      <p:ext uri="{BB962C8B-B14F-4D97-AF65-F5344CB8AC3E}">
        <p14:creationId xmlns:p14="http://schemas.microsoft.com/office/powerpoint/2010/main" val="405660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A106-076B-D712-9F04-57E86701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D4D60E-5251-0A5A-AD1F-D19E19E22F64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77691A-8BCE-CF71-3625-B3A764544A8A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BE0AD-69A4-C931-079B-2077EBCDB641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6BA68E8-B430-59BA-CC41-4CD99EA43742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09E5DC-E3AF-E6B8-F2B6-9853905F1FC3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</p:spTree>
    <p:extLst>
      <p:ext uri="{BB962C8B-B14F-4D97-AF65-F5344CB8AC3E}">
        <p14:creationId xmlns:p14="http://schemas.microsoft.com/office/powerpoint/2010/main" val="3784636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73CCF-5BB7-6713-E690-61143037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460730-AA1A-BE65-6367-ED690C2B27C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4C9CA6-74D7-E6C4-97B9-C4E8594F3F74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0682F-9832-F8A9-FBFB-F81A827759DB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2CBFB9-B1A2-DE25-92AA-35AB1FD8FF82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4F5C9F2-1812-939A-5D20-A5BEC4C61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2DB645-506E-7472-28CE-37DFF715B9B8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DC8932-F946-B6B7-B0FB-CA8264331416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</p:spTree>
    <p:extLst>
      <p:ext uri="{BB962C8B-B14F-4D97-AF65-F5344CB8AC3E}">
        <p14:creationId xmlns:p14="http://schemas.microsoft.com/office/powerpoint/2010/main" val="113488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F2CB-2F96-9C28-54BA-7547615D7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AA7DC5-7BC0-9469-9547-C859F318A92C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F7AF66-D454-3332-D050-F5D5FBB226F5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0BF0D6-3CB6-BB1C-15A1-751848D9347A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724B66-360B-AF9D-D0C3-EE36CA5679C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08742A1-AA50-1DAD-2268-5B064FB15A2B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38D2296-6E30-A7D9-0978-26D8772CA1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EC78CD-F3E7-F486-27DD-F452247E689F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6F8308-185D-22B4-9EA2-3B0AC289931C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161A9A-DDD4-2BCA-FE44-096116AC40E4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</p:spTree>
    <p:extLst>
      <p:ext uri="{BB962C8B-B14F-4D97-AF65-F5344CB8AC3E}">
        <p14:creationId xmlns:p14="http://schemas.microsoft.com/office/powerpoint/2010/main" val="1508330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6B41-A42F-1565-5532-6FD4EC9A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DA8F3F-6A40-E02A-040C-B87F494AE6E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43722F-7C9B-FF3D-E9BC-31EF7BE54B2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4F967-FB12-6585-267D-E259845DB19E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8B03A65-13DF-41C3-8AAC-59BB0BA7695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3109EF2-3C19-9350-C416-03A93D95FC22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DA17C3E-6B6C-3F68-F4F1-674B9809F50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0124BF-20AB-7C06-47FA-AA6EDA8F3C97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E6A719-5823-270A-2ED1-3728ED68FE6A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35AEB1-3690-A834-46C3-0C45DDD70406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EF5282E-5949-30CA-082A-01BD260B433A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48C7469-3736-CE23-FECA-733E59786D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2223826-022E-F364-D49A-66F0767F6360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3A48B6-8687-9A2A-B66B-7E0DF3D00F6F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</p:spTree>
    <p:extLst>
      <p:ext uri="{BB962C8B-B14F-4D97-AF65-F5344CB8AC3E}">
        <p14:creationId xmlns:p14="http://schemas.microsoft.com/office/powerpoint/2010/main" val="305508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51CD3-AEF6-BC89-DE89-82D68B86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65D6B7-3871-1E4F-CB9B-CBD4E0CFF2E9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6F7BF8-D81A-D326-9E6C-63025E7363B1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5DF671-3EF6-9B10-76F9-279EDA8BDC91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15891AB-C792-24F1-6384-9A2FDE03F0B3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F092A54-6781-BCFD-DA01-05A34DF6BDDA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C98B105-E48E-47D8-C327-BA801013B9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12917C-FF45-E833-C06E-00AFA09EA6E4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50C163-D76A-8F9A-1EE3-DAE02403E58F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FD2D82-8DEB-7691-A6C1-B60D9D73BC0F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264F224-93D8-38A6-EDE7-39A64D0BD131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E47E220-0E09-0D5C-D30A-C07A3FB293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1AC305D-2BA0-0525-6BE9-CAF6A0ECF963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857B666-A6FA-1F83-B0E5-21C08B492A24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D54CD8-5190-3B96-5DBB-171171966BC4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7D9298C-1C79-9168-1E8A-7BD587DCE5D5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</p:spTree>
    <p:extLst>
      <p:ext uri="{BB962C8B-B14F-4D97-AF65-F5344CB8AC3E}">
        <p14:creationId xmlns:p14="http://schemas.microsoft.com/office/powerpoint/2010/main" val="4094021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115B-E08B-6B64-8B41-B5FC73D42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A56112-EB9A-DDA9-9A20-89E135FF3388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B861F0-F0FE-A1E1-4FE0-D4807D2D6140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C2DE7-A9B8-5865-5EF3-93D5B91E8438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2ED7ED-F865-478F-A549-7BE6509130F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59DC73F-A8C6-FCF4-B1D8-68796BA86CBA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7512A53-634A-6C12-170E-CC4CA3CBB21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C307FA-4F60-4541-6ECA-1A393B7D0889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257C1B-5AA6-2E8B-ED8E-01D7ACA6701B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F47814-DD5C-21E3-7820-994B90B85D41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8C70B2D-5F5B-A445-A25E-2D594016826D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DC9CB7-3F60-9A25-7E98-C344580778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0A31A6-E4CB-273E-7316-8565CC0498FB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6053B6D-98A4-9917-4AA8-CFFA90B21FD5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1F28B9-3FB7-05A9-11DD-F914F7B2248C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3F40F41-F88B-8629-6B18-C20C4C236098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08B785-AA98-539A-696E-5DAC06298DA8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D38816C-19A8-CA98-BC36-18757845001A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</p:spTree>
    <p:extLst>
      <p:ext uri="{BB962C8B-B14F-4D97-AF65-F5344CB8AC3E}">
        <p14:creationId xmlns:p14="http://schemas.microsoft.com/office/powerpoint/2010/main" val="1164634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FCF6C-C412-6EE3-A119-6E621713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EC1EED-93CD-5D30-F083-32232BAE023F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1426CA-FC42-4EEE-37F0-6ADE264755BE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27118-352D-808F-469E-FA4E71D5767D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4A11646-43DB-7BC3-CDF3-212794CF5DB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D37AF90-FC0A-81EB-9C3F-3A8EBA0800F5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9703A04-DA32-B2F5-5FA6-593D36A672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6529AC-5481-0EEB-2481-00529E467518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241F22-13A0-63F0-C0D8-AB7BD4308B9D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6BD6C4-FEF2-C203-8726-04E3FCC5C74F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A86D16C-73FA-9F6A-2634-10D36597C865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A0EFD0E-B1C9-ECED-D6FA-760D0FEF61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BB493AE-F5A3-5CA8-CDE6-A2C6C760AC76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3EA03F-B137-C31D-13EA-F789D002FE49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8E0BA8-08CF-6798-D165-7F724ED2A424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0401123-7FAB-4F64-E4A5-FB49BD5BB8F9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6B70DC-C304-708E-76EB-7E6CC83004A2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681DA58-BCA3-3C05-D733-0D389DA186AD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026072-1229-BB30-9812-5B6C406F6CD0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04E0BE-658A-9F0A-69B2-E5A6DC388CA2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</p:spTree>
    <p:extLst>
      <p:ext uri="{BB962C8B-B14F-4D97-AF65-F5344CB8AC3E}">
        <p14:creationId xmlns:p14="http://schemas.microsoft.com/office/powerpoint/2010/main" val="150833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8654D-437C-3E99-282A-589D40A9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3F85CB-79B0-06C5-41BE-B4D5A38AF2B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28B64E-D2A8-6BD2-82CB-80DA32CE6C6C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D76416-4BB0-F0B9-0A2E-4F106227AFAB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CC7B22-904E-3ED0-7160-069AF30D616D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BB8895C-12B3-80B8-9ADE-BCCECB89F1FC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7BD0482-08AF-8DA3-E32A-A06CBF8839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2E47B5-BBA5-CFE5-DDC0-36D486118701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423FF8-2D3D-FCD0-26C9-FBC2C2A49529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E9490E-277D-CD67-9F35-356691CE443A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1E5FBB2-9052-AEC8-CA25-E83C4D03E41F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B446737-C871-7B01-5187-84D6850F757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F45F74-678C-E216-7F71-89B70DDD7015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4833478-B615-B5B9-B9B0-74F38B587223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E9D4F1-5BC3-5A45-0FC0-DF5BAF8BA14D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8AB442-7436-2E94-1A81-62F6A77EBD6A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0FCD45-D0C2-7636-BB8B-E0B92E1D261C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F97F0C1-8609-3C72-41B9-ABF050ECECBE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B595077-F88C-AEBC-4B2B-36976F5B303D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D94B50-ED9F-A231-2C01-B9EE860E8A01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7B2E32-964F-E3A2-0B7C-5922008AC726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F01805-C21A-A137-315F-F3E169358FB3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</p:spTree>
    <p:extLst>
      <p:ext uri="{BB962C8B-B14F-4D97-AF65-F5344CB8AC3E}">
        <p14:creationId xmlns:p14="http://schemas.microsoft.com/office/powerpoint/2010/main" val="309837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0A7B3-E24F-60E8-52A9-FE72E04F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A783D0-A834-FC3C-348C-F8E82EE529FF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8D7213-341C-B00A-A1C1-14163BF81EA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40F73B-ED65-8D07-C48D-D95C7ED47F09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3C5CBF6-C30A-84CC-6B1C-4F552B2B5ED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9F8B2C1-00B7-2F94-3F57-E5EB729FDCC7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4534E37-0DA5-EA1E-88DA-5AADBF25B8D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ACBDFE-A336-335E-A38B-87AE85E9CC67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627E69-DA03-BC43-5B15-5FF3C77981D9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2F2A8E-7F28-0A9B-196D-0A491617C842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9D29BEC-A5E2-AEFE-0242-AAF881B645BB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53C265F-6BA0-B104-2356-7C70D836C30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DC677B5-D245-86A0-E24C-295DD941653A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8407495-B906-4459-409B-491417FF5D0E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E3053F-9301-E362-A391-EB4881451B28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27BE896-5A20-C8E6-1C06-CC1C1DF32862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036B6EB-F6ED-3E60-EB3F-2FB7FDAED745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E114D49-23F9-1D62-186D-67F313579000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DFD071-1AF7-096B-980C-469A029A58C7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009A9CD-660F-79C8-5E0D-30CBD5D69E42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E5B94B5-E923-3601-696C-0E5DBA87E4B4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E31BA55-CA1C-389E-C6A5-8FDB869BD29A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E6BBF1-8AF7-4EAC-CEA9-32B3BA9BC685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9D3015A-8A97-2738-383F-4BB2E3C02E6F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</p:spTree>
    <p:extLst>
      <p:ext uri="{BB962C8B-B14F-4D97-AF65-F5344CB8AC3E}">
        <p14:creationId xmlns:p14="http://schemas.microsoft.com/office/powerpoint/2010/main" val="1236687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6974-E92C-F6AB-D015-ACEBCDAEC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0DEB45-F6D8-3BF4-D337-2597698A4765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2ACE0-7F6F-1A8D-B944-7A0838D1A4C6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28BC74-11BE-272A-A531-769EA8CE9DB7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A7EBE9-C443-EEB1-3664-BE2C07CC0F00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FA7D21F-A4DE-CA68-4C28-D28DC3E78441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956CA22-3D59-7F5A-5E6F-E3E88E63C06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B6A76D-2F62-153F-1034-A2E1E4E175B9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E5D3AF-B2E8-2F4A-EF68-D9FB4AAB0399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31A889-B767-0085-B9A2-4D933B33B474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89DBEE3-BA0E-2FEA-1BD0-837A7EE638EE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4E67561-6AE6-6A71-DF7D-22E4D010C6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763908-3BD1-9445-B937-BBA529A06A21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DC15DB7-7276-6C9B-51DC-721A552A5615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D3F9419-0835-4BB6-D873-3C758DA310DD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55D61E-E8D7-865A-5F85-EA581C65C94D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97FF2D-6BB6-04CE-7681-C1BF0881FACF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90E776F-C43C-9FE8-D8B1-FC7B7DA076FA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2ACD2C-48C8-8F60-B119-E19C35DB1893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5628FE1-CAD8-C3EC-68DD-376231B8F912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BE22F2-92D5-867F-C13A-EE9568828BE0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AFBDF98-665E-17F6-EF02-12E6F57F1CCA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7A7BC59-EA3A-1B5E-F03C-4307B8C1C420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B77092-74D9-55D8-163A-B1C199F14B85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E7534D-7A0C-2B38-BB73-B216AAB858B4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DA3BC09-D0C7-E7E5-9371-13D3027D679D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</p:spTree>
    <p:extLst>
      <p:ext uri="{BB962C8B-B14F-4D97-AF65-F5344CB8AC3E}">
        <p14:creationId xmlns:p14="http://schemas.microsoft.com/office/powerpoint/2010/main" val="2148063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35A8-5E48-2C5D-3814-F0824DCD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54FAED-617E-51F9-283B-B94F06E79D75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4D70C2-E067-3656-CD38-8FA8B49C408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2A445B-7086-05F4-6955-DE59D1137288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661E74-F8FB-A48A-3907-83036C83F22C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CAE8C36-D0C9-A642-35B3-A6A94BCE87C5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19FEC83-4AB4-E2A3-FEA6-CE4393968B2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52F0C4-24BC-0CF0-FB6E-4F6E4C2B125C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919C9A-2F35-5E0D-4124-AA497EF7F750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DFC180-B765-07F0-D62E-346119708B76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3A72D0-98A9-085C-56F1-BF3E8DE2407D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88B1CF7-A12B-9457-D2D0-4974687B2DB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93380F-762E-41B4-CCD5-001B9A077CA0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C47B3A-4CA0-72BA-2F9B-645CBF4D0529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99250E-3B0E-A84E-AA88-790AD3639583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FD8BFE1-1E74-58E7-1ED6-4897A0EDDD5B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FBA0B0-A84B-98F6-A9B6-CABBF305C54B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535C34-171F-E5A4-174C-565E36483B51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189700-C326-CC3A-1F9C-2DA9D190D3A8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AD7381B-8D89-AFFB-0C17-4C7BE24EA49A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9CF3C1-A801-B8E0-AFDC-E68CFDB9A98A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1ADFA5A-F735-C27C-4BA0-01B6AD229D3B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B49FEDA-E7D4-F926-19B6-4578435146F8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1FA5F74-A213-BD30-3DF4-6437085AA6F1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AC036B-9EA7-F93A-6AAE-EC13ABBDD16E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D08EF6B-CAF9-1C8B-0D4B-B0FCE96297CF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C8A3273-FAEF-3FBF-A25B-A3AC86E355E1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D18F7C2-CD2A-564D-8301-883AD17026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30F8F0-5C73-403B-39C6-E3E2399C39CC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F5F0C5-9BD4-7655-5658-5E61D6931EEC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</p:spTree>
    <p:extLst>
      <p:ext uri="{BB962C8B-B14F-4D97-AF65-F5344CB8AC3E}">
        <p14:creationId xmlns:p14="http://schemas.microsoft.com/office/powerpoint/2010/main" val="3676402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BC4F-7A94-57BA-F651-855550CF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FFFD57-465F-7BB2-E963-3803636C5B19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794C67-C8F7-8409-4DA4-409F2F904A44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5FCD30-969D-225F-FC2E-FDB71CD10584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3C53D73-1F62-7638-FC22-0C66445189DA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B8BD26B-2E9D-0DD9-599D-0CF032C54444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81ACBDE-4928-8209-958E-104CADB8CD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5E8FAC-9991-CC85-07C7-A49BF260F56A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D7AD58-0AA7-CCE3-08A0-6CA1F5AACC3F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1B3422-22C4-6D3F-A41D-C0B9F230F8E6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F15DCDF-9873-EDC9-33B6-D40593680EC9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8DBB64F-79AE-DF09-FEC2-1289982C16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10DBA55-547D-9B3A-4B12-3EF530A90861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318D33-150C-1F58-55D1-9442757544F9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6A3E63-E086-63CE-D738-D0891939ECA7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59B12F-042A-3F2B-7400-3B75B989D9A6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4FB3BE-7223-A185-DA0B-5A1312AD64DB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08FED13-04A5-0EA1-AD96-B4A265C3B63A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DBEA88-9501-E689-822B-8E3D5F3F7EFB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6104966-D730-A7A0-AB52-14E33E358DA5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21FE92D-A952-2078-CE21-721BE7490213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C8A1760-3265-BA9B-9BA8-90467044AAEE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D4ED1D-1C8D-60D1-73AC-B3870DE9542E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36BC460-1D27-FDDE-7820-A9C91E13CCAB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28DB500-858B-6820-F1A7-E6F82A93F581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D9CDD78-BC20-171A-D04B-CB974EC465D0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F6B167D-27C3-B8DE-1B64-70F67B759AB7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EC1D0F5-DA23-8E82-67E7-7ED607452AC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D2E085-C085-F1E8-C57D-EB19EC7376B8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476133-664B-4071-66DA-92D554146920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717414-968F-70DB-69F5-D9F1B388EEF4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43118C-C0E2-39BE-BC5F-7E1E30737608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</p:spTree>
    <p:extLst>
      <p:ext uri="{BB962C8B-B14F-4D97-AF65-F5344CB8AC3E}">
        <p14:creationId xmlns:p14="http://schemas.microsoft.com/office/powerpoint/2010/main" val="1939933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24649-5D37-7B46-4BEF-9BC3DECFC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B101A6-60FB-4B66-3E1F-ED7EF2F6282F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71741B-3E07-1DE9-7B5F-F3CD3B59CD1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D8BB7C-79C0-1886-0422-56BBD366068B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B8432D0-B8E4-BF7E-921E-930A61EB13C1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A5B4C56-E4D3-43F4-BACD-67A3939F5897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6A79152-D3AC-ABA2-3DDF-EE80CEB510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380083-3AC6-2C6C-EDD3-4410E24EA01B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7213A8-ECAF-5C17-0862-CC4E96F9B15C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D477D6-7FD4-03C3-6406-7FF74BC80CCE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1034F2-13F4-39A2-2BD8-52330AA109DC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DDE3722-EA7E-9BA5-27D6-3747190DB2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4304ED-B15C-6B11-17C0-D11E1D1C86F1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E81600-D37C-35DF-F289-599A3D7A88C2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0AF7C2-FED6-AD71-B089-4CE1F381329D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940E17E-611C-9B2A-5650-590811DDC6A8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63F59F-8F4A-CE86-305D-E5F23E1B3540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C74EDEC-06B4-DC7C-DBB1-715B26204F4E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CB7DE0-ECBE-A9F0-E79D-9E6751468A08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2E412CE-71EE-9DEB-A328-807ABAED132C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78BD2A-1750-8FC3-1997-DD513EC828F0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E5D7105-4F20-4C9B-9174-43AB5173A15C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8B180CE-5C00-CC68-C6AA-D919125CDBD5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6F964DC-21B0-C1E7-1CCB-532829FD47F8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476668-6896-1764-9E53-2B5313735481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DAC60EE-BD47-8573-F650-1ABD55ACC752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0C9EF48-F862-AE97-BE28-2032790ED356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8F2F181-BE38-1A6F-AF9B-D8AD2505D8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0CDEE3-3229-67FC-813C-83ECF0B89427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D11D52-8640-436A-81DD-3934F1145360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DAA487-666E-2E51-E50E-E910CA63D128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CD22C4C-3528-2F4B-54F2-82F302982546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49F64C1-71E0-B7DC-9A9F-EB147DD1B8BF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0C15D03-61B3-9104-5F73-C4B1286E52F5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</p:spTree>
    <p:extLst>
      <p:ext uri="{BB962C8B-B14F-4D97-AF65-F5344CB8AC3E}">
        <p14:creationId xmlns:p14="http://schemas.microsoft.com/office/powerpoint/2010/main" val="1154908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478-0125-6690-4DB9-7934EDAD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D32CDD-BC14-E2E3-04E1-28A1AE79261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F14FB2-A545-9DBB-5BC1-8B6AA20A3ADB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F05958-B700-3091-1063-47B7176647B6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A61042-7A8F-CA64-316F-45611078D9B3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9E1B1D5-DAA8-2373-9B22-979DAB659161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F36DC71-CDD5-B02D-62AF-4BA08E00412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1D6E30-0AC9-995F-BCBE-F1F2FAC9D34D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0AD6DD-558B-87CA-73BA-3D92C45ED0AA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811204-ECEB-000C-21F2-2461C24B6CB9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C832D71-4A18-A82E-AFEE-52974F14DE2C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721719B-08C8-D272-FE88-6DD41CC3A9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33C8B8-DED7-0AB8-2A32-C8AC1744FC53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0DDC51C-1F7E-A6EC-DBD5-989116EC0DAE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772BC8-1D09-BEC0-C0AB-F09F1D0DABB1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D65407F-0E86-1E9F-0FBE-8900C954CECB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EBBB93-872E-49EA-D27D-E9818B3137A1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9EBB60-4100-68F0-D803-795E555D4F50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384CB9-8900-D8BE-DD36-F83190E2DA52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021F55E-0B73-49E6-0438-063A4927B6B6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79110B-7AEC-4AA5-75B1-68013A31F959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C2995F9-5BA9-495C-C826-8720213EBA10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7FBBFB-7D5E-D3FE-9DE3-EB97C1E39F3C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3FC11FC-8C34-28C6-6D81-A85D6270874E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D09F126-6D68-EC8C-21F1-76F3D63610D9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40E7036-1C1B-8FEA-26C1-6193788428D1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FEA91EF-125C-C22D-B75A-B4FCB01A8DF0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404640B-8130-BBC9-0C80-7BE9BC3C3C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683280-5A79-4B43-706D-DC601A520B42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33E6A1-10D9-9B2E-8265-4DD832DC6F39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AC117E-CA5F-79F7-8A2F-F890FCE8AAE6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28C6D92-3C20-3847-9512-E1D0145FACB7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94202A5-2C40-983C-419D-28B55DF4EA26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0B1A44A-0327-67A4-22A6-FEABEBD177B3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A41A80-B58A-E6BB-9DD8-09852CE932C3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3F745EE-2707-A71D-F565-B0DDBA143353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</p:spTree>
    <p:extLst>
      <p:ext uri="{BB962C8B-B14F-4D97-AF65-F5344CB8AC3E}">
        <p14:creationId xmlns:p14="http://schemas.microsoft.com/office/powerpoint/2010/main" val="3630761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BB4C-AE6F-935E-1C65-47964EDC6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9083B0-BAE6-9439-6B0F-C3BE2C57CD38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738111-9EB1-3843-3D43-2A9701682E06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770CE-2F34-3267-F327-5022266B3BC5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9B00139-52B9-ED2B-15E9-26CD28A5DCC4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B2F6C72-2867-2D37-D5C9-E7CE376B9FFA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E33A38A-DEA4-BED4-A442-F406EDDC40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AD65FF-F08F-363B-3B8B-A6407DFD8AF6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AB6AAA-78A9-D8FE-A013-B235C8480B1D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D8D321-A99F-C14F-7649-6723FD6E84A4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4A4E454-C9A4-B866-4030-6B78DB62970A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1898C76-F613-CADA-D40F-FA67E8ADA1D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D557B45-1F16-126A-2ED4-ECABEE692830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8D48614-C59C-00BF-1106-72DA26015733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56C595-5C64-0D7D-DD63-07CAF64A6C45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D8EA50-063F-7F27-0D0A-5CB7B21BEF03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6F12891-9A25-7917-8AD3-E668307AA015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D95E767-D9E4-0476-1DD4-B4E7AF6BD098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D17902F-1074-C15B-F5CB-22CA297B2F95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60C366F-814E-BD13-FFE1-CE69EFE265F8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9EBA38-13BE-732E-05A3-058FCCACF919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332D02A-A134-7955-A2B5-D13C82402A6B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FD683FA-0FDF-AC41-7F7C-F8CC6D8AF416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16AD576-AD1D-3AFD-E5BA-BA7183E57C4C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D8FBD07-7D7D-F2E7-8CCB-F74F600211C9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73B6986-B660-EBF5-13DF-1426A4B16033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CE70C05-8F69-5005-66C0-F376C683504A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F46B086-BD2B-DC85-4100-5F2AE20AE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7FBA41-938A-046E-E8A8-558806C7F5F3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94A4AB-CCC8-AAD4-2082-420A0B0E6F53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D67B16-441E-2C89-2F66-DC31110409E4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FE47D6-B176-7BBD-659C-3EE48138FE1F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2A2D82E-3D60-3019-EE68-114FA934BED9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3D20AA7-F74B-ECF8-63C7-F2C8E7EE4233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5F90FD2-8F5F-D724-70DA-821329989892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FAB8A68-7FC3-D039-6B41-952E16ED811E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F1662FA-2198-F37B-985E-E33CC20D8F3E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DEBB8CB-6A6F-54E1-C976-2181584E522E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</p:spTree>
    <p:extLst>
      <p:ext uri="{BB962C8B-B14F-4D97-AF65-F5344CB8AC3E}">
        <p14:creationId xmlns:p14="http://schemas.microsoft.com/office/powerpoint/2010/main" val="3098179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779F-D88B-A876-27A1-BEBA4387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325396-C2C5-97A3-D95B-D4B1E5A3A7B5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69C3DA-6150-2F45-A912-2084E272D420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2090C-B7B3-792C-9F44-8301DD37C055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8D54CC-B34F-F666-2D1D-8A84BEF07A1F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5E9066A-E7C1-5D71-9287-37E0AAD134F3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E79D309-F6DA-CCDA-0319-B2C5C8D1CE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476499-BE81-60FE-3B2F-933D1F1D015C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D9C362-59DA-5AA2-942F-B279CA2E8D33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35CA2F-D12E-4C2F-D081-55E546026D7C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083B0DF-84DD-278B-1054-B5BC1DABC455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1D52DA9-5543-1D9E-6846-098471D014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C43420-70CB-3460-BC1E-47AD17093E8D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5D880A5-0BB6-5478-E320-4ACF8D4B9095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13A470-565B-9080-C5F4-C6302F74C49E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8487487-EE39-AA53-5702-867B3006EFC6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80431C5-D809-50E1-35DD-70D7A1059E81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B97325-95EF-114B-229E-C3321C3AA6E2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107A175-26E3-1488-10E0-A81B956DA727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0D9C54-E1A0-7258-FAFE-21F12C72ADD4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49A755-8BF4-E2C5-B22A-1AB83289A710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9CB1E1F-BC30-443B-FB75-2278C1421C59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25607A-5991-B1F8-F6AC-8F27789B48FD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B5B1BF0-0446-AB7B-2773-811D558855A0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A16E8DA-24AC-CE77-9E4A-DC25FF49F01F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A87C2FB-B1FE-BAA0-1C38-1702FEE91065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2BB5AE3-8429-594C-CAFE-610AED3E166B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1EF99D0-CA32-5B53-0CF6-2D4E04B9B95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9D712E-145B-984D-88F3-0665B5332453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AA4AF3-78AC-F60D-890A-A9503B60D223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F79503-C904-1AD3-C999-8594A9063963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F35EF8-45B9-2E78-FE46-FB70B066EC83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7B75B4F-FB0B-9103-1069-3576D0BE2813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51D2DF5-B2A5-5BD5-B53F-3D023569D136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6E9821-4EB6-9208-5EC9-85CAB39157B4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FD2B421-D43F-F41C-799B-3DF6CF6B47E0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C437D8-EBE0-0E27-9F52-A7F6D8122629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6D64E28-0130-6E0B-49F7-BABA0A720FB7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E71587-83A0-AD64-300E-5FA73E49A14C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C22017B-700E-5B11-96D2-1CFC529ED9AF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</p:spTree>
    <p:extLst>
      <p:ext uri="{BB962C8B-B14F-4D97-AF65-F5344CB8AC3E}">
        <p14:creationId xmlns:p14="http://schemas.microsoft.com/office/powerpoint/2010/main" val="368613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D39BF-92A6-7F2D-17A6-24E7F544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C6D564-E253-CA42-421B-A30DFD5A92F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A5C4D-2A64-7DA8-EF4E-5F5972ED7D65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F27F7E-99EB-9E73-F9F6-6AF067465558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39A17C2-55BF-9FE1-3A16-4664EFE3696E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DD63DFC-E2AC-7608-CBBB-75FDDC53745B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4BC4E4D-66BB-5996-5BF9-792355CA762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6DB305-6431-1E74-591C-839CEE365690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0BA9C1-A59A-1554-E891-74DB03195386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19ACF0-B0C1-3053-4488-E83778CD9280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6724874-F47C-4F81-7562-08DB8082280D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4481AEE-2552-A967-C23F-3647D6238DC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DC304F-D532-3450-4B90-A98B59B79E4A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62DF29C-3F2A-06FA-DB8A-7D2E1F995B2D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95B828-2D71-397D-6067-1AD580CCA5A1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9CDF22-196E-C0F7-141C-8FFBDD48B39F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78FA9A5-3147-F8EA-F50A-12A24D553F6E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BE7596B-BD69-08A9-324B-F68FC701EFE8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7883A2-3B2A-C8D1-80A1-C030C786519D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96A885-F95C-F416-04EB-92C19AF0823D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92A2F30-35D8-D180-7DBC-B2C2720BEDA9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BF99655-A887-045E-A95E-B45D5FEB32CA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D92CBE1-B77D-39AC-6296-789CB3D7F477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3BEA4BB-21D9-46DC-1D90-C6F0CA94DA68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2967C8-C64D-2DE2-EBD8-21B4B1B576D6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9607252-EEDA-7802-4531-607D837450C5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4EC73A8-2C54-B6F3-C8F0-73C76D15DE2F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633BB81-EB5D-2E09-3DDF-8637C250FAC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5230BA-4C58-3189-5640-43AE7B01DCBB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B39698-D179-C75F-05D7-C331C5AA377B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CEAFC7-7BBD-274B-56FB-650331CFA046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BAD22B-922E-9B5C-4F41-30E76DF20E87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52AFCEE-7D02-FEFA-33D0-ED84F87E4CBD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16CF334-EF37-1CAF-D710-28BCF15400A8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4DF5A7F-4F32-6A56-9665-07218E694BD0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9398812-9533-71DC-0B6C-A98BA2967BFC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8A5E87B-D17C-7AE7-0D62-A755E1936F1A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F9241B8-0603-F550-7872-4859B02D759C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B5A7864-DE05-BC8A-D685-4CC9A528E79F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561F8BA-68CC-5B06-B9FD-FF9C1C7370D4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503DB19-EA7F-14F8-7411-73896CF8B9B2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A672816-4563-FCB2-F6BF-CDB39AD6CDF4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</p:spTree>
    <p:extLst>
      <p:ext uri="{BB962C8B-B14F-4D97-AF65-F5344CB8AC3E}">
        <p14:creationId xmlns:p14="http://schemas.microsoft.com/office/powerpoint/2010/main" val="3096448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29F0-E7CF-42A1-C637-519CF11D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0D4DCA-17E6-20D2-1896-1F3DBB534D7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4BB63D-264E-30B5-30C0-511CE903086F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E43D04-F00C-BCA8-F0FC-0EF590ADEB47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BD90063-E229-3EEF-1A39-64E06D6A5F6A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EF12E52-4BC8-F37E-174A-805BF4239171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6ACC7CC-033E-5598-1E7B-2836318185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867F63-A86F-B28A-CD97-B19DD8433435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643135-FEA7-828B-842E-ABC9EE3062E7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FEA0D6-DDE1-9615-554D-F8E7AE229FE5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0481512-CF06-FDD9-FF8B-F93DF64CAB60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9678ED8-6A57-FDD1-C073-B974A58335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48BB179-152B-5F18-0B94-1D87E5B3691E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78111E-6E6F-AB5F-D869-62D5E49BB039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668378-4394-C5E1-D4B1-313F0D67128A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613B1C-EAA5-EE81-62C6-DD8F82AFB059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F132B3-7686-C1A1-22C8-EF8A72EA20DC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09315D-9C65-7D53-4DF7-0FACA5B5D8B8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513945-7309-DFF4-17FD-28187F59C65A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A63D7F-08E3-93D6-3DA5-8A3EB5D562F1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FD63C7-1C8F-4606-E1D9-4F6C8C43EA75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6D735B-0981-D344-3955-A2A2BA7FAF77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25380C5-B0B0-7516-79B1-9B1F1AADA0BE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22CF0B-6EEE-BF92-6103-CFE218502A8D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7306561-541F-CF83-64F3-FEDDD186DE9F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198163-8732-7165-864C-A19154D1642B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2646865-8576-B303-04A7-7C783E5D35F8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FDB6B9F-7AB1-8E96-C73B-E65AC7AC35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80AE81-B8F1-8487-0B6F-ED16173CCE84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9746BE-0ED4-B3A3-8DF9-07E3C919D24E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0F0816-7273-3FB0-21F0-7C6F16CEADB4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8B9D8D-D570-C443-2466-E44290746B29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221396-C37D-ED4A-9F99-23302D2AE010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F27D401-D6B4-18F1-BA98-C63EDB75D409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2977C90-4F1B-B13F-7686-9F6F7A3B8B32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8E691F1-19D2-84B7-11E7-B6BD20F3C22F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E4C515C-7CC5-FAAD-59B0-7E0DDF1BB3D4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F1F1FDE-E96F-AA71-5A6D-5EFC69515E59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14CDA7D-AD3E-861D-DDD0-FC0B3A326AF6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8AE6F04-FC2D-8F45-3B45-EAC61F62E8C0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FB88440-6F42-7F12-D0E0-7A4001D8D358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8AC5D27-308B-F7FA-5020-64C0638916AB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6AC3F57-3E77-8383-9B22-37C4D4A256E3}"/>
              </a:ext>
            </a:extLst>
          </p:cNvPr>
          <p:cNvCxnSpPr/>
          <p:nvPr/>
        </p:nvCxnSpPr>
        <p:spPr>
          <a:xfrm rot="5400000">
            <a:off x="10300616" y="2173680"/>
            <a:ext cx="740780" cy="671331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7EEA108-0175-E913-AE13-DD5A8916003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0449" y="2202614"/>
            <a:ext cx="740780" cy="602529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5D5807-521E-7758-A882-06D2E5478149}"/>
              </a:ext>
            </a:extLst>
          </p:cNvPr>
          <p:cNvSpPr/>
          <p:nvPr/>
        </p:nvSpPr>
        <p:spPr>
          <a:xfrm>
            <a:off x="9872353" y="2963673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9408B9D-9B0D-42BF-3C01-1381E43B46E9}"/>
              </a:ext>
            </a:extLst>
          </p:cNvPr>
          <p:cNvSpPr/>
          <p:nvPr/>
        </p:nvSpPr>
        <p:spPr>
          <a:xfrm>
            <a:off x="12262682" y="2961932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</p:spTree>
    <p:extLst>
      <p:ext uri="{BB962C8B-B14F-4D97-AF65-F5344CB8AC3E}">
        <p14:creationId xmlns:p14="http://schemas.microsoft.com/office/powerpoint/2010/main" val="1827363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97D3-D4C5-3562-EB37-7BB0FFA4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E8AEFB-BF45-EF3B-2A56-67EEBBE668F0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893CE4-B58C-D375-3C2E-CAC7268A4D2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A0ADF5-E218-29B4-3CB8-9DCA662FC0D2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077198F-3676-FF83-ABA0-DDAF2B9EB17C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17CD3CD-D34B-F4DF-6960-895C54511684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699BCDC-0486-7829-B561-BA5AB4678C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8B402A-6D3F-5B46-D2D0-2298FF8C5B84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9F06A1-31DA-9839-3084-F7FD5FAFDA1A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45F899-E9E9-FFAC-1BD2-9C7EB13D79C0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F7CB297-0260-CE71-3EBA-A70F3CB46270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E9BF9C3-B6C4-17EC-B94C-BA609E1430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2EBCF32-F1DD-0B6E-9410-066F1B0055A0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90167F3-D887-AB3E-11EA-8D85E4E86DEB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89750D-DF5B-0B8A-3266-1D84C64B7DDB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12816F-7543-64AF-774A-DD3A82CB0E3A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CE6A55-B785-E334-4454-8B66FBFA81CF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86F8189-1127-B4A4-2BBD-A5A4A5B321D6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4281F9-D409-3773-C7E9-04F5371E5E33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2949349-99B1-663C-9CC6-436D2511378B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4BF9273-D36A-C55C-037D-699AA448E507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0281B1-48A4-BEBA-2E4A-A13F4075AE2A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F6080D-97A8-69EB-0E1F-015E855DA272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44DC1E-93E9-3218-5F1A-6110FABB66EB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4C80FC-E459-64A9-543C-390A90CFDD2B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9DDC509-2571-0104-AD68-52EADCD6F7E1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F97394E-5676-9CF8-C9AB-86156DEFC2C2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76E04D1-A78F-9AB3-01EC-B246AC906D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EB7D63-536B-8E1E-FCD4-A28EE387B3CB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95F010-2E6E-B162-6A5F-8A182C0C9482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37997F-66EF-156C-33E5-4AD331764C04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E6483E-B881-3626-A4E3-FB76D6454157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9113D6C-DE32-FEC1-F7CA-829E3B48C649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1D930DF-0010-2136-865A-E2ECB2228A71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D14F11-D203-FCBD-429A-4C40000558BB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4B916E1-0E63-3405-6FA9-D9D4728C2968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E26415-51CE-3135-3C5E-61CACFA2B527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B640E24-1608-57B7-3C51-3B4BE622BCF5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3A9C9CD-7C7F-0DE5-730A-A62741E48031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6A649F9-678B-2CB3-B5B0-7765BE75F8C0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0537D1-4B61-69BD-601E-ECF16D9E7CE0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57C7B0F-5EA5-D1FE-9203-5D8C1A4D78B7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B724F395-1DDB-58BA-75D9-15A63769C125}"/>
              </a:ext>
            </a:extLst>
          </p:cNvPr>
          <p:cNvCxnSpPr/>
          <p:nvPr/>
        </p:nvCxnSpPr>
        <p:spPr>
          <a:xfrm rot="5400000">
            <a:off x="10300616" y="2173680"/>
            <a:ext cx="740780" cy="671331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6ED9060-C250-D286-DA53-76AA1F7A97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0449" y="2202614"/>
            <a:ext cx="740780" cy="602529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D255C9-717B-89C7-D479-96C6A1B780EF}"/>
              </a:ext>
            </a:extLst>
          </p:cNvPr>
          <p:cNvSpPr/>
          <p:nvPr/>
        </p:nvSpPr>
        <p:spPr>
          <a:xfrm>
            <a:off x="9872353" y="2963673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AAB5CA7-3223-DE91-E0D0-39247012E723}"/>
              </a:ext>
            </a:extLst>
          </p:cNvPr>
          <p:cNvSpPr/>
          <p:nvPr/>
        </p:nvSpPr>
        <p:spPr>
          <a:xfrm>
            <a:off x="12262682" y="2961932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3858AE-3695-8B6A-D8BF-E2C069C6A7EE}"/>
              </a:ext>
            </a:extLst>
          </p:cNvPr>
          <p:cNvCxnSpPr>
            <a:cxnSpLocks/>
          </p:cNvCxnSpPr>
          <p:nvPr/>
        </p:nvCxnSpPr>
        <p:spPr>
          <a:xfrm>
            <a:off x="10336658" y="3500490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F037BA6-D0DF-B5B3-2B20-9F4C88F3108D}"/>
              </a:ext>
            </a:extLst>
          </p:cNvPr>
          <p:cNvSpPr/>
          <p:nvPr/>
        </p:nvSpPr>
        <p:spPr>
          <a:xfrm>
            <a:off x="9755392" y="386947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_  ]</a:t>
            </a:r>
          </a:p>
        </p:txBody>
      </p:sp>
    </p:spTree>
    <p:extLst>
      <p:ext uri="{BB962C8B-B14F-4D97-AF65-F5344CB8AC3E}">
        <p14:creationId xmlns:p14="http://schemas.microsoft.com/office/powerpoint/2010/main" val="971354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C3FF4-55B2-19EA-D9B5-6B279CA7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C687D5-D307-B745-8601-F7D0B40B7EDE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5EAF55-7C2A-4424-FEFE-14C812896313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E6E5A5-382E-F5F8-71CB-FEE8F01FABD6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3FDCDF-1D13-491F-248E-B540F6491B41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62A205D-1801-07BB-8AB6-8B2352BE1C8D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2CFC0AD-062B-73F3-4EB5-F6854D3625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71C44F-B662-A6A1-B6CC-4735558B98F7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B6B7CD-4CC7-A1A9-04E0-1159310D8816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F04559-A023-84ED-32B4-25EC84352A35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F784E38-2AF9-8AC7-1C41-4DE22A5F7ACD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5A6CBDA-E897-355F-1619-4AE30EF439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5FBEAE-5FAD-1155-8603-7BA062804ADF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22B24C-E364-658D-A20B-07313ED6CC9A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6C0D8E-87AF-7AB6-EC83-C402E1F0DC98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6B2A796-8571-1703-006F-7CA8691905B7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2D0CC4-E134-B2A8-C01E-FE699947BF51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6BDD54-43B0-BB8A-39BE-DE3413CBB55F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5BAC4A-B77D-7019-6603-ACC6269DEDA9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B3281A4-E886-3EB0-4E31-50B1D4D46B5C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B6547F-A35B-3ABC-2344-9705778B10D6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2215A00-6327-E42C-B0CB-C8E3556FAADD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005E257-6B41-B073-7E5B-74BCBBEAD171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25570A7-9402-078F-2471-9B906CCA1995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4C935FC-036E-F6D4-413D-3338F0AE2E00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CC0D91-3224-6F1F-B50F-FA594735709A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B9F69F9-EE77-A8B8-FBBE-CB0AFA74D347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FA4C149-0902-C311-3814-F0268F6AFF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ED402A-D9D8-4903-7DD5-6F7A209D4B3D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FA5E64-FE69-7960-5609-87941F7DCAC2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937506-6DD0-2FA8-F8BC-5FCBA8ABB693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A7C44F-38B8-A477-DEB6-26C9159BFF41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32374ED-087D-6EEA-1D03-1361DDDC0DB5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2AC47E2-EA77-1756-08D8-9DEAC04668E8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27314B-F882-A812-731E-6BAACBCC8162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5D76C9-4430-7068-E0BA-22669B29A1BF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89E8BB0-F700-217A-0AD4-5C3E3DE0279F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9CCBE2A-724A-A9E8-29F0-3AC68C842C5D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1F68B4-E940-9800-EC35-F317B270D247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DCF3AEC-E41D-1B95-18F1-CB20BD8B3607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D3DAC1C-9C7A-E00D-5B78-D5991A1AAB59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0EF7A8B-15F7-8B40-4B45-73B1FE78C027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85530899-CDB3-B3A5-39C1-ACD15C5072FA}"/>
              </a:ext>
            </a:extLst>
          </p:cNvPr>
          <p:cNvCxnSpPr/>
          <p:nvPr/>
        </p:nvCxnSpPr>
        <p:spPr>
          <a:xfrm rot="5400000">
            <a:off x="10300616" y="2173680"/>
            <a:ext cx="740780" cy="671331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BA10535-338C-0B5E-6392-DCD951E47C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0449" y="2202614"/>
            <a:ext cx="740780" cy="602529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8C4DD9-D5B4-A301-68FF-317EA18FEDC8}"/>
              </a:ext>
            </a:extLst>
          </p:cNvPr>
          <p:cNvSpPr/>
          <p:nvPr/>
        </p:nvSpPr>
        <p:spPr>
          <a:xfrm>
            <a:off x="9872353" y="2963673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88006E9-26A1-713D-4174-883F29AFD797}"/>
              </a:ext>
            </a:extLst>
          </p:cNvPr>
          <p:cNvSpPr/>
          <p:nvPr/>
        </p:nvSpPr>
        <p:spPr>
          <a:xfrm>
            <a:off x="12262682" y="2961932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DC586D-8809-BA91-B408-F6D537601936}"/>
              </a:ext>
            </a:extLst>
          </p:cNvPr>
          <p:cNvCxnSpPr>
            <a:cxnSpLocks/>
          </p:cNvCxnSpPr>
          <p:nvPr/>
        </p:nvCxnSpPr>
        <p:spPr>
          <a:xfrm>
            <a:off x="10336658" y="3500490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9B15DC3-7C6B-CDB3-09E1-8F962B170ADF}"/>
              </a:ext>
            </a:extLst>
          </p:cNvPr>
          <p:cNvSpPr/>
          <p:nvPr/>
        </p:nvSpPr>
        <p:spPr>
          <a:xfrm>
            <a:off x="9755392" y="386947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_  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31BAEA8-F19C-E890-C8B5-DBC1F028B4A1}"/>
              </a:ext>
            </a:extLst>
          </p:cNvPr>
          <p:cNvCxnSpPr>
            <a:cxnSpLocks/>
          </p:cNvCxnSpPr>
          <p:nvPr/>
        </p:nvCxnSpPr>
        <p:spPr>
          <a:xfrm>
            <a:off x="10364117" y="4403756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940091B-1CEA-93CF-9191-4F7E040D7763}"/>
              </a:ext>
            </a:extLst>
          </p:cNvPr>
          <p:cNvSpPr/>
          <p:nvPr/>
        </p:nvSpPr>
        <p:spPr>
          <a:xfrm>
            <a:off x="9970728" y="4768056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897234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6B17D-DF42-9CD0-C51D-311D8CE9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76C9F3-96CE-8CA8-5AEB-0DE28B44C0AB}"/>
              </a:ext>
            </a:extLst>
          </p:cNvPr>
          <p:cNvSpPr/>
          <p:nvPr/>
        </p:nvSpPr>
        <p:spPr>
          <a:xfrm>
            <a:off x="-2082800" y="-608185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9422FD-C0B7-9293-9DE0-2C77CD82A7D8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480C1B-21C6-972A-4901-507C03BAA83C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1099B5D-FCC1-1C18-0F8A-677CCF63527C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5FA3F5B-F8B6-6A43-2B82-D684335E87E2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891DAD9-A0D6-EC03-55AB-46DCC82956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5E733E-D69B-B8BC-4EF2-DF3E16C425E8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51E8F8-4D37-F65D-0607-E2135EC686EC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EA184D-AA65-7B08-8B77-0B5A2F64C137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7FE2D42-EEA6-9F62-590A-F9F7C118F010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5374F46-953E-55C4-9C42-0516A6CB827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CFC522B-BA79-FA59-29DA-E50A4CE52661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7C1064-A84A-E6A1-D564-7E5F3DCD5EE7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177123-91C4-0C47-64C2-618F21A6B216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0F2B989-C2DE-C7D3-50EF-25799F4DEC01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BCBB0B-916B-26DE-9E3B-86B1EFFA5828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7A594B7-7448-5035-AD72-DCAB63B9EDA6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480795-1445-9D39-3A3F-46EACE67B480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731A9A3-2E56-EE39-B837-F16C20DC4CAF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811806-1586-02C6-F345-41AAE0C61BE2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283D7-77D6-3D0B-748D-CD9154DAE038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56E1E30-7729-5FF1-F527-CBF87F143A82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EDAC4A6-C146-4544-669B-4AAF0C5F4CD1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4B4E73-D0BB-CBEB-C813-97D8B8AB957A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C00AAE-68F0-F6B3-EBDC-C470ABC52A37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5B0DC4B-590F-A469-E571-C2C836F2DE5B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6504027-492F-4468-5A8E-4EAD1330B16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00B5E4-1F2D-53B6-5E26-A0AA5DE5803D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F6DDAB-5F96-F6CE-E0F2-83FB0ABCD661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6F1E0A-4DE0-EA72-B8AA-97355C5A0963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105C92-70D6-EDF8-DCE0-259DB1C439E4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8A41F86-8EFE-F961-E0FA-970406383F3B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871BBFE-0CB5-ACF2-F09F-F7CCB1195A3E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24B58C6-ADB9-927A-B806-1856A8A593B0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C725A92-17D5-89B7-1E15-04B8D1F224AF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FCA1D09-747A-3272-7C53-C5066E4C1C89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9578629-E1E3-EAA0-08BE-2EB74B461483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310FB80-26CB-CAE1-FE4B-DF3541A1D10F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C2671BC-9FFA-7280-85A3-C1A994441571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76D318-A7EA-A207-32E2-81D4D95754D3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DDAA12C-32C0-653A-145E-30C1C9EB5EED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3F280307-218E-6701-9EE1-660BF21B2FBB}"/>
              </a:ext>
            </a:extLst>
          </p:cNvPr>
          <p:cNvCxnSpPr/>
          <p:nvPr/>
        </p:nvCxnSpPr>
        <p:spPr>
          <a:xfrm rot="5400000">
            <a:off x="10300616" y="2173680"/>
            <a:ext cx="740780" cy="671331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4673EDE-4663-32AE-7603-29A5BA7052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0449" y="2202614"/>
            <a:ext cx="740780" cy="602529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D87492F-1ED9-40DC-6B52-3D999FDE47F6}"/>
              </a:ext>
            </a:extLst>
          </p:cNvPr>
          <p:cNvSpPr/>
          <p:nvPr/>
        </p:nvSpPr>
        <p:spPr>
          <a:xfrm>
            <a:off x="9872353" y="2963673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55F27A9-184F-C716-3689-F1258AFBDD53}"/>
              </a:ext>
            </a:extLst>
          </p:cNvPr>
          <p:cNvSpPr/>
          <p:nvPr/>
        </p:nvSpPr>
        <p:spPr>
          <a:xfrm>
            <a:off x="12262682" y="2961932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EAF0D4-3113-8CAC-8A9D-07539DF4E22E}"/>
              </a:ext>
            </a:extLst>
          </p:cNvPr>
          <p:cNvCxnSpPr>
            <a:cxnSpLocks/>
          </p:cNvCxnSpPr>
          <p:nvPr/>
        </p:nvCxnSpPr>
        <p:spPr>
          <a:xfrm>
            <a:off x="10336658" y="3500490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FF56502-E61A-E7F3-1AB2-2AF3B790AE4A}"/>
              </a:ext>
            </a:extLst>
          </p:cNvPr>
          <p:cNvSpPr/>
          <p:nvPr/>
        </p:nvSpPr>
        <p:spPr>
          <a:xfrm>
            <a:off x="9755392" y="386947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_  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F6653DF-E57E-F551-1222-22374DF1E7F5}"/>
              </a:ext>
            </a:extLst>
          </p:cNvPr>
          <p:cNvCxnSpPr>
            <a:cxnSpLocks/>
          </p:cNvCxnSpPr>
          <p:nvPr/>
        </p:nvCxnSpPr>
        <p:spPr>
          <a:xfrm>
            <a:off x="10364117" y="4403756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C9E9BFC-B327-02DB-1F3A-2843B9EC1AA5}"/>
              </a:ext>
            </a:extLst>
          </p:cNvPr>
          <p:cNvSpPr/>
          <p:nvPr/>
        </p:nvSpPr>
        <p:spPr>
          <a:xfrm>
            <a:off x="9970728" y="4768056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5CD19D9-7C03-0D67-D67B-A65906AC954E}"/>
              </a:ext>
            </a:extLst>
          </p:cNvPr>
          <p:cNvCxnSpPr>
            <a:cxnSpLocks/>
          </p:cNvCxnSpPr>
          <p:nvPr/>
        </p:nvCxnSpPr>
        <p:spPr>
          <a:xfrm>
            <a:off x="10365034" y="5300068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EA72215-9B93-C1EA-B214-339194CFF9D9}"/>
              </a:ext>
            </a:extLst>
          </p:cNvPr>
          <p:cNvSpPr/>
          <p:nvPr/>
        </p:nvSpPr>
        <p:spPr>
          <a:xfrm>
            <a:off x="9795545" y="5655065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2  ]</a:t>
            </a:r>
          </a:p>
        </p:txBody>
      </p:sp>
    </p:spTree>
    <p:extLst>
      <p:ext uri="{BB962C8B-B14F-4D97-AF65-F5344CB8AC3E}">
        <p14:creationId xmlns:p14="http://schemas.microsoft.com/office/powerpoint/2010/main" val="154657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0080-2287-F894-7579-1DEF7189A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C2EBE-21F9-5AD4-A5BB-9233A23A0D0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38F181-4007-B971-B63C-328BD5315A73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C2502-8E6A-E3FE-42A6-E1E60C2CA59C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5F6408-8E5E-E92A-8FDF-B06891B661CD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183172F-E11B-7E7D-3DB0-6719C2FDC443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24CA21F-E637-89EE-B69D-30BF72094A9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9A7D79-6274-1652-C156-F7549084E65E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E0C5DD-69FE-3198-D00A-F34B927E7A0A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8B9893-8408-A376-F224-B5AA7C168246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4405BE6-631F-C334-38CE-A3CACD7E0AE6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84BE6F9-1E0D-2038-5822-07DDD374E0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F7B3E91-B24C-3923-57DC-76416DB04913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5783635-CE4E-CF6D-42A8-6A435FB148B5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06050D-74EE-1DE8-2A51-60355271AFEC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8D4BDE0-D875-35FA-12F3-CD80BCCB9E1C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B108C23-B110-63FA-828A-556ED157C8EB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98C73C-F5CF-1B5F-5354-9EE0A81FB8AC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4802BE2-8A7D-741E-3475-3D4398E4AFDA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9965AFB-3C82-EA17-453F-DB0BD66CA6F0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C9A0F6-7F4F-CB7B-0B0C-A053E9DC1287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7B85FB1-9B6B-A7C4-7001-738A67E53C6F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B6983AA-64AD-9B4A-9E2F-4063C93B7DCA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521ECBA-7B85-6859-4D5F-DA76D99F154F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8C0A1F-1AE5-442C-1EC7-2567C3911201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FBDEEED-F78A-3AB2-DF05-EC87E1205F84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001E228-427A-0984-31F5-2D75FF53BE3E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51014BF-F425-183F-CF79-B798B4F1C07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4DAAC8-DEF1-1C91-B9D4-EDB78B8016A0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73394D-272A-991D-F80B-1704C1B5D218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68AA40-0064-E951-3095-0CB2D6DBFF88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5F1A3D5-82AB-0E38-65B1-E4FCCB37F41E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3B44B37-0AFB-C54A-2E87-34D4D6307480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BEE42BE-7458-D8C6-BA2C-9C9073B300F8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ED4C742-5D56-EE77-AE88-7980B7F1E1AE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10B367D-D499-877F-DAF2-033150A13754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C6F1CB-CBD2-C1D2-B3D3-B8AEE4381789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1776FB1-7D46-0CA8-2829-EF1E66BB5ECC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881AA57-AF13-82E3-BFA4-5E1B2F2A764D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598D67A-E27B-D721-7D3A-D63A9F3AE5F8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74C6DCE-7545-DD59-00CC-864B3F26F35B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4A1C7E3-DCA4-5AD6-B4F8-9AD65A0BF7B5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FB8E6400-BC90-53D9-8A0F-CC15542279AF}"/>
              </a:ext>
            </a:extLst>
          </p:cNvPr>
          <p:cNvCxnSpPr/>
          <p:nvPr/>
        </p:nvCxnSpPr>
        <p:spPr>
          <a:xfrm rot="5400000">
            <a:off x="10300616" y="2173680"/>
            <a:ext cx="740780" cy="671331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DF66CFE-6008-9F69-4915-2154246DA0F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0449" y="2202614"/>
            <a:ext cx="740780" cy="602529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6B95644-E773-9D3D-8E7F-EAFB4E4C6F68}"/>
              </a:ext>
            </a:extLst>
          </p:cNvPr>
          <p:cNvSpPr/>
          <p:nvPr/>
        </p:nvSpPr>
        <p:spPr>
          <a:xfrm>
            <a:off x="9872353" y="2963673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C39B938-A57B-7C2C-8531-569ADA934376}"/>
              </a:ext>
            </a:extLst>
          </p:cNvPr>
          <p:cNvSpPr/>
          <p:nvPr/>
        </p:nvSpPr>
        <p:spPr>
          <a:xfrm>
            <a:off x="12262682" y="2961932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5659E3-CBBD-C3AE-41D8-5A22CA9A494E}"/>
              </a:ext>
            </a:extLst>
          </p:cNvPr>
          <p:cNvCxnSpPr>
            <a:cxnSpLocks/>
          </p:cNvCxnSpPr>
          <p:nvPr/>
        </p:nvCxnSpPr>
        <p:spPr>
          <a:xfrm>
            <a:off x="10336658" y="3500490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FA6DF23-F3B7-19E4-2A41-0F2EF5E3151E}"/>
              </a:ext>
            </a:extLst>
          </p:cNvPr>
          <p:cNvCxnSpPr>
            <a:cxnSpLocks/>
          </p:cNvCxnSpPr>
          <p:nvPr/>
        </p:nvCxnSpPr>
        <p:spPr>
          <a:xfrm>
            <a:off x="12585488" y="3494425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0203760-1A2C-82F3-32C6-46ECF2B28CA8}"/>
              </a:ext>
            </a:extLst>
          </p:cNvPr>
          <p:cNvSpPr/>
          <p:nvPr/>
        </p:nvSpPr>
        <p:spPr>
          <a:xfrm>
            <a:off x="9755392" y="386947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_  ]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668FCD9-CFB5-8159-8C20-B8F6F340D375}"/>
              </a:ext>
            </a:extLst>
          </p:cNvPr>
          <p:cNvSpPr/>
          <p:nvPr/>
        </p:nvSpPr>
        <p:spPr>
          <a:xfrm>
            <a:off x="12214721" y="383474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2  _  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5CC6E41-901F-5669-641A-0F9B02C50833}"/>
              </a:ext>
            </a:extLst>
          </p:cNvPr>
          <p:cNvCxnSpPr>
            <a:cxnSpLocks/>
          </p:cNvCxnSpPr>
          <p:nvPr/>
        </p:nvCxnSpPr>
        <p:spPr>
          <a:xfrm>
            <a:off x="10364117" y="4403756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BCF3597-5B71-7123-CAC4-FD7AD0233606}"/>
              </a:ext>
            </a:extLst>
          </p:cNvPr>
          <p:cNvSpPr/>
          <p:nvPr/>
        </p:nvSpPr>
        <p:spPr>
          <a:xfrm>
            <a:off x="9970728" y="4768056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6B89E1C-AD4E-4927-4937-6F9EC43820D2}"/>
              </a:ext>
            </a:extLst>
          </p:cNvPr>
          <p:cNvCxnSpPr>
            <a:cxnSpLocks/>
          </p:cNvCxnSpPr>
          <p:nvPr/>
        </p:nvCxnSpPr>
        <p:spPr>
          <a:xfrm>
            <a:off x="10365034" y="5300068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512C4AE-D6D6-6E6B-A015-0F59DFCB7746}"/>
              </a:ext>
            </a:extLst>
          </p:cNvPr>
          <p:cNvSpPr/>
          <p:nvPr/>
        </p:nvSpPr>
        <p:spPr>
          <a:xfrm>
            <a:off x="9795545" y="5655065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2  ]</a:t>
            </a:r>
          </a:p>
        </p:txBody>
      </p:sp>
    </p:spTree>
    <p:extLst>
      <p:ext uri="{BB962C8B-B14F-4D97-AF65-F5344CB8AC3E}">
        <p14:creationId xmlns:p14="http://schemas.microsoft.com/office/powerpoint/2010/main" val="3798281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02A8-571D-E3E9-1F67-A2A81E3C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7E7CD1-8917-85B8-B781-EF126F5815F9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DA2C17-E89C-1654-10B7-539F5847CB4B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085961-3138-628A-33F0-6F083D3FADC8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FACE64-5A44-27BA-24E4-A1D5DE2A644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FE9A18C-E641-3858-39E0-8CDCD88AFD69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864C7A3-5E2F-83B2-B85C-1A0C252569B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CF351F-6CD2-D709-75EA-AD8D416DC06A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F8977C-E39E-B08B-EC0D-F65C2F122BCF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4C1A7A-093B-F080-8C42-26C581EE0566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B57C749-A04B-DFE2-433E-08E91D4F4CDD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7CFBC76-6860-6160-3F98-6E862826BF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11B029-4CB7-0AF0-3440-3AE05DAAD9A6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8C20C79-7562-9027-95EF-8461E5C531B8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D7037A-B031-DA10-600A-ACB1F3678F14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3DBC8E-DC90-072C-6F09-4C6AB24CAB12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A6EA40-15AC-ECFE-C349-A5CD89C3DBA6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5EFE109-5569-A44B-81B2-413B636B744A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5C6908-D7B1-7588-98B8-E5A35BB7FC89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7A004C9-B3FE-91DB-0126-369CF650E03F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B5FF69-1947-3D9A-D81B-8D0BEBAA3C38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79F1008-BC4E-D99E-960B-EB067C400912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50A17A-6BB4-BDD6-3029-3C9914F53C65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4AAB869-24F2-0D87-5F33-0CD9C532444A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C143B61-9D05-6364-AB43-CB63A9101A19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FFD14EC-3D48-AAE6-452C-D80F936AB0ED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8D53446-3F10-D429-03A7-C0CEB10F90FF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ECD0FAA-6223-45B1-1401-BFB1F5CABAD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1925AE-ABE6-504D-9F0C-652F687E5146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240930-9B61-CA09-20EE-A1EADDD4AE2E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19E45E-4D57-9CD8-E7FA-DFF3626D95A0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D31588-9D5E-F177-EFDA-CF6292154E23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7C0B6D4-30F1-DE90-75B3-9B30B3991AD2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7362523-43F6-9110-0B1F-219854D6EE83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3658558-6FA8-98F2-B603-113642A5DE17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E8F478B-AB6D-5DC9-6687-B8F4F169A905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2BF59E2-CE96-141E-ED06-18951480CDE8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148082C-DB32-39E6-D27B-A538FCA3B54E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E2F90F-1DC3-8EA6-A6A1-BA7CAC4FB826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BFD7F2B-4002-671D-CA7E-442D02FFD327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6889C52-AF72-730F-89D8-B4984D455A8C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44E0D07-ADF3-1D2A-B165-4BE44BF8D752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C4A87BBD-7DA1-74E2-30B7-EC619BB2A131}"/>
              </a:ext>
            </a:extLst>
          </p:cNvPr>
          <p:cNvCxnSpPr/>
          <p:nvPr/>
        </p:nvCxnSpPr>
        <p:spPr>
          <a:xfrm rot="5400000">
            <a:off x="10300616" y="2173680"/>
            <a:ext cx="740780" cy="671331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209A5D2-2DFD-1638-47C0-55FC6D94EBE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0449" y="2202614"/>
            <a:ext cx="740780" cy="602529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C244924-05EA-3F17-766E-4DE3256EBDB9}"/>
              </a:ext>
            </a:extLst>
          </p:cNvPr>
          <p:cNvSpPr/>
          <p:nvPr/>
        </p:nvSpPr>
        <p:spPr>
          <a:xfrm>
            <a:off x="9872353" y="2963673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C28E09A-8968-D517-FBB1-16F89E8C5D3A}"/>
              </a:ext>
            </a:extLst>
          </p:cNvPr>
          <p:cNvSpPr/>
          <p:nvPr/>
        </p:nvSpPr>
        <p:spPr>
          <a:xfrm>
            <a:off x="12262682" y="2961932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DC0F01C-54B5-A2BA-A9E3-1F75740FB111}"/>
              </a:ext>
            </a:extLst>
          </p:cNvPr>
          <p:cNvCxnSpPr>
            <a:cxnSpLocks/>
          </p:cNvCxnSpPr>
          <p:nvPr/>
        </p:nvCxnSpPr>
        <p:spPr>
          <a:xfrm>
            <a:off x="10336658" y="3500490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FBB0525-1E5F-D377-72F9-3988E71AAC3B}"/>
              </a:ext>
            </a:extLst>
          </p:cNvPr>
          <p:cNvCxnSpPr>
            <a:cxnSpLocks/>
          </p:cNvCxnSpPr>
          <p:nvPr/>
        </p:nvCxnSpPr>
        <p:spPr>
          <a:xfrm>
            <a:off x="12585488" y="3494425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A999E10-E646-42E6-DBB1-5AEEC5AA034F}"/>
              </a:ext>
            </a:extLst>
          </p:cNvPr>
          <p:cNvSpPr/>
          <p:nvPr/>
        </p:nvSpPr>
        <p:spPr>
          <a:xfrm>
            <a:off x="9755392" y="386947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_  ]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C67FAEA-5650-6455-4913-4CAA24258063}"/>
              </a:ext>
            </a:extLst>
          </p:cNvPr>
          <p:cNvSpPr/>
          <p:nvPr/>
        </p:nvSpPr>
        <p:spPr>
          <a:xfrm>
            <a:off x="12214721" y="383474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2  _  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CAEAEA2-D5D9-565D-1991-6601DF3B6FC6}"/>
              </a:ext>
            </a:extLst>
          </p:cNvPr>
          <p:cNvCxnSpPr>
            <a:cxnSpLocks/>
          </p:cNvCxnSpPr>
          <p:nvPr/>
        </p:nvCxnSpPr>
        <p:spPr>
          <a:xfrm>
            <a:off x="10364117" y="4403756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F88A815-2F3F-8393-ED6D-CCAF7CC04325}"/>
              </a:ext>
            </a:extLst>
          </p:cNvPr>
          <p:cNvCxnSpPr>
            <a:cxnSpLocks/>
          </p:cNvCxnSpPr>
          <p:nvPr/>
        </p:nvCxnSpPr>
        <p:spPr>
          <a:xfrm>
            <a:off x="12725669" y="4345133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28BF08A-899B-65D4-E292-88CEBBC86568}"/>
              </a:ext>
            </a:extLst>
          </p:cNvPr>
          <p:cNvSpPr/>
          <p:nvPr/>
        </p:nvSpPr>
        <p:spPr>
          <a:xfrm>
            <a:off x="9970728" y="4768056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[2]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0088933-A85E-D65E-5A66-66F0681B4669}"/>
              </a:ext>
            </a:extLst>
          </p:cNvPr>
          <p:cNvSpPr/>
          <p:nvPr/>
        </p:nvSpPr>
        <p:spPr>
          <a:xfrm>
            <a:off x="12346134" y="4714448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AFEB14E-B3D1-7828-1B8F-47B80A8E50ED}"/>
              </a:ext>
            </a:extLst>
          </p:cNvPr>
          <p:cNvCxnSpPr>
            <a:cxnSpLocks/>
          </p:cNvCxnSpPr>
          <p:nvPr/>
        </p:nvCxnSpPr>
        <p:spPr>
          <a:xfrm>
            <a:off x="10365034" y="5300068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49C1C56-4217-571F-D1BB-8F96766C6BDA}"/>
              </a:ext>
            </a:extLst>
          </p:cNvPr>
          <p:cNvSpPr/>
          <p:nvPr/>
        </p:nvSpPr>
        <p:spPr>
          <a:xfrm>
            <a:off x="9795545" y="5655065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2  ]</a:t>
            </a:r>
          </a:p>
        </p:txBody>
      </p:sp>
    </p:spTree>
    <p:extLst>
      <p:ext uri="{BB962C8B-B14F-4D97-AF65-F5344CB8AC3E}">
        <p14:creationId xmlns:p14="http://schemas.microsoft.com/office/powerpoint/2010/main" val="1724862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3AE7F-5F00-41F7-09F9-5B07B538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F9B6A7-1256-7211-E8A1-6291031924D1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C2DB82-DE94-50CC-C872-6675719B1052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DC0971-9910-C97C-280C-22D01BDF314C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1EB173-287A-DCB7-CE50-08876A15A20D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81EB5AF-920A-6750-8268-805622F1CC4A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627B16B-1CC2-0A4F-A4F6-0FBD8ADE1FA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1B41A6-AF70-5832-2BFC-29501BE2F3E0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7E0DB4-C92F-EC00-6B77-729D8E8C6377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10232B-8083-9E01-4F56-B80C2CD8FD0C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7285709-B6BD-1329-CC41-1C1A0001D90E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4448C08-952F-2E2F-A3EB-28F394BB16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1CAEC0-B755-7A70-832B-6304B3643322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662931-728F-8D52-AC0A-A4A4C4F11063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86C872-E65D-2620-A6B9-9A87BDDA9EAF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036482-93CF-69BA-24E4-1B2028F0C484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D3AAB4-BF97-9777-62BD-40A87978AB77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D0C9C2B-E793-28B0-4F0D-069E682F4D01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9517A2-263A-9FDD-60FC-39985134B870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94C0C4C-61EC-D4F5-59A7-7B27F189A010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08EE28-9AB4-1BD0-98AD-496DA5C49AFC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162E85D-AFF5-C58C-6B6D-189713FFB919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F5610C5-798A-1AD9-616C-817E2E5F5CA4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165BDC7-08FC-7A68-9DAC-A8AB10D55F27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8570F0-C398-8A93-E382-B711C206AE23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E87BEC4-2FBF-090F-621D-85156EF490D1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827EB63-CA4D-25D0-3494-B9E18042A8E8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9A0BEBA-26A8-78C7-5D2C-BAC69CDDF6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7012C5-0C93-62AC-2FC8-520FC9C739F2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602DC9-F631-A2DF-FB2D-2DA89603D4E8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A40211-0D3E-94B2-4109-03D2C758B451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45580D-D215-0C66-8987-BFC6D7D92C22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74BEF7E-1C24-8A6D-8C8F-8412FD665369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FC6967C-6F19-B4AE-32C1-B30A0E3603C6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0E80E8B-C8F4-7DCA-DE3F-746E957E0E60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D5E8709-D7C7-EAA4-7BE9-1CEEF8909E94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3B4AEE1-1404-9FF7-D804-FA8295161FD2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87FFDF3-5A1A-E06E-2BB9-68102CAA81F4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11523FD-97C8-CB8A-34F1-919227078FA4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C46002C-5474-C2F5-1D99-2CD246A2894A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6D3264-6371-9413-85B7-B3AF9D2D7330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693F119-FEDD-F963-0656-D01A62A0EA8D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4C3534D-4FA4-9687-E2C0-3F171810453A}"/>
              </a:ext>
            </a:extLst>
          </p:cNvPr>
          <p:cNvCxnSpPr/>
          <p:nvPr/>
        </p:nvCxnSpPr>
        <p:spPr>
          <a:xfrm rot="5400000">
            <a:off x="10300616" y="2173680"/>
            <a:ext cx="740780" cy="671331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29D988E-D79E-2F1A-A43B-F61368F5A8B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0449" y="2202614"/>
            <a:ext cx="740780" cy="602529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096BFB-F44D-2E85-6989-EED988F588E7}"/>
              </a:ext>
            </a:extLst>
          </p:cNvPr>
          <p:cNvSpPr/>
          <p:nvPr/>
        </p:nvSpPr>
        <p:spPr>
          <a:xfrm>
            <a:off x="9872353" y="2963673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1609296-153A-6E53-AED5-0CBD5B010315}"/>
              </a:ext>
            </a:extLst>
          </p:cNvPr>
          <p:cNvSpPr/>
          <p:nvPr/>
        </p:nvSpPr>
        <p:spPr>
          <a:xfrm>
            <a:off x="12262682" y="2961932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1B0A65B-88BA-8B8F-20EE-D9A43D1AC109}"/>
              </a:ext>
            </a:extLst>
          </p:cNvPr>
          <p:cNvCxnSpPr>
            <a:cxnSpLocks/>
          </p:cNvCxnSpPr>
          <p:nvPr/>
        </p:nvCxnSpPr>
        <p:spPr>
          <a:xfrm>
            <a:off x="10336658" y="3500490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DAD13F9-837D-48CF-3B26-4E4F621A85DA}"/>
              </a:ext>
            </a:extLst>
          </p:cNvPr>
          <p:cNvCxnSpPr>
            <a:cxnSpLocks/>
          </p:cNvCxnSpPr>
          <p:nvPr/>
        </p:nvCxnSpPr>
        <p:spPr>
          <a:xfrm>
            <a:off x="12585488" y="3494425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4E10366-1514-6593-2CC4-B5700D8D7E1D}"/>
              </a:ext>
            </a:extLst>
          </p:cNvPr>
          <p:cNvSpPr/>
          <p:nvPr/>
        </p:nvSpPr>
        <p:spPr>
          <a:xfrm>
            <a:off x="9755392" y="386947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_  ]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AABE341-369D-B7EF-2CDB-EE71CFBB4A17}"/>
              </a:ext>
            </a:extLst>
          </p:cNvPr>
          <p:cNvSpPr/>
          <p:nvPr/>
        </p:nvSpPr>
        <p:spPr>
          <a:xfrm>
            <a:off x="12214721" y="383474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2  _  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C5FDE01-5A83-4D13-F0EC-A8D4824FED27}"/>
              </a:ext>
            </a:extLst>
          </p:cNvPr>
          <p:cNvCxnSpPr>
            <a:cxnSpLocks/>
          </p:cNvCxnSpPr>
          <p:nvPr/>
        </p:nvCxnSpPr>
        <p:spPr>
          <a:xfrm>
            <a:off x="10364117" y="4403756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C41B08F-4E62-985E-A51F-C9822C56F494}"/>
              </a:ext>
            </a:extLst>
          </p:cNvPr>
          <p:cNvCxnSpPr>
            <a:cxnSpLocks/>
          </p:cNvCxnSpPr>
          <p:nvPr/>
        </p:nvCxnSpPr>
        <p:spPr>
          <a:xfrm>
            <a:off x="12725669" y="4345133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9CBE424-A1D9-CE1D-F616-ACC31E8D56FB}"/>
              </a:ext>
            </a:extLst>
          </p:cNvPr>
          <p:cNvSpPr/>
          <p:nvPr/>
        </p:nvSpPr>
        <p:spPr>
          <a:xfrm>
            <a:off x="9970728" y="4768056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[2]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A317170-A7C4-4792-642D-7FC2942C48F7}"/>
              </a:ext>
            </a:extLst>
          </p:cNvPr>
          <p:cNvSpPr/>
          <p:nvPr/>
        </p:nvSpPr>
        <p:spPr>
          <a:xfrm>
            <a:off x="12346134" y="4714448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F9F6077-11B7-0F28-574D-957F65B5823C}"/>
              </a:ext>
            </a:extLst>
          </p:cNvPr>
          <p:cNvCxnSpPr>
            <a:cxnSpLocks/>
          </p:cNvCxnSpPr>
          <p:nvPr/>
        </p:nvCxnSpPr>
        <p:spPr>
          <a:xfrm>
            <a:off x="10365034" y="5300068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F3CE8B-BCB5-BA52-68B7-34F536BDA19D}"/>
              </a:ext>
            </a:extLst>
          </p:cNvPr>
          <p:cNvCxnSpPr>
            <a:cxnSpLocks/>
          </p:cNvCxnSpPr>
          <p:nvPr/>
        </p:nvCxnSpPr>
        <p:spPr>
          <a:xfrm>
            <a:off x="12829520" y="5241445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CD1488A-C3D0-2686-3A6F-BE7CD8997F70}"/>
              </a:ext>
            </a:extLst>
          </p:cNvPr>
          <p:cNvSpPr/>
          <p:nvPr/>
        </p:nvSpPr>
        <p:spPr>
          <a:xfrm>
            <a:off x="9795545" y="5655065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2  ]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9CF1347-744A-D0B1-225C-98BB1544F516}"/>
              </a:ext>
            </a:extLst>
          </p:cNvPr>
          <p:cNvSpPr/>
          <p:nvPr/>
        </p:nvSpPr>
        <p:spPr>
          <a:xfrm>
            <a:off x="12260053" y="5594147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2  1  ]</a:t>
            </a:r>
          </a:p>
        </p:txBody>
      </p:sp>
    </p:spTree>
    <p:extLst>
      <p:ext uri="{BB962C8B-B14F-4D97-AF65-F5344CB8AC3E}">
        <p14:creationId xmlns:p14="http://schemas.microsoft.com/office/powerpoint/2010/main" val="2683899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558E-9CE6-F1D3-34D1-FDB0960C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9267CC-8065-8FFC-8134-7CF29D3F574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66C763-C8D1-3E7C-31ED-4E468969875F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98780E-8F62-004A-F73A-EDA0B0BB4B95}"/>
              </a:ext>
            </a:extLst>
          </p:cNvPr>
          <p:cNvSpPr txBox="1"/>
          <p:nvPr/>
        </p:nvSpPr>
        <p:spPr>
          <a:xfrm>
            <a:off x="4859541" y="375194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0      1        2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F23E696-4C1E-C8BA-7515-42FFF309A06A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5F9AFD0-93AF-B777-66CD-75526E714342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394235" cy="9645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9629DBA-FF8F-7A26-0170-D02E2605A36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086" y="852676"/>
            <a:ext cx="3063473" cy="1088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5322D4-A35E-E6FC-99A3-A03457CADE52}"/>
              </a:ext>
            </a:extLst>
          </p:cNvPr>
          <p:cNvSpPr/>
          <p:nvPr/>
        </p:nvSpPr>
        <p:spPr>
          <a:xfrm>
            <a:off x="-810227" y="1712500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_  _ 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DD913D-7E0D-AB48-BBB6-3CE8F243EC17}"/>
              </a:ext>
            </a:extLst>
          </p:cNvPr>
          <p:cNvSpPr/>
          <p:nvPr/>
        </p:nvSpPr>
        <p:spPr>
          <a:xfrm>
            <a:off x="4825465" y="1910355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_  _  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3A3A91-8D8C-CE02-738D-EEA12D21A50D}"/>
              </a:ext>
            </a:extLst>
          </p:cNvPr>
          <p:cNvSpPr/>
          <p:nvPr/>
        </p:nvSpPr>
        <p:spPr>
          <a:xfrm>
            <a:off x="10671006" y="1588625"/>
            <a:ext cx="1270534" cy="4572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_  _  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08AF9C8-49E6-63F6-CC39-37563557EFD2}"/>
              </a:ext>
            </a:extLst>
          </p:cNvPr>
          <p:cNvCxnSpPr/>
          <p:nvPr/>
        </p:nvCxnSpPr>
        <p:spPr>
          <a:xfrm rot="5400000">
            <a:off x="-1284791" y="2303362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783E0D9-4889-7C57-2221-C3CC21883B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872" y="2337763"/>
            <a:ext cx="740780" cy="6025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54A4ADB-1062-AACE-3A8D-C8FDF07DF633}"/>
              </a:ext>
            </a:extLst>
          </p:cNvPr>
          <p:cNvSpPr/>
          <p:nvPr/>
        </p:nvSpPr>
        <p:spPr>
          <a:xfrm>
            <a:off x="-1651019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A4C3540-2F7B-4B45-E156-10FB0CB17512}"/>
              </a:ext>
            </a:extLst>
          </p:cNvPr>
          <p:cNvSpPr/>
          <p:nvPr/>
        </p:nvSpPr>
        <p:spPr>
          <a:xfrm>
            <a:off x="393540" y="3108355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4941BE-F120-58AD-7412-534019E6F4BC}"/>
              </a:ext>
            </a:extLst>
          </p:cNvPr>
          <p:cNvCxnSpPr/>
          <p:nvPr/>
        </p:nvCxnSpPr>
        <p:spPr>
          <a:xfrm>
            <a:off x="-125006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B8F1CE4-2981-955F-596D-DDBC5B71AED2}"/>
              </a:ext>
            </a:extLst>
          </p:cNvPr>
          <p:cNvSpPr/>
          <p:nvPr/>
        </p:nvSpPr>
        <p:spPr>
          <a:xfrm>
            <a:off x="-1823300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_  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88DE13-50FF-4AF6-B90C-2A3B1BEC6A21}"/>
              </a:ext>
            </a:extLst>
          </p:cNvPr>
          <p:cNvCxnSpPr/>
          <p:nvPr/>
        </p:nvCxnSpPr>
        <p:spPr>
          <a:xfrm>
            <a:off x="856527" y="3611855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D177F8B-C7D2-7B4F-0671-81D7CBAE7163}"/>
              </a:ext>
            </a:extLst>
          </p:cNvPr>
          <p:cNvSpPr/>
          <p:nvPr/>
        </p:nvSpPr>
        <p:spPr>
          <a:xfrm>
            <a:off x="253997" y="4097778"/>
            <a:ext cx="127053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_ 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B75018-E0B2-7BF6-1EF7-C007885CCF7B}"/>
              </a:ext>
            </a:extLst>
          </p:cNvPr>
          <p:cNvCxnSpPr/>
          <p:nvPr/>
        </p:nvCxnSpPr>
        <p:spPr>
          <a:xfrm>
            <a:off x="-1250067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303391-1A17-DE04-DE52-CAFCEC807726}"/>
              </a:ext>
            </a:extLst>
          </p:cNvPr>
          <p:cNvSpPr/>
          <p:nvPr/>
        </p:nvSpPr>
        <p:spPr>
          <a:xfrm>
            <a:off x="-165101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5CBA9B-2B5A-D7C6-8DCF-F1E6A7E17E64}"/>
              </a:ext>
            </a:extLst>
          </p:cNvPr>
          <p:cNvCxnSpPr/>
          <p:nvPr/>
        </p:nvCxnSpPr>
        <p:spPr>
          <a:xfrm>
            <a:off x="-1259714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0776D28-5164-27BD-1985-83224844DD92}"/>
              </a:ext>
            </a:extLst>
          </p:cNvPr>
          <p:cNvSpPr/>
          <p:nvPr/>
        </p:nvSpPr>
        <p:spPr>
          <a:xfrm>
            <a:off x="-1823300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2  3  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5E94303-9067-A287-CEC8-FB01C9A888CA}"/>
              </a:ext>
            </a:extLst>
          </p:cNvPr>
          <p:cNvCxnSpPr/>
          <p:nvPr/>
        </p:nvCxnSpPr>
        <p:spPr>
          <a:xfrm>
            <a:off x="889265" y="4632356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5826F4C-DA72-98DC-B2F0-4CAC2A34775A}"/>
              </a:ext>
            </a:extLst>
          </p:cNvPr>
          <p:cNvSpPr/>
          <p:nvPr/>
        </p:nvSpPr>
        <p:spPr>
          <a:xfrm>
            <a:off x="460309" y="5081458"/>
            <a:ext cx="925974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1B79F6D-2EF5-C366-5A84-017E5C24FFAD}"/>
              </a:ext>
            </a:extLst>
          </p:cNvPr>
          <p:cNvCxnSpPr/>
          <p:nvPr/>
        </p:nvCxnSpPr>
        <p:spPr>
          <a:xfrm>
            <a:off x="923296" y="5604629"/>
            <a:ext cx="0" cy="416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DA4AB12-B58C-055D-1777-BDDBBE4477DD}"/>
              </a:ext>
            </a:extLst>
          </p:cNvPr>
          <p:cNvSpPr/>
          <p:nvPr/>
        </p:nvSpPr>
        <p:spPr>
          <a:xfrm>
            <a:off x="288028" y="6092071"/>
            <a:ext cx="1270536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DS:[ 1 3  2  ]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8172AF5-72F3-79E6-D16D-2D7D97EC0CD1}"/>
              </a:ext>
            </a:extLst>
          </p:cNvPr>
          <p:cNvCxnSpPr/>
          <p:nvPr/>
        </p:nvCxnSpPr>
        <p:spPr>
          <a:xfrm rot="5400000">
            <a:off x="4319287" y="2495410"/>
            <a:ext cx="740780" cy="6713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7D27B3F-5EAE-47AE-BB9B-D79A1B8078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1870" y="2529812"/>
            <a:ext cx="740780" cy="602529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15FE3A-5F0B-82A0-6755-1B688E4F5D14}"/>
              </a:ext>
            </a:extLst>
          </p:cNvPr>
          <p:cNvSpPr/>
          <p:nvPr/>
        </p:nvSpPr>
        <p:spPr>
          <a:xfrm>
            <a:off x="3926800" y="327189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1747C1-EB6C-59A7-AB27-F6E6ACE9C80E}"/>
              </a:ext>
            </a:extLst>
          </p:cNvPr>
          <p:cNvSpPr/>
          <p:nvPr/>
        </p:nvSpPr>
        <p:spPr>
          <a:xfrm>
            <a:off x="6096618" y="3296640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B32FA3-F922-EFE7-6CB4-1D2BEA2F719C}"/>
              </a:ext>
            </a:extLst>
          </p:cNvPr>
          <p:cNvCxnSpPr>
            <a:cxnSpLocks/>
          </p:cNvCxnSpPr>
          <p:nvPr/>
        </p:nvCxnSpPr>
        <p:spPr>
          <a:xfrm>
            <a:off x="4354011" y="3810555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F86A32-DE51-F8BF-9449-CEB65C608AFB}"/>
              </a:ext>
            </a:extLst>
          </p:cNvPr>
          <p:cNvCxnSpPr>
            <a:cxnSpLocks/>
          </p:cNvCxnSpPr>
          <p:nvPr/>
        </p:nvCxnSpPr>
        <p:spPr>
          <a:xfrm>
            <a:off x="6553525" y="3819923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A09331F-EAB1-429E-B465-B1C3CEAAD2B9}"/>
              </a:ext>
            </a:extLst>
          </p:cNvPr>
          <p:cNvSpPr/>
          <p:nvPr/>
        </p:nvSpPr>
        <p:spPr>
          <a:xfrm>
            <a:off x="3677559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_ 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AD22E9F-2E8E-A088-7655-540C209D73FF}"/>
              </a:ext>
            </a:extLst>
          </p:cNvPr>
          <p:cNvSpPr/>
          <p:nvPr/>
        </p:nvSpPr>
        <p:spPr>
          <a:xfrm>
            <a:off x="5984240" y="4175156"/>
            <a:ext cx="1270535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3  _  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B6D5E98-BC0B-32CB-18CD-949C0ED2F013}"/>
              </a:ext>
            </a:extLst>
          </p:cNvPr>
          <p:cNvCxnSpPr>
            <a:cxnSpLocks/>
          </p:cNvCxnSpPr>
          <p:nvPr/>
        </p:nvCxnSpPr>
        <p:spPr>
          <a:xfrm>
            <a:off x="4393646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98E9357-974D-AAAD-D0BF-10076C77FBBC}"/>
              </a:ext>
            </a:extLst>
          </p:cNvPr>
          <p:cNvSpPr/>
          <p:nvPr/>
        </p:nvSpPr>
        <p:spPr>
          <a:xfrm>
            <a:off x="3943964" y="5071468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7B09724-1126-7FE9-52EA-5881035A7832}"/>
              </a:ext>
            </a:extLst>
          </p:cNvPr>
          <p:cNvCxnSpPr>
            <a:cxnSpLocks/>
          </p:cNvCxnSpPr>
          <p:nvPr/>
        </p:nvCxnSpPr>
        <p:spPr>
          <a:xfrm>
            <a:off x="4422385" y="5604629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4C138E4-AE56-2941-4B0F-C2179ED41235}"/>
              </a:ext>
            </a:extLst>
          </p:cNvPr>
          <p:cNvSpPr/>
          <p:nvPr/>
        </p:nvSpPr>
        <p:spPr>
          <a:xfrm>
            <a:off x="3741573" y="5991672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1  3  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D2BDEE-934E-428F-C6A3-BC63FFDE7F76}"/>
              </a:ext>
            </a:extLst>
          </p:cNvPr>
          <p:cNvCxnSpPr>
            <a:cxnSpLocks/>
          </p:cNvCxnSpPr>
          <p:nvPr/>
        </p:nvCxnSpPr>
        <p:spPr>
          <a:xfrm>
            <a:off x="6527571" y="469681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C3D1FC4-D997-3878-C092-A10595691060}"/>
              </a:ext>
            </a:extLst>
          </p:cNvPr>
          <p:cNvSpPr/>
          <p:nvPr/>
        </p:nvSpPr>
        <p:spPr>
          <a:xfrm>
            <a:off x="6226130" y="5048491"/>
            <a:ext cx="925974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722A11-2746-5E4F-CC1D-DEF586C497D2}"/>
              </a:ext>
            </a:extLst>
          </p:cNvPr>
          <p:cNvCxnSpPr>
            <a:cxnSpLocks/>
          </p:cNvCxnSpPr>
          <p:nvPr/>
        </p:nvCxnSpPr>
        <p:spPr>
          <a:xfrm>
            <a:off x="6567885" y="5555882"/>
            <a:ext cx="0" cy="28722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5C3B3B6-1E1F-859F-BE1E-2DBDA340AF25}"/>
              </a:ext>
            </a:extLst>
          </p:cNvPr>
          <p:cNvSpPr/>
          <p:nvPr/>
        </p:nvSpPr>
        <p:spPr>
          <a:xfrm>
            <a:off x="6053849" y="5915094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DS:[ 2  3 1  ]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F6B99567-CB9B-D83A-5E05-16F6DE2BF1EF}"/>
              </a:ext>
            </a:extLst>
          </p:cNvPr>
          <p:cNvCxnSpPr/>
          <p:nvPr/>
        </p:nvCxnSpPr>
        <p:spPr>
          <a:xfrm rot="5400000">
            <a:off x="10300616" y="2173680"/>
            <a:ext cx="740780" cy="671331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E461555-2D88-5E1A-72E0-BC117BDF2A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0449" y="2202614"/>
            <a:ext cx="740780" cy="602529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A242E5-5B01-B4F9-06DE-47BADC3C0018}"/>
              </a:ext>
            </a:extLst>
          </p:cNvPr>
          <p:cNvSpPr/>
          <p:nvPr/>
        </p:nvSpPr>
        <p:spPr>
          <a:xfrm>
            <a:off x="9872353" y="2963673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6135C78-6A6E-C7C8-4AB6-6C6313E1CCCB}"/>
              </a:ext>
            </a:extLst>
          </p:cNvPr>
          <p:cNvSpPr/>
          <p:nvPr/>
        </p:nvSpPr>
        <p:spPr>
          <a:xfrm>
            <a:off x="12262682" y="2961932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52E4F3-BA18-289E-F749-177AA8B68FB8}"/>
              </a:ext>
            </a:extLst>
          </p:cNvPr>
          <p:cNvCxnSpPr>
            <a:cxnSpLocks/>
          </p:cNvCxnSpPr>
          <p:nvPr/>
        </p:nvCxnSpPr>
        <p:spPr>
          <a:xfrm>
            <a:off x="10336658" y="3500490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42AE91A-9C8D-EB2C-1EF9-A4AF6B611B95}"/>
              </a:ext>
            </a:extLst>
          </p:cNvPr>
          <p:cNvCxnSpPr>
            <a:cxnSpLocks/>
          </p:cNvCxnSpPr>
          <p:nvPr/>
        </p:nvCxnSpPr>
        <p:spPr>
          <a:xfrm>
            <a:off x="12585488" y="3494425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58C184D-330F-15E2-CFF2-17DB025560FE}"/>
              </a:ext>
            </a:extLst>
          </p:cNvPr>
          <p:cNvSpPr/>
          <p:nvPr/>
        </p:nvSpPr>
        <p:spPr>
          <a:xfrm>
            <a:off x="9755392" y="386947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_  ]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404B410-515B-3950-65DC-C96841CB87B3}"/>
              </a:ext>
            </a:extLst>
          </p:cNvPr>
          <p:cNvSpPr/>
          <p:nvPr/>
        </p:nvSpPr>
        <p:spPr>
          <a:xfrm>
            <a:off x="12214721" y="3834749"/>
            <a:ext cx="1270535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2  _  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379E924-7AD1-48D2-0535-9F5C1F3845DE}"/>
              </a:ext>
            </a:extLst>
          </p:cNvPr>
          <p:cNvCxnSpPr>
            <a:cxnSpLocks/>
          </p:cNvCxnSpPr>
          <p:nvPr/>
        </p:nvCxnSpPr>
        <p:spPr>
          <a:xfrm>
            <a:off x="10364117" y="4403756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6F12EC5-C386-BD62-A766-ACC4B4B58174}"/>
              </a:ext>
            </a:extLst>
          </p:cNvPr>
          <p:cNvCxnSpPr>
            <a:cxnSpLocks/>
          </p:cNvCxnSpPr>
          <p:nvPr/>
        </p:nvCxnSpPr>
        <p:spPr>
          <a:xfrm>
            <a:off x="12725669" y="4345133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BA4D05D-8AB2-7A4A-AE1D-141036092438}"/>
              </a:ext>
            </a:extLst>
          </p:cNvPr>
          <p:cNvSpPr/>
          <p:nvPr/>
        </p:nvSpPr>
        <p:spPr>
          <a:xfrm>
            <a:off x="9970728" y="4768056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[2]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AF2D701-D915-FE37-926B-4B5860AACCE1}"/>
              </a:ext>
            </a:extLst>
          </p:cNvPr>
          <p:cNvSpPr/>
          <p:nvPr/>
        </p:nvSpPr>
        <p:spPr>
          <a:xfrm>
            <a:off x="12346134" y="4714448"/>
            <a:ext cx="925974" cy="45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[1]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2E19485-256D-1082-DD33-C1965514CC74}"/>
              </a:ext>
            </a:extLst>
          </p:cNvPr>
          <p:cNvCxnSpPr>
            <a:cxnSpLocks/>
          </p:cNvCxnSpPr>
          <p:nvPr/>
        </p:nvCxnSpPr>
        <p:spPr>
          <a:xfrm>
            <a:off x="10365034" y="5300068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2BBF3E6-EF5B-F894-8BC1-669DA3812C88}"/>
              </a:ext>
            </a:extLst>
          </p:cNvPr>
          <p:cNvCxnSpPr>
            <a:cxnSpLocks/>
          </p:cNvCxnSpPr>
          <p:nvPr/>
        </p:nvCxnSpPr>
        <p:spPr>
          <a:xfrm>
            <a:off x="12829520" y="5241445"/>
            <a:ext cx="0" cy="287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6D23042-9916-0739-937B-A89E0C13C8C3}"/>
              </a:ext>
            </a:extLst>
          </p:cNvPr>
          <p:cNvSpPr/>
          <p:nvPr/>
        </p:nvSpPr>
        <p:spPr>
          <a:xfrm>
            <a:off x="9795545" y="5655065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1  2  ]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53403BE-FDF3-61C2-FF35-42C706AB558B}"/>
              </a:ext>
            </a:extLst>
          </p:cNvPr>
          <p:cNvSpPr/>
          <p:nvPr/>
        </p:nvSpPr>
        <p:spPr>
          <a:xfrm>
            <a:off x="12260053" y="5594147"/>
            <a:ext cx="1270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DS:[ 3 2  1  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C0CB43-D385-BF06-AA88-CF3A5464A5D1}"/>
              </a:ext>
            </a:extLst>
          </p:cNvPr>
          <p:cNvSpPr txBox="1"/>
          <p:nvPr/>
        </p:nvSpPr>
        <p:spPr>
          <a:xfrm>
            <a:off x="-1679548" y="6887238"/>
            <a:ext cx="2688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>
                <a:solidFill>
                  <a:schemeClr val="bg1"/>
                </a:solidFill>
              </a:rPr>
              <a:t>OutPut</a:t>
            </a:r>
            <a:r>
              <a:rPr lang="en-IN" sz="3200" b="1" dirty="0">
                <a:solidFill>
                  <a:schemeClr val="bg1"/>
                </a:solidFill>
              </a:rPr>
              <a:t> : 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A0DA3B5-1A46-1C8B-EFA1-8D0004B2350B}"/>
              </a:ext>
            </a:extLst>
          </p:cNvPr>
          <p:cNvSpPr/>
          <p:nvPr/>
        </p:nvSpPr>
        <p:spPr>
          <a:xfrm>
            <a:off x="31337" y="6923498"/>
            <a:ext cx="100853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2  3  ]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7255C03-86B8-781D-6E79-89941749E310}"/>
              </a:ext>
            </a:extLst>
          </p:cNvPr>
          <p:cNvSpPr/>
          <p:nvPr/>
        </p:nvSpPr>
        <p:spPr>
          <a:xfrm>
            <a:off x="1215385" y="6923498"/>
            <a:ext cx="1008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[ 1 3  2  ]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89576B5-C526-AB05-DBF9-3F076DC37D4F}"/>
              </a:ext>
            </a:extLst>
          </p:cNvPr>
          <p:cNvSpPr/>
          <p:nvPr/>
        </p:nvSpPr>
        <p:spPr>
          <a:xfrm>
            <a:off x="2399434" y="6923498"/>
            <a:ext cx="100853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1  3  ]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2DF44CD-CF55-DADC-CE27-273D8163060B}"/>
              </a:ext>
            </a:extLst>
          </p:cNvPr>
          <p:cNvSpPr/>
          <p:nvPr/>
        </p:nvSpPr>
        <p:spPr>
          <a:xfrm>
            <a:off x="3583483" y="6887238"/>
            <a:ext cx="994129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[ 2  3 1  ]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35AF7FE-12A7-413A-DCD1-A64FC1F28241}"/>
              </a:ext>
            </a:extLst>
          </p:cNvPr>
          <p:cNvSpPr/>
          <p:nvPr/>
        </p:nvSpPr>
        <p:spPr>
          <a:xfrm>
            <a:off x="4747050" y="6899786"/>
            <a:ext cx="998318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1  2  ]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42091F9-6334-EC31-D180-0D09B818A047}"/>
              </a:ext>
            </a:extLst>
          </p:cNvPr>
          <p:cNvSpPr/>
          <p:nvPr/>
        </p:nvSpPr>
        <p:spPr>
          <a:xfrm>
            <a:off x="5914806" y="6887238"/>
            <a:ext cx="998318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/>
              <a:t>[ 3 2  1  ]</a:t>
            </a:r>
          </a:p>
        </p:txBody>
      </p:sp>
    </p:spTree>
    <p:extLst>
      <p:ext uri="{BB962C8B-B14F-4D97-AF65-F5344CB8AC3E}">
        <p14:creationId xmlns:p14="http://schemas.microsoft.com/office/powerpoint/2010/main" val="45948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1992</Words>
  <Application>Microsoft Office PowerPoint</Application>
  <PresentationFormat>Widescreen</PresentationFormat>
  <Paragraphs>430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3</cp:revision>
  <dcterms:created xsi:type="dcterms:W3CDTF">2025-10-23T12:02:40Z</dcterms:created>
  <dcterms:modified xsi:type="dcterms:W3CDTF">2025-11-04T16:30:21Z</dcterms:modified>
</cp:coreProperties>
</file>