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7460AC-BC1A-4810-8BED-02B972C1AE78}" v="62" dt="2025-10-31T14:09:50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1522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redo custSel addSld delSld modSld sldOrd">
      <pc:chgData name="UBAID QURESHI" userId="dd4ae95d8f7c04fe" providerId="LiveId" clId="{AF920071-46B6-4E4C-A6D8-3E93B456AF12}" dt="2025-10-31T14:10:36.613" v="485" actId="1076"/>
      <pc:docMkLst>
        <pc:docMk/>
      </pc:docMkLst>
      <pc:sldChg chg="del">
        <pc:chgData name="UBAID QURESHI" userId="dd4ae95d8f7c04fe" providerId="LiveId" clId="{AF920071-46B6-4E4C-A6D8-3E93B456AF12}" dt="2025-10-31T12:14:02.527" v="1" actId="47"/>
        <pc:sldMkLst>
          <pc:docMk/>
          <pc:sldMk cId="1388091476" sldId="256"/>
        </pc:sldMkLst>
      </pc:sldChg>
      <pc:sldChg chg="modSp add mod">
        <pc:chgData name="UBAID QURESHI" userId="dd4ae95d8f7c04fe" providerId="LiveId" clId="{AF920071-46B6-4E4C-A6D8-3E93B456AF12}" dt="2025-10-31T13:45:08.564" v="237" actId="1076"/>
        <pc:sldMkLst>
          <pc:docMk/>
          <pc:sldMk cId="1988094245" sldId="257"/>
        </pc:sldMkLst>
        <pc:spChg chg="mod">
          <ac:chgData name="UBAID QURESHI" userId="dd4ae95d8f7c04fe" providerId="LiveId" clId="{AF920071-46B6-4E4C-A6D8-3E93B456AF12}" dt="2025-10-31T13:45:08.564" v="237" actId="1076"/>
          <ac:spMkLst>
            <pc:docMk/>
            <pc:sldMk cId="1988094245" sldId="257"/>
            <ac:spMk id="2" creationId="{4A9E710A-9124-93C5-534B-B251DBB522E3}"/>
          </ac:spMkLst>
        </pc:spChg>
      </pc:sldChg>
      <pc:sldChg chg="addSp delSp modSp add mod">
        <pc:chgData name="UBAID QURESHI" userId="dd4ae95d8f7c04fe" providerId="LiveId" clId="{AF920071-46B6-4E4C-A6D8-3E93B456AF12}" dt="2025-10-31T12:28:12.183" v="67" actId="1076"/>
        <pc:sldMkLst>
          <pc:docMk/>
          <pc:sldMk cId="2701535539" sldId="258"/>
        </pc:sldMkLst>
        <pc:spChg chg="del">
          <ac:chgData name="UBAID QURESHI" userId="dd4ae95d8f7c04fe" providerId="LiveId" clId="{AF920071-46B6-4E4C-A6D8-3E93B456AF12}" dt="2025-10-31T12:14:38.642" v="2" actId="478"/>
          <ac:spMkLst>
            <pc:docMk/>
            <pc:sldMk cId="2701535539" sldId="258"/>
            <ac:spMk id="5" creationId="{AC817878-C7BB-DA7D-C628-18479488D1C7}"/>
          </ac:spMkLst>
        </pc:spChg>
        <pc:spChg chg="add mod">
          <ac:chgData name="UBAID QURESHI" userId="dd4ae95d8f7c04fe" providerId="LiveId" clId="{AF920071-46B6-4E4C-A6D8-3E93B456AF12}" dt="2025-10-31T12:27:42.829" v="62" actId="1076"/>
          <ac:spMkLst>
            <pc:docMk/>
            <pc:sldMk cId="2701535539" sldId="258"/>
            <ac:spMk id="15" creationId="{18CFFD97-4EAA-AB41-98A0-36FCE9ADC4E3}"/>
          </ac:spMkLst>
        </pc:spChg>
        <pc:spChg chg="add del mod">
          <ac:chgData name="UBAID QURESHI" userId="dd4ae95d8f7c04fe" providerId="LiveId" clId="{AF920071-46B6-4E4C-A6D8-3E93B456AF12}" dt="2025-10-31T12:25:30.438" v="43" actId="478"/>
          <ac:spMkLst>
            <pc:docMk/>
            <pc:sldMk cId="2701535539" sldId="258"/>
            <ac:spMk id="16" creationId="{755593BC-0A05-E004-1402-5BF93A510EE3}"/>
          </ac:spMkLst>
        </pc:spChg>
        <pc:spChg chg="add mod">
          <ac:chgData name="UBAID QURESHI" userId="dd4ae95d8f7c04fe" providerId="LiveId" clId="{AF920071-46B6-4E4C-A6D8-3E93B456AF12}" dt="2025-10-31T12:26:36.614" v="57" actId="20577"/>
          <ac:spMkLst>
            <pc:docMk/>
            <pc:sldMk cId="2701535539" sldId="258"/>
            <ac:spMk id="17" creationId="{0F08959A-F677-BF5E-82CB-5874C56B792A}"/>
          </ac:spMkLst>
        </pc:spChg>
        <pc:spChg chg="add mod">
          <ac:chgData name="UBAID QURESHI" userId="dd4ae95d8f7c04fe" providerId="LiveId" clId="{AF920071-46B6-4E4C-A6D8-3E93B456AF12}" dt="2025-10-31T12:28:12.183" v="67" actId="1076"/>
          <ac:spMkLst>
            <pc:docMk/>
            <pc:sldMk cId="2701535539" sldId="258"/>
            <ac:spMk id="19" creationId="{01C1CB22-4246-85BD-72EF-BA3649C47145}"/>
          </ac:spMkLst>
        </pc:spChg>
        <pc:grpChg chg="add mod">
          <ac:chgData name="UBAID QURESHI" userId="dd4ae95d8f7c04fe" providerId="LiveId" clId="{AF920071-46B6-4E4C-A6D8-3E93B456AF12}" dt="2025-10-31T12:27:30.308" v="59" actId="1076"/>
          <ac:grpSpMkLst>
            <pc:docMk/>
            <pc:sldMk cId="2701535539" sldId="258"/>
            <ac:grpSpMk id="18" creationId="{8D44BC1F-AC1F-CBB4-2164-7B969FDC1E50}"/>
          </ac:grpSpMkLst>
        </pc:grpChg>
        <pc:picChg chg="add mod">
          <ac:chgData name="UBAID QURESHI" userId="dd4ae95d8f7c04fe" providerId="LiveId" clId="{AF920071-46B6-4E4C-A6D8-3E93B456AF12}" dt="2025-10-31T12:27:34.048" v="60" actId="1076"/>
          <ac:picMkLst>
            <pc:docMk/>
            <pc:sldMk cId="2701535539" sldId="258"/>
            <ac:picMk id="14" creationId="{A713B503-CC8F-6942-4E9A-C7A93F902AE7}"/>
          </ac:picMkLst>
        </pc:picChg>
        <pc:cxnChg chg="add mod">
          <ac:chgData name="UBAID QURESHI" userId="dd4ae95d8f7c04fe" providerId="LiveId" clId="{AF920071-46B6-4E4C-A6D8-3E93B456AF12}" dt="2025-10-31T12:27:26.431" v="58" actId="164"/>
          <ac:cxnSpMkLst>
            <pc:docMk/>
            <pc:sldMk cId="2701535539" sldId="258"/>
            <ac:cxnSpMk id="7" creationId="{E40929D0-7281-884D-968D-FE4CCF51A445}"/>
          </ac:cxnSpMkLst>
        </pc:cxnChg>
        <pc:cxnChg chg="add mod">
          <ac:chgData name="UBAID QURESHI" userId="dd4ae95d8f7c04fe" providerId="LiveId" clId="{AF920071-46B6-4E4C-A6D8-3E93B456AF12}" dt="2025-10-31T12:27:26.431" v="58" actId="164"/>
          <ac:cxnSpMkLst>
            <pc:docMk/>
            <pc:sldMk cId="2701535539" sldId="258"/>
            <ac:cxnSpMk id="8" creationId="{B8DDC1F8-5D5F-9944-9770-289C7B888F61}"/>
          </ac:cxnSpMkLst>
        </pc:cxnChg>
        <pc:cxnChg chg="add mod">
          <ac:chgData name="UBAID QURESHI" userId="dd4ae95d8f7c04fe" providerId="LiveId" clId="{AF920071-46B6-4E4C-A6D8-3E93B456AF12}" dt="2025-10-31T12:27:26.431" v="58" actId="164"/>
          <ac:cxnSpMkLst>
            <pc:docMk/>
            <pc:sldMk cId="2701535539" sldId="258"/>
            <ac:cxnSpMk id="10" creationId="{72BEF7E0-BA5E-E625-ECD8-231AB433BD10}"/>
          </ac:cxnSpMkLst>
        </pc:cxnChg>
        <pc:cxnChg chg="add mod">
          <ac:chgData name="UBAID QURESHI" userId="dd4ae95d8f7c04fe" providerId="LiveId" clId="{AF920071-46B6-4E4C-A6D8-3E93B456AF12}" dt="2025-10-31T12:27:26.431" v="58" actId="164"/>
          <ac:cxnSpMkLst>
            <pc:docMk/>
            <pc:sldMk cId="2701535539" sldId="258"/>
            <ac:cxnSpMk id="11" creationId="{2A61CE84-4293-C16C-62E5-952B194B0408}"/>
          </ac:cxnSpMkLst>
        </pc:cxnChg>
        <pc:cxnChg chg="add mod">
          <ac:chgData name="UBAID QURESHI" userId="dd4ae95d8f7c04fe" providerId="LiveId" clId="{AF920071-46B6-4E4C-A6D8-3E93B456AF12}" dt="2025-10-31T12:27:26.431" v="58" actId="164"/>
          <ac:cxnSpMkLst>
            <pc:docMk/>
            <pc:sldMk cId="2701535539" sldId="258"/>
            <ac:cxnSpMk id="12" creationId="{C3E0053B-A606-316B-8856-DEDFCA3056CA}"/>
          </ac:cxnSpMkLst>
        </pc:cxnChg>
      </pc:sldChg>
      <pc:sldChg chg="addSp modSp add mod">
        <pc:chgData name="UBAID QURESHI" userId="dd4ae95d8f7c04fe" providerId="LiveId" clId="{AF920071-46B6-4E4C-A6D8-3E93B456AF12}" dt="2025-10-31T13:02:39.097" v="97" actId="1076"/>
        <pc:sldMkLst>
          <pc:docMk/>
          <pc:sldMk cId="823791202" sldId="259"/>
        </pc:sldMkLst>
        <pc:spChg chg="mod">
          <ac:chgData name="UBAID QURESHI" userId="dd4ae95d8f7c04fe" providerId="LiveId" clId="{AF920071-46B6-4E4C-A6D8-3E93B456AF12}" dt="2025-10-31T12:59:49.851" v="78" actId="1076"/>
          <ac:spMkLst>
            <pc:docMk/>
            <pc:sldMk cId="823791202" sldId="259"/>
            <ac:spMk id="4" creationId="{5CA43DC7-AD22-4C12-4A66-154A5A434761}"/>
          </ac:spMkLst>
        </pc:spChg>
        <pc:spChg chg="add mod">
          <ac:chgData name="UBAID QURESHI" userId="dd4ae95d8f7c04fe" providerId="LiveId" clId="{AF920071-46B6-4E4C-A6D8-3E93B456AF12}" dt="2025-10-31T13:02:39.097" v="97" actId="1076"/>
          <ac:spMkLst>
            <pc:docMk/>
            <pc:sldMk cId="823791202" sldId="259"/>
            <ac:spMk id="21" creationId="{60C4E736-A310-8765-2065-9217D138121C}"/>
          </ac:spMkLst>
        </pc:spChg>
        <pc:picChg chg="add mod">
          <ac:chgData name="UBAID QURESHI" userId="dd4ae95d8f7c04fe" providerId="LiveId" clId="{AF920071-46B6-4E4C-A6D8-3E93B456AF12}" dt="2025-10-31T12:59:40.529" v="75" actId="1076"/>
          <ac:picMkLst>
            <pc:docMk/>
            <pc:sldMk cId="823791202" sldId="259"/>
            <ac:picMk id="6" creationId="{FFF4A481-AB33-2325-97E4-0F04CE068CB6}"/>
          </ac:picMkLst>
        </pc:picChg>
        <pc:picChg chg="add mod">
          <ac:chgData name="UBAID QURESHI" userId="dd4ae95d8f7c04fe" providerId="LiveId" clId="{AF920071-46B6-4E4C-A6D8-3E93B456AF12}" dt="2025-10-31T12:59:56.338" v="79" actId="1076"/>
          <ac:picMkLst>
            <pc:docMk/>
            <pc:sldMk cId="823791202" sldId="259"/>
            <ac:picMk id="9" creationId="{2AC136DF-5D41-C8E4-383B-A3DF60BD2F52}"/>
          </ac:picMkLst>
        </pc:picChg>
        <pc:cxnChg chg="add mod">
          <ac:chgData name="UBAID QURESHI" userId="dd4ae95d8f7c04fe" providerId="LiveId" clId="{AF920071-46B6-4E4C-A6D8-3E93B456AF12}" dt="2025-10-31T13:01:02.788" v="84" actId="17032"/>
          <ac:cxnSpMkLst>
            <pc:docMk/>
            <pc:sldMk cId="823791202" sldId="259"/>
            <ac:cxnSpMk id="16" creationId="{1F323F9E-621D-D524-F53B-48F51154CBE7}"/>
          </ac:cxnSpMkLst>
        </pc:cxnChg>
      </pc:sldChg>
      <pc:sldChg chg="addSp delSp modSp add mod">
        <pc:chgData name="UBAID QURESHI" userId="dd4ae95d8f7c04fe" providerId="LiveId" clId="{AF920071-46B6-4E4C-A6D8-3E93B456AF12}" dt="2025-10-31T13:09:22.583" v="108" actId="478"/>
        <pc:sldMkLst>
          <pc:docMk/>
          <pc:sldMk cId="3182622064" sldId="260"/>
        </pc:sldMkLst>
        <pc:spChg chg="add del">
          <ac:chgData name="UBAID QURESHI" userId="dd4ae95d8f7c04fe" providerId="LiveId" clId="{AF920071-46B6-4E4C-A6D8-3E93B456AF12}" dt="2025-10-31T13:09:22.583" v="108" actId="478"/>
          <ac:spMkLst>
            <pc:docMk/>
            <pc:sldMk cId="3182622064" sldId="260"/>
            <ac:spMk id="20" creationId="{333AF6F8-C348-BC56-2B95-400219999275}"/>
          </ac:spMkLst>
        </pc:spChg>
        <pc:spChg chg="mod">
          <ac:chgData name="UBAID QURESHI" userId="dd4ae95d8f7c04fe" providerId="LiveId" clId="{AF920071-46B6-4E4C-A6D8-3E93B456AF12}" dt="2025-10-31T13:04:08.466" v="105" actId="1076"/>
          <ac:spMkLst>
            <pc:docMk/>
            <pc:sldMk cId="3182622064" sldId="260"/>
            <ac:spMk id="21" creationId="{25AE3CAE-B188-D201-0EA0-DEFB1F65CF8A}"/>
          </ac:spMkLst>
        </pc:spChg>
        <pc:picChg chg="mod">
          <ac:chgData name="UBAID QURESHI" userId="dd4ae95d8f7c04fe" providerId="LiveId" clId="{AF920071-46B6-4E4C-A6D8-3E93B456AF12}" dt="2025-10-31T13:03:14.413" v="99" actId="1076"/>
          <ac:picMkLst>
            <pc:docMk/>
            <pc:sldMk cId="3182622064" sldId="260"/>
            <ac:picMk id="9" creationId="{D02F6C2A-688C-1457-4D5F-16784A419622}"/>
          </ac:picMkLst>
        </pc:picChg>
        <pc:cxnChg chg="mod">
          <ac:chgData name="UBAID QURESHI" userId="dd4ae95d8f7c04fe" providerId="LiveId" clId="{AF920071-46B6-4E4C-A6D8-3E93B456AF12}" dt="2025-10-31T13:03:18.493" v="100" actId="14100"/>
          <ac:cxnSpMkLst>
            <pc:docMk/>
            <pc:sldMk cId="3182622064" sldId="260"/>
            <ac:cxnSpMk id="16" creationId="{D29ADD82-14D6-A02F-8EDC-F8271F0108DB}"/>
          </ac:cxnSpMkLst>
        </pc:cxnChg>
      </pc:sldChg>
      <pc:sldChg chg="addSp delSp modSp add mod">
        <pc:chgData name="UBAID QURESHI" userId="dd4ae95d8f7c04fe" providerId="LiveId" clId="{AF920071-46B6-4E4C-A6D8-3E93B456AF12}" dt="2025-10-31T13:13:06.482" v="131" actId="478"/>
        <pc:sldMkLst>
          <pc:docMk/>
          <pc:sldMk cId="2743027850" sldId="261"/>
        </pc:sldMkLst>
        <pc:spChg chg="add mod">
          <ac:chgData name="UBAID QURESHI" userId="dd4ae95d8f7c04fe" providerId="LiveId" clId="{AF920071-46B6-4E4C-A6D8-3E93B456AF12}" dt="2025-10-31T13:10:56.334" v="119" actId="1076"/>
          <ac:spMkLst>
            <pc:docMk/>
            <pc:sldMk cId="2743027850" sldId="261"/>
            <ac:spMk id="13" creationId="{8A474D19-278D-8E28-F0BD-CC746913E393}"/>
          </ac:spMkLst>
        </pc:spChg>
        <pc:spChg chg="del mod">
          <ac:chgData name="UBAID QURESHI" userId="dd4ae95d8f7c04fe" providerId="LiveId" clId="{AF920071-46B6-4E4C-A6D8-3E93B456AF12}" dt="2025-10-31T13:09:37.891" v="110" actId="478"/>
          <ac:spMkLst>
            <pc:docMk/>
            <pc:sldMk cId="2743027850" sldId="261"/>
            <ac:spMk id="20" creationId="{2FC61416-81D3-6630-3EC2-FAA07149AFBE}"/>
          </ac:spMkLst>
        </pc:spChg>
        <pc:spChg chg="del">
          <ac:chgData name="UBAID QURESHI" userId="dd4ae95d8f7c04fe" providerId="LiveId" clId="{AF920071-46B6-4E4C-A6D8-3E93B456AF12}" dt="2025-10-31T13:10:11.413" v="115" actId="478"/>
          <ac:spMkLst>
            <pc:docMk/>
            <pc:sldMk cId="2743027850" sldId="261"/>
            <ac:spMk id="21" creationId="{56954216-C577-4267-ED76-E2BDF95FEC55}"/>
          </ac:spMkLst>
        </pc:spChg>
        <pc:grpChg chg="mod">
          <ac:chgData name="UBAID QURESHI" userId="dd4ae95d8f7c04fe" providerId="LiveId" clId="{AF920071-46B6-4E4C-A6D8-3E93B456AF12}" dt="2025-10-31T13:12:44.154" v="127" actId="1076"/>
          <ac:grpSpMkLst>
            <pc:docMk/>
            <pc:sldMk cId="2743027850" sldId="261"/>
            <ac:grpSpMk id="18" creationId="{923DAC08-117F-6492-FF0A-398835886DE4}"/>
          </ac:grpSpMkLst>
        </pc:grpChg>
        <pc:picChg chg="del">
          <ac:chgData name="UBAID QURESHI" userId="dd4ae95d8f7c04fe" providerId="LiveId" clId="{AF920071-46B6-4E4C-A6D8-3E93B456AF12}" dt="2025-10-31T13:10:07.489" v="113" actId="478"/>
          <ac:picMkLst>
            <pc:docMk/>
            <pc:sldMk cId="2743027850" sldId="261"/>
            <ac:picMk id="6" creationId="{E5D8205E-F702-6431-9C8E-0839E8D549E8}"/>
          </ac:picMkLst>
        </pc:picChg>
        <pc:picChg chg="del">
          <ac:chgData name="UBAID QURESHI" userId="dd4ae95d8f7c04fe" providerId="LiveId" clId="{AF920071-46B6-4E4C-A6D8-3E93B456AF12}" dt="2025-10-31T13:10:12.407" v="116" actId="478"/>
          <ac:picMkLst>
            <pc:docMk/>
            <pc:sldMk cId="2743027850" sldId="261"/>
            <ac:picMk id="9" creationId="{C88BA67B-B69B-18B9-AB25-755B5A096E44}"/>
          </ac:picMkLst>
        </pc:picChg>
        <pc:picChg chg="add del mod">
          <ac:chgData name="UBAID QURESHI" userId="dd4ae95d8f7c04fe" providerId="LiveId" clId="{AF920071-46B6-4E4C-A6D8-3E93B456AF12}" dt="2025-10-31T13:13:05.024" v="130" actId="478"/>
          <ac:picMkLst>
            <pc:docMk/>
            <pc:sldMk cId="2743027850" sldId="261"/>
            <ac:picMk id="22" creationId="{F80F07C5-F76F-2B8F-58F5-57500CEA7202}"/>
          </ac:picMkLst>
        </pc:picChg>
        <pc:picChg chg="add del mod">
          <ac:chgData name="UBAID QURESHI" userId="dd4ae95d8f7c04fe" providerId="LiveId" clId="{AF920071-46B6-4E4C-A6D8-3E93B456AF12}" dt="2025-10-31T13:13:06.482" v="131" actId="478"/>
          <ac:picMkLst>
            <pc:docMk/>
            <pc:sldMk cId="2743027850" sldId="261"/>
            <ac:picMk id="24" creationId="{5E374850-01BF-DD5A-2617-A77AF0384637}"/>
          </ac:picMkLst>
        </pc:picChg>
        <pc:cxnChg chg="del">
          <ac:chgData name="UBAID QURESHI" userId="dd4ae95d8f7c04fe" providerId="LiveId" clId="{AF920071-46B6-4E4C-A6D8-3E93B456AF12}" dt="2025-10-31T13:10:08.690" v="114" actId="478"/>
          <ac:cxnSpMkLst>
            <pc:docMk/>
            <pc:sldMk cId="2743027850" sldId="261"/>
            <ac:cxnSpMk id="16" creationId="{231CF6D3-4EF0-13E8-144C-46AB33967955}"/>
          </ac:cxnSpMkLst>
        </pc:cxnChg>
      </pc:sldChg>
      <pc:sldChg chg="addSp modSp add mod">
        <pc:chgData name="UBAID QURESHI" userId="dd4ae95d8f7c04fe" providerId="LiveId" clId="{AF920071-46B6-4E4C-A6D8-3E93B456AF12}" dt="2025-10-31T13:14:57.659" v="144" actId="113"/>
        <pc:sldMkLst>
          <pc:docMk/>
          <pc:sldMk cId="1794482717" sldId="262"/>
        </pc:sldMkLst>
        <pc:spChg chg="add mod">
          <ac:chgData name="UBAID QURESHI" userId="dd4ae95d8f7c04fe" providerId="LiveId" clId="{AF920071-46B6-4E4C-A6D8-3E93B456AF12}" dt="2025-10-31T13:14:57.659" v="144" actId="113"/>
          <ac:spMkLst>
            <pc:docMk/>
            <pc:sldMk cId="1794482717" sldId="262"/>
            <ac:spMk id="25" creationId="{645B529C-0B40-5461-CB9D-49D7B6F8EC12}"/>
          </ac:spMkLst>
        </pc:spChg>
        <pc:cxnChg chg="add mod">
          <ac:chgData name="UBAID QURESHI" userId="dd4ae95d8f7c04fe" providerId="LiveId" clId="{AF920071-46B6-4E4C-A6D8-3E93B456AF12}" dt="2025-10-31T13:14:30.240" v="140" actId="14100"/>
          <ac:cxnSpMkLst>
            <pc:docMk/>
            <pc:sldMk cId="1794482717" sldId="262"/>
            <ac:cxnSpMk id="6" creationId="{6D061735-ADF9-0CD1-7CAC-7D43912BDE4F}"/>
          </ac:cxnSpMkLst>
        </pc:cxnChg>
        <pc:cxnChg chg="add mod">
          <ac:chgData name="UBAID QURESHI" userId="dd4ae95d8f7c04fe" providerId="LiveId" clId="{AF920071-46B6-4E4C-A6D8-3E93B456AF12}" dt="2025-10-31T13:14:24.383" v="139" actId="1076"/>
          <ac:cxnSpMkLst>
            <pc:docMk/>
            <pc:sldMk cId="1794482717" sldId="262"/>
            <ac:cxnSpMk id="16" creationId="{A9A987CF-95DF-5990-CED1-8263A56B0EC7}"/>
          </ac:cxnSpMkLst>
        </pc:cxnChg>
      </pc:sldChg>
      <pc:sldChg chg="modSp add mod">
        <pc:chgData name="UBAID QURESHI" userId="dd4ae95d8f7c04fe" providerId="LiveId" clId="{AF920071-46B6-4E4C-A6D8-3E93B456AF12}" dt="2025-10-31T13:17:33.225" v="156" actId="1076"/>
        <pc:sldMkLst>
          <pc:docMk/>
          <pc:sldMk cId="3363331894" sldId="263"/>
        </pc:sldMkLst>
        <pc:spChg chg="mod">
          <ac:chgData name="UBAID QURESHI" userId="dd4ae95d8f7c04fe" providerId="LiveId" clId="{AF920071-46B6-4E4C-A6D8-3E93B456AF12}" dt="2025-10-31T13:15:29.721" v="149" actId="1076"/>
          <ac:spMkLst>
            <pc:docMk/>
            <pc:sldMk cId="3363331894" sldId="263"/>
            <ac:spMk id="4" creationId="{56F1F6FE-47AE-7066-6659-6A2243675738}"/>
          </ac:spMkLst>
        </pc:spChg>
        <pc:spChg chg="mod">
          <ac:chgData name="UBAID QURESHI" userId="dd4ae95d8f7c04fe" providerId="LiveId" clId="{AF920071-46B6-4E4C-A6D8-3E93B456AF12}" dt="2025-10-31T13:17:33.225" v="156" actId="1076"/>
          <ac:spMkLst>
            <pc:docMk/>
            <pc:sldMk cId="3363331894" sldId="263"/>
            <ac:spMk id="25" creationId="{B9CDF921-0958-1C22-B3BE-B24445E4ACAC}"/>
          </ac:spMkLst>
        </pc:spChg>
        <pc:picChg chg="mod">
          <ac:chgData name="UBAID QURESHI" userId="dd4ae95d8f7c04fe" providerId="LiveId" clId="{AF920071-46B6-4E4C-A6D8-3E93B456AF12}" dt="2025-10-31T13:15:36.628" v="150" actId="1076"/>
          <ac:picMkLst>
            <pc:docMk/>
            <pc:sldMk cId="3363331894" sldId="263"/>
            <ac:picMk id="22" creationId="{2834D776-009E-6CB4-D2B4-AA562D49101F}"/>
          </ac:picMkLst>
        </pc:picChg>
        <pc:cxnChg chg="mod">
          <ac:chgData name="UBAID QURESHI" userId="dd4ae95d8f7c04fe" providerId="LiveId" clId="{AF920071-46B6-4E4C-A6D8-3E93B456AF12}" dt="2025-10-31T13:15:45.175" v="152" actId="14100"/>
          <ac:cxnSpMkLst>
            <pc:docMk/>
            <pc:sldMk cId="3363331894" sldId="263"/>
            <ac:cxnSpMk id="6" creationId="{448608FB-D5CA-281A-9282-0AC69ECF6F40}"/>
          </ac:cxnSpMkLst>
        </pc:cxnChg>
        <pc:cxnChg chg="mod">
          <ac:chgData name="UBAID QURESHI" userId="dd4ae95d8f7c04fe" providerId="LiveId" clId="{AF920071-46B6-4E4C-A6D8-3E93B456AF12}" dt="2025-10-31T13:15:48.968" v="153" actId="14100"/>
          <ac:cxnSpMkLst>
            <pc:docMk/>
            <pc:sldMk cId="3363331894" sldId="263"/>
            <ac:cxnSpMk id="16" creationId="{51AB5E8A-E927-335E-A518-2F004EB1F82C}"/>
          </ac:cxnSpMkLst>
        </pc:cxnChg>
      </pc:sldChg>
      <pc:sldChg chg="addSp modSp add mod">
        <pc:chgData name="UBAID QURESHI" userId="dd4ae95d8f7c04fe" providerId="LiveId" clId="{AF920071-46B6-4E4C-A6D8-3E93B456AF12}" dt="2025-10-31T13:19:08.295" v="176" actId="1076"/>
        <pc:sldMkLst>
          <pc:docMk/>
          <pc:sldMk cId="3572323015" sldId="264"/>
        </pc:sldMkLst>
        <pc:spChg chg="add mod">
          <ac:chgData name="UBAID QURESHI" userId="dd4ae95d8f7c04fe" providerId="LiveId" clId="{AF920071-46B6-4E4C-A6D8-3E93B456AF12}" dt="2025-10-31T13:18:23.201" v="161" actId="1076"/>
          <ac:spMkLst>
            <pc:docMk/>
            <pc:sldMk cId="3572323015" sldId="264"/>
            <ac:spMk id="5" creationId="{BF060BCA-6474-3E66-8142-245AE3961F5D}"/>
          </ac:spMkLst>
        </pc:spChg>
        <pc:spChg chg="add mod">
          <ac:chgData name="UBAID QURESHI" userId="dd4ae95d8f7c04fe" providerId="LiveId" clId="{AF920071-46B6-4E4C-A6D8-3E93B456AF12}" dt="2025-10-31T13:19:02.170" v="175" actId="1076"/>
          <ac:spMkLst>
            <pc:docMk/>
            <pc:sldMk cId="3572323015" sldId="264"/>
            <ac:spMk id="9" creationId="{3A7A5195-8A66-3DD1-BA90-B77C0B5A4AB5}"/>
          </ac:spMkLst>
        </pc:spChg>
        <pc:spChg chg="mod">
          <ac:chgData name="UBAID QURESHI" userId="dd4ae95d8f7c04fe" providerId="LiveId" clId="{AF920071-46B6-4E4C-A6D8-3E93B456AF12}" dt="2025-10-31T13:19:08.295" v="176" actId="1076"/>
          <ac:spMkLst>
            <pc:docMk/>
            <pc:sldMk cId="3572323015" sldId="264"/>
            <ac:spMk id="25" creationId="{5B314349-E456-F70F-C8E7-E578F6778EA6}"/>
          </ac:spMkLst>
        </pc:spChg>
      </pc:sldChg>
      <pc:sldChg chg="addSp delSp modSp add mod">
        <pc:chgData name="UBAID QURESHI" userId="dd4ae95d8f7c04fe" providerId="LiveId" clId="{AF920071-46B6-4E4C-A6D8-3E93B456AF12}" dt="2025-10-31T13:22:05.196" v="188" actId="1076"/>
        <pc:sldMkLst>
          <pc:docMk/>
          <pc:sldMk cId="37187825" sldId="265"/>
        </pc:sldMkLst>
        <pc:spChg chg="del">
          <ac:chgData name="UBAID QURESHI" userId="dd4ae95d8f7c04fe" providerId="LiveId" clId="{AF920071-46B6-4E4C-A6D8-3E93B456AF12}" dt="2025-10-31T13:19:52.554" v="182" actId="478"/>
          <ac:spMkLst>
            <pc:docMk/>
            <pc:sldMk cId="37187825" sldId="265"/>
            <ac:spMk id="5" creationId="{495F7A0C-644E-BF88-A47F-A8EA4AA4344A}"/>
          </ac:spMkLst>
        </pc:spChg>
        <pc:spChg chg="del">
          <ac:chgData name="UBAID QURESHI" userId="dd4ae95d8f7c04fe" providerId="LiveId" clId="{AF920071-46B6-4E4C-A6D8-3E93B456AF12}" dt="2025-10-31T13:19:54.421" v="183" actId="478"/>
          <ac:spMkLst>
            <pc:docMk/>
            <pc:sldMk cId="37187825" sldId="265"/>
            <ac:spMk id="9" creationId="{9FD4964D-AFD3-6E5E-FB9F-C15D47F1FC2F}"/>
          </ac:spMkLst>
        </pc:spChg>
        <pc:spChg chg="del">
          <ac:chgData name="UBAID QURESHI" userId="dd4ae95d8f7c04fe" providerId="LiveId" clId="{AF920071-46B6-4E4C-A6D8-3E93B456AF12}" dt="2025-10-31T13:19:46.278" v="178" actId="478"/>
          <ac:spMkLst>
            <pc:docMk/>
            <pc:sldMk cId="37187825" sldId="265"/>
            <ac:spMk id="13" creationId="{84A7D5A6-3660-63A4-711B-71B18DFDC47E}"/>
          </ac:spMkLst>
        </pc:spChg>
        <pc:spChg chg="add mod">
          <ac:chgData name="UBAID QURESHI" userId="dd4ae95d8f7c04fe" providerId="LiveId" clId="{AF920071-46B6-4E4C-A6D8-3E93B456AF12}" dt="2025-10-31T13:22:05.196" v="188" actId="1076"/>
          <ac:spMkLst>
            <pc:docMk/>
            <pc:sldMk cId="37187825" sldId="265"/>
            <ac:spMk id="21" creationId="{0A719DDF-C1A9-776A-EB62-494457D7E21A}"/>
          </ac:spMkLst>
        </pc:spChg>
        <pc:spChg chg="del">
          <ac:chgData name="UBAID QURESHI" userId="dd4ae95d8f7c04fe" providerId="LiveId" clId="{AF920071-46B6-4E4C-A6D8-3E93B456AF12}" dt="2025-10-31T13:19:56.399" v="184" actId="478"/>
          <ac:spMkLst>
            <pc:docMk/>
            <pc:sldMk cId="37187825" sldId="265"/>
            <ac:spMk id="25" creationId="{64D88E91-AD77-C471-DB46-137BAB8EA0C0}"/>
          </ac:spMkLst>
        </pc:spChg>
        <pc:picChg chg="del">
          <ac:chgData name="UBAID QURESHI" userId="dd4ae95d8f7c04fe" providerId="LiveId" clId="{AF920071-46B6-4E4C-A6D8-3E93B456AF12}" dt="2025-10-31T13:19:50.251" v="181" actId="478"/>
          <ac:picMkLst>
            <pc:docMk/>
            <pc:sldMk cId="37187825" sldId="265"/>
            <ac:picMk id="22" creationId="{2D884C88-F25D-C630-F5A5-8949515F87CC}"/>
          </ac:picMkLst>
        </pc:picChg>
        <pc:cxnChg chg="del">
          <ac:chgData name="UBAID QURESHI" userId="dd4ae95d8f7c04fe" providerId="LiveId" clId="{AF920071-46B6-4E4C-A6D8-3E93B456AF12}" dt="2025-10-31T13:19:48.570" v="179" actId="478"/>
          <ac:cxnSpMkLst>
            <pc:docMk/>
            <pc:sldMk cId="37187825" sldId="265"/>
            <ac:cxnSpMk id="6" creationId="{C030858A-62EB-6BFB-F142-D6662AC6CD9F}"/>
          </ac:cxnSpMkLst>
        </pc:cxnChg>
        <pc:cxnChg chg="del">
          <ac:chgData name="UBAID QURESHI" userId="dd4ae95d8f7c04fe" providerId="LiveId" clId="{AF920071-46B6-4E4C-A6D8-3E93B456AF12}" dt="2025-10-31T13:19:49.295" v="180" actId="478"/>
          <ac:cxnSpMkLst>
            <pc:docMk/>
            <pc:sldMk cId="37187825" sldId="265"/>
            <ac:cxnSpMk id="16" creationId="{DBDBC395-FF39-ED8A-638C-1C09D2975DD0}"/>
          </ac:cxnSpMkLst>
        </pc:cxnChg>
      </pc:sldChg>
      <pc:sldChg chg="add del">
        <pc:chgData name="UBAID QURESHI" userId="dd4ae95d8f7c04fe" providerId="LiveId" clId="{AF920071-46B6-4E4C-A6D8-3E93B456AF12}" dt="2025-10-31T13:18:09.054" v="159"/>
        <pc:sldMkLst>
          <pc:docMk/>
          <pc:sldMk cId="3194105654" sldId="265"/>
        </pc:sldMkLst>
      </pc:sldChg>
      <pc:sldChg chg="addSp delSp modSp add mod">
        <pc:chgData name="UBAID QURESHI" userId="dd4ae95d8f7c04fe" providerId="LiveId" clId="{AF920071-46B6-4E4C-A6D8-3E93B456AF12}" dt="2025-10-31T13:27:33.120" v="217" actId="1035"/>
        <pc:sldMkLst>
          <pc:docMk/>
          <pc:sldMk cId="2211017986" sldId="266"/>
        </pc:sldMkLst>
        <pc:spChg chg="add mod">
          <ac:chgData name="UBAID QURESHI" userId="dd4ae95d8f7c04fe" providerId="LiveId" clId="{AF920071-46B6-4E4C-A6D8-3E93B456AF12}" dt="2025-10-31T13:26:51.730" v="211" actId="14100"/>
          <ac:spMkLst>
            <pc:docMk/>
            <pc:sldMk cId="2211017986" sldId="266"/>
            <ac:spMk id="25" creationId="{BF0804BE-B9F7-0144-5043-5C17085D0CD6}"/>
          </ac:spMkLst>
        </pc:spChg>
        <pc:spChg chg="add mod">
          <ac:chgData name="UBAID QURESHI" userId="dd4ae95d8f7c04fe" providerId="LiveId" clId="{AF920071-46B6-4E4C-A6D8-3E93B456AF12}" dt="2025-10-31T13:27:02.720" v="215" actId="20577"/>
          <ac:spMkLst>
            <pc:docMk/>
            <pc:sldMk cId="2211017986" sldId="266"/>
            <ac:spMk id="26" creationId="{B5EF2107-C896-0E16-1FC4-904856107810}"/>
          </ac:spMkLst>
        </pc:spChg>
        <pc:grpChg chg="add mod">
          <ac:chgData name="UBAID QURESHI" userId="dd4ae95d8f7c04fe" providerId="LiveId" clId="{AF920071-46B6-4E4C-A6D8-3E93B456AF12}" dt="2025-10-31T13:25:57.785" v="198" actId="1076"/>
          <ac:grpSpMkLst>
            <pc:docMk/>
            <pc:sldMk cId="2211017986" sldId="266"/>
            <ac:grpSpMk id="9" creationId="{5106DBAE-C1A1-1939-E446-862936D03605}"/>
          </ac:grpSpMkLst>
        </pc:grpChg>
        <pc:cxnChg chg="add mod">
          <ac:chgData name="UBAID QURESHI" userId="dd4ae95d8f7c04fe" providerId="LiveId" clId="{AF920071-46B6-4E4C-A6D8-3E93B456AF12}" dt="2025-10-31T13:27:33.120" v="217" actId="1035"/>
          <ac:cxnSpMkLst>
            <pc:docMk/>
            <pc:sldMk cId="2211017986" sldId="266"/>
            <ac:cxnSpMk id="6" creationId="{BD9DC6ED-5E54-6B39-C00F-CE69B041A82B}"/>
          </ac:cxnSpMkLst>
        </pc:cxnChg>
        <pc:cxnChg chg="del mod">
          <ac:chgData name="UBAID QURESHI" userId="dd4ae95d8f7c04fe" providerId="LiveId" clId="{AF920071-46B6-4E4C-A6D8-3E93B456AF12}" dt="2025-10-31T13:25:35.960" v="196" actId="478"/>
          <ac:cxnSpMkLst>
            <pc:docMk/>
            <pc:sldMk cId="2211017986" sldId="266"/>
            <ac:cxnSpMk id="13" creationId="{C555CBA9-E67A-7288-3964-E14950035771}"/>
          </ac:cxnSpMkLst>
        </pc:cxnChg>
        <pc:cxnChg chg="del mod">
          <ac:chgData name="UBAID QURESHI" userId="dd4ae95d8f7c04fe" providerId="LiveId" clId="{AF920071-46B6-4E4C-A6D8-3E93B456AF12}" dt="2025-10-31T13:25:35.960" v="196" actId="478"/>
          <ac:cxnSpMkLst>
            <pc:docMk/>
            <pc:sldMk cId="2211017986" sldId="266"/>
            <ac:cxnSpMk id="16" creationId="{DB22F993-7512-E4DF-5EF9-5182203D5EFF}"/>
          </ac:cxnSpMkLst>
        </pc:cxnChg>
        <pc:cxnChg chg="del mod">
          <ac:chgData name="UBAID QURESHI" userId="dd4ae95d8f7c04fe" providerId="LiveId" clId="{AF920071-46B6-4E4C-A6D8-3E93B456AF12}" dt="2025-10-31T13:25:42.943" v="197" actId="478"/>
          <ac:cxnSpMkLst>
            <pc:docMk/>
            <pc:sldMk cId="2211017986" sldId="266"/>
            <ac:cxnSpMk id="20" creationId="{0C34633C-1ADB-40A1-CFFB-9AC3C455F721}"/>
          </ac:cxnSpMkLst>
        </pc:cxnChg>
        <pc:cxnChg chg="mod">
          <ac:chgData name="UBAID QURESHI" userId="dd4ae95d8f7c04fe" providerId="LiveId" clId="{AF920071-46B6-4E4C-A6D8-3E93B456AF12}" dt="2025-10-31T13:26:02.643" v="199" actId="208"/>
          <ac:cxnSpMkLst>
            <pc:docMk/>
            <pc:sldMk cId="2211017986" sldId="266"/>
            <ac:cxnSpMk id="22" creationId="{C4F792D7-99D1-4DF3-22F4-0421E63A31DD}"/>
          </ac:cxnSpMkLst>
        </pc:cxnChg>
        <pc:cxnChg chg="mod">
          <ac:chgData name="UBAID QURESHI" userId="dd4ae95d8f7c04fe" providerId="LiveId" clId="{AF920071-46B6-4E4C-A6D8-3E93B456AF12}" dt="2025-10-31T13:26:02.643" v="199" actId="208"/>
          <ac:cxnSpMkLst>
            <pc:docMk/>
            <pc:sldMk cId="2211017986" sldId="266"/>
            <ac:cxnSpMk id="23" creationId="{EA5E160A-823C-8052-69D0-25B3DEE54919}"/>
          </ac:cxnSpMkLst>
        </pc:cxnChg>
      </pc:sldChg>
      <pc:sldChg chg="addSp delSp modSp add mod ord">
        <pc:chgData name="UBAID QURESHI" userId="dd4ae95d8f7c04fe" providerId="LiveId" clId="{AF920071-46B6-4E4C-A6D8-3E93B456AF12}" dt="2025-10-31T14:01:18.887" v="386" actId="20577"/>
        <pc:sldMkLst>
          <pc:docMk/>
          <pc:sldMk cId="773634783" sldId="267"/>
        </pc:sldMkLst>
        <pc:spChg chg="mod">
          <ac:chgData name="UBAID QURESHI" userId="dd4ae95d8f7c04fe" providerId="LiveId" clId="{AF920071-46B6-4E4C-A6D8-3E93B456AF12}" dt="2025-10-31T13:47:20.420" v="262" actId="20577"/>
          <ac:spMkLst>
            <pc:docMk/>
            <pc:sldMk cId="773634783" sldId="267"/>
            <ac:spMk id="19" creationId="{D465AFE5-BE74-D0E0-089F-528CA2A11A18}"/>
          </ac:spMkLst>
        </pc:spChg>
        <pc:spChg chg="del">
          <ac:chgData name="UBAID QURESHI" userId="dd4ae95d8f7c04fe" providerId="LiveId" clId="{AF920071-46B6-4E4C-A6D8-3E93B456AF12}" dt="2025-10-31T13:47:28.850" v="263" actId="478"/>
          <ac:spMkLst>
            <pc:docMk/>
            <pc:sldMk cId="773634783" sldId="267"/>
            <ac:spMk id="21" creationId="{5EBD6461-FC38-B17D-61EE-1A87B067906D}"/>
          </ac:spMkLst>
        </pc:spChg>
        <pc:spChg chg="del">
          <ac:chgData name="UBAID QURESHI" userId="dd4ae95d8f7c04fe" providerId="LiveId" clId="{AF920071-46B6-4E4C-A6D8-3E93B456AF12}" dt="2025-10-31T13:46:02.905" v="241" actId="478"/>
          <ac:spMkLst>
            <pc:docMk/>
            <pc:sldMk cId="773634783" sldId="267"/>
            <ac:spMk id="25" creationId="{208E21D9-606B-5CFE-4CA1-D8F4B07164BA}"/>
          </ac:spMkLst>
        </pc:spChg>
        <pc:spChg chg="del">
          <ac:chgData name="UBAID QURESHI" userId="dd4ae95d8f7c04fe" providerId="LiveId" clId="{AF920071-46B6-4E4C-A6D8-3E93B456AF12}" dt="2025-10-31T13:46:04.484" v="242" actId="478"/>
          <ac:spMkLst>
            <pc:docMk/>
            <pc:sldMk cId="773634783" sldId="267"/>
            <ac:spMk id="26" creationId="{59E83F50-C3ED-A68F-72CC-D8273A593EFC}"/>
          </ac:spMkLst>
        </pc:spChg>
        <pc:spChg chg="add mod">
          <ac:chgData name="UBAID QURESHI" userId="dd4ae95d8f7c04fe" providerId="LiveId" clId="{AF920071-46B6-4E4C-A6D8-3E93B456AF12}" dt="2025-10-31T13:54:52.725" v="283" actId="1076"/>
          <ac:spMkLst>
            <pc:docMk/>
            <pc:sldMk cId="773634783" sldId="267"/>
            <ac:spMk id="28" creationId="{5D7E084D-9DDC-1F2A-BE0D-7C554BE135A6}"/>
          </ac:spMkLst>
        </pc:spChg>
        <pc:spChg chg="add mod">
          <ac:chgData name="UBAID QURESHI" userId="dd4ae95d8f7c04fe" providerId="LiveId" clId="{AF920071-46B6-4E4C-A6D8-3E93B456AF12}" dt="2025-10-31T13:57:42.438" v="316" actId="1076"/>
          <ac:spMkLst>
            <pc:docMk/>
            <pc:sldMk cId="773634783" sldId="267"/>
            <ac:spMk id="35" creationId="{55CD48F4-4C95-631E-6B85-4957C0E2E4F2}"/>
          </ac:spMkLst>
        </pc:spChg>
        <pc:spChg chg="add mod">
          <ac:chgData name="UBAID QURESHI" userId="dd4ae95d8f7c04fe" providerId="LiveId" clId="{AF920071-46B6-4E4C-A6D8-3E93B456AF12}" dt="2025-10-31T13:58:18.181" v="319" actId="207"/>
          <ac:spMkLst>
            <pc:docMk/>
            <pc:sldMk cId="773634783" sldId="267"/>
            <ac:spMk id="43" creationId="{2A3C9A33-9B6E-71EB-320B-C7A9F084D126}"/>
          </ac:spMkLst>
        </pc:spChg>
        <pc:spChg chg="add mod">
          <ac:chgData name="UBAID QURESHI" userId="dd4ae95d8f7c04fe" providerId="LiveId" clId="{AF920071-46B6-4E4C-A6D8-3E93B456AF12}" dt="2025-10-31T13:59:19.087" v="329" actId="207"/>
          <ac:spMkLst>
            <pc:docMk/>
            <pc:sldMk cId="773634783" sldId="267"/>
            <ac:spMk id="48" creationId="{7ECCEDB1-225A-D19D-6B5F-2E6351FC39C6}"/>
          </ac:spMkLst>
        </pc:spChg>
        <pc:spChg chg="add mod">
          <ac:chgData name="UBAID QURESHI" userId="dd4ae95d8f7c04fe" providerId="LiveId" clId="{AF920071-46B6-4E4C-A6D8-3E93B456AF12}" dt="2025-10-31T14:01:18.887" v="386" actId="20577"/>
          <ac:spMkLst>
            <pc:docMk/>
            <pc:sldMk cId="773634783" sldId="267"/>
            <ac:spMk id="49" creationId="{64127DBF-4A31-C076-D913-5BC7F4DECA1F}"/>
          </ac:spMkLst>
        </pc:spChg>
        <pc:grpChg chg="del">
          <ac:chgData name="UBAID QURESHI" userId="dd4ae95d8f7c04fe" providerId="LiveId" clId="{AF920071-46B6-4E4C-A6D8-3E93B456AF12}" dt="2025-10-31T13:46:00.730" v="240" actId="478"/>
          <ac:grpSpMkLst>
            <pc:docMk/>
            <pc:sldMk cId="773634783" sldId="267"/>
            <ac:grpSpMk id="9" creationId="{C140642B-2B86-C3E8-532F-394EA681F2B8}"/>
          </ac:grpSpMkLst>
        </pc:grpChg>
        <pc:picChg chg="add del mod">
          <ac:chgData name="UBAID QURESHI" userId="dd4ae95d8f7c04fe" providerId="LiveId" clId="{AF920071-46B6-4E4C-A6D8-3E93B456AF12}" dt="2025-10-31T13:53:16.120" v="266" actId="478"/>
          <ac:picMkLst>
            <pc:docMk/>
            <pc:sldMk cId="773634783" sldId="267"/>
            <ac:picMk id="5" creationId="{6226F1A6-962C-456C-77FF-17907A5153F2}"/>
          </ac:picMkLst>
        </pc:picChg>
        <pc:picChg chg="mod">
          <ac:chgData name="UBAID QURESHI" userId="dd4ae95d8f7c04fe" providerId="LiveId" clId="{AF920071-46B6-4E4C-A6D8-3E93B456AF12}" dt="2025-10-31T13:46:53.813" v="244" actId="1076"/>
          <ac:picMkLst>
            <pc:docMk/>
            <pc:sldMk cId="773634783" sldId="267"/>
            <ac:picMk id="24" creationId="{E7D8B9BA-4267-3291-09DE-F87A768C069F}"/>
          </ac:picMkLst>
        </pc:picChg>
        <pc:cxnChg chg="del">
          <ac:chgData name="UBAID QURESHI" userId="dd4ae95d8f7c04fe" providerId="LiveId" clId="{AF920071-46B6-4E4C-A6D8-3E93B456AF12}" dt="2025-10-31T13:45:59.238" v="239" actId="478"/>
          <ac:cxnSpMkLst>
            <pc:docMk/>
            <pc:sldMk cId="773634783" sldId="267"/>
            <ac:cxnSpMk id="6" creationId="{BB47974A-BEB3-69F4-BE02-6A4D68012C4F}"/>
          </ac:cxnSpMkLst>
        </pc:cxnChg>
        <pc:cxnChg chg="del">
          <ac:chgData name="UBAID QURESHI" userId="dd4ae95d8f7c04fe" providerId="LiveId" clId="{AF920071-46B6-4E4C-A6D8-3E93B456AF12}" dt="2025-10-31T13:46:40.953" v="243" actId="478"/>
          <ac:cxnSpMkLst>
            <pc:docMk/>
            <pc:sldMk cId="773634783" sldId="267"/>
            <ac:cxnSpMk id="12" creationId="{E71857E6-090B-D755-E06E-D1DD8DA4E595}"/>
          </ac:cxnSpMkLst>
        </pc:cxnChg>
        <pc:cxnChg chg="add mod">
          <ac:chgData name="UBAID QURESHI" userId="dd4ae95d8f7c04fe" providerId="LiveId" clId="{AF920071-46B6-4E4C-A6D8-3E93B456AF12}" dt="2025-10-31T13:53:38.460" v="269" actId="1582"/>
          <ac:cxnSpMkLst>
            <pc:docMk/>
            <pc:sldMk cId="773634783" sldId="267"/>
            <ac:cxnSpMk id="16" creationId="{80B20189-0737-D5CE-540D-A3FC04CE8B09}"/>
          </ac:cxnSpMkLst>
        </pc:cxnChg>
        <pc:cxnChg chg="add mod">
          <ac:chgData name="UBAID QURESHI" userId="dd4ae95d8f7c04fe" providerId="LiveId" clId="{AF920071-46B6-4E4C-A6D8-3E93B456AF12}" dt="2025-10-31T13:54:04.742" v="273" actId="1076"/>
          <ac:cxnSpMkLst>
            <pc:docMk/>
            <pc:sldMk cId="773634783" sldId="267"/>
            <ac:cxnSpMk id="20" creationId="{A3B36533-630C-1178-8294-BEC3F8DF1BE8}"/>
          </ac:cxnSpMkLst>
        </pc:cxnChg>
        <pc:cxnChg chg="add mod">
          <ac:chgData name="UBAID QURESHI" userId="dd4ae95d8f7c04fe" providerId="LiveId" clId="{AF920071-46B6-4E4C-A6D8-3E93B456AF12}" dt="2025-10-31T13:55:32.989" v="287" actId="208"/>
          <ac:cxnSpMkLst>
            <pc:docMk/>
            <pc:sldMk cId="773634783" sldId="267"/>
            <ac:cxnSpMk id="29" creationId="{49F8B3BE-03CB-5A11-8AD9-3FB97F8BCB29}"/>
          </ac:cxnSpMkLst>
        </pc:cxnChg>
        <pc:cxnChg chg="add mod">
          <ac:chgData name="UBAID QURESHI" userId="dd4ae95d8f7c04fe" providerId="LiveId" clId="{AF920071-46B6-4E4C-A6D8-3E93B456AF12}" dt="2025-10-31T13:55:43.143" v="290" actId="14100"/>
          <ac:cxnSpMkLst>
            <pc:docMk/>
            <pc:sldMk cId="773634783" sldId="267"/>
            <ac:cxnSpMk id="31" creationId="{BB26C096-E807-A433-6DAE-EF87EBD813BE}"/>
          </ac:cxnSpMkLst>
        </pc:cxnChg>
        <pc:cxnChg chg="add mod">
          <ac:chgData name="UBAID QURESHI" userId="dd4ae95d8f7c04fe" providerId="LiveId" clId="{AF920071-46B6-4E4C-A6D8-3E93B456AF12}" dt="2025-10-31T13:55:53.454" v="293" actId="14100"/>
          <ac:cxnSpMkLst>
            <pc:docMk/>
            <pc:sldMk cId="773634783" sldId="267"/>
            <ac:cxnSpMk id="33" creationId="{5541E9F3-004E-5C38-3B4E-42772DFCB6AF}"/>
          </ac:cxnSpMkLst>
        </pc:cxnChg>
        <pc:cxnChg chg="add mod">
          <ac:chgData name="UBAID QURESHI" userId="dd4ae95d8f7c04fe" providerId="LiveId" clId="{AF920071-46B6-4E4C-A6D8-3E93B456AF12}" dt="2025-10-31T13:57:19.053" v="309" actId="14100"/>
          <ac:cxnSpMkLst>
            <pc:docMk/>
            <pc:sldMk cId="773634783" sldId="267"/>
            <ac:cxnSpMk id="36" creationId="{7231E3C3-271E-E4B7-AE25-43440A8C9B7F}"/>
          </ac:cxnSpMkLst>
        </pc:cxnChg>
        <pc:cxnChg chg="add mod">
          <ac:chgData name="UBAID QURESHI" userId="dd4ae95d8f7c04fe" providerId="LiveId" clId="{AF920071-46B6-4E4C-A6D8-3E93B456AF12}" dt="2025-10-31T13:57:14.307" v="308" actId="1076"/>
          <ac:cxnSpMkLst>
            <pc:docMk/>
            <pc:sldMk cId="773634783" sldId="267"/>
            <ac:cxnSpMk id="38" creationId="{840C1C24-F891-7AB4-D8F8-8DA6757E2010}"/>
          </ac:cxnSpMkLst>
        </pc:cxnChg>
        <pc:cxnChg chg="add mod">
          <ac:chgData name="UBAID QURESHI" userId="dd4ae95d8f7c04fe" providerId="LiveId" clId="{AF920071-46B6-4E4C-A6D8-3E93B456AF12}" dt="2025-10-31T13:57:33.224" v="315" actId="1037"/>
          <ac:cxnSpMkLst>
            <pc:docMk/>
            <pc:sldMk cId="773634783" sldId="267"/>
            <ac:cxnSpMk id="41" creationId="{017B4B2C-343C-9924-8A3E-2D0AAF12397B}"/>
          </ac:cxnSpMkLst>
        </pc:cxnChg>
        <pc:cxnChg chg="add mod">
          <ac:chgData name="UBAID QURESHI" userId="dd4ae95d8f7c04fe" providerId="LiveId" clId="{AF920071-46B6-4E4C-A6D8-3E93B456AF12}" dt="2025-10-31T13:58:50.447" v="323" actId="208"/>
          <ac:cxnSpMkLst>
            <pc:docMk/>
            <pc:sldMk cId="773634783" sldId="267"/>
            <ac:cxnSpMk id="44" creationId="{3C3753E5-7FF5-EC23-40E5-DCA2636D31B9}"/>
          </ac:cxnSpMkLst>
        </pc:cxnChg>
        <pc:cxnChg chg="add mod">
          <ac:chgData name="UBAID QURESHI" userId="dd4ae95d8f7c04fe" providerId="LiveId" clId="{AF920071-46B6-4E4C-A6D8-3E93B456AF12}" dt="2025-10-31T13:59:06.180" v="326" actId="14100"/>
          <ac:cxnSpMkLst>
            <pc:docMk/>
            <pc:sldMk cId="773634783" sldId="267"/>
            <ac:cxnSpMk id="46" creationId="{7DFA3454-4F74-6CA0-AB76-DA449AA256E7}"/>
          </ac:cxnSpMkLst>
        </pc:cxnChg>
      </pc:sldChg>
      <pc:sldChg chg="delSp add mod">
        <pc:chgData name="UBAID QURESHI" userId="dd4ae95d8f7c04fe" providerId="LiveId" clId="{AF920071-46B6-4E4C-A6D8-3E93B456AF12}" dt="2025-10-31T13:59:56.392" v="344" actId="478"/>
        <pc:sldMkLst>
          <pc:docMk/>
          <pc:sldMk cId="1248370239" sldId="268"/>
        </pc:sldMkLst>
        <pc:spChg chg="del">
          <ac:chgData name="UBAID QURESHI" userId="dd4ae95d8f7c04fe" providerId="LiveId" clId="{AF920071-46B6-4E4C-A6D8-3E93B456AF12}" dt="2025-10-31T13:59:53.220" v="342" actId="478"/>
          <ac:spMkLst>
            <pc:docMk/>
            <pc:sldMk cId="1248370239" sldId="268"/>
            <ac:spMk id="28" creationId="{58AB43DA-E9EC-F72F-FF13-0DD99C17CFF8}"/>
          </ac:spMkLst>
        </pc:spChg>
        <pc:spChg chg="del">
          <ac:chgData name="UBAID QURESHI" userId="dd4ae95d8f7c04fe" providerId="LiveId" clId="{AF920071-46B6-4E4C-A6D8-3E93B456AF12}" dt="2025-10-31T13:59:54.458" v="343" actId="478"/>
          <ac:spMkLst>
            <pc:docMk/>
            <pc:sldMk cId="1248370239" sldId="268"/>
            <ac:spMk id="35" creationId="{7548ED70-A860-096A-3398-8E5926A71423}"/>
          </ac:spMkLst>
        </pc:spChg>
        <pc:spChg chg="del">
          <ac:chgData name="UBAID QURESHI" userId="dd4ae95d8f7c04fe" providerId="LiveId" clId="{AF920071-46B6-4E4C-A6D8-3E93B456AF12}" dt="2025-10-31T13:59:56.392" v="344" actId="478"/>
          <ac:spMkLst>
            <pc:docMk/>
            <pc:sldMk cId="1248370239" sldId="268"/>
            <ac:spMk id="43" creationId="{511FB908-6363-32FC-8282-7FF1F366C996}"/>
          </ac:spMkLst>
        </pc:spChg>
        <pc:spChg chg="del">
          <ac:chgData name="UBAID QURESHI" userId="dd4ae95d8f7c04fe" providerId="LiveId" clId="{AF920071-46B6-4E4C-A6D8-3E93B456AF12}" dt="2025-10-31T13:59:40.865" v="331" actId="478"/>
          <ac:spMkLst>
            <pc:docMk/>
            <pc:sldMk cId="1248370239" sldId="268"/>
            <ac:spMk id="48" creationId="{D018FE5B-F7A5-A4A2-1CB4-72E08AC95757}"/>
          </ac:spMkLst>
        </pc:spChg>
        <pc:cxnChg chg="del">
          <ac:chgData name="UBAID QURESHI" userId="dd4ae95d8f7c04fe" providerId="LiveId" clId="{AF920071-46B6-4E4C-A6D8-3E93B456AF12}" dt="2025-10-31T13:59:52.080" v="341" actId="478"/>
          <ac:cxnSpMkLst>
            <pc:docMk/>
            <pc:sldMk cId="1248370239" sldId="268"/>
            <ac:cxnSpMk id="16" creationId="{D00DC3C0-5968-332C-DD6C-5E8FAC0D6E78}"/>
          </ac:cxnSpMkLst>
        </pc:cxnChg>
        <pc:cxnChg chg="del">
          <ac:chgData name="UBAID QURESHI" userId="dd4ae95d8f7c04fe" providerId="LiveId" clId="{AF920071-46B6-4E4C-A6D8-3E93B456AF12}" dt="2025-10-31T13:59:51.230" v="340" actId="478"/>
          <ac:cxnSpMkLst>
            <pc:docMk/>
            <pc:sldMk cId="1248370239" sldId="268"/>
            <ac:cxnSpMk id="20" creationId="{0E223FE3-F346-314B-BFAF-F6F019049854}"/>
          </ac:cxnSpMkLst>
        </pc:cxnChg>
        <pc:cxnChg chg="del">
          <ac:chgData name="UBAID QURESHI" userId="dd4ae95d8f7c04fe" providerId="LiveId" clId="{AF920071-46B6-4E4C-A6D8-3E93B456AF12}" dt="2025-10-31T13:59:50.550" v="339" actId="478"/>
          <ac:cxnSpMkLst>
            <pc:docMk/>
            <pc:sldMk cId="1248370239" sldId="268"/>
            <ac:cxnSpMk id="29" creationId="{3BC64B6B-AFD7-D980-26F4-D359A01BE415}"/>
          </ac:cxnSpMkLst>
        </pc:cxnChg>
        <pc:cxnChg chg="del">
          <ac:chgData name="UBAID QURESHI" userId="dd4ae95d8f7c04fe" providerId="LiveId" clId="{AF920071-46B6-4E4C-A6D8-3E93B456AF12}" dt="2025-10-31T13:59:49.439" v="338" actId="478"/>
          <ac:cxnSpMkLst>
            <pc:docMk/>
            <pc:sldMk cId="1248370239" sldId="268"/>
            <ac:cxnSpMk id="31" creationId="{F82E9B1F-287F-9556-C393-FA7B3B5166CC}"/>
          </ac:cxnSpMkLst>
        </pc:cxnChg>
        <pc:cxnChg chg="del">
          <ac:chgData name="UBAID QURESHI" userId="dd4ae95d8f7c04fe" providerId="LiveId" clId="{AF920071-46B6-4E4C-A6D8-3E93B456AF12}" dt="2025-10-31T13:59:48.656" v="337" actId="478"/>
          <ac:cxnSpMkLst>
            <pc:docMk/>
            <pc:sldMk cId="1248370239" sldId="268"/>
            <ac:cxnSpMk id="33" creationId="{FA5362A7-B515-FD36-5005-C730BA397128}"/>
          </ac:cxnSpMkLst>
        </pc:cxnChg>
        <pc:cxnChg chg="del">
          <ac:chgData name="UBAID QURESHI" userId="dd4ae95d8f7c04fe" providerId="LiveId" clId="{AF920071-46B6-4E4C-A6D8-3E93B456AF12}" dt="2025-10-31T13:59:46.114" v="335" actId="478"/>
          <ac:cxnSpMkLst>
            <pc:docMk/>
            <pc:sldMk cId="1248370239" sldId="268"/>
            <ac:cxnSpMk id="36" creationId="{62679DC2-03A5-3748-2F25-4683FBABA199}"/>
          </ac:cxnSpMkLst>
        </pc:cxnChg>
        <pc:cxnChg chg="del">
          <ac:chgData name="UBAID QURESHI" userId="dd4ae95d8f7c04fe" providerId="LiveId" clId="{AF920071-46B6-4E4C-A6D8-3E93B456AF12}" dt="2025-10-31T13:59:44.659" v="334" actId="478"/>
          <ac:cxnSpMkLst>
            <pc:docMk/>
            <pc:sldMk cId="1248370239" sldId="268"/>
            <ac:cxnSpMk id="38" creationId="{D2E97D23-0AC7-FBAC-30E8-70DE7FAEAD93}"/>
          </ac:cxnSpMkLst>
        </pc:cxnChg>
        <pc:cxnChg chg="del">
          <ac:chgData name="UBAID QURESHI" userId="dd4ae95d8f7c04fe" providerId="LiveId" clId="{AF920071-46B6-4E4C-A6D8-3E93B456AF12}" dt="2025-10-31T13:59:47.600" v="336" actId="478"/>
          <ac:cxnSpMkLst>
            <pc:docMk/>
            <pc:sldMk cId="1248370239" sldId="268"/>
            <ac:cxnSpMk id="41" creationId="{36475B79-B757-2BB5-C749-112BA05FB9DA}"/>
          </ac:cxnSpMkLst>
        </pc:cxnChg>
        <pc:cxnChg chg="del">
          <ac:chgData name="UBAID QURESHI" userId="dd4ae95d8f7c04fe" providerId="LiveId" clId="{AF920071-46B6-4E4C-A6D8-3E93B456AF12}" dt="2025-10-31T13:59:42.797" v="332" actId="478"/>
          <ac:cxnSpMkLst>
            <pc:docMk/>
            <pc:sldMk cId="1248370239" sldId="268"/>
            <ac:cxnSpMk id="44" creationId="{60E225ED-FACC-750F-31BB-44FA34FDCC33}"/>
          </ac:cxnSpMkLst>
        </pc:cxnChg>
        <pc:cxnChg chg="del">
          <ac:chgData name="UBAID QURESHI" userId="dd4ae95d8f7c04fe" providerId="LiveId" clId="{AF920071-46B6-4E4C-A6D8-3E93B456AF12}" dt="2025-10-31T13:59:43.587" v="333" actId="478"/>
          <ac:cxnSpMkLst>
            <pc:docMk/>
            <pc:sldMk cId="1248370239" sldId="268"/>
            <ac:cxnSpMk id="46" creationId="{72B1F1D6-9A8E-A8B3-91FC-3E74694F6BA9}"/>
          </ac:cxnSpMkLst>
        </pc:cxnChg>
      </pc:sldChg>
      <pc:sldChg chg="addSp delSp modSp add mod">
        <pc:chgData name="UBAID QURESHI" userId="dd4ae95d8f7c04fe" providerId="LiveId" clId="{AF920071-46B6-4E4C-A6D8-3E93B456AF12}" dt="2025-10-31T14:03:11.866" v="406" actId="20577"/>
        <pc:sldMkLst>
          <pc:docMk/>
          <pc:sldMk cId="3670051450" sldId="269"/>
        </pc:sldMkLst>
        <pc:spChg chg="add mod">
          <ac:chgData name="UBAID QURESHI" userId="dd4ae95d8f7c04fe" providerId="LiveId" clId="{AF920071-46B6-4E4C-A6D8-3E93B456AF12}" dt="2025-10-31T14:03:11.866" v="406" actId="20577"/>
          <ac:spMkLst>
            <pc:docMk/>
            <pc:sldMk cId="3670051450" sldId="269"/>
            <ac:spMk id="12" creationId="{73C28F97-88D1-8206-21C1-88D4A331960C}"/>
          </ac:spMkLst>
        </pc:spChg>
        <pc:spChg chg="del">
          <ac:chgData name="UBAID QURESHI" userId="dd4ae95d8f7c04fe" providerId="LiveId" clId="{AF920071-46B6-4E4C-A6D8-3E93B456AF12}" dt="2025-10-31T14:01:56.685" v="389" actId="478"/>
          <ac:spMkLst>
            <pc:docMk/>
            <pc:sldMk cId="3670051450" sldId="269"/>
            <ac:spMk id="35" creationId="{8C7D5EC8-4F5D-3CD9-1649-C722FCC948FD}"/>
          </ac:spMkLst>
        </pc:spChg>
        <pc:spChg chg="mod">
          <ac:chgData name="UBAID QURESHI" userId="dd4ae95d8f7c04fe" providerId="LiveId" clId="{AF920071-46B6-4E4C-A6D8-3E93B456AF12}" dt="2025-10-31T14:02:35.211" v="400" actId="20577"/>
          <ac:spMkLst>
            <pc:docMk/>
            <pc:sldMk cId="3670051450" sldId="269"/>
            <ac:spMk id="43" creationId="{D900ECAF-3042-CD1D-A1C4-C9569F2F432A}"/>
          </ac:spMkLst>
        </pc:spChg>
        <pc:spChg chg="mod">
          <ac:chgData name="UBAID QURESHI" userId="dd4ae95d8f7c04fe" providerId="LiveId" clId="{AF920071-46B6-4E4C-A6D8-3E93B456AF12}" dt="2025-10-31T14:02:55.281" v="401" actId="14100"/>
          <ac:spMkLst>
            <pc:docMk/>
            <pc:sldMk cId="3670051450" sldId="269"/>
            <ac:spMk id="49" creationId="{48A5C0D2-150A-9935-4868-E2AA6D857121}"/>
          </ac:spMkLst>
        </pc:spChg>
        <pc:cxnChg chg="del">
          <ac:chgData name="UBAID QURESHI" userId="dd4ae95d8f7c04fe" providerId="LiveId" clId="{AF920071-46B6-4E4C-A6D8-3E93B456AF12}" dt="2025-10-31T14:01:59.806" v="391" actId="478"/>
          <ac:cxnSpMkLst>
            <pc:docMk/>
            <pc:sldMk cId="3670051450" sldId="269"/>
            <ac:cxnSpMk id="29" creationId="{CC35BAED-CD1D-CAE4-C7A1-1FDA891C3F6B}"/>
          </ac:cxnSpMkLst>
        </pc:cxnChg>
        <pc:cxnChg chg="del">
          <ac:chgData name="UBAID QURESHI" userId="dd4ae95d8f7c04fe" providerId="LiveId" clId="{AF920071-46B6-4E4C-A6D8-3E93B456AF12}" dt="2025-10-31T14:01:50.904" v="388" actId="478"/>
          <ac:cxnSpMkLst>
            <pc:docMk/>
            <pc:sldMk cId="3670051450" sldId="269"/>
            <ac:cxnSpMk id="31" creationId="{14D0869A-9DF5-839A-C0F9-961BDBA7BA4B}"/>
          </ac:cxnSpMkLst>
        </pc:cxnChg>
        <pc:cxnChg chg="del">
          <ac:chgData name="UBAID QURESHI" userId="dd4ae95d8f7c04fe" providerId="LiveId" clId="{AF920071-46B6-4E4C-A6D8-3E93B456AF12}" dt="2025-10-31T14:01:58.361" v="390" actId="478"/>
          <ac:cxnSpMkLst>
            <pc:docMk/>
            <pc:sldMk cId="3670051450" sldId="269"/>
            <ac:cxnSpMk id="33" creationId="{B54791EE-41A8-E5DA-2BF9-A6083F551D8E}"/>
          </ac:cxnSpMkLst>
        </pc:cxnChg>
        <pc:cxnChg chg="mod">
          <ac:chgData name="UBAID QURESHI" userId="dd4ae95d8f7c04fe" providerId="LiveId" clId="{AF920071-46B6-4E4C-A6D8-3E93B456AF12}" dt="2025-10-31T14:02:26.218" v="398" actId="14100"/>
          <ac:cxnSpMkLst>
            <pc:docMk/>
            <pc:sldMk cId="3670051450" sldId="269"/>
            <ac:cxnSpMk id="36" creationId="{EC6DE947-5E7E-06FD-1DC5-1CAE67ABD71C}"/>
          </ac:cxnSpMkLst>
        </pc:cxnChg>
        <pc:cxnChg chg="mod">
          <ac:chgData name="UBAID QURESHI" userId="dd4ae95d8f7c04fe" providerId="LiveId" clId="{AF920071-46B6-4E4C-A6D8-3E93B456AF12}" dt="2025-10-31T14:02:21.151" v="397" actId="14100"/>
          <ac:cxnSpMkLst>
            <pc:docMk/>
            <pc:sldMk cId="3670051450" sldId="269"/>
            <ac:cxnSpMk id="41" creationId="{6DC56CFF-A08A-58AD-52FC-F3CD426A58BD}"/>
          </ac:cxnSpMkLst>
        </pc:cxnChg>
      </pc:sldChg>
      <pc:sldChg chg="addSp modSp add mod">
        <pc:chgData name="UBAID QURESHI" userId="dd4ae95d8f7c04fe" providerId="LiveId" clId="{AF920071-46B6-4E4C-A6D8-3E93B456AF12}" dt="2025-10-31T14:05:00.164" v="426" actId="20577"/>
        <pc:sldMkLst>
          <pc:docMk/>
          <pc:sldMk cId="1810163636" sldId="270"/>
        </pc:sldMkLst>
        <pc:spChg chg="add mod">
          <ac:chgData name="UBAID QURESHI" userId="dd4ae95d8f7c04fe" providerId="LiveId" clId="{AF920071-46B6-4E4C-A6D8-3E93B456AF12}" dt="2025-10-31T14:05:00.164" v="426" actId="20577"/>
          <ac:spMkLst>
            <pc:docMk/>
            <pc:sldMk cId="1810163636" sldId="270"/>
            <ac:spMk id="22" creationId="{29683417-AF19-7397-3749-E1E0A2D7B7A3}"/>
          </ac:spMkLst>
        </pc:spChg>
        <pc:spChg chg="mod">
          <ac:chgData name="UBAID QURESHI" userId="dd4ae95d8f7c04fe" providerId="LiveId" clId="{AF920071-46B6-4E4C-A6D8-3E93B456AF12}" dt="2025-10-31T14:04:13.874" v="414" actId="1076"/>
          <ac:spMkLst>
            <pc:docMk/>
            <pc:sldMk cId="1810163636" sldId="270"/>
            <ac:spMk id="28" creationId="{5A69485D-0CA1-75D9-56F9-4B3B5067FF7D}"/>
          </ac:spMkLst>
        </pc:spChg>
        <pc:spChg chg="mod">
          <ac:chgData name="UBAID QURESHI" userId="dd4ae95d8f7c04fe" providerId="LiveId" clId="{AF920071-46B6-4E4C-A6D8-3E93B456AF12}" dt="2025-10-31T14:04:01.626" v="411" actId="20577"/>
          <ac:spMkLst>
            <pc:docMk/>
            <pc:sldMk cId="1810163636" sldId="270"/>
            <ac:spMk id="43" creationId="{2220E7C8-41FF-AC5A-120C-C47052ADC88C}"/>
          </ac:spMkLst>
        </pc:spChg>
        <pc:cxnChg chg="add mod">
          <ac:chgData name="UBAID QURESHI" userId="dd4ae95d8f7c04fe" providerId="LiveId" clId="{AF920071-46B6-4E4C-A6D8-3E93B456AF12}" dt="2025-10-31T14:04:31.372" v="419" actId="14100"/>
          <ac:cxnSpMkLst>
            <pc:docMk/>
            <pc:sldMk cId="1810163636" sldId="270"/>
            <ac:cxnSpMk id="13" creationId="{3ECB913A-5663-8FBC-932A-001FF38FE57C}"/>
          </ac:cxnSpMkLst>
        </pc:cxnChg>
        <pc:cxnChg chg="mod">
          <ac:chgData name="UBAID QURESHI" userId="dd4ae95d8f7c04fe" providerId="LiveId" clId="{AF920071-46B6-4E4C-A6D8-3E93B456AF12}" dt="2025-10-31T14:04:19.957" v="416" actId="14100"/>
          <ac:cxnSpMkLst>
            <pc:docMk/>
            <pc:sldMk cId="1810163636" sldId="270"/>
            <ac:cxnSpMk id="16" creationId="{77AB144B-CD8A-BBF7-0BC4-193824FCE46B}"/>
          </ac:cxnSpMkLst>
        </pc:cxnChg>
        <pc:cxnChg chg="mod">
          <ac:chgData name="UBAID QURESHI" userId="dd4ae95d8f7c04fe" providerId="LiveId" clId="{AF920071-46B6-4E4C-A6D8-3E93B456AF12}" dt="2025-10-31T14:04:07.734" v="412" actId="1076"/>
          <ac:cxnSpMkLst>
            <pc:docMk/>
            <pc:sldMk cId="1810163636" sldId="270"/>
            <ac:cxnSpMk id="20" creationId="{DB56A1A3-8E8B-20F6-6158-F3C1872450AF}"/>
          </ac:cxnSpMkLst>
        </pc:cxnChg>
        <pc:cxnChg chg="mod">
          <ac:chgData name="UBAID QURESHI" userId="dd4ae95d8f7c04fe" providerId="LiveId" clId="{AF920071-46B6-4E4C-A6D8-3E93B456AF12}" dt="2025-10-31T14:03:57.937" v="410" actId="1076"/>
          <ac:cxnSpMkLst>
            <pc:docMk/>
            <pc:sldMk cId="1810163636" sldId="270"/>
            <ac:cxnSpMk id="36" creationId="{491B7E3D-7A84-2FFD-0B5E-29BD88B32A96}"/>
          </ac:cxnSpMkLst>
        </pc:cxnChg>
        <pc:cxnChg chg="mod">
          <ac:chgData name="UBAID QURESHI" userId="dd4ae95d8f7c04fe" providerId="LiveId" clId="{AF920071-46B6-4E4C-A6D8-3E93B456AF12}" dt="2025-10-31T14:03:54.831" v="409" actId="14100"/>
          <ac:cxnSpMkLst>
            <pc:docMk/>
            <pc:sldMk cId="1810163636" sldId="270"/>
            <ac:cxnSpMk id="41" creationId="{45D1AB9B-CE74-091A-7F1D-A16B6841765E}"/>
          </ac:cxnSpMkLst>
        </pc:cxnChg>
      </pc:sldChg>
      <pc:sldChg chg="addSp delSp modSp add mod">
        <pc:chgData name="UBAID QURESHI" userId="dd4ae95d8f7c04fe" providerId="LiveId" clId="{AF920071-46B6-4E4C-A6D8-3E93B456AF12}" dt="2025-10-31T14:08:07.077" v="458" actId="20577"/>
        <pc:sldMkLst>
          <pc:docMk/>
          <pc:sldMk cId="2817739038" sldId="271"/>
        </pc:sldMkLst>
        <pc:spChg chg="mod">
          <ac:chgData name="UBAID QURESHI" userId="dd4ae95d8f7c04fe" providerId="LiveId" clId="{AF920071-46B6-4E4C-A6D8-3E93B456AF12}" dt="2025-10-31T14:06:34.764" v="440" actId="1076"/>
          <ac:spMkLst>
            <pc:docMk/>
            <pc:sldMk cId="2817739038" sldId="271"/>
            <ac:spMk id="4" creationId="{191BE919-8F70-5A31-8ED2-12503325056E}"/>
          </ac:spMkLst>
        </pc:spChg>
        <pc:spChg chg="add mod">
          <ac:chgData name="UBAID QURESHI" userId="dd4ae95d8f7c04fe" providerId="LiveId" clId="{AF920071-46B6-4E4C-A6D8-3E93B456AF12}" dt="2025-10-31T14:08:07.077" v="458" actId="20577"/>
          <ac:spMkLst>
            <pc:docMk/>
            <pc:sldMk cId="2817739038" sldId="271"/>
            <ac:spMk id="27" creationId="{F642CBD3-598C-363F-3DCF-33481B86B1C3}"/>
          </ac:spMkLst>
        </pc:spChg>
        <pc:spChg chg="mod">
          <ac:chgData name="UBAID QURESHI" userId="dd4ae95d8f7c04fe" providerId="LiveId" clId="{AF920071-46B6-4E4C-A6D8-3E93B456AF12}" dt="2025-10-31T14:06:08.428" v="436" actId="1076"/>
          <ac:spMkLst>
            <pc:docMk/>
            <pc:sldMk cId="2817739038" sldId="271"/>
            <ac:spMk id="28" creationId="{0B4B5334-735A-8770-B34E-D0ECD91777CE}"/>
          </ac:spMkLst>
        </pc:spChg>
        <pc:spChg chg="mod">
          <ac:chgData name="UBAID QURESHI" userId="dd4ae95d8f7c04fe" providerId="LiveId" clId="{AF920071-46B6-4E4C-A6D8-3E93B456AF12}" dt="2025-10-31T14:07:37.518" v="451" actId="1076"/>
          <ac:spMkLst>
            <pc:docMk/>
            <pc:sldMk cId="2817739038" sldId="271"/>
            <ac:spMk id="43" creationId="{AFDE0752-B4E0-D2AF-155F-C7A7453E1663}"/>
          </ac:spMkLst>
        </pc:spChg>
        <pc:spChg chg="mod">
          <ac:chgData name="UBAID QURESHI" userId="dd4ae95d8f7c04fe" providerId="LiveId" clId="{AF920071-46B6-4E4C-A6D8-3E93B456AF12}" dt="2025-10-31T14:07:29.114" v="450" actId="20577"/>
          <ac:spMkLst>
            <pc:docMk/>
            <pc:sldMk cId="2817739038" sldId="271"/>
            <ac:spMk id="48" creationId="{8D0583D3-177F-F092-00B4-311B9EF112C1}"/>
          </ac:spMkLst>
        </pc:spChg>
        <pc:cxnChg chg="del mod">
          <ac:chgData name="UBAID QURESHI" userId="dd4ae95d8f7c04fe" providerId="LiveId" clId="{AF920071-46B6-4E4C-A6D8-3E93B456AF12}" dt="2025-10-31T14:05:47.164" v="430" actId="478"/>
          <ac:cxnSpMkLst>
            <pc:docMk/>
            <pc:sldMk cId="2817739038" sldId="271"/>
            <ac:cxnSpMk id="13" creationId="{EC17EAE2-81F2-702F-6588-6C2A60CF5344}"/>
          </ac:cxnSpMkLst>
        </pc:cxnChg>
        <pc:cxnChg chg="mod">
          <ac:chgData name="UBAID QURESHI" userId="dd4ae95d8f7c04fe" providerId="LiveId" clId="{AF920071-46B6-4E4C-A6D8-3E93B456AF12}" dt="2025-10-31T14:05:54.683" v="432" actId="1076"/>
          <ac:cxnSpMkLst>
            <pc:docMk/>
            <pc:sldMk cId="2817739038" sldId="271"/>
            <ac:cxnSpMk id="16" creationId="{C74478A8-B263-22AC-A060-48FCCE6AAD5E}"/>
          </ac:cxnSpMkLst>
        </pc:cxnChg>
        <pc:cxnChg chg="mod">
          <ac:chgData name="UBAID QURESHI" userId="dd4ae95d8f7c04fe" providerId="LiveId" clId="{AF920071-46B6-4E4C-A6D8-3E93B456AF12}" dt="2025-10-31T14:06:01.410" v="434" actId="14100"/>
          <ac:cxnSpMkLst>
            <pc:docMk/>
            <pc:sldMk cId="2817739038" sldId="271"/>
            <ac:cxnSpMk id="20" creationId="{E89F5142-24E6-8BA6-408D-398EE56DA9CB}"/>
          </ac:cxnSpMkLst>
        </pc:cxnChg>
        <pc:cxnChg chg="mod">
          <ac:chgData name="UBAID QURESHI" userId="dd4ae95d8f7c04fe" providerId="LiveId" clId="{AF920071-46B6-4E4C-A6D8-3E93B456AF12}" dt="2025-10-31T14:06:32.200" v="438" actId="14100"/>
          <ac:cxnSpMkLst>
            <pc:docMk/>
            <pc:sldMk cId="2817739038" sldId="271"/>
            <ac:cxnSpMk id="36" creationId="{C5595190-D543-B98D-C2F3-A9E32218E1FB}"/>
          </ac:cxnSpMkLst>
        </pc:cxnChg>
        <pc:cxnChg chg="mod">
          <ac:chgData name="UBAID QURESHI" userId="dd4ae95d8f7c04fe" providerId="LiveId" clId="{AF920071-46B6-4E4C-A6D8-3E93B456AF12}" dt="2025-10-31T14:06:50.760" v="444" actId="1035"/>
          <ac:cxnSpMkLst>
            <pc:docMk/>
            <pc:sldMk cId="2817739038" sldId="271"/>
            <ac:cxnSpMk id="38" creationId="{1273E94D-836E-206C-DAD0-245592CC37B1}"/>
          </ac:cxnSpMkLst>
        </pc:cxnChg>
        <pc:cxnChg chg="mod">
          <ac:chgData name="UBAID QURESHI" userId="dd4ae95d8f7c04fe" providerId="LiveId" clId="{AF920071-46B6-4E4C-A6D8-3E93B456AF12}" dt="2025-10-31T14:06:41.324" v="441" actId="1076"/>
          <ac:cxnSpMkLst>
            <pc:docMk/>
            <pc:sldMk cId="2817739038" sldId="271"/>
            <ac:cxnSpMk id="41" creationId="{43E3AF81-AB7F-6585-12B4-0B36B6807D1A}"/>
          </ac:cxnSpMkLst>
        </pc:cxnChg>
        <pc:cxnChg chg="mod">
          <ac:chgData name="UBAID QURESHI" userId="dd4ae95d8f7c04fe" providerId="LiveId" clId="{AF920071-46B6-4E4C-A6D8-3E93B456AF12}" dt="2025-10-31T14:07:17.859" v="448" actId="14100"/>
          <ac:cxnSpMkLst>
            <pc:docMk/>
            <pc:sldMk cId="2817739038" sldId="271"/>
            <ac:cxnSpMk id="44" creationId="{E0CEE69F-2F32-6591-1B22-62EED0A1159E}"/>
          </ac:cxnSpMkLst>
        </pc:cxnChg>
        <pc:cxnChg chg="mod">
          <ac:chgData name="UBAID QURESHI" userId="dd4ae95d8f7c04fe" providerId="LiveId" clId="{AF920071-46B6-4E4C-A6D8-3E93B456AF12}" dt="2025-10-31T14:07:24.797" v="449" actId="14100"/>
          <ac:cxnSpMkLst>
            <pc:docMk/>
            <pc:sldMk cId="2817739038" sldId="271"/>
            <ac:cxnSpMk id="46" creationId="{63BC9876-A9CF-E417-2D36-0CA49094540C}"/>
          </ac:cxnSpMkLst>
        </pc:cxnChg>
      </pc:sldChg>
      <pc:sldChg chg="addSp delSp modSp add mod">
        <pc:chgData name="UBAID QURESHI" userId="dd4ae95d8f7c04fe" providerId="LiveId" clId="{AF920071-46B6-4E4C-A6D8-3E93B456AF12}" dt="2025-10-31T14:09:30.071" v="476" actId="20577"/>
        <pc:sldMkLst>
          <pc:docMk/>
          <pc:sldMk cId="779351561" sldId="272"/>
        </pc:sldMkLst>
        <pc:spChg chg="add mod">
          <ac:chgData name="UBAID QURESHI" userId="dd4ae95d8f7c04fe" providerId="LiveId" clId="{AF920071-46B6-4E4C-A6D8-3E93B456AF12}" dt="2025-10-31T14:09:30.071" v="476" actId="20577"/>
          <ac:spMkLst>
            <pc:docMk/>
            <pc:sldMk cId="779351561" sldId="272"/>
            <ac:spMk id="9" creationId="{089603F2-7505-A182-EA7E-E66885D13440}"/>
          </ac:spMkLst>
        </pc:spChg>
        <pc:spChg chg="del">
          <ac:chgData name="UBAID QURESHI" userId="dd4ae95d8f7c04fe" providerId="LiveId" clId="{AF920071-46B6-4E4C-A6D8-3E93B456AF12}" dt="2025-10-31T14:08:44.693" v="464" actId="478"/>
          <ac:spMkLst>
            <pc:docMk/>
            <pc:sldMk cId="779351561" sldId="272"/>
            <ac:spMk id="28" creationId="{59370718-8CCC-3998-F32D-6E5B0752A3B5}"/>
          </ac:spMkLst>
        </pc:spChg>
        <pc:spChg chg="mod">
          <ac:chgData name="UBAID QURESHI" userId="dd4ae95d8f7c04fe" providerId="LiveId" clId="{AF920071-46B6-4E4C-A6D8-3E93B456AF12}" dt="2025-10-31T14:09:13.455" v="471" actId="20577"/>
          <ac:spMkLst>
            <pc:docMk/>
            <pc:sldMk cId="779351561" sldId="272"/>
            <ac:spMk id="43" creationId="{7A57F126-9A06-DEC2-B346-AFB07B956EC4}"/>
          </ac:spMkLst>
        </pc:spChg>
        <pc:cxnChg chg="del">
          <ac:chgData name="UBAID QURESHI" userId="dd4ae95d8f7c04fe" providerId="LiveId" clId="{AF920071-46B6-4E4C-A6D8-3E93B456AF12}" dt="2025-10-31T14:08:41.382" v="462" actId="478"/>
          <ac:cxnSpMkLst>
            <pc:docMk/>
            <pc:sldMk cId="779351561" sldId="272"/>
            <ac:cxnSpMk id="16" creationId="{A327D850-07D8-5AAB-C471-E032C0A41F20}"/>
          </ac:cxnSpMkLst>
        </pc:cxnChg>
        <pc:cxnChg chg="del">
          <ac:chgData name="UBAID QURESHI" userId="dd4ae95d8f7c04fe" providerId="LiveId" clId="{AF920071-46B6-4E4C-A6D8-3E93B456AF12}" dt="2025-10-31T14:08:42.653" v="463" actId="478"/>
          <ac:cxnSpMkLst>
            <pc:docMk/>
            <pc:sldMk cId="779351561" sldId="272"/>
            <ac:cxnSpMk id="20" creationId="{143DDC1B-0868-EB14-7A4E-3744E9990D51}"/>
          </ac:cxnSpMkLst>
        </pc:cxnChg>
        <pc:cxnChg chg="add del mod">
          <ac:chgData name="UBAID QURESHI" userId="dd4ae95d8f7c04fe" providerId="LiveId" clId="{AF920071-46B6-4E4C-A6D8-3E93B456AF12}" dt="2025-10-31T14:08:49.733" v="466" actId="14100"/>
          <ac:cxnSpMkLst>
            <pc:docMk/>
            <pc:sldMk cId="779351561" sldId="272"/>
            <ac:cxnSpMk id="36" creationId="{45B44B57-470B-FBCB-3C00-4244C3F36C91}"/>
          </ac:cxnSpMkLst>
        </pc:cxnChg>
        <pc:cxnChg chg="mod">
          <ac:chgData name="UBAID QURESHI" userId="dd4ae95d8f7c04fe" providerId="LiveId" clId="{AF920071-46B6-4E4C-A6D8-3E93B456AF12}" dt="2025-10-31T14:08:59.753" v="467" actId="14100"/>
          <ac:cxnSpMkLst>
            <pc:docMk/>
            <pc:sldMk cId="779351561" sldId="272"/>
            <ac:cxnSpMk id="41" creationId="{F3418852-659B-3D78-7D7A-AE15A7A8FBDC}"/>
          </ac:cxnSpMkLst>
        </pc:cxnChg>
      </pc:sldChg>
      <pc:sldChg chg="addSp modSp add mod">
        <pc:chgData name="UBAID QURESHI" userId="dd4ae95d8f7c04fe" providerId="LiveId" clId="{AF920071-46B6-4E4C-A6D8-3E93B456AF12}" dt="2025-10-31T14:10:36.613" v="485" actId="1076"/>
        <pc:sldMkLst>
          <pc:docMk/>
          <pc:sldMk cId="1428220525" sldId="273"/>
        </pc:sldMkLst>
        <pc:spChg chg="mod">
          <ac:chgData name="UBAID QURESHI" userId="dd4ae95d8f7c04fe" providerId="LiveId" clId="{AF920071-46B6-4E4C-A6D8-3E93B456AF12}" dt="2025-10-31T14:09:54.471" v="478" actId="208"/>
          <ac:spMkLst>
            <pc:docMk/>
            <pc:sldMk cId="1428220525" sldId="273"/>
            <ac:spMk id="4" creationId="{368FE37D-4854-0C83-C347-AE56E694F6BF}"/>
          </ac:spMkLst>
        </pc:spChg>
        <pc:spChg chg="add mod">
          <ac:chgData name="UBAID QURESHI" userId="dd4ae95d8f7c04fe" providerId="LiveId" clId="{AF920071-46B6-4E4C-A6D8-3E93B456AF12}" dt="2025-10-31T14:10:36.613" v="485" actId="1076"/>
          <ac:spMkLst>
            <pc:docMk/>
            <pc:sldMk cId="1428220525" sldId="273"/>
            <ac:spMk id="6" creationId="{D4B3DFB4-1C08-3198-6E28-BF19A03B0B7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440A-28A5-CA8B-1885-8463E5462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68564-20F3-8AD3-A42A-95E6E0F02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334C4-567A-60E1-10D9-CCB1535D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61F40-6543-990E-2D69-3AF4D7390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DBA7E-2E48-E5E9-9BD6-0641CE06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89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6154-5FDC-42FF-204A-A769D7078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C2C4-3BA6-9C71-846F-AA9B6265A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8C661-523C-281C-7D1C-A763BC67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1B323-F20A-7E80-EC6C-4CD140F4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203A-0F01-D9F4-373C-64B88D24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10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4417-D79C-9A90-EDFB-A66827A0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D1245-81A4-F0B7-7A86-1A3268BD5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5FDFB-41B8-22A5-3F07-97ADA3DA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F8F60-9389-B04E-BE90-823C6C3F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68FE2-3ABB-31CA-F5FF-0BC0561C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26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CB1A8-F7D4-1326-7147-3513E7B46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B83FC-D8DB-ED41-B5D2-C5DB4F93F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06D9A-48E4-FAD7-85B8-40A003CB0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833B1-0144-38A5-2B06-E2D86723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5EC45-8CD8-850A-7776-12E6008D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DADDA-F1F5-973B-8027-79E8D132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85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CA6F-1003-CA11-BB94-20AEF99D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0B83C-BF26-F45D-079D-A9DD1C2C7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5830A-EE5F-31FD-79EF-2F85CED13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E7174-997B-5691-16BA-475560BFC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7DE5D-65FE-50D8-9DB3-944B0D8A7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D384F6-9208-A0D1-13A4-31A2DAA0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23290-240F-DF71-CE0F-CF3ADBCB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E314B-A970-C968-93BF-4D6DC8A5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70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8EB2-A113-18B3-FF11-2CCB08A7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1DE6E-E8CE-47F4-2B47-34CC948B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D1AD0-F906-D8A3-66A8-50E23738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18B37-87D4-0C46-5F05-345D7F13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80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6B743-E9A2-4F2B-D6F6-B5C6C5DA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5A779-134A-43FA-BF60-9A4EA791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E6CE4-3B99-3C48-2102-F0FBDB1D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55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2867-0108-77D6-FF67-667B4BCC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ABE91-08A2-C7A5-5219-91E33804E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DDCD5-0B73-EB6B-BAAA-CCE0CE23E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BE3B9-44CE-CB1D-43F7-61B2E3BE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12D8C-1EC9-6846-4F3A-E0EB971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B713A-34C1-BE94-1733-198419A1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74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3D28-E4AD-8B37-E260-0C6358BE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95EE2-62F0-DFB8-D1D0-D768F84E9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21A63-C136-4E90-CFFF-71015CD00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81306-F47F-5BF6-235A-649C1329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F18D3-FB2C-C0EB-FE14-272F361D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A0468-B5A3-D78E-79FC-A0E70644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46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BB2E3-712B-D7C1-9997-AA99C9E0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CD21E-BA28-2C00-1C4C-26AF5A2D6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6FAE-50BF-3DBA-F21B-4B0306B3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0CE73-F3D1-1464-59BF-08389F21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329BC-2A2E-712C-E69A-3AB063BE1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32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437B74-95AB-4F41-5322-CB58E07EC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0D681-D255-5D4C-74C8-A69C5488B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D4C9C-3283-9CA5-AE7B-03152FA1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38606-FB6F-8E63-72A6-6FEE0BA3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74F35-9A12-5534-41F6-E7519F85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03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497C4-5653-E1F2-9C17-09E85CBE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5D452-BD43-E297-50C9-1629FA9AF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415EF-524F-3546-7BCB-34A78E34C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46089-E4A5-4A59-8551-21F902044EAD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FE203-346E-4FAB-B315-423687936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378B4-6B02-1B65-788F-25BC096E5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C776C-0768-47A8-847D-95CCC114F5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12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1822-EBD6-9960-8E6A-7377E84D4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E710A-9124-93C5-534B-B251DBB522E3}"/>
              </a:ext>
            </a:extLst>
          </p:cNvPr>
          <p:cNvSpPr txBox="1"/>
          <p:nvPr/>
        </p:nvSpPr>
        <p:spPr>
          <a:xfrm>
            <a:off x="2270466" y="2705725"/>
            <a:ext cx="140921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Climbing Stairs</a:t>
            </a:r>
            <a:endParaRPr lang="en-IN" sz="8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800A-F044-275C-C9A6-1D9FC2FA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9EC8-7A77-9108-72F4-3C10A77C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5585A-763B-7DB3-EAE9-8D4542BA4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AFCE7-B063-E3AD-63B4-7362406BD4D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44BC1F-AC1F-CBB4-2164-7B969FDC1E50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E40929D0-7281-884D-968D-FE4CCF51A445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B8DDC1F8-5D5F-9944-9770-289C7B888F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72BEF7E0-BA5E-E625-ECD8-231AB433BD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2A61CE84-4293-C16C-62E5-952B194B04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C3E0053B-A606-316B-8856-DEDFCA305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A713B503-CC8F-6942-4E9A-C7A93F902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CFFD97-4EAA-AB41-98A0-36FCE9ADC4E3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08959A-F677-BF5E-82CB-5874C56B792A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C1CB22-4246-85BD-72EF-BA3649C47145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</p:spTree>
    <p:extLst>
      <p:ext uri="{BB962C8B-B14F-4D97-AF65-F5344CB8AC3E}">
        <p14:creationId xmlns:p14="http://schemas.microsoft.com/office/powerpoint/2010/main" val="270153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C116-D13E-0485-669E-DB192E1A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D62A-6BC5-0A25-1D24-3BE6B929CC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A76D6-8EA9-2134-EA84-10C9B1592B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A43DC7-AD22-4C12-4A66-154A5A43476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7C3E34-F7B1-E4E6-F707-9A0BA8364033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55EFA639-D212-0D5E-4E31-B7C2B81EF137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79CEE9CD-D875-F515-7EDB-ED8A3DB42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5E3F8E75-F45C-2BF8-0B4E-DD27D1F4F7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1020E9EB-7A9B-B9C8-5B98-AB7B702796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1DF53BAC-1B4A-5604-BE95-709BDE188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E7989D32-C1B4-0216-414D-BADFCF14A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BD0F23-E4B9-781F-D4BF-CEA3EA78F444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4BC810-1ED3-9C03-5EBF-49920FCB3624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787CAE-7BE7-ECAA-871C-88A75A00DDB7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pic>
        <p:nvPicPr>
          <p:cNvPr id="6" name="Graphic 5" descr="Walk with solid fill">
            <a:extLst>
              <a:ext uri="{FF2B5EF4-FFF2-40B4-BE49-F238E27FC236}">
                <a16:creationId xmlns:a16="http://schemas.microsoft.com/office/drawing/2014/main" id="{FFF4A481-AB33-2325-97E4-0F04CE068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3191">
            <a:off x="3767715" y="3893920"/>
            <a:ext cx="914400" cy="914400"/>
          </a:xfrm>
          <a:prstGeom prst="rect">
            <a:avLst/>
          </a:prstGeom>
        </p:spPr>
      </p:pic>
      <p:pic>
        <p:nvPicPr>
          <p:cNvPr id="9" name="Graphic 8" descr="Walk with solid fill">
            <a:extLst>
              <a:ext uri="{FF2B5EF4-FFF2-40B4-BE49-F238E27FC236}">
                <a16:creationId xmlns:a16="http://schemas.microsoft.com/office/drawing/2014/main" id="{2AC136DF-5D41-C8E4-383B-A3DF60BD2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3191">
            <a:off x="4542605" y="3235647"/>
            <a:ext cx="914400" cy="9144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323F9E-621D-D524-F53B-48F51154CBE7}"/>
              </a:ext>
            </a:extLst>
          </p:cNvPr>
          <p:cNvCxnSpPr>
            <a:cxnSpLocks/>
          </p:cNvCxnSpPr>
          <p:nvPr/>
        </p:nvCxnSpPr>
        <p:spPr>
          <a:xfrm flipV="1">
            <a:off x="4224915" y="3428999"/>
            <a:ext cx="540910" cy="381209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0C4E736-A310-8765-2065-9217D138121C}"/>
              </a:ext>
            </a:extLst>
          </p:cNvPr>
          <p:cNvSpPr txBox="1"/>
          <p:nvPr/>
        </p:nvSpPr>
        <p:spPr>
          <a:xfrm rot="19396298">
            <a:off x="3749028" y="3033792"/>
            <a:ext cx="1492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/>
                </a:solidFill>
              </a:rPr>
              <a:t>1 Step</a:t>
            </a:r>
          </a:p>
        </p:txBody>
      </p:sp>
    </p:spTree>
    <p:extLst>
      <p:ext uri="{BB962C8B-B14F-4D97-AF65-F5344CB8AC3E}">
        <p14:creationId xmlns:p14="http://schemas.microsoft.com/office/powerpoint/2010/main" val="82379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BC44-9A7B-0EF5-C213-5BC7B170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9E9E-432D-D3CE-83E9-37036E808F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64107-65F7-E231-86A5-0D37CB29F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FA81C-435D-F5C0-5C6C-F03E11D7399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B58285-12DC-1B68-B4DA-0B79DAB2C8DE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BF944C22-D0E6-7FF9-81F0-8AD9E51DFBD3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C4DD407D-D804-521D-6CC7-0CE78844D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CAB7A08C-4773-8161-9171-D3EFC5617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1EAFBAA4-1641-7EE5-752D-55463FD9E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4242B9F8-ABD1-A0D6-9457-BBAA2EC90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11ABB060-53FD-E982-B85B-6AE5A9705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D47520-0449-C915-2699-ED9BC20C1B07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E18905-9642-86A2-F9A6-2E9211723DCB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FC6675-E019-FAAD-4C29-52E7649B0B55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pic>
        <p:nvPicPr>
          <p:cNvPr id="6" name="Graphic 5" descr="Walk with solid fill">
            <a:extLst>
              <a:ext uri="{FF2B5EF4-FFF2-40B4-BE49-F238E27FC236}">
                <a16:creationId xmlns:a16="http://schemas.microsoft.com/office/drawing/2014/main" id="{9884AB33-9EF0-FD3C-2DF4-B1834FB14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3191">
            <a:off x="3767715" y="3893920"/>
            <a:ext cx="914400" cy="914400"/>
          </a:xfrm>
          <a:prstGeom prst="rect">
            <a:avLst/>
          </a:prstGeom>
        </p:spPr>
      </p:pic>
      <p:pic>
        <p:nvPicPr>
          <p:cNvPr id="9" name="Graphic 8" descr="Walk with solid fill">
            <a:extLst>
              <a:ext uri="{FF2B5EF4-FFF2-40B4-BE49-F238E27FC236}">
                <a16:creationId xmlns:a16="http://schemas.microsoft.com/office/drawing/2014/main" id="{D02F6C2A-688C-1457-4D5F-16784A419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3191">
            <a:off x="5133555" y="2621862"/>
            <a:ext cx="914400" cy="9144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9ADD82-14D6-A02F-8EDC-F8271F0108DB}"/>
              </a:ext>
            </a:extLst>
          </p:cNvPr>
          <p:cNvCxnSpPr>
            <a:cxnSpLocks/>
          </p:cNvCxnSpPr>
          <p:nvPr/>
        </p:nvCxnSpPr>
        <p:spPr>
          <a:xfrm flipV="1">
            <a:off x="4224915" y="3079062"/>
            <a:ext cx="1081823" cy="731146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AE3CAE-B188-D201-0EA0-DEFB1F65CF8A}"/>
              </a:ext>
            </a:extLst>
          </p:cNvPr>
          <p:cNvSpPr txBox="1"/>
          <p:nvPr/>
        </p:nvSpPr>
        <p:spPr>
          <a:xfrm rot="19586092">
            <a:off x="4136921" y="2871122"/>
            <a:ext cx="1492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/>
                </a:solidFill>
              </a:rPr>
              <a:t>2 Step</a:t>
            </a:r>
          </a:p>
        </p:txBody>
      </p:sp>
    </p:spTree>
    <p:extLst>
      <p:ext uri="{BB962C8B-B14F-4D97-AF65-F5344CB8AC3E}">
        <p14:creationId xmlns:p14="http://schemas.microsoft.com/office/powerpoint/2010/main" val="318262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C78F-A8FE-7374-5F2E-4DEFF0F6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E31-B59D-0A61-1184-0E94F0E6E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BF3C0-95D3-BAF8-C4F5-F7BA4D655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AF03D-49FC-BA76-DA43-50654E41FE4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3DAC08-117F-6492-FF0A-398835886DE4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1A4D3824-8658-0BD8-57B3-C27AC638F5D7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BDDCDAFD-7CAB-182C-860B-0E01C99B07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EB837E18-54D5-4E7F-397D-D95DF98007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FB2E972E-F30E-5FDD-F5CF-4E1C1BEF9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22AAE53F-10C8-9ADB-29C2-611386C5C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9975880E-3BDD-AC95-65D0-4768774A1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8D23B3-C1F7-B288-C3FA-5D67CBC13479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D45859-99B6-EF28-61E8-BAE6A348FDC7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528F01-BD1A-D24C-07E4-25E00C3ACD89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74D19-278D-8E28-F0BD-CC746913E393}"/>
              </a:ext>
            </a:extLst>
          </p:cNvPr>
          <p:cNvSpPr txBox="1"/>
          <p:nvPr/>
        </p:nvSpPr>
        <p:spPr>
          <a:xfrm>
            <a:off x="-2144928" y="2001333"/>
            <a:ext cx="791644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02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AA6F-44F7-3A29-FCE0-ED12D508E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D882-296A-380C-45CB-9C64D0FFC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97185-2D86-6786-73D4-1C0C0B15F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FE2B1-B609-693A-068A-3FD9C05C436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E5E96D-8BD2-69A1-9668-2375F8765120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DF94F6E1-FED0-3402-88A3-FFB5285B679B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C1A72DB9-3590-EAC8-D3A0-AC167F3AC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C166FADE-2690-BB82-443B-6C5A60059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06A0987C-5454-3E42-3CF1-87CD72A0C0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78C0A832-EEC8-F8E9-B859-C5E83DF659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9B57F6D6-6CAF-A6C5-4EAD-C206A9720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F6CAEC-5DF5-1C15-1DF6-EF7517D2B029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7AA3DD-50C2-A2A5-5C11-BF063FF7B6B2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E0A92F-6A19-0CC3-8599-05AF78B532AC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037358-366D-7C68-9997-4BAFC3B36274}"/>
              </a:ext>
            </a:extLst>
          </p:cNvPr>
          <p:cNvSpPr txBox="1"/>
          <p:nvPr/>
        </p:nvSpPr>
        <p:spPr>
          <a:xfrm>
            <a:off x="-2144928" y="2001333"/>
            <a:ext cx="791644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2" name="Graphic 21" descr="Walk with solid fill">
            <a:extLst>
              <a:ext uri="{FF2B5EF4-FFF2-40B4-BE49-F238E27FC236}">
                <a16:creationId xmlns:a16="http://schemas.microsoft.com/office/drawing/2014/main" id="{8455AD44-2F4F-920C-FAA0-ADF048016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3191">
            <a:off x="5138875" y="2663807"/>
            <a:ext cx="876852" cy="876852"/>
          </a:xfrm>
          <a:prstGeom prst="rect">
            <a:avLst/>
          </a:prstGeom>
        </p:spPr>
      </p:pic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102CADB4-1AAD-6B31-3374-0430061188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3753" y="1994892"/>
            <a:ext cx="914400" cy="914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061735-ADF9-0CD1-7CAC-7D43912BDE4F}"/>
              </a:ext>
            </a:extLst>
          </p:cNvPr>
          <p:cNvCxnSpPr>
            <a:cxnSpLocks/>
          </p:cNvCxnSpPr>
          <p:nvPr/>
        </p:nvCxnSpPr>
        <p:spPr>
          <a:xfrm>
            <a:off x="5561227" y="3858016"/>
            <a:ext cx="665968" cy="0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A987CF-95DF-5990-CED1-8263A56B0EC7}"/>
              </a:ext>
            </a:extLst>
          </p:cNvPr>
          <p:cNvCxnSpPr>
            <a:cxnSpLocks/>
          </p:cNvCxnSpPr>
          <p:nvPr/>
        </p:nvCxnSpPr>
        <p:spPr>
          <a:xfrm flipV="1">
            <a:off x="6227195" y="3189157"/>
            <a:ext cx="0" cy="581416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45B529C-0B40-5461-CB9D-49D7B6F8EC12}"/>
              </a:ext>
            </a:extLst>
          </p:cNvPr>
          <p:cNvSpPr txBox="1"/>
          <p:nvPr/>
        </p:nvSpPr>
        <p:spPr>
          <a:xfrm>
            <a:off x="6246313" y="3551525"/>
            <a:ext cx="129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94482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AF93E-8312-B8BE-706A-999458A4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F5F5-6F1D-FB20-ABBA-3C795D457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8BE07-9FAC-9606-9CD2-7DA361A61A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1F6FE-47AE-7066-6659-6A224367573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CB0198-EB98-F289-DEBF-22C4297250B7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A1057D5C-3741-E7EB-44AC-48390C98E469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0A58BDAE-97C0-1A81-2343-55FE7E2B9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E1874944-BE00-7029-4430-9C0A821C19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5C5B3CC8-B3FD-EDBC-B89C-BEA2D096B4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EA7BEDF2-5356-E314-5948-CDA109E84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FEADE6BA-E43F-58BB-4DBE-F85007C5E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B3F1E3-02BF-3193-88D1-0515A235700D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15F63E-D73E-1B14-9365-3450DC06B0A0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59A466-B619-73BB-A072-E88CA5361338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3A160-8ED1-C617-BD38-9E95786BCDCF}"/>
              </a:ext>
            </a:extLst>
          </p:cNvPr>
          <p:cNvSpPr txBox="1"/>
          <p:nvPr/>
        </p:nvSpPr>
        <p:spPr>
          <a:xfrm>
            <a:off x="-2144928" y="2001333"/>
            <a:ext cx="791644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2" name="Graphic 21" descr="Walk with solid fill">
            <a:extLst>
              <a:ext uri="{FF2B5EF4-FFF2-40B4-BE49-F238E27FC236}">
                <a16:creationId xmlns:a16="http://schemas.microsoft.com/office/drawing/2014/main" id="{2834D776-009E-6CB4-D2B4-AA562D491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3191">
            <a:off x="4587227" y="3290221"/>
            <a:ext cx="876852" cy="876852"/>
          </a:xfrm>
          <a:prstGeom prst="rect">
            <a:avLst/>
          </a:prstGeom>
        </p:spPr>
      </p:pic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0E62FF0C-2488-C80F-4741-13DE6C1151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3753" y="1994892"/>
            <a:ext cx="914400" cy="914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8608FB-D5CA-281A-9282-0AC69ECF6F40}"/>
              </a:ext>
            </a:extLst>
          </p:cNvPr>
          <p:cNvCxnSpPr>
            <a:cxnSpLocks/>
          </p:cNvCxnSpPr>
          <p:nvPr/>
        </p:nvCxnSpPr>
        <p:spPr>
          <a:xfrm>
            <a:off x="5018807" y="4404867"/>
            <a:ext cx="1208388" cy="0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AB5E8A-E927-335E-A518-2F004EB1F82C}"/>
              </a:ext>
            </a:extLst>
          </p:cNvPr>
          <p:cNvCxnSpPr>
            <a:cxnSpLocks/>
          </p:cNvCxnSpPr>
          <p:nvPr/>
        </p:nvCxnSpPr>
        <p:spPr>
          <a:xfrm flipH="1" flipV="1">
            <a:off x="6227195" y="3189157"/>
            <a:ext cx="19118" cy="1058190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9CDF921-0958-1C22-B3BE-B24445E4ACAC}"/>
              </a:ext>
            </a:extLst>
          </p:cNvPr>
          <p:cNvSpPr txBox="1"/>
          <p:nvPr/>
        </p:nvSpPr>
        <p:spPr>
          <a:xfrm>
            <a:off x="6408319" y="4097213"/>
            <a:ext cx="129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83FA89"/>
                </a:solidFill>
                <a:latin typeface="Consolas" panose="020B0609020204030204" pitchFamily="49" charset="0"/>
              </a:rPr>
              <a:t>2</a:t>
            </a:r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6333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578CD-A686-011D-802E-6810A960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B227-F234-DDE2-84C5-0AC337BCF4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6D185-6DA4-E03E-1978-72726241C6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578827-6950-16AE-3D9A-10445487633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DA48AD-CDDB-CA8A-FA73-566D45C0DB98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5860F449-A455-F572-D2ED-C8A0B77757D3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150050D7-5110-FB2C-4B6C-237489CB3A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A6343838-3DF8-F089-3992-67575FB52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6831D7A4-E2A0-435F-809F-5B2CFACDAC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A0B42E2A-A363-DB7A-7880-8C6AB2E30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AC72B35C-5CED-E3D5-3122-5444B54A8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C5D530-A5F6-DA0F-8B36-BDE6A32FF030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B890FED-A3BF-478F-42BF-043C74AD8BAA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316C2-6D5D-E8FF-9079-97A5484B8595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2D19E-5D89-8002-4C71-358E99EFB109}"/>
              </a:ext>
            </a:extLst>
          </p:cNvPr>
          <p:cNvSpPr txBox="1"/>
          <p:nvPr/>
        </p:nvSpPr>
        <p:spPr>
          <a:xfrm>
            <a:off x="-2144928" y="2001333"/>
            <a:ext cx="791644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climbStairs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2" name="Graphic 21" descr="Walk with solid fill">
            <a:extLst>
              <a:ext uri="{FF2B5EF4-FFF2-40B4-BE49-F238E27FC236}">
                <a16:creationId xmlns:a16="http://schemas.microsoft.com/office/drawing/2014/main" id="{98CC8227-EF13-B8D4-12BA-6A4AE73B0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3191">
            <a:off x="4587227" y="3290221"/>
            <a:ext cx="876852" cy="876852"/>
          </a:xfrm>
          <a:prstGeom prst="rect">
            <a:avLst/>
          </a:prstGeom>
        </p:spPr>
      </p:pic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F6F4BC69-CD21-1361-B582-13C7248349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3753" y="1994892"/>
            <a:ext cx="914400" cy="914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B0C67A-7DA3-27EC-6AD3-5AB561415A7F}"/>
              </a:ext>
            </a:extLst>
          </p:cNvPr>
          <p:cNvCxnSpPr>
            <a:cxnSpLocks/>
          </p:cNvCxnSpPr>
          <p:nvPr/>
        </p:nvCxnSpPr>
        <p:spPr>
          <a:xfrm>
            <a:off x="5018807" y="4404867"/>
            <a:ext cx="1208388" cy="0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0BF8BD-C8B7-8F69-CB84-58E30F45C303}"/>
              </a:ext>
            </a:extLst>
          </p:cNvPr>
          <p:cNvCxnSpPr>
            <a:cxnSpLocks/>
          </p:cNvCxnSpPr>
          <p:nvPr/>
        </p:nvCxnSpPr>
        <p:spPr>
          <a:xfrm flipH="1" flipV="1">
            <a:off x="6227195" y="3189157"/>
            <a:ext cx="19118" cy="1058190"/>
          </a:xfrm>
          <a:prstGeom prst="line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314349-E456-F70F-C8E7-E578F6778EA6}"/>
              </a:ext>
            </a:extLst>
          </p:cNvPr>
          <p:cNvSpPr txBox="1"/>
          <p:nvPr/>
        </p:nvSpPr>
        <p:spPr>
          <a:xfrm>
            <a:off x="8105357" y="4590740"/>
            <a:ext cx="129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83FA89"/>
                </a:solidFill>
                <a:latin typeface="Consolas" panose="020B0609020204030204" pitchFamily="49" charset="0"/>
              </a:rPr>
              <a:t>2</a:t>
            </a:r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60BCA-6474-3E66-8142-245AE3961F5D}"/>
              </a:ext>
            </a:extLst>
          </p:cNvPr>
          <p:cNvSpPr txBox="1"/>
          <p:nvPr/>
        </p:nvSpPr>
        <p:spPr>
          <a:xfrm>
            <a:off x="6246313" y="4590740"/>
            <a:ext cx="129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A5195-8A66-3DD1-BA90-B77C0B5A4AB5}"/>
              </a:ext>
            </a:extLst>
          </p:cNvPr>
          <p:cNvSpPr txBox="1"/>
          <p:nvPr/>
        </p:nvSpPr>
        <p:spPr>
          <a:xfrm>
            <a:off x="7497586" y="4559211"/>
            <a:ext cx="625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83FA89"/>
                </a:solidFill>
                <a:latin typeface="Consolas" panose="020B0609020204030204" pitchFamily="49" charset="0"/>
              </a:rPr>
              <a:t>+</a:t>
            </a:r>
            <a:r>
              <a:rPr lang="en-IN" sz="18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232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644F-6A92-FADB-D942-D60C4184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A856-6623-2152-C439-B9AC9E32F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0544C-B0F9-31B3-340C-E6F0EC2553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B0612-268D-2CF6-76F0-A3A02B558F9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1DC31EF-C0B4-EC9A-EEF5-4C45EC704598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AEB86D6E-486C-D841-763D-506364808FE9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711ECE22-6670-2DC8-ACFA-E47490E02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C735977F-16D2-0857-F812-6A3C7B6CAA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62580CC5-146F-1C35-2BD4-2EF3C1DD6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CA461175-020D-F2C3-F5D0-38332F4B39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A273F894-B973-6D95-8A0B-50BCF8B69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A92BF5-9DCA-6B27-7E2E-F1B3BF18F95C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A14B57-8B33-C4AA-C36D-1E50C0C8EA09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D2C263-3049-7F77-5CA0-6FB3ECC1ACD3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C8FBD1B7-F2A9-C4FC-3E8B-B72EFCA04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3753" y="1994892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A719DDF-C1A9-776A-EB62-494457D7E21A}"/>
              </a:ext>
            </a:extLst>
          </p:cNvPr>
          <p:cNvSpPr txBox="1"/>
          <p:nvPr/>
        </p:nvSpPr>
        <p:spPr>
          <a:xfrm>
            <a:off x="-2144928" y="2044784"/>
            <a:ext cx="791644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7DF93-A130-9F6E-17B0-8F7875C8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BDC8-C5F2-42E7-BC83-23E12DBFD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34359-396C-31BC-C8CB-9A455774CF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83C7BC-EE8F-A48C-8A9C-4D22F5860B3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3CA52E-A13C-FD5A-10CA-3B438D603335}"/>
              </a:ext>
            </a:extLst>
          </p:cNvPr>
          <p:cNvGrpSpPr/>
          <p:nvPr/>
        </p:nvGrpSpPr>
        <p:grpSpPr>
          <a:xfrm>
            <a:off x="2962078" y="3022798"/>
            <a:ext cx="3617229" cy="3070210"/>
            <a:chOff x="3018773" y="2553976"/>
            <a:chExt cx="3617229" cy="307021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5120F7CF-5461-7396-911A-5B150A7B3E6B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167B1BB3-EDC0-6ACB-5EC6-42AA871D2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B1B6F768-EE24-8384-0BDB-0D23647B1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2CF99600-0F72-FAEA-92F7-A5C83B7B15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D0F56F59-0545-C8EE-3297-C66D5E2A5D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F7D59465-03DA-F718-26E5-FE52B17B1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95CE19B-A5A2-2491-F32D-DBA19CACAAC9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09F39E-91B7-25FE-9092-67BA6EC84DE4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366F02-F258-0779-65FB-AEB587FD5E82}"/>
              </a:ext>
            </a:extLst>
          </p:cNvPr>
          <p:cNvSpPr txBox="1"/>
          <p:nvPr/>
        </p:nvSpPr>
        <p:spPr>
          <a:xfrm>
            <a:off x="6717726" y="2665937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</a:t>
            </a:r>
            <a:r>
              <a:rPr lang="en-IN" sz="2800" b="1" baseline="30000" dirty="0">
                <a:solidFill>
                  <a:schemeClr val="accent6"/>
                </a:solidFill>
              </a:rPr>
              <a:t>th</a:t>
            </a:r>
            <a:r>
              <a:rPr lang="en-IN" sz="2800" b="1" dirty="0">
                <a:solidFill>
                  <a:schemeClr val="accent6"/>
                </a:solidFill>
              </a:rPr>
              <a:t> stair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3E6B93C7-BB89-6713-F807-6A2EDE3DE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3753" y="1994892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0B608B8-8EC3-E587-9DC1-D4D8F8975C5D}"/>
              </a:ext>
            </a:extLst>
          </p:cNvPr>
          <p:cNvSpPr txBox="1"/>
          <p:nvPr/>
        </p:nvSpPr>
        <p:spPr>
          <a:xfrm>
            <a:off x="-2144928" y="2044784"/>
            <a:ext cx="791644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1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1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9DC6ED-5E54-6B39-C00F-CE69B041A82B}"/>
              </a:ext>
            </a:extLst>
          </p:cNvPr>
          <p:cNvCxnSpPr/>
          <p:nvPr/>
        </p:nvCxnSpPr>
        <p:spPr>
          <a:xfrm>
            <a:off x="-2478581" y="6089831"/>
            <a:ext cx="15068811" cy="0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5106DBAE-C1A1-1939-E446-862936D03605}"/>
              </a:ext>
            </a:extLst>
          </p:cNvPr>
          <p:cNvGrpSpPr/>
          <p:nvPr/>
        </p:nvGrpSpPr>
        <p:grpSpPr>
          <a:xfrm>
            <a:off x="1749845" y="6088740"/>
            <a:ext cx="1813482" cy="1228885"/>
            <a:chOff x="4822520" y="2553976"/>
            <a:chExt cx="1813482" cy="1228885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C4F792D7-99D1-4DF3-22F4-0421E63A31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EA5E160A-823C-8052-69D0-25B3DEE54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504" y="2553976"/>
              <a:ext cx="1202498" cy="613775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F0804BE-B9F7-0144-5043-5C17085D0CD6}"/>
              </a:ext>
            </a:extLst>
          </p:cNvPr>
          <p:cNvSpPr txBox="1"/>
          <p:nvPr/>
        </p:nvSpPr>
        <p:spPr>
          <a:xfrm>
            <a:off x="2360829" y="6211134"/>
            <a:ext cx="550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- 1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EF2107-C896-0E16-1FC4-904856107810}"/>
              </a:ext>
            </a:extLst>
          </p:cNvPr>
          <p:cNvSpPr txBox="1"/>
          <p:nvPr/>
        </p:nvSpPr>
        <p:spPr>
          <a:xfrm>
            <a:off x="1728246" y="6798606"/>
            <a:ext cx="550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- 2</a:t>
            </a:r>
          </a:p>
        </p:txBody>
      </p:sp>
    </p:spTree>
    <p:extLst>
      <p:ext uri="{BB962C8B-B14F-4D97-AF65-F5344CB8AC3E}">
        <p14:creationId xmlns:p14="http://schemas.microsoft.com/office/powerpoint/2010/main" val="2211017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73F6A-55AB-660A-8EF1-C41741A0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6BE1-3EEB-5EA1-2A82-260E1A1F4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00F9A-AD7C-8444-5EBF-DEA224D761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913973-CCAD-D5F6-5DA3-B6741A78136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342B97-FFC9-EFE2-1EBA-343F8BB6744A}"/>
              </a:ext>
            </a:extLst>
          </p:cNvPr>
          <p:cNvGrpSpPr/>
          <p:nvPr/>
        </p:nvGrpSpPr>
        <p:grpSpPr>
          <a:xfrm>
            <a:off x="2962078" y="3637908"/>
            <a:ext cx="3006245" cy="2455100"/>
            <a:chOff x="3018773" y="3169086"/>
            <a:chExt cx="3006245" cy="24551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D7BF7D06-4544-DFDC-1C7D-05667E43B2BF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A85FBC98-B249-D11B-C0C3-E2D164768C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78B4F66B-3F1B-5F4B-7ABF-2FE8322C0E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22FE1D2F-DC96-A1CF-9815-C3C3D6B8E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D548F743-F7BD-329C-F9D5-2A586D63F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71354AD-26EF-6BD6-E96E-A5FA1E56EDF1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9CB625-01B2-0702-D531-1DFACCF1105E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6F43A6-17E8-8F73-493A-1786EB63604C}"/>
              </a:ext>
            </a:extLst>
          </p:cNvPr>
          <p:cNvSpPr txBox="1"/>
          <p:nvPr/>
        </p:nvSpPr>
        <p:spPr>
          <a:xfrm>
            <a:off x="6096000" y="307202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 = 4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BF8B261C-6251-3BFE-9B1B-7C0395A9F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320" y="25887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7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E17B-C918-A05C-2E5C-5CFAF592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B100-5EA7-50FD-6248-E3C7B4B743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ED6A9-F240-1F57-C28F-F165B875AC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C11C-1F58-8719-0C26-9846E1EDB24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386B07-3B74-2CAD-A2C2-7CBC5D057991}"/>
              </a:ext>
            </a:extLst>
          </p:cNvPr>
          <p:cNvGrpSpPr/>
          <p:nvPr/>
        </p:nvGrpSpPr>
        <p:grpSpPr>
          <a:xfrm>
            <a:off x="2962078" y="3637908"/>
            <a:ext cx="3006245" cy="2455100"/>
            <a:chOff x="3018773" y="3169086"/>
            <a:chExt cx="3006245" cy="24551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68AC0A62-3BB4-9CC3-0DDF-65A1A39743D5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1437A964-E339-06FB-A6D0-65CDF3938E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EC081B5A-21E6-AFDD-61AA-D1D5BEE8F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48FF5ED1-30EE-4650-A5FE-21EAA10606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6E22CF73-F476-2000-F9DE-FA02B0E72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439A759-928F-7DA9-B7FB-5C3BD16B86C6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93CA67-E654-DA42-4FB3-23348C52D491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65AFE5-BE74-D0E0-089F-528CA2A11A18}"/>
              </a:ext>
            </a:extLst>
          </p:cNvPr>
          <p:cNvSpPr txBox="1"/>
          <p:nvPr/>
        </p:nvSpPr>
        <p:spPr>
          <a:xfrm>
            <a:off x="6096000" y="307202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 = 4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E7D8B9BA-4267-3291-09DE-F87A768C0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320" y="2588773"/>
            <a:ext cx="914400" cy="9144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B20189-0737-D5CE-540D-A3FC04CE8B09}"/>
              </a:ext>
            </a:extLst>
          </p:cNvPr>
          <p:cNvCxnSpPr/>
          <p:nvPr/>
        </p:nvCxnSpPr>
        <p:spPr>
          <a:xfrm>
            <a:off x="3152741" y="4866793"/>
            <a:ext cx="642645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B36533-630C-1178-8294-BEC3F8DF1BE8}"/>
              </a:ext>
            </a:extLst>
          </p:cNvPr>
          <p:cNvCxnSpPr>
            <a:cxnSpLocks/>
          </p:cNvCxnSpPr>
          <p:nvPr/>
        </p:nvCxnSpPr>
        <p:spPr>
          <a:xfrm>
            <a:off x="3893865" y="4866793"/>
            <a:ext cx="0" cy="55059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D7E084D-9DDC-1F2A-BE0D-7C554BE135A6}"/>
              </a:ext>
            </a:extLst>
          </p:cNvPr>
          <p:cNvSpPr txBox="1"/>
          <p:nvPr/>
        </p:nvSpPr>
        <p:spPr>
          <a:xfrm>
            <a:off x="3060714" y="448239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1 Step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8B3BE-03CB-5A11-8AD9-3FB97F8BCB29}"/>
              </a:ext>
            </a:extLst>
          </p:cNvPr>
          <p:cNvCxnSpPr>
            <a:cxnSpLocks/>
          </p:cNvCxnSpPr>
          <p:nvPr/>
        </p:nvCxnSpPr>
        <p:spPr>
          <a:xfrm>
            <a:off x="3893865" y="4429919"/>
            <a:ext cx="12884" cy="436874"/>
          </a:xfrm>
          <a:prstGeom prst="line">
            <a:avLst/>
          </a:prstGeom>
          <a:ln w="2857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B26C096-E807-A433-6DAE-EF87EBD813BE}"/>
              </a:ext>
            </a:extLst>
          </p:cNvPr>
          <p:cNvCxnSpPr>
            <a:cxnSpLocks/>
          </p:cNvCxnSpPr>
          <p:nvPr/>
        </p:nvCxnSpPr>
        <p:spPr>
          <a:xfrm>
            <a:off x="4497560" y="4482396"/>
            <a:ext cx="0" cy="324359"/>
          </a:xfrm>
          <a:prstGeom prst="line">
            <a:avLst/>
          </a:prstGeom>
          <a:ln w="2857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41E9F3-004E-5C38-3B4E-42772DFCB6AF}"/>
              </a:ext>
            </a:extLst>
          </p:cNvPr>
          <p:cNvCxnSpPr>
            <a:cxnSpLocks/>
          </p:cNvCxnSpPr>
          <p:nvPr/>
        </p:nvCxnSpPr>
        <p:spPr>
          <a:xfrm flipH="1">
            <a:off x="3909553" y="4413862"/>
            <a:ext cx="588007" cy="0"/>
          </a:xfrm>
          <a:prstGeom prst="line">
            <a:avLst/>
          </a:prstGeom>
          <a:ln w="2857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CD48F4-4C95-631E-6B85-4957C0E2E4F2}"/>
              </a:ext>
            </a:extLst>
          </p:cNvPr>
          <p:cNvSpPr txBox="1"/>
          <p:nvPr/>
        </p:nvSpPr>
        <p:spPr>
          <a:xfrm>
            <a:off x="3673803" y="400589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1 Step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31E3C3-271E-E4B7-AE25-43440A8C9B7F}"/>
              </a:ext>
            </a:extLst>
          </p:cNvPr>
          <p:cNvCxnSpPr>
            <a:cxnSpLocks/>
          </p:cNvCxnSpPr>
          <p:nvPr/>
        </p:nvCxnSpPr>
        <p:spPr>
          <a:xfrm>
            <a:off x="4500364" y="3867706"/>
            <a:ext cx="0" cy="47530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40C1C24-F891-7AB4-D8F8-8DA6757E2010}"/>
              </a:ext>
            </a:extLst>
          </p:cNvPr>
          <p:cNvCxnSpPr>
            <a:cxnSpLocks/>
          </p:cNvCxnSpPr>
          <p:nvPr/>
        </p:nvCxnSpPr>
        <p:spPr>
          <a:xfrm>
            <a:off x="5169449" y="3867706"/>
            <a:ext cx="0" cy="306888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17B4B2C-343C-9924-8A3E-2D0AAF12397B}"/>
              </a:ext>
            </a:extLst>
          </p:cNvPr>
          <p:cNvCxnSpPr>
            <a:cxnSpLocks/>
          </p:cNvCxnSpPr>
          <p:nvPr/>
        </p:nvCxnSpPr>
        <p:spPr>
          <a:xfrm flipH="1">
            <a:off x="4570816" y="3866802"/>
            <a:ext cx="550429" cy="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A3C9A33-9B6E-71EB-320B-C7A9F084D126}"/>
              </a:ext>
            </a:extLst>
          </p:cNvPr>
          <p:cNvSpPr txBox="1"/>
          <p:nvPr/>
        </p:nvSpPr>
        <p:spPr>
          <a:xfrm>
            <a:off x="4308625" y="344489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1 Step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3753E5-7FF5-EC23-40E5-DCA2636D31B9}"/>
              </a:ext>
            </a:extLst>
          </p:cNvPr>
          <p:cNvCxnSpPr>
            <a:cxnSpLocks/>
          </p:cNvCxnSpPr>
          <p:nvPr/>
        </p:nvCxnSpPr>
        <p:spPr>
          <a:xfrm>
            <a:off x="5169449" y="3333638"/>
            <a:ext cx="0" cy="41814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DFA3454-4F74-6CA0-AB76-DA449AA256E7}"/>
              </a:ext>
            </a:extLst>
          </p:cNvPr>
          <p:cNvCxnSpPr>
            <a:cxnSpLocks/>
          </p:cNvCxnSpPr>
          <p:nvPr/>
        </p:nvCxnSpPr>
        <p:spPr>
          <a:xfrm flipH="1">
            <a:off x="5157110" y="3281098"/>
            <a:ext cx="404446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ECCEDB1-225A-D19D-6B5F-2E6351FC39C6}"/>
              </a:ext>
            </a:extLst>
          </p:cNvPr>
          <p:cNvSpPr txBox="1"/>
          <p:nvPr/>
        </p:nvSpPr>
        <p:spPr>
          <a:xfrm>
            <a:off x="4674953" y="2872231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1 Step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127DBF-4A31-C076-D913-5BC7F4DECA1F}"/>
              </a:ext>
            </a:extLst>
          </p:cNvPr>
          <p:cNvSpPr txBox="1"/>
          <p:nvPr/>
        </p:nvSpPr>
        <p:spPr>
          <a:xfrm>
            <a:off x="-1991638" y="1803748"/>
            <a:ext cx="4058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 WAY =  ( 1 1 1 1 )</a:t>
            </a:r>
          </a:p>
        </p:txBody>
      </p:sp>
    </p:spTree>
    <p:extLst>
      <p:ext uri="{BB962C8B-B14F-4D97-AF65-F5344CB8AC3E}">
        <p14:creationId xmlns:p14="http://schemas.microsoft.com/office/powerpoint/2010/main" val="773634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D6AC-1FAB-9510-3B8A-E3E8B9B0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2477-2041-6162-C7E1-51EB06E02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10CBC-B69E-C208-EFC7-681A398A2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DA350-FCAD-5D10-C647-E4A48C89E5F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E69275-91DE-D64C-4EBE-4472238A0226}"/>
              </a:ext>
            </a:extLst>
          </p:cNvPr>
          <p:cNvGrpSpPr/>
          <p:nvPr/>
        </p:nvGrpSpPr>
        <p:grpSpPr>
          <a:xfrm>
            <a:off x="2962078" y="3637908"/>
            <a:ext cx="3006245" cy="2455100"/>
            <a:chOff x="3018773" y="3169086"/>
            <a:chExt cx="3006245" cy="24551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A670B22C-2AC4-EE31-C7DC-3448B2D7791F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CF6ED7CA-18DE-4E5E-BF1C-52B3A6CD0E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7080AF6F-23A4-BE4B-DF3F-9AC3B03F2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518CB1D8-A7B9-C9B5-176C-5C240802A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5CC57C66-21F3-9E1B-1A93-21B4BC87E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AAACD3-2C4F-83FA-30BD-0D29A22AB14F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109CDD-181B-2592-59F9-E06ACC2D8C83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651175-BDCA-C5C7-94AC-2476EB44EF89}"/>
              </a:ext>
            </a:extLst>
          </p:cNvPr>
          <p:cNvSpPr txBox="1"/>
          <p:nvPr/>
        </p:nvSpPr>
        <p:spPr>
          <a:xfrm>
            <a:off x="6096000" y="307202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 = 4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446ADD6D-22F7-F82B-A894-442F922F0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320" y="2588773"/>
            <a:ext cx="914400" cy="9144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AE2538-06D1-4C31-BECC-CBA3D1A9E5CB}"/>
              </a:ext>
            </a:extLst>
          </p:cNvPr>
          <p:cNvCxnSpPr/>
          <p:nvPr/>
        </p:nvCxnSpPr>
        <p:spPr>
          <a:xfrm>
            <a:off x="3152741" y="4866793"/>
            <a:ext cx="642645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75A886-7E07-F67B-E202-4E39A6DF8BBF}"/>
              </a:ext>
            </a:extLst>
          </p:cNvPr>
          <p:cNvCxnSpPr>
            <a:cxnSpLocks/>
          </p:cNvCxnSpPr>
          <p:nvPr/>
        </p:nvCxnSpPr>
        <p:spPr>
          <a:xfrm>
            <a:off x="3893865" y="4866793"/>
            <a:ext cx="0" cy="55059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DEF63C4-5DD5-32A2-6B75-BC618E9FE9E7}"/>
              </a:ext>
            </a:extLst>
          </p:cNvPr>
          <p:cNvSpPr txBox="1"/>
          <p:nvPr/>
        </p:nvSpPr>
        <p:spPr>
          <a:xfrm>
            <a:off x="3060714" y="448239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1 Step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6DE947-5E7E-06FD-1DC5-1CAE67ABD71C}"/>
              </a:ext>
            </a:extLst>
          </p:cNvPr>
          <p:cNvCxnSpPr>
            <a:cxnSpLocks/>
          </p:cNvCxnSpPr>
          <p:nvPr/>
        </p:nvCxnSpPr>
        <p:spPr>
          <a:xfrm>
            <a:off x="3893865" y="3866802"/>
            <a:ext cx="0" cy="830458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95BF35E-7911-FD44-6C98-30CB76F098A3}"/>
              </a:ext>
            </a:extLst>
          </p:cNvPr>
          <p:cNvCxnSpPr>
            <a:cxnSpLocks/>
          </p:cNvCxnSpPr>
          <p:nvPr/>
        </p:nvCxnSpPr>
        <p:spPr>
          <a:xfrm>
            <a:off x="5169449" y="3867706"/>
            <a:ext cx="0" cy="306888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DC56CFF-A08A-58AD-52FC-F3CD426A58BD}"/>
              </a:ext>
            </a:extLst>
          </p:cNvPr>
          <p:cNvCxnSpPr>
            <a:cxnSpLocks/>
          </p:cNvCxnSpPr>
          <p:nvPr/>
        </p:nvCxnSpPr>
        <p:spPr>
          <a:xfrm flipH="1">
            <a:off x="3893865" y="3866802"/>
            <a:ext cx="1227380" cy="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900ECAF-3042-CD1D-A1C4-C9569F2F432A}"/>
              </a:ext>
            </a:extLst>
          </p:cNvPr>
          <p:cNvSpPr txBox="1"/>
          <p:nvPr/>
        </p:nvSpPr>
        <p:spPr>
          <a:xfrm>
            <a:off x="4110179" y="3431772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2 Step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965CC22-CAEB-B9A6-E72D-9BD265F2F808}"/>
              </a:ext>
            </a:extLst>
          </p:cNvPr>
          <p:cNvCxnSpPr>
            <a:cxnSpLocks/>
          </p:cNvCxnSpPr>
          <p:nvPr/>
        </p:nvCxnSpPr>
        <p:spPr>
          <a:xfrm>
            <a:off x="5169449" y="3333638"/>
            <a:ext cx="0" cy="41814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BDF0946-B9A3-D283-52A5-4EEDABE641CC}"/>
              </a:ext>
            </a:extLst>
          </p:cNvPr>
          <p:cNvCxnSpPr>
            <a:cxnSpLocks/>
          </p:cNvCxnSpPr>
          <p:nvPr/>
        </p:nvCxnSpPr>
        <p:spPr>
          <a:xfrm flipH="1">
            <a:off x="5157110" y="3281098"/>
            <a:ext cx="404446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5C41F17-C0A2-E2AD-3C3B-1C733FA887C6}"/>
              </a:ext>
            </a:extLst>
          </p:cNvPr>
          <p:cNvSpPr txBox="1"/>
          <p:nvPr/>
        </p:nvSpPr>
        <p:spPr>
          <a:xfrm>
            <a:off x="4674953" y="2872231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1 Step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A5C0D2-150A-9935-4868-E2AA6D857121}"/>
              </a:ext>
            </a:extLst>
          </p:cNvPr>
          <p:cNvSpPr txBox="1"/>
          <p:nvPr/>
        </p:nvSpPr>
        <p:spPr>
          <a:xfrm>
            <a:off x="-1991637" y="1803748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 WAY =  ( 1 1 1 1 )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28F97-88D1-8206-21C1-88D4A331960C}"/>
              </a:ext>
            </a:extLst>
          </p:cNvPr>
          <p:cNvSpPr txBox="1"/>
          <p:nvPr/>
        </p:nvSpPr>
        <p:spPr>
          <a:xfrm>
            <a:off x="-1991637" y="224860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2 WAY =  ( 1 2 1 )</a:t>
            </a:r>
          </a:p>
        </p:txBody>
      </p:sp>
    </p:spTree>
    <p:extLst>
      <p:ext uri="{BB962C8B-B14F-4D97-AF65-F5344CB8AC3E}">
        <p14:creationId xmlns:p14="http://schemas.microsoft.com/office/powerpoint/2010/main" val="3670051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9414-A7BE-6FCE-6BF4-7C7530BC4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E92C-043A-673A-5269-9E95DC5DE8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5F237-48A1-C839-76C0-2D4ED391AF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2312C-B8E8-0618-2CBC-EAABE849A39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16EA40-5086-0BE0-2AAC-A285ABEAB1C0}"/>
              </a:ext>
            </a:extLst>
          </p:cNvPr>
          <p:cNvGrpSpPr/>
          <p:nvPr/>
        </p:nvGrpSpPr>
        <p:grpSpPr>
          <a:xfrm>
            <a:off x="2962078" y="3637908"/>
            <a:ext cx="3006245" cy="2455100"/>
            <a:chOff x="3018773" y="3169086"/>
            <a:chExt cx="3006245" cy="24551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F3E1AD06-8ED1-44FC-1487-02C7C5F8CFCB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F6419BF0-CEA6-4BB0-0466-83B0EE557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16814841-3795-BB53-1B0C-007E5B1E3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E70A6A3D-79B3-1FAC-EE09-252B3E05C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4D40CF42-70B2-9F76-89CC-976522370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FBD09E9-8D75-E82C-3FCD-AF77346BA912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CE5521-DF23-F3C2-F238-F7C4DB90D4ED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E30243-F3FF-9D4B-E3A5-1264027C01B1}"/>
              </a:ext>
            </a:extLst>
          </p:cNvPr>
          <p:cNvSpPr txBox="1"/>
          <p:nvPr/>
        </p:nvSpPr>
        <p:spPr>
          <a:xfrm>
            <a:off x="6096000" y="307202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 = 4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9EB1B658-8384-15CF-DC39-95DC2DECF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320" y="2588773"/>
            <a:ext cx="914400" cy="9144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AB144B-CD8A-BBF7-0BC4-193824FCE46B}"/>
              </a:ext>
            </a:extLst>
          </p:cNvPr>
          <p:cNvCxnSpPr>
            <a:cxnSpLocks/>
          </p:cNvCxnSpPr>
          <p:nvPr/>
        </p:nvCxnSpPr>
        <p:spPr>
          <a:xfrm>
            <a:off x="3152741" y="4251683"/>
            <a:ext cx="127876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56A1A3-8E8B-20F6-6158-F3C1872450AF}"/>
              </a:ext>
            </a:extLst>
          </p:cNvPr>
          <p:cNvCxnSpPr>
            <a:cxnSpLocks/>
          </p:cNvCxnSpPr>
          <p:nvPr/>
        </p:nvCxnSpPr>
        <p:spPr>
          <a:xfrm>
            <a:off x="4495114" y="4251683"/>
            <a:ext cx="0" cy="55059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69485D-0CA1-75D9-56F9-4B3B5067FF7D}"/>
              </a:ext>
            </a:extLst>
          </p:cNvPr>
          <p:cNvSpPr txBox="1"/>
          <p:nvPr/>
        </p:nvSpPr>
        <p:spPr>
          <a:xfrm>
            <a:off x="2962078" y="383603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2 Step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1B7E3D-7A84-2FFD-0B5E-29BD88B32A96}"/>
              </a:ext>
            </a:extLst>
          </p:cNvPr>
          <p:cNvCxnSpPr>
            <a:cxnSpLocks/>
          </p:cNvCxnSpPr>
          <p:nvPr/>
        </p:nvCxnSpPr>
        <p:spPr>
          <a:xfrm>
            <a:off x="4495114" y="3866802"/>
            <a:ext cx="0" cy="307792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DA2176-50EE-0994-BCE1-A894A7F37E5E}"/>
              </a:ext>
            </a:extLst>
          </p:cNvPr>
          <p:cNvCxnSpPr>
            <a:cxnSpLocks/>
          </p:cNvCxnSpPr>
          <p:nvPr/>
        </p:nvCxnSpPr>
        <p:spPr>
          <a:xfrm>
            <a:off x="5169449" y="3867706"/>
            <a:ext cx="0" cy="306888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5D1AB9B-CE74-091A-7F1D-A16B6841765E}"/>
              </a:ext>
            </a:extLst>
          </p:cNvPr>
          <p:cNvCxnSpPr>
            <a:cxnSpLocks/>
          </p:cNvCxnSpPr>
          <p:nvPr/>
        </p:nvCxnSpPr>
        <p:spPr>
          <a:xfrm flipH="1">
            <a:off x="4509370" y="3866802"/>
            <a:ext cx="611875" cy="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220E7C8-41FF-AC5A-120C-C47052ADC88C}"/>
              </a:ext>
            </a:extLst>
          </p:cNvPr>
          <p:cNvSpPr txBox="1"/>
          <p:nvPr/>
        </p:nvSpPr>
        <p:spPr>
          <a:xfrm>
            <a:off x="4110179" y="3431772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1 Step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AA79295-F95C-08FA-597E-821344083DE1}"/>
              </a:ext>
            </a:extLst>
          </p:cNvPr>
          <p:cNvCxnSpPr>
            <a:cxnSpLocks/>
          </p:cNvCxnSpPr>
          <p:nvPr/>
        </p:nvCxnSpPr>
        <p:spPr>
          <a:xfrm>
            <a:off x="5169449" y="3333638"/>
            <a:ext cx="0" cy="41814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E66ED0B-DB1E-0774-73EC-46FD0B2D3DCF}"/>
              </a:ext>
            </a:extLst>
          </p:cNvPr>
          <p:cNvCxnSpPr>
            <a:cxnSpLocks/>
          </p:cNvCxnSpPr>
          <p:nvPr/>
        </p:nvCxnSpPr>
        <p:spPr>
          <a:xfrm flipH="1">
            <a:off x="5157110" y="3281098"/>
            <a:ext cx="404446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F709DD8-A544-2C3D-350F-C4F8B8F69857}"/>
              </a:ext>
            </a:extLst>
          </p:cNvPr>
          <p:cNvSpPr txBox="1"/>
          <p:nvPr/>
        </p:nvSpPr>
        <p:spPr>
          <a:xfrm>
            <a:off x="4674953" y="2872231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1 Step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F3BCCD-A117-32E6-3EBE-2E30999AFC39}"/>
              </a:ext>
            </a:extLst>
          </p:cNvPr>
          <p:cNvSpPr txBox="1"/>
          <p:nvPr/>
        </p:nvSpPr>
        <p:spPr>
          <a:xfrm>
            <a:off x="-1991637" y="1803748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 WAY =  ( 1 1 1 1 )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5EAB9-3688-DCAA-57B7-4706B8EC8699}"/>
              </a:ext>
            </a:extLst>
          </p:cNvPr>
          <p:cNvSpPr txBox="1"/>
          <p:nvPr/>
        </p:nvSpPr>
        <p:spPr>
          <a:xfrm>
            <a:off x="-1991637" y="224860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2 WAY =  ( 1 2 1 )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CB913A-5663-8FBC-932A-001FF38FE57C}"/>
              </a:ext>
            </a:extLst>
          </p:cNvPr>
          <p:cNvCxnSpPr>
            <a:cxnSpLocks/>
          </p:cNvCxnSpPr>
          <p:nvPr/>
        </p:nvCxnSpPr>
        <p:spPr>
          <a:xfrm>
            <a:off x="3152741" y="4316198"/>
            <a:ext cx="0" cy="766233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9683417-AF19-7397-3749-E1E0A2D7B7A3}"/>
              </a:ext>
            </a:extLst>
          </p:cNvPr>
          <p:cNvSpPr txBox="1"/>
          <p:nvPr/>
        </p:nvSpPr>
        <p:spPr>
          <a:xfrm>
            <a:off x="-1991637" y="2702050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3 WAY =  ( 2 1 1 )</a:t>
            </a:r>
          </a:p>
        </p:txBody>
      </p:sp>
    </p:spTree>
    <p:extLst>
      <p:ext uri="{BB962C8B-B14F-4D97-AF65-F5344CB8AC3E}">
        <p14:creationId xmlns:p14="http://schemas.microsoft.com/office/powerpoint/2010/main" val="1810163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CAFF-5678-E3E3-C580-D3A8A6CA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781D-7714-055A-AAE1-58AEBB27C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40581-62A3-321F-B6D8-2104A0D40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1BE919-8F70-5A31-8ED2-12503325056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C404A9-84F1-B4EF-4881-959090F0E0F5}"/>
              </a:ext>
            </a:extLst>
          </p:cNvPr>
          <p:cNvGrpSpPr/>
          <p:nvPr/>
        </p:nvGrpSpPr>
        <p:grpSpPr>
          <a:xfrm>
            <a:off x="2962078" y="3637908"/>
            <a:ext cx="3006245" cy="2455100"/>
            <a:chOff x="3018773" y="3169086"/>
            <a:chExt cx="3006245" cy="24551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69A93582-8EE4-3526-9351-39119B9AB18C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F26AF11D-2C07-0089-19B5-93D2F0384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ADA7B2E9-566C-3546-92CF-CFC1C51CC1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F9949E66-284E-CEEA-E892-AD398F2F86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32DD4607-6AE1-E509-9542-87D2AFF7F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1E9403-7369-A1EB-BEDC-9304BAE48BB5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94366A-1195-1F45-30F0-FB3D186DD49C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14D21C-6503-8429-3653-1F65861770AD}"/>
              </a:ext>
            </a:extLst>
          </p:cNvPr>
          <p:cNvSpPr txBox="1"/>
          <p:nvPr/>
        </p:nvSpPr>
        <p:spPr>
          <a:xfrm>
            <a:off x="6096000" y="307202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 = 4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50A53536-D528-2920-0819-6E800C7A7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320" y="2588773"/>
            <a:ext cx="914400" cy="9144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4478A8-B263-22AC-A060-48FCCE6AAD5E}"/>
              </a:ext>
            </a:extLst>
          </p:cNvPr>
          <p:cNvCxnSpPr>
            <a:cxnSpLocks/>
          </p:cNvCxnSpPr>
          <p:nvPr/>
        </p:nvCxnSpPr>
        <p:spPr>
          <a:xfrm>
            <a:off x="3194137" y="4955026"/>
            <a:ext cx="682341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9F5142-24E6-8BA6-408D-398EE56DA9CB}"/>
              </a:ext>
            </a:extLst>
          </p:cNvPr>
          <p:cNvCxnSpPr>
            <a:cxnSpLocks/>
          </p:cNvCxnSpPr>
          <p:nvPr/>
        </p:nvCxnSpPr>
        <p:spPr>
          <a:xfrm>
            <a:off x="3876478" y="5082431"/>
            <a:ext cx="0" cy="33495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B4B5334-735A-8770-B34E-D0ECD91777CE}"/>
              </a:ext>
            </a:extLst>
          </p:cNvPr>
          <p:cNvSpPr txBox="1"/>
          <p:nvPr/>
        </p:nvSpPr>
        <p:spPr>
          <a:xfrm>
            <a:off x="3055846" y="452384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1 Step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595190-D543-B98D-C2F3-A9E32218E1FB}"/>
              </a:ext>
            </a:extLst>
          </p:cNvPr>
          <p:cNvCxnSpPr>
            <a:cxnSpLocks/>
          </p:cNvCxnSpPr>
          <p:nvPr/>
        </p:nvCxnSpPr>
        <p:spPr>
          <a:xfrm>
            <a:off x="3876478" y="4523849"/>
            <a:ext cx="0" cy="338562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73E94D-836E-206C-DAD0-245592CC37B1}"/>
              </a:ext>
            </a:extLst>
          </p:cNvPr>
          <p:cNvCxnSpPr>
            <a:cxnSpLocks/>
          </p:cNvCxnSpPr>
          <p:nvPr/>
        </p:nvCxnSpPr>
        <p:spPr>
          <a:xfrm>
            <a:off x="4488353" y="4498797"/>
            <a:ext cx="0" cy="306888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3E3AF81-AB7F-6585-12B4-0B36B6807D1A}"/>
              </a:ext>
            </a:extLst>
          </p:cNvPr>
          <p:cNvCxnSpPr>
            <a:cxnSpLocks/>
          </p:cNvCxnSpPr>
          <p:nvPr/>
        </p:nvCxnSpPr>
        <p:spPr>
          <a:xfrm flipH="1">
            <a:off x="3876478" y="4429919"/>
            <a:ext cx="611875" cy="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FDE0752-B4E0-D2AF-155F-C7A7453E1663}"/>
              </a:ext>
            </a:extLst>
          </p:cNvPr>
          <p:cNvSpPr txBox="1"/>
          <p:nvPr/>
        </p:nvSpPr>
        <p:spPr>
          <a:xfrm>
            <a:off x="3605344" y="4041692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1 Step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CEE69F-2F32-6591-1B22-62EED0A1159E}"/>
              </a:ext>
            </a:extLst>
          </p:cNvPr>
          <p:cNvCxnSpPr>
            <a:cxnSpLocks/>
          </p:cNvCxnSpPr>
          <p:nvPr/>
        </p:nvCxnSpPr>
        <p:spPr>
          <a:xfrm>
            <a:off x="4488353" y="3281098"/>
            <a:ext cx="0" cy="1081837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3BC9876-A9CF-E417-2D36-0CA49094540C}"/>
              </a:ext>
            </a:extLst>
          </p:cNvPr>
          <p:cNvCxnSpPr>
            <a:cxnSpLocks/>
          </p:cNvCxnSpPr>
          <p:nvPr/>
        </p:nvCxnSpPr>
        <p:spPr>
          <a:xfrm flipH="1">
            <a:off x="4488353" y="3281098"/>
            <a:ext cx="107320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D0583D3-177F-F092-00B4-311B9EF112C1}"/>
              </a:ext>
            </a:extLst>
          </p:cNvPr>
          <p:cNvSpPr txBox="1"/>
          <p:nvPr/>
        </p:nvSpPr>
        <p:spPr>
          <a:xfrm>
            <a:off x="4674953" y="2872231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2 Step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3C97D6-41F6-4C1F-831C-8667F3FC66D3}"/>
              </a:ext>
            </a:extLst>
          </p:cNvPr>
          <p:cNvSpPr txBox="1"/>
          <p:nvPr/>
        </p:nvSpPr>
        <p:spPr>
          <a:xfrm>
            <a:off x="-1991637" y="1803748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 WAY =  ( 1 1 1 1 )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22C12-68AE-DC13-A5A7-91CC45DD2B84}"/>
              </a:ext>
            </a:extLst>
          </p:cNvPr>
          <p:cNvSpPr txBox="1"/>
          <p:nvPr/>
        </p:nvSpPr>
        <p:spPr>
          <a:xfrm>
            <a:off x="-1991637" y="224860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2 WAY =  ( 1 2 1 )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C7A87A-967D-1E63-BC3A-515847B21A78}"/>
              </a:ext>
            </a:extLst>
          </p:cNvPr>
          <p:cNvSpPr txBox="1"/>
          <p:nvPr/>
        </p:nvSpPr>
        <p:spPr>
          <a:xfrm>
            <a:off x="-1991637" y="2702050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3 WAY =  ( 2 1 1 )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42CBD3-598C-363F-3DCF-33481B86B1C3}"/>
              </a:ext>
            </a:extLst>
          </p:cNvPr>
          <p:cNvSpPr txBox="1"/>
          <p:nvPr/>
        </p:nvSpPr>
        <p:spPr>
          <a:xfrm>
            <a:off x="-1991637" y="310306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4 WAY =  ( 1 1 2 )</a:t>
            </a:r>
          </a:p>
        </p:txBody>
      </p:sp>
    </p:spTree>
    <p:extLst>
      <p:ext uri="{BB962C8B-B14F-4D97-AF65-F5344CB8AC3E}">
        <p14:creationId xmlns:p14="http://schemas.microsoft.com/office/powerpoint/2010/main" val="2817739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31C5-29D9-2624-07F3-0A5D9AA0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563E-375C-A893-9836-466F8CBD8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562C8-E799-E283-4E7A-4FD4F7CB11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FFA869-AF17-F9F3-4430-459BA068897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DBEE56-10C4-BD4E-47E1-E46BF55DE083}"/>
              </a:ext>
            </a:extLst>
          </p:cNvPr>
          <p:cNvGrpSpPr/>
          <p:nvPr/>
        </p:nvGrpSpPr>
        <p:grpSpPr>
          <a:xfrm>
            <a:off x="2962078" y="3637908"/>
            <a:ext cx="3006245" cy="2455100"/>
            <a:chOff x="3018773" y="3169086"/>
            <a:chExt cx="3006245" cy="24551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EF28B444-F4A6-BCCF-A194-21DCE1DDDFB3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ADBD3FE4-3369-379F-0597-B090E78CE3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5BD8D4D9-8030-DCB0-7E82-2B2A530B1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737161A4-6AE2-7E3B-5D69-AB548F02F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14DBBC51-E69D-8A66-FD46-BCEC94334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9BD7B0-B251-8BAF-F5F0-BCC468F7F7D2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17CF68-823E-7A19-74F4-FD21319759EA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D61EC1-EEB6-5EDD-F3CB-FCB6B42A1E6F}"/>
              </a:ext>
            </a:extLst>
          </p:cNvPr>
          <p:cNvSpPr txBox="1"/>
          <p:nvPr/>
        </p:nvSpPr>
        <p:spPr>
          <a:xfrm>
            <a:off x="6096000" y="307202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 = 4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2B384113-EEE7-DBD8-C3A8-001BB4CCF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320" y="2588773"/>
            <a:ext cx="914400" cy="91440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B44B57-470B-FBCB-3C00-4244C3F36C91}"/>
              </a:ext>
            </a:extLst>
          </p:cNvPr>
          <p:cNvCxnSpPr>
            <a:cxnSpLocks/>
          </p:cNvCxnSpPr>
          <p:nvPr/>
        </p:nvCxnSpPr>
        <p:spPr>
          <a:xfrm>
            <a:off x="3149969" y="4429919"/>
            <a:ext cx="0" cy="578495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1011384-1E7A-9A17-805B-CC141837F6F5}"/>
              </a:ext>
            </a:extLst>
          </p:cNvPr>
          <p:cNvCxnSpPr>
            <a:cxnSpLocks/>
          </p:cNvCxnSpPr>
          <p:nvPr/>
        </p:nvCxnSpPr>
        <p:spPr>
          <a:xfrm>
            <a:off x="4488353" y="4498797"/>
            <a:ext cx="0" cy="306888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3418852-659B-3D78-7D7A-AE15A7A8FBDC}"/>
              </a:ext>
            </a:extLst>
          </p:cNvPr>
          <p:cNvCxnSpPr>
            <a:cxnSpLocks/>
          </p:cNvCxnSpPr>
          <p:nvPr/>
        </p:nvCxnSpPr>
        <p:spPr>
          <a:xfrm flipH="1">
            <a:off x="3149969" y="4429919"/>
            <a:ext cx="1338384" cy="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A57F126-9A06-DEC2-B346-AFB07B956EC4}"/>
              </a:ext>
            </a:extLst>
          </p:cNvPr>
          <p:cNvSpPr txBox="1"/>
          <p:nvPr/>
        </p:nvSpPr>
        <p:spPr>
          <a:xfrm>
            <a:off x="3348989" y="4028915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2 Step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25F55E7-1CE3-F04D-0F02-836E9461EE21}"/>
              </a:ext>
            </a:extLst>
          </p:cNvPr>
          <p:cNvCxnSpPr>
            <a:cxnSpLocks/>
          </p:cNvCxnSpPr>
          <p:nvPr/>
        </p:nvCxnSpPr>
        <p:spPr>
          <a:xfrm>
            <a:off x="4488353" y="3281098"/>
            <a:ext cx="0" cy="1081837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4C23B6E-A1B8-9CDD-30BE-DF71AFD67699}"/>
              </a:ext>
            </a:extLst>
          </p:cNvPr>
          <p:cNvCxnSpPr>
            <a:cxnSpLocks/>
          </p:cNvCxnSpPr>
          <p:nvPr/>
        </p:nvCxnSpPr>
        <p:spPr>
          <a:xfrm flipH="1">
            <a:off x="4488353" y="3281098"/>
            <a:ext cx="107320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788DA76-8F29-A3F4-F820-30AFAE9F0288}"/>
              </a:ext>
            </a:extLst>
          </p:cNvPr>
          <p:cNvSpPr txBox="1"/>
          <p:nvPr/>
        </p:nvSpPr>
        <p:spPr>
          <a:xfrm>
            <a:off x="4674953" y="2872231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2 Step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D90BA9-D702-6D17-8FF4-1769C4857E2D}"/>
              </a:ext>
            </a:extLst>
          </p:cNvPr>
          <p:cNvSpPr txBox="1"/>
          <p:nvPr/>
        </p:nvSpPr>
        <p:spPr>
          <a:xfrm>
            <a:off x="-1991637" y="1803748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 WAY =  ( 1 1 1 1 )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7DCE57-4175-F3DB-9152-6628CA9D0619}"/>
              </a:ext>
            </a:extLst>
          </p:cNvPr>
          <p:cNvSpPr txBox="1"/>
          <p:nvPr/>
        </p:nvSpPr>
        <p:spPr>
          <a:xfrm>
            <a:off x="-1991637" y="224860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2 WAY =  ( 1 2 1 )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501584-5B60-3278-FC0E-0DD363E8C285}"/>
              </a:ext>
            </a:extLst>
          </p:cNvPr>
          <p:cNvSpPr txBox="1"/>
          <p:nvPr/>
        </p:nvSpPr>
        <p:spPr>
          <a:xfrm>
            <a:off x="-1991637" y="2702050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3 WAY =  ( 2 1 1 )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7ADBCE-B0AB-957D-3F98-171C4C8C715B}"/>
              </a:ext>
            </a:extLst>
          </p:cNvPr>
          <p:cNvSpPr txBox="1"/>
          <p:nvPr/>
        </p:nvSpPr>
        <p:spPr>
          <a:xfrm>
            <a:off x="-1991637" y="310306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4 WAY =  ( 1 1 2 )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603F2-7505-A182-EA7E-E66885D13440}"/>
              </a:ext>
            </a:extLst>
          </p:cNvPr>
          <p:cNvSpPr txBox="1"/>
          <p:nvPr/>
        </p:nvSpPr>
        <p:spPr>
          <a:xfrm>
            <a:off x="-1991637" y="3543964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5 WAY =  ( 2 2 )</a:t>
            </a:r>
          </a:p>
        </p:txBody>
      </p:sp>
    </p:spTree>
    <p:extLst>
      <p:ext uri="{BB962C8B-B14F-4D97-AF65-F5344CB8AC3E}">
        <p14:creationId xmlns:p14="http://schemas.microsoft.com/office/powerpoint/2010/main" val="779351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0137-5E73-21BF-DB3A-742009D5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445C-808B-00F4-D8D9-A9022F598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8D592-6548-5378-D654-26517A0B7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8FE37D-4854-0C83-C347-AE56E694F6B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BF4225-2EE8-4731-70A3-D3FDC5BA5D15}"/>
              </a:ext>
            </a:extLst>
          </p:cNvPr>
          <p:cNvGrpSpPr/>
          <p:nvPr/>
        </p:nvGrpSpPr>
        <p:grpSpPr>
          <a:xfrm>
            <a:off x="2962078" y="3637908"/>
            <a:ext cx="3006245" cy="2455100"/>
            <a:chOff x="3018773" y="3169086"/>
            <a:chExt cx="3006245" cy="24551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D5D3BDE5-52A9-3286-5C5E-C5E5B8F06D80}"/>
                </a:ext>
              </a:extLst>
            </p:cNvPr>
            <p:cNvCxnSpPr/>
            <p:nvPr/>
          </p:nvCxnSpPr>
          <p:spPr>
            <a:xfrm flipV="1">
              <a:off x="3018773" y="5010411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EB4EBF97-6939-EF85-D48E-7E7496FE28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022" y="439930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4C17E08E-8A9C-11DB-C5B5-8E7E06E9A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536" y="378419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CF07E7FD-79BA-8385-743B-410F00AEA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520" y="3169086"/>
              <a:ext cx="1202498" cy="613775"/>
            </a:xfrm>
            <a:prstGeom prst="bentConnector3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EF7CE557-A1BF-2F18-3D09-2AEF19E59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41" y="508243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9E281A-8DB3-E1A3-6BFD-4804F1FB8967}"/>
              </a:ext>
            </a:extLst>
          </p:cNvPr>
          <p:cNvSpPr txBox="1"/>
          <p:nvPr/>
        </p:nvSpPr>
        <p:spPr>
          <a:xfrm>
            <a:off x="1394563" y="556978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  <a:r>
              <a:rPr lang="en-IN" sz="2800" b="1" baseline="30000" dirty="0">
                <a:solidFill>
                  <a:schemeClr val="accent2"/>
                </a:solidFill>
              </a:rPr>
              <a:t>th</a:t>
            </a:r>
            <a:r>
              <a:rPr lang="en-IN" sz="2800" b="1" dirty="0">
                <a:solidFill>
                  <a:schemeClr val="accent2"/>
                </a:solidFill>
              </a:rPr>
              <a:t> stair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FF963C-47AF-8371-98A1-1D34B4854850}"/>
              </a:ext>
            </a:extLst>
          </p:cNvPr>
          <p:cNvSpPr/>
          <p:nvPr/>
        </p:nvSpPr>
        <p:spPr>
          <a:xfrm>
            <a:off x="-2144928" y="-601249"/>
            <a:ext cx="14582451" cy="2066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:   </a:t>
            </a:r>
            <a:r>
              <a:rPr lang="en-US" sz="2400" b="1" dirty="0">
                <a:solidFill>
                  <a:schemeClr val="bg2"/>
                </a:solidFill>
              </a:rPr>
              <a:t>You have been given a number of stairs. Initially, you are at the 0th stair, and you need to reach the Nth stair . Each time, you can climb either one step or two steps.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You are supposed to return the number of distinct ways you can climb from the 0th step to the Nth step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30EB10-5674-757C-4A99-FF48D60B0478}"/>
              </a:ext>
            </a:extLst>
          </p:cNvPr>
          <p:cNvSpPr txBox="1"/>
          <p:nvPr/>
        </p:nvSpPr>
        <p:spPr>
          <a:xfrm>
            <a:off x="6096000" y="3072028"/>
            <a:ext cx="14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N = 4</a:t>
            </a:r>
          </a:p>
        </p:txBody>
      </p:sp>
      <p:pic>
        <p:nvPicPr>
          <p:cNvPr id="24" name="Graphic 23" descr="Confused person with solid fill">
            <a:extLst>
              <a:ext uri="{FF2B5EF4-FFF2-40B4-BE49-F238E27FC236}">
                <a16:creationId xmlns:a16="http://schemas.microsoft.com/office/drawing/2014/main" id="{8C4619E2-38FA-47FC-9CB5-50AEDA0BE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320" y="2588773"/>
            <a:ext cx="914400" cy="91440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5A302A-8E7F-A3A9-7177-CBF5C0FB8458}"/>
              </a:ext>
            </a:extLst>
          </p:cNvPr>
          <p:cNvCxnSpPr>
            <a:cxnSpLocks/>
          </p:cNvCxnSpPr>
          <p:nvPr/>
        </p:nvCxnSpPr>
        <p:spPr>
          <a:xfrm>
            <a:off x="3149969" y="4429919"/>
            <a:ext cx="0" cy="578495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F9CFAE-4B81-774F-61EA-3F325D0AA13D}"/>
              </a:ext>
            </a:extLst>
          </p:cNvPr>
          <p:cNvCxnSpPr>
            <a:cxnSpLocks/>
          </p:cNvCxnSpPr>
          <p:nvPr/>
        </p:nvCxnSpPr>
        <p:spPr>
          <a:xfrm>
            <a:off x="4488353" y="4498797"/>
            <a:ext cx="0" cy="306888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91CA228-DBA3-67CA-3F8E-88F97596C1A9}"/>
              </a:ext>
            </a:extLst>
          </p:cNvPr>
          <p:cNvCxnSpPr>
            <a:cxnSpLocks/>
          </p:cNvCxnSpPr>
          <p:nvPr/>
        </p:nvCxnSpPr>
        <p:spPr>
          <a:xfrm flipH="1">
            <a:off x="3149969" y="4429919"/>
            <a:ext cx="1338384" cy="0"/>
          </a:xfrm>
          <a:prstGeom prst="line">
            <a:avLst/>
          </a:prstGeom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DF1318C-939F-5414-3109-41DAC77BB4E3}"/>
              </a:ext>
            </a:extLst>
          </p:cNvPr>
          <p:cNvSpPr txBox="1"/>
          <p:nvPr/>
        </p:nvSpPr>
        <p:spPr>
          <a:xfrm>
            <a:off x="3348989" y="4028915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2 Step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7299C08-FAC7-200B-1AD9-B82AA0B1AF26}"/>
              </a:ext>
            </a:extLst>
          </p:cNvPr>
          <p:cNvCxnSpPr>
            <a:cxnSpLocks/>
          </p:cNvCxnSpPr>
          <p:nvPr/>
        </p:nvCxnSpPr>
        <p:spPr>
          <a:xfrm>
            <a:off x="4488353" y="3281098"/>
            <a:ext cx="0" cy="1081837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3B2FD34-4E7B-E346-C6BF-A2A185832DD5}"/>
              </a:ext>
            </a:extLst>
          </p:cNvPr>
          <p:cNvCxnSpPr>
            <a:cxnSpLocks/>
          </p:cNvCxnSpPr>
          <p:nvPr/>
        </p:nvCxnSpPr>
        <p:spPr>
          <a:xfrm flipH="1">
            <a:off x="4488353" y="3281098"/>
            <a:ext cx="107320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94E2F52-73EE-9F01-B6C0-4D7945FFDEC6}"/>
              </a:ext>
            </a:extLst>
          </p:cNvPr>
          <p:cNvSpPr txBox="1"/>
          <p:nvPr/>
        </p:nvSpPr>
        <p:spPr>
          <a:xfrm>
            <a:off x="4674953" y="2872231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2 Step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D80EF1-D1C8-AC6A-4642-77477A3DB6A0}"/>
              </a:ext>
            </a:extLst>
          </p:cNvPr>
          <p:cNvSpPr txBox="1"/>
          <p:nvPr/>
        </p:nvSpPr>
        <p:spPr>
          <a:xfrm>
            <a:off x="-1991637" y="1803748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 WAY =  ( 1 1 1 1 )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6D5E7-10A4-2D65-A8C7-18D82B744CC7}"/>
              </a:ext>
            </a:extLst>
          </p:cNvPr>
          <p:cNvSpPr txBox="1"/>
          <p:nvPr/>
        </p:nvSpPr>
        <p:spPr>
          <a:xfrm>
            <a:off x="-1991637" y="224860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2 WAY =  ( 1 2 1 )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6101C4-DEDC-F8F0-118F-3EEE0F769AF9}"/>
              </a:ext>
            </a:extLst>
          </p:cNvPr>
          <p:cNvSpPr txBox="1"/>
          <p:nvPr/>
        </p:nvSpPr>
        <p:spPr>
          <a:xfrm>
            <a:off x="-1991637" y="2702050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3 WAY =  ( 2 1 1 )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4C1C00-E3FD-2A3B-8441-3CF29FDEE9EB}"/>
              </a:ext>
            </a:extLst>
          </p:cNvPr>
          <p:cNvSpPr txBox="1"/>
          <p:nvPr/>
        </p:nvSpPr>
        <p:spPr>
          <a:xfrm>
            <a:off x="-1991637" y="3103063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4 WAY =  ( 1 1 2 )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57F70-851A-7C59-A4AC-8FB494A87825}"/>
              </a:ext>
            </a:extLst>
          </p:cNvPr>
          <p:cNvSpPr txBox="1"/>
          <p:nvPr/>
        </p:nvSpPr>
        <p:spPr>
          <a:xfrm>
            <a:off x="-1991637" y="3543964"/>
            <a:ext cx="2179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5 WAY =  ( 2 2 )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3DFB4-1C08-3198-6E28-BF19A03B0B71}"/>
              </a:ext>
            </a:extLst>
          </p:cNvPr>
          <p:cNvSpPr txBox="1"/>
          <p:nvPr/>
        </p:nvSpPr>
        <p:spPr>
          <a:xfrm>
            <a:off x="-2144928" y="4086384"/>
            <a:ext cx="7916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/>
                </a:solidFill>
              </a:rPr>
              <a:t>Total ways : 5</a:t>
            </a:r>
          </a:p>
        </p:txBody>
      </p:sp>
    </p:spTree>
    <p:extLst>
      <p:ext uri="{BB962C8B-B14F-4D97-AF65-F5344CB8AC3E}">
        <p14:creationId xmlns:p14="http://schemas.microsoft.com/office/powerpoint/2010/main" val="142822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1388</Words>
  <Application>Microsoft Office PowerPoint</Application>
  <PresentationFormat>Widescreen</PresentationFormat>
  <Paragraphs>118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Bahnschrift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2025-10-31T12:13:39Z</dcterms:created>
  <dcterms:modified xsi:type="dcterms:W3CDTF">2025-10-31T14:10:37Z</dcterms:modified>
</cp:coreProperties>
</file>