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8" r:id="rId2"/>
    <p:sldId id="298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7" r:id="rId18"/>
    <p:sldId id="32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33" d="100"/>
          <a:sy n="33" d="100"/>
        </p:scale>
        <p:origin x="2606" y="11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delSld">
      <pc:chgData name="UBAID QURESHI" userId="dd4ae95d8f7c04fe" providerId="LiveId" clId="{AF920071-46B6-4E4C-A6D8-3E93B456AF12}" dt="2025-10-18T04:30:27.537" v="15" actId="47"/>
      <pc:docMkLst>
        <pc:docMk/>
      </pc:docMkLst>
      <pc:sldChg chg="del">
        <pc:chgData name="UBAID QURESHI" userId="dd4ae95d8f7c04fe" providerId="LiveId" clId="{AF920071-46B6-4E4C-A6D8-3E93B456AF12}" dt="2025-10-18T04:30:27.537" v="15" actId="47"/>
        <pc:sldMkLst>
          <pc:docMk/>
          <pc:sldMk cId="819423250" sldId="332"/>
        </pc:sldMkLst>
      </pc:sldChg>
      <pc:sldChg chg="del">
        <pc:chgData name="UBAID QURESHI" userId="dd4ae95d8f7c04fe" providerId="LiveId" clId="{AF920071-46B6-4E4C-A6D8-3E93B456AF12}" dt="2025-10-18T04:30:26.739" v="14" actId="47"/>
        <pc:sldMkLst>
          <pc:docMk/>
          <pc:sldMk cId="714287413" sldId="333"/>
        </pc:sldMkLst>
      </pc:sldChg>
      <pc:sldChg chg="del">
        <pc:chgData name="UBAID QURESHI" userId="dd4ae95d8f7c04fe" providerId="LiveId" clId="{AF920071-46B6-4E4C-A6D8-3E93B456AF12}" dt="2025-10-18T04:30:25.798" v="13" actId="47"/>
        <pc:sldMkLst>
          <pc:docMk/>
          <pc:sldMk cId="601561443" sldId="334"/>
        </pc:sldMkLst>
      </pc:sldChg>
      <pc:sldChg chg="del">
        <pc:chgData name="UBAID QURESHI" userId="dd4ae95d8f7c04fe" providerId="LiveId" clId="{AF920071-46B6-4E4C-A6D8-3E93B456AF12}" dt="2025-10-18T04:30:25.195" v="12" actId="47"/>
        <pc:sldMkLst>
          <pc:docMk/>
          <pc:sldMk cId="3089918553" sldId="335"/>
        </pc:sldMkLst>
      </pc:sldChg>
      <pc:sldChg chg="del">
        <pc:chgData name="UBAID QURESHI" userId="dd4ae95d8f7c04fe" providerId="LiveId" clId="{AF920071-46B6-4E4C-A6D8-3E93B456AF12}" dt="2025-10-18T04:30:24.812" v="11" actId="47"/>
        <pc:sldMkLst>
          <pc:docMk/>
          <pc:sldMk cId="1404470933" sldId="337"/>
        </pc:sldMkLst>
      </pc:sldChg>
      <pc:sldChg chg="del">
        <pc:chgData name="UBAID QURESHI" userId="dd4ae95d8f7c04fe" providerId="LiveId" clId="{AF920071-46B6-4E4C-A6D8-3E93B456AF12}" dt="2025-10-18T04:30:24.462" v="10" actId="47"/>
        <pc:sldMkLst>
          <pc:docMk/>
          <pc:sldMk cId="3742739593" sldId="347"/>
        </pc:sldMkLst>
      </pc:sldChg>
      <pc:sldChg chg="del">
        <pc:chgData name="UBAID QURESHI" userId="dd4ae95d8f7c04fe" providerId="LiveId" clId="{AF920071-46B6-4E4C-A6D8-3E93B456AF12}" dt="2025-10-18T04:30:24.104" v="9" actId="47"/>
        <pc:sldMkLst>
          <pc:docMk/>
          <pc:sldMk cId="3425437929" sldId="348"/>
        </pc:sldMkLst>
      </pc:sldChg>
      <pc:sldChg chg="del">
        <pc:chgData name="UBAID QURESHI" userId="dd4ae95d8f7c04fe" providerId="LiveId" clId="{AF920071-46B6-4E4C-A6D8-3E93B456AF12}" dt="2025-10-18T04:30:23.803" v="8" actId="47"/>
        <pc:sldMkLst>
          <pc:docMk/>
          <pc:sldMk cId="2677498115" sldId="349"/>
        </pc:sldMkLst>
      </pc:sldChg>
      <pc:sldChg chg="del">
        <pc:chgData name="UBAID QURESHI" userId="dd4ae95d8f7c04fe" providerId="LiveId" clId="{AF920071-46B6-4E4C-A6D8-3E93B456AF12}" dt="2025-10-18T04:30:23.490" v="7" actId="47"/>
        <pc:sldMkLst>
          <pc:docMk/>
          <pc:sldMk cId="3881219735" sldId="350"/>
        </pc:sldMkLst>
      </pc:sldChg>
      <pc:sldChg chg="del">
        <pc:chgData name="UBAID QURESHI" userId="dd4ae95d8f7c04fe" providerId="LiveId" clId="{AF920071-46B6-4E4C-A6D8-3E93B456AF12}" dt="2025-10-18T04:30:23.168" v="6" actId="47"/>
        <pc:sldMkLst>
          <pc:docMk/>
          <pc:sldMk cId="3297032721" sldId="351"/>
        </pc:sldMkLst>
      </pc:sldChg>
      <pc:sldChg chg="del">
        <pc:chgData name="UBAID QURESHI" userId="dd4ae95d8f7c04fe" providerId="LiveId" clId="{AF920071-46B6-4E4C-A6D8-3E93B456AF12}" dt="2025-10-18T04:30:22.831" v="5" actId="47"/>
        <pc:sldMkLst>
          <pc:docMk/>
          <pc:sldMk cId="518686307" sldId="352"/>
        </pc:sldMkLst>
      </pc:sldChg>
      <pc:sldChg chg="del">
        <pc:chgData name="UBAID QURESHI" userId="dd4ae95d8f7c04fe" providerId="LiveId" clId="{AF920071-46B6-4E4C-A6D8-3E93B456AF12}" dt="2025-10-18T04:30:22.539" v="4" actId="47"/>
        <pc:sldMkLst>
          <pc:docMk/>
          <pc:sldMk cId="3532497225" sldId="353"/>
        </pc:sldMkLst>
      </pc:sldChg>
      <pc:sldChg chg="del">
        <pc:chgData name="UBAID QURESHI" userId="dd4ae95d8f7c04fe" providerId="LiveId" clId="{AF920071-46B6-4E4C-A6D8-3E93B456AF12}" dt="2025-10-18T04:30:22.312" v="3" actId="47"/>
        <pc:sldMkLst>
          <pc:docMk/>
          <pc:sldMk cId="3339984172" sldId="354"/>
        </pc:sldMkLst>
      </pc:sldChg>
      <pc:sldChg chg="del">
        <pc:chgData name="UBAID QURESHI" userId="dd4ae95d8f7c04fe" providerId="LiveId" clId="{AF920071-46B6-4E4C-A6D8-3E93B456AF12}" dt="2025-10-18T04:30:22.061" v="2" actId="47"/>
        <pc:sldMkLst>
          <pc:docMk/>
          <pc:sldMk cId="631753881" sldId="355"/>
        </pc:sldMkLst>
      </pc:sldChg>
      <pc:sldChg chg="del">
        <pc:chgData name="UBAID QURESHI" userId="dd4ae95d8f7c04fe" providerId="LiveId" clId="{AF920071-46B6-4E4C-A6D8-3E93B456AF12}" dt="2025-10-18T04:30:21.707" v="1" actId="47"/>
        <pc:sldMkLst>
          <pc:docMk/>
          <pc:sldMk cId="952148171" sldId="356"/>
        </pc:sldMkLst>
      </pc:sldChg>
      <pc:sldChg chg="del">
        <pc:chgData name="UBAID QURESHI" userId="dd4ae95d8f7c04fe" providerId="LiveId" clId="{AF920071-46B6-4E4C-A6D8-3E93B456AF12}" dt="2025-10-18T04:30:21.179" v="0" actId="47"/>
        <pc:sldMkLst>
          <pc:docMk/>
          <pc:sldMk cId="1219534375" sldId="3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76271-9F0F-5FC9-251A-380549DDD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4DC16E-AF3B-6577-F082-6993F4217D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66A2D-1372-2BBE-0759-2FB3E461C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FFCE-5478-4B1D-BC78-F21686498B8B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F9FAE-D75B-FF7E-AD95-B539CDCC5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FDD68-41E9-CF7A-0CE3-1DF4CFAD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1A230-1112-4D2E-A677-5945678D6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955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FD4A1-CC3F-FA92-D4C0-920521AFA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84C6E-5836-4EF1-DA24-412C06B52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E6A3D-7EF7-AEB2-180B-7911BF7E6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FFCE-5478-4B1D-BC78-F21686498B8B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7130E-F264-31EB-5C94-C1BE4F1EA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06CCE-1634-8293-8B7C-40FD2AC4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1A230-1112-4D2E-A677-5945678D6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21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68D08-4D3E-ED83-DB9D-78872BB89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04273-D9C9-0B65-3941-58D8FF92D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F60EC-04B5-23B3-2DF5-8EC2F346D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FFCE-5478-4B1D-BC78-F21686498B8B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D13B3-A465-63AD-E0B5-D0C59C591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7249A-48DE-3C65-DBA0-707C0FD54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1A230-1112-4D2E-A677-5945678D6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911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E1081-29ED-EDA1-F062-31D5E948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F1BC9-2C99-8549-AA13-9FB5E89E6C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8FB2B-D172-94DE-34CF-28A8417E7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EE816-A561-8420-A9DD-7CBDB6C81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FFCE-5478-4B1D-BC78-F21686498B8B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41F41-E814-7397-6658-FBD5D133A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5CC45-155C-EDE7-734C-1737D25C2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1A230-1112-4D2E-A677-5945678D6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74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351B9-D221-6138-9A4E-FD5CA3F02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0405F-1819-FB85-1B7D-441253E06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D913B-0A51-BFC4-9908-240B5E83F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80555A-9A6B-5963-6995-16056FB4D0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EFD651-09CE-949B-9147-F1532D3B3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13175D-463E-66A8-24DC-EF78EB0FB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FFCE-5478-4B1D-BC78-F21686498B8B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BC9015-D0F9-9164-B798-D302137C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203F7A-DA9E-C520-2034-33CEB3FCB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1A230-1112-4D2E-A677-5945678D6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728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92C4-2823-AFAD-CB5B-150F61C38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A97F72-BFFC-8EA6-7EBF-893955334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FFCE-5478-4B1D-BC78-F21686498B8B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D704C-AA37-5433-0D27-1707FDEB5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001DF4-5BEA-2F89-3CFF-83ADC93CC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1A230-1112-4D2E-A677-5945678D6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38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437F29-56CC-2262-02C9-FC12428EF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FFCE-5478-4B1D-BC78-F21686498B8B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517051-CCB2-D39F-0AFE-5B91465DE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E289E-F5F0-1888-C223-405AE033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1A230-1112-4D2E-A677-5945678D6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252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B266-A893-A0CE-8963-0FC2F2332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CB6D2-06B8-7CA8-42D1-58ADE9558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07297-52A7-F4F9-878A-20C00D2F9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64B93-8EE3-EC34-7C4C-04C2321B1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FFCE-5478-4B1D-BC78-F21686498B8B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3DA9F-8437-BDC3-D1F7-258968197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AD358-FD9C-0C99-DBF5-E8C4EF2F3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1A230-1112-4D2E-A677-5945678D6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106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7EFF-9F4F-E192-97E1-FE48A0713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8ED593-807C-6768-00DC-4B08655CDC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27BCE-39E6-EA81-B8D3-C77EFAF55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8F26D-CBA3-309A-5115-B8560ACB1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FFCE-5478-4B1D-BC78-F21686498B8B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453F4-FB07-FFAA-BE82-CDDC3236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F4DC3-1C09-C27B-6DF8-6D0BCC4F8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1A230-1112-4D2E-A677-5945678D6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546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AB350-6154-2255-FCDE-E46D5C160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21D83-D6B6-4BB2-0594-6CF74EBB7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2F2B4-6F23-FD84-B9DF-CC4AF4FE7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FFCE-5478-4B1D-BC78-F21686498B8B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4E0D8-D988-D12B-C78E-007C4E83F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F4A5B-BFE9-C0C6-8922-50A938FC6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1A230-1112-4D2E-A677-5945678D6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981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A4E78F-2E05-E958-2638-AC28C823D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38D88-7286-8936-D35C-65A94F008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CB7EE-A484-FD6A-9C0B-553045FA1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5FFCE-5478-4B1D-BC78-F21686498B8B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3C9D6-43B8-F446-8CE3-40DE2C8B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D52DF-F39D-D2BD-B598-D07AD757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1A230-1112-4D2E-A677-5945678D6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437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16CECB-531E-5E21-5983-00AAFECA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2FE42-9CF5-0CBA-6B3C-EA6D754D5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D56CE-BF65-8BB8-0D61-4A66297CE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25FFCE-5478-4B1D-BC78-F21686498B8B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1521A-B02C-1715-1DDA-D45F3B8E9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060A6-B879-479C-E21A-0B65F86E5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31A230-1112-4D2E-A677-5945678D6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895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2B02-2ADB-0D98-1585-26CB56F0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1B4635-01B6-E961-9133-01AE857AD3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6874E-17A3-9FFE-E2F1-E79510436EEA}"/>
              </a:ext>
            </a:extLst>
          </p:cNvPr>
          <p:cNvSpPr txBox="1"/>
          <p:nvPr/>
        </p:nvSpPr>
        <p:spPr>
          <a:xfrm>
            <a:off x="325120" y="2644170"/>
            <a:ext cx="11866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Combination Sum</a:t>
            </a:r>
            <a:r>
              <a:rPr lang="en-IN" sz="9600" b="1" dirty="0">
                <a:solidFill>
                  <a:schemeClr val="bg1"/>
                </a:solidFill>
                <a:latin typeface="Bahnschrift" panose="020B0502040204020203" pitchFamily="34" charset="0"/>
              </a:rPr>
              <a:t> - 1</a:t>
            </a:r>
          </a:p>
        </p:txBody>
      </p:sp>
    </p:spTree>
    <p:extLst>
      <p:ext uri="{BB962C8B-B14F-4D97-AF65-F5344CB8AC3E}">
        <p14:creationId xmlns:p14="http://schemas.microsoft.com/office/powerpoint/2010/main" val="808775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26823-9296-050B-7A37-EF40AA910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114B5B-5401-63FA-B097-F09281FF495B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E5AAB8-052E-1724-3C78-56E48CE7F1FE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2  ,  4  ,  5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DF770C-8B41-8EE3-8600-99E81C5078E9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39C8E0-5B9B-F354-20AD-80058A4051DD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</p:spTree>
    <p:extLst>
      <p:ext uri="{BB962C8B-B14F-4D97-AF65-F5344CB8AC3E}">
        <p14:creationId xmlns:p14="http://schemas.microsoft.com/office/powerpoint/2010/main" val="1774394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D9364-F914-9FD1-C69B-95F3317B6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F4CFF3-72D4-3964-3BB5-0C59F52588FE}"/>
              </a:ext>
            </a:extLst>
          </p:cNvPr>
          <p:cNvSpPr/>
          <p:nvPr/>
        </p:nvSpPr>
        <p:spPr>
          <a:xfrm>
            <a:off x="-2133600" y="-701040"/>
            <a:ext cx="16134080" cy="79044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699190-F795-AF22-2AFE-E9330D6C32CE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2  ,  4  ,  5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950E81-5797-257E-3F44-E77D9A9F11C8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6953E5-C9E6-1D0F-27D3-D3478DA0D794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7FADF13D-7E48-7E61-EA0B-ADC11B7D42A5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3FB2F3-9E0D-2CB4-F8BB-009F6C2809E1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(8) |  DS : [  ]</a:t>
            </a:r>
          </a:p>
        </p:txBody>
      </p:sp>
    </p:spTree>
    <p:extLst>
      <p:ext uri="{BB962C8B-B14F-4D97-AF65-F5344CB8AC3E}">
        <p14:creationId xmlns:p14="http://schemas.microsoft.com/office/powerpoint/2010/main" val="675853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5C46E-13BF-0836-C7D9-8436A4EBF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029031-D8B2-1700-3BDE-5F926ACEAFE0}"/>
              </a:ext>
            </a:extLst>
          </p:cNvPr>
          <p:cNvSpPr/>
          <p:nvPr/>
        </p:nvSpPr>
        <p:spPr>
          <a:xfrm>
            <a:off x="-2092960" y="-690880"/>
            <a:ext cx="16134080" cy="75488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E04DA17-F74C-1E1E-8BC9-681BB10251F4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2  ,  4  ,  5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18C8946-0E64-7897-9C88-E6ECCDCAA896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A2CFE5-927C-45B8-BF55-F6CD69D55337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33AE9910-2637-92D4-CBB8-D898FF26FB44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803EF2-ADFF-E4BC-3B39-4989DCB41660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(8) |  DS : [  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E95831-4539-CD23-11A2-D5946E07720E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64FD35-EDD3-05B6-7741-812050560F4A}"/>
              </a:ext>
            </a:extLst>
          </p:cNvPr>
          <p:cNvSpPr/>
          <p:nvPr/>
        </p:nvSpPr>
        <p:spPr>
          <a:xfrm>
            <a:off x="-684276" y="2179321"/>
            <a:ext cx="223798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(6) |  DS : [2]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D9B1CE-34CC-6325-9F5A-4A9F0BC014EC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(8-2) 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0404FCE7-C2DF-EDC8-93D9-F48C63B62009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8231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13A8E-4CA4-C316-756B-41016FE9E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7BF4B72-16F9-132A-4D98-52825844B247}"/>
              </a:ext>
            </a:extLst>
          </p:cNvPr>
          <p:cNvSpPr/>
          <p:nvPr/>
        </p:nvSpPr>
        <p:spPr>
          <a:xfrm>
            <a:off x="-2092960" y="-690880"/>
            <a:ext cx="16134080" cy="75488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73E4E5-F06F-357A-D344-CD184FBF519A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2  ,  4  ,  5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3E3837-FCCA-4C89-77CD-9656BE8C6145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45F863-3575-B688-0B0F-C364370AC7B2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A0287F0F-18DA-CD27-605C-3C2BB1E0218F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1603A7-9593-AD62-EFAE-33D6240FD6BA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(8) |  DS : [  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02258E9-0604-02EF-EDB9-D04376958552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652AD2-A2AD-B419-1EDD-824B73C929CC}"/>
              </a:ext>
            </a:extLst>
          </p:cNvPr>
          <p:cNvSpPr/>
          <p:nvPr/>
        </p:nvSpPr>
        <p:spPr>
          <a:xfrm>
            <a:off x="-684276" y="2179321"/>
            <a:ext cx="223798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(6) |  DS : [2]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9B7A5F-86FB-2B85-946E-B4BB913915F5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(8-2) 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0ECE3D72-8FDB-00BF-6A06-A97AFE3C1B80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763D944-444F-B83C-70BA-522AF018508E}"/>
              </a:ext>
            </a:extLst>
          </p:cNvPr>
          <p:cNvCxnSpPr>
            <a:cxnSpLocks/>
          </p:cNvCxnSpPr>
          <p:nvPr/>
        </p:nvCxnSpPr>
        <p:spPr>
          <a:xfrm>
            <a:off x="243838" y="278892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FA13286-C1FD-063E-60BA-AEE42C4EE426}"/>
              </a:ext>
            </a:extLst>
          </p:cNvPr>
          <p:cNvSpPr/>
          <p:nvPr/>
        </p:nvSpPr>
        <p:spPr>
          <a:xfrm>
            <a:off x="-684275" y="3207005"/>
            <a:ext cx="2401316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(4) |  DS : [2,2]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F9804C9-2D89-B664-5EF5-537AE1991F86}"/>
              </a:ext>
            </a:extLst>
          </p:cNvPr>
          <p:cNvSpPr/>
          <p:nvPr/>
        </p:nvSpPr>
        <p:spPr>
          <a:xfrm>
            <a:off x="-2092961" y="283794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(6-2) 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1B00B613-82B6-E685-4D26-8C26684AE4E6}"/>
              </a:ext>
            </a:extLst>
          </p:cNvPr>
          <p:cNvSpPr/>
          <p:nvPr/>
        </p:nvSpPr>
        <p:spPr>
          <a:xfrm rot="11030931">
            <a:off x="-1281153" y="285953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6198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8D2BA-6BB3-81C1-AE07-7A9FE0F2A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377208-7D6D-672B-B1FF-33B558FB1080}"/>
              </a:ext>
            </a:extLst>
          </p:cNvPr>
          <p:cNvSpPr/>
          <p:nvPr/>
        </p:nvSpPr>
        <p:spPr>
          <a:xfrm>
            <a:off x="-2092961" y="-707897"/>
            <a:ext cx="16134080" cy="76642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FAA972-14FD-8241-7CD9-78A08D8D008B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2  ,  4  ,  5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467DFF-361D-31CF-55D6-267AD45E1B3C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93D59A-2503-DD7C-F8B8-25CDF1A4B8DC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BE63C32-9E31-73B7-D006-C2976CC99EA2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7E746CD-DEA6-277D-228A-713F16F3AC8B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(8) |  DS : [  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9D76531-55E3-799D-38AF-2E43DFAF6D42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8D34BE-5048-E8B1-4120-BE47BED54523}"/>
              </a:ext>
            </a:extLst>
          </p:cNvPr>
          <p:cNvSpPr/>
          <p:nvPr/>
        </p:nvSpPr>
        <p:spPr>
          <a:xfrm>
            <a:off x="-684276" y="2179321"/>
            <a:ext cx="223798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(6) |  DS : [2]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BACF1B-20E9-9CC6-8E08-9169E3E655FB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(8-2) 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9778D2D2-80EB-0EAE-6F94-9FA3D3994E7B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A1BE5E-B83E-5BA4-1FD9-11D22E3DD175}"/>
              </a:ext>
            </a:extLst>
          </p:cNvPr>
          <p:cNvCxnSpPr>
            <a:cxnSpLocks/>
          </p:cNvCxnSpPr>
          <p:nvPr/>
        </p:nvCxnSpPr>
        <p:spPr>
          <a:xfrm>
            <a:off x="243838" y="278892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74BE9A0-165D-BA31-6947-CDF9096C1B8E}"/>
              </a:ext>
            </a:extLst>
          </p:cNvPr>
          <p:cNvSpPr/>
          <p:nvPr/>
        </p:nvSpPr>
        <p:spPr>
          <a:xfrm>
            <a:off x="-684275" y="3207005"/>
            <a:ext cx="2401316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(4) |  DS : [2,2]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D3536E1-F439-E025-EB89-3BE434AD6F99}"/>
              </a:ext>
            </a:extLst>
          </p:cNvPr>
          <p:cNvSpPr/>
          <p:nvPr/>
        </p:nvSpPr>
        <p:spPr>
          <a:xfrm>
            <a:off x="-2092961" y="283794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(6-2) 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B9C123F7-82A8-D576-A384-E61424296768}"/>
              </a:ext>
            </a:extLst>
          </p:cNvPr>
          <p:cNvSpPr/>
          <p:nvPr/>
        </p:nvSpPr>
        <p:spPr>
          <a:xfrm rot="11030931">
            <a:off x="-1281153" y="285953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9B3C248-69A6-D825-F7A8-7A56929B99BF}"/>
              </a:ext>
            </a:extLst>
          </p:cNvPr>
          <p:cNvCxnSpPr>
            <a:cxnSpLocks/>
          </p:cNvCxnSpPr>
          <p:nvPr/>
        </p:nvCxnSpPr>
        <p:spPr>
          <a:xfrm>
            <a:off x="253996" y="378460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620863E-3840-5CC8-3B6B-CEE6B4A2C55D}"/>
              </a:ext>
            </a:extLst>
          </p:cNvPr>
          <p:cNvSpPr/>
          <p:nvPr/>
        </p:nvSpPr>
        <p:spPr>
          <a:xfrm>
            <a:off x="-836672" y="4215131"/>
            <a:ext cx="2553712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(2) |  DS : [2,2,2]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FEB4A10-9BD3-9158-74C4-F9D5029A7D12}"/>
              </a:ext>
            </a:extLst>
          </p:cNvPr>
          <p:cNvSpPr/>
          <p:nvPr/>
        </p:nvSpPr>
        <p:spPr>
          <a:xfrm>
            <a:off x="-2092961" y="386889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E5AC0030-28B2-20BD-1FCB-7E9F30613EF8}"/>
              </a:ext>
            </a:extLst>
          </p:cNvPr>
          <p:cNvSpPr/>
          <p:nvPr/>
        </p:nvSpPr>
        <p:spPr>
          <a:xfrm rot="11030931">
            <a:off x="-1468115" y="388645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3833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CE6B0-6D3E-42C2-621B-AC66AD516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54CB03B-7D17-5C6D-75E0-53A11F9FB030}"/>
              </a:ext>
            </a:extLst>
          </p:cNvPr>
          <p:cNvSpPr/>
          <p:nvPr/>
        </p:nvSpPr>
        <p:spPr>
          <a:xfrm>
            <a:off x="-2092961" y="-707897"/>
            <a:ext cx="16134080" cy="76642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B10C46-0F01-4A60-D0CC-8E1B51D60714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2  ,  4  ,  5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0A84B1-0EB5-AC01-CB3B-36C12447C073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739A2B-F937-7FD2-8D67-A99CB1BE6641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A8DA4B99-F051-6AED-82BC-CE0F63C6E86A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02F5FA-EBAE-1CC4-748F-576D3449E84D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(8) |  DS : [  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5935F14-FBDB-170D-0E2C-922BBDB8EA1A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CD962D-FEAA-8925-7AF2-48F5754800D7}"/>
              </a:ext>
            </a:extLst>
          </p:cNvPr>
          <p:cNvSpPr/>
          <p:nvPr/>
        </p:nvSpPr>
        <p:spPr>
          <a:xfrm>
            <a:off x="-684276" y="2179321"/>
            <a:ext cx="223798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(6) |  DS : [2]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74DE7B-5C50-0C6E-F346-6DFAEAF3C1D1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(8-2) 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4B64737A-F9BB-A4D5-0BE7-F899B59177AC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9176FF-2521-B453-B02D-17783CF6A037}"/>
              </a:ext>
            </a:extLst>
          </p:cNvPr>
          <p:cNvCxnSpPr>
            <a:cxnSpLocks/>
          </p:cNvCxnSpPr>
          <p:nvPr/>
        </p:nvCxnSpPr>
        <p:spPr>
          <a:xfrm>
            <a:off x="243838" y="278892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3159CFC-4E45-1530-91A0-EF789C255BCA}"/>
              </a:ext>
            </a:extLst>
          </p:cNvPr>
          <p:cNvSpPr/>
          <p:nvPr/>
        </p:nvSpPr>
        <p:spPr>
          <a:xfrm>
            <a:off x="-684275" y="3207005"/>
            <a:ext cx="2401316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(4) |  DS : [2,2]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77A107C-BF19-2162-0231-C2944B5282D4}"/>
              </a:ext>
            </a:extLst>
          </p:cNvPr>
          <p:cNvSpPr/>
          <p:nvPr/>
        </p:nvSpPr>
        <p:spPr>
          <a:xfrm>
            <a:off x="-2092961" y="283794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(6-2) 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373B431E-3CA3-09BB-FC48-16A353235FF0}"/>
              </a:ext>
            </a:extLst>
          </p:cNvPr>
          <p:cNvSpPr/>
          <p:nvPr/>
        </p:nvSpPr>
        <p:spPr>
          <a:xfrm rot="11030931">
            <a:off x="-1281153" y="285953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216A4A-3F1F-CEB0-3AC0-8D95730FA546}"/>
              </a:ext>
            </a:extLst>
          </p:cNvPr>
          <p:cNvCxnSpPr>
            <a:cxnSpLocks/>
          </p:cNvCxnSpPr>
          <p:nvPr/>
        </p:nvCxnSpPr>
        <p:spPr>
          <a:xfrm>
            <a:off x="253996" y="378460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8CF8ABE-6DC6-7E95-A8A4-7BE18C2EDB64}"/>
              </a:ext>
            </a:extLst>
          </p:cNvPr>
          <p:cNvSpPr/>
          <p:nvPr/>
        </p:nvSpPr>
        <p:spPr>
          <a:xfrm>
            <a:off x="-836672" y="4215131"/>
            <a:ext cx="2553712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(2) |  DS : [2,2,2]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9C23D97-2EE1-2413-24AC-5B8B75508685}"/>
              </a:ext>
            </a:extLst>
          </p:cNvPr>
          <p:cNvSpPr/>
          <p:nvPr/>
        </p:nvSpPr>
        <p:spPr>
          <a:xfrm>
            <a:off x="-2092961" y="386889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AF3D6CD1-179A-896F-7EAC-622AD96FAE6F}"/>
              </a:ext>
            </a:extLst>
          </p:cNvPr>
          <p:cNvSpPr/>
          <p:nvPr/>
        </p:nvSpPr>
        <p:spPr>
          <a:xfrm rot="11030931">
            <a:off x="-1436076" y="390090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1F6C60-E1F5-2886-226D-636E7F289D6C}"/>
              </a:ext>
            </a:extLst>
          </p:cNvPr>
          <p:cNvCxnSpPr>
            <a:cxnSpLocks/>
          </p:cNvCxnSpPr>
          <p:nvPr/>
        </p:nvCxnSpPr>
        <p:spPr>
          <a:xfrm>
            <a:off x="253996" y="481076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7679CC8-11A3-6BE4-B9D8-90B8EEB23DB2}"/>
              </a:ext>
            </a:extLst>
          </p:cNvPr>
          <p:cNvSpPr/>
          <p:nvPr/>
        </p:nvSpPr>
        <p:spPr>
          <a:xfrm>
            <a:off x="-949090" y="5239004"/>
            <a:ext cx="2747410" cy="415037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(0) |  DS : [2,2,2,2]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BA10160-0224-3D18-2289-618A38279529}"/>
              </a:ext>
            </a:extLst>
          </p:cNvPr>
          <p:cNvSpPr/>
          <p:nvPr/>
        </p:nvSpPr>
        <p:spPr>
          <a:xfrm>
            <a:off x="-2092961" y="49164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F3B78BB6-6D82-963C-CF73-92B7CE9117CA}"/>
              </a:ext>
            </a:extLst>
          </p:cNvPr>
          <p:cNvSpPr/>
          <p:nvPr/>
        </p:nvSpPr>
        <p:spPr>
          <a:xfrm rot="11030931">
            <a:off x="-1569716" y="4882159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015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08A92-A7EB-1513-9C6F-DFCA4D4D8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4D61997-7E69-805F-55DD-87389E046F11}"/>
              </a:ext>
            </a:extLst>
          </p:cNvPr>
          <p:cNvSpPr/>
          <p:nvPr/>
        </p:nvSpPr>
        <p:spPr>
          <a:xfrm>
            <a:off x="-2092961" y="-707897"/>
            <a:ext cx="16134080" cy="76642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D48D54-D2B0-BF3D-3CC9-685178377984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2  ,  4  ,  5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150E459-4769-B2F9-7C99-AE269F546670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758603-1EA3-BECD-EBB2-C18350EDAB87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28485233-872E-0F6F-8F46-380539E9F00F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993EAD-76A8-C6AD-65FA-B38A3D5A4EA6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(8) |  DS : [  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5D520BD-E1AC-EF20-0F2F-98A26FF497A7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F604AD-3418-0040-D05C-3C6117A71951}"/>
              </a:ext>
            </a:extLst>
          </p:cNvPr>
          <p:cNvSpPr/>
          <p:nvPr/>
        </p:nvSpPr>
        <p:spPr>
          <a:xfrm>
            <a:off x="-684276" y="2179321"/>
            <a:ext cx="223798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(6) |  DS : [2]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C82645-BE97-D984-F53A-0A44C5241B8F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(8-2) 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4E24407A-1597-B009-4E54-BE70DA57F13F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D5D337-9B86-41FB-388F-C36E5E75808E}"/>
              </a:ext>
            </a:extLst>
          </p:cNvPr>
          <p:cNvCxnSpPr>
            <a:cxnSpLocks/>
          </p:cNvCxnSpPr>
          <p:nvPr/>
        </p:nvCxnSpPr>
        <p:spPr>
          <a:xfrm>
            <a:off x="243838" y="278892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55AC2D4-B72F-914C-4DF9-57A39CD30A50}"/>
              </a:ext>
            </a:extLst>
          </p:cNvPr>
          <p:cNvSpPr/>
          <p:nvPr/>
        </p:nvSpPr>
        <p:spPr>
          <a:xfrm>
            <a:off x="-684275" y="3207005"/>
            <a:ext cx="2401316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(4) |  DS : [2,2]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FDCA31D-37B0-09E4-3773-BB48E82CC8E0}"/>
              </a:ext>
            </a:extLst>
          </p:cNvPr>
          <p:cNvSpPr/>
          <p:nvPr/>
        </p:nvSpPr>
        <p:spPr>
          <a:xfrm>
            <a:off x="-2092961" y="283794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(6-2) 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A98B2022-3DA3-2E6C-0A83-C7D9BD88840B}"/>
              </a:ext>
            </a:extLst>
          </p:cNvPr>
          <p:cNvSpPr/>
          <p:nvPr/>
        </p:nvSpPr>
        <p:spPr>
          <a:xfrm rot="11030931">
            <a:off x="-1281153" y="285953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3373E0B-401F-52BC-2A81-3B5B485B01A4}"/>
              </a:ext>
            </a:extLst>
          </p:cNvPr>
          <p:cNvCxnSpPr>
            <a:cxnSpLocks/>
          </p:cNvCxnSpPr>
          <p:nvPr/>
        </p:nvCxnSpPr>
        <p:spPr>
          <a:xfrm>
            <a:off x="253996" y="378460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0AF84ED-9C1D-F920-5184-4E65C01B57CC}"/>
              </a:ext>
            </a:extLst>
          </p:cNvPr>
          <p:cNvSpPr/>
          <p:nvPr/>
        </p:nvSpPr>
        <p:spPr>
          <a:xfrm>
            <a:off x="-836672" y="4215131"/>
            <a:ext cx="2553712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(2) |  DS : [2,2,2]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A99C444-24E1-88A1-7C9C-ACEA024409B8}"/>
              </a:ext>
            </a:extLst>
          </p:cNvPr>
          <p:cNvSpPr/>
          <p:nvPr/>
        </p:nvSpPr>
        <p:spPr>
          <a:xfrm>
            <a:off x="-2092961" y="386889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680DBB91-9C2B-872E-00E5-F0127A09E6A6}"/>
              </a:ext>
            </a:extLst>
          </p:cNvPr>
          <p:cNvSpPr/>
          <p:nvPr/>
        </p:nvSpPr>
        <p:spPr>
          <a:xfrm rot="11030931">
            <a:off x="-1436076" y="390090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4EA647-4018-AFA7-BFF1-39AB9FB15F97}"/>
              </a:ext>
            </a:extLst>
          </p:cNvPr>
          <p:cNvCxnSpPr>
            <a:cxnSpLocks/>
          </p:cNvCxnSpPr>
          <p:nvPr/>
        </p:nvCxnSpPr>
        <p:spPr>
          <a:xfrm>
            <a:off x="253996" y="481076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CD98E4A-3CDF-EDB4-9DF3-120D5A67B468}"/>
              </a:ext>
            </a:extLst>
          </p:cNvPr>
          <p:cNvSpPr/>
          <p:nvPr/>
        </p:nvSpPr>
        <p:spPr>
          <a:xfrm>
            <a:off x="-949090" y="5239004"/>
            <a:ext cx="2747410" cy="415037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(0) |  DS : [2,2,2,2]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F7C7020-2587-FB26-8EDD-5936D1EBE8AA}"/>
              </a:ext>
            </a:extLst>
          </p:cNvPr>
          <p:cNvSpPr/>
          <p:nvPr/>
        </p:nvSpPr>
        <p:spPr>
          <a:xfrm>
            <a:off x="-2092961" y="49164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C6EC720D-62FE-F637-9FBC-5158376271E7}"/>
              </a:ext>
            </a:extLst>
          </p:cNvPr>
          <p:cNvSpPr/>
          <p:nvPr/>
        </p:nvSpPr>
        <p:spPr>
          <a:xfrm rot="11030931">
            <a:off x="-1569716" y="4882159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C3F4E8C-22C6-C433-2739-A536BF3C3550}"/>
              </a:ext>
            </a:extLst>
          </p:cNvPr>
          <p:cNvCxnSpPr>
            <a:cxnSpLocks/>
          </p:cNvCxnSpPr>
          <p:nvPr/>
        </p:nvCxnSpPr>
        <p:spPr>
          <a:xfrm flipV="1">
            <a:off x="830070" y="4771623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5FE064B-9901-4259-C122-34345D2CA69D}"/>
              </a:ext>
            </a:extLst>
          </p:cNvPr>
          <p:cNvSpPr/>
          <p:nvPr/>
        </p:nvSpPr>
        <p:spPr>
          <a:xfrm>
            <a:off x="1798320" y="5796281"/>
            <a:ext cx="2747410" cy="441959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++: (1)  |   T: (2) |  DS : [2,2,2]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9BDE43-CF6E-620A-41FA-B3349EE87B3B}"/>
              </a:ext>
            </a:extLst>
          </p:cNvPr>
          <p:cNvCxnSpPr/>
          <p:nvPr/>
        </p:nvCxnSpPr>
        <p:spPr>
          <a:xfrm>
            <a:off x="1798320" y="4463288"/>
            <a:ext cx="4064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7E2135B-C15B-28B9-62EA-6358CE400065}"/>
              </a:ext>
            </a:extLst>
          </p:cNvPr>
          <p:cNvCxnSpPr>
            <a:cxnSpLocks/>
          </p:cNvCxnSpPr>
          <p:nvPr/>
        </p:nvCxnSpPr>
        <p:spPr>
          <a:xfrm>
            <a:off x="2211830" y="4453291"/>
            <a:ext cx="0" cy="11598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84921C1-7608-E574-0D23-8EA350AB7007}"/>
              </a:ext>
            </a:extLst>
          </p:cNvPr>
          <p:cNvSpPr/>
          <p:nvPr/>
        </p:nvSpPr>
        <p:spPr>
          <a:xfrm>
            <a:off x="2889022" y="5211044"/>
            <a:ext cx="1614315" cy="28422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(2-4) 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37E87C32-F401-804D-18B0-80F3F8DC4939}"/>
              </a:ext>
            </a:extLst>
          </p:cNvPr>
          <p:cNvSpPr/>
          <p:nvPr/>
        </p:nvSpPr>
        <p:spPr>
          <a:xfrm rot="3274560">
            <a:off x="3748698" y="5211037"/>
            <a:ext cx="1097267" cy="694944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843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883A7-77D1-4365-5AE1-63F6C5916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27744DA-1FD2-9092-DAD1-E81F09BC0170}"/>
              </a:ext>
            </a:extLst>
          </p:cNvPr>
          <p:cNvSpPr/>
          <p:nvPr/>
        </p:nvSpPr>
        <p:spPr>
          <a:xfrm>
            <a:off x="-2092961" y="-707898"/>
            <a:ext cx="16134080" cy="76527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2908D8-ABAF-0294-AA46-296CA293D00B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2  ,  4  ,  5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6CAA71-C174-4149-EF18-EC4490086258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3A1C42-34F8-DC87-CD35-7365283DF91C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276F8FD0-F82F-2B05-4D2B-7DF29B25B5F1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76D292-7581-367A-8728-7239F8212572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(8) |  DS : [  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0D7A094-0DEB-E687-7695-56F281F23DB6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A63048-045F-7535-DA87-A0FB3D3876EB}"/>
              </a:ext>
            </a:extLst>
          </p:cNvPr>
          <p:cNvSpPr/>
          <p:nvPr/>
        </p:nvSpPr>
        <p:spPr>
          <a:xfrm>
            <a:off x="-684276" y="2179321"/>
            <a:ext cx="223798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(6) |  DS : [2]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30E30D-488E-17E3-B1D2-1880A3FF3085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(8-2) 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EE9D0C51-BCC2-10CB-E276-8574572E44B8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4BE91E-7B6B-66E6-6C13-4455F02AB86D}"/>
              </a:ext>
            </a:extLst>
          </p:cNvPr>
          <p:cNvCxnSpPr>
            <a:cxnSpLocks/>
          </p:cNvCxnSpPr>
          <p:nvPr/>
        </p:nvCxnSpPr>
        <p:spPr>
          <a:xfrm>
            <a:off x="243838" y="278892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E826AE3-86E8-F841-0619-840054B57C87}"/>
              </a:ext>
            </a:extLst>
          </p:cNvPr>
          <p:cNvSpPr/>
          <p:nvPr/>
        </p:nvSpPr>
        <p:spPr>
          <a:xfrm>
            <a:off x="-684275" y="3207005"/>
            <a:ext cx="2401316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(4) |  DS : [2,2]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37B267-900C-F6B1-5D8A-64E2017DD9D1}"/>
              </a:ext>
            </a:extLst>
          </p:cNvPr>
          <p:cNvSpPr/>
          <p:nvPr/>
        </p:nvSpPr>
        <p:spPr>
          <a:xfrm>
            <a:off x="-2092961" y="283794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(6-2) 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B04EA4C-932D-A036-9917-E5496370BC87}"/>
              </a:ext>
            </a:extLst>
          </p:cNvPr>
          <p:cNvSpPr/>
          <p:nvPr/>
        </p:nvSpPr>
        <p:spPr>
          <a:xfrm rot="11030931">
            <a:off x="-1281153" y="285953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ED5219-B800-A8C9-0CE4-588F0692C833}"/>
              </a:ext>
            </a:extLst>
          </p:cNvPr>
          <p:cNvCxnSpPr>
            <a:cxnSpLocks/>
          </p:cNvCxnSpPr>
          <p:nvPr/>
        </p:nvCxnSpPr>
        <p:spPr>
          <a:xfrm>
            <a:off x="253996" y="378460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4EE504C-8FD0-8930-954D-211F53B1C2E4}"/>
              </a:ext>
            </a:extLst>
          </p:cNvPr>
          <p:cNvSpPr/>
          <p:nvPr/>
        </p:nvSpPr>
        <p:spPr>
          <a:xfrm>
            <a:off x="-836672" y="4215131"/>
            <a:ext cx="2553712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(2) |  DS : [2,2,2]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4D47CB9-5F83-1217-7AFE-BEEBD469143D}"/>
              </a:ext>
            </a:extLst>
          </p:cNvPr>
          <p:cNvSpPr/>
          <p:nvPr/>
        </p:nvSpPr>
        <p:spPr>
          <a:xfrm>
            <a:off x="-2092961" y="386889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7F5C230F-35F8-B3E6-C096-E73639CF28EA}"/>
              </a:ext>
            </a:extLst>
          </p:cNvPr>
          <p:cNvSpPr/>
          <p:nvPr/>
        </p:nvSpPr>
        <p:spPr>
          <a:xfrm rot="11030931">
            <a:off x="-1436076" y="390090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C83B5BA-E773-43C4-3345-1B515D805CD1}"/>
              </a:ext>
            </a:extLst>
          </p:cNvPr>
          <p:cNvCxnSpPr>
            <a:cxnSpLocks/>
          </p:cNvCxnSpPr>
          <p:nvPr/>
        </p:nvCxnSpPr>
        <p:spPr>
          <a:xfrm>
            <a:off x="253996" y="481076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431D09E-39E6-33DF-5693-C3570A113A88}"/>
              </a:ext>
            </a:extLst>
          </p:cNvPr>
          <p:cNvSpPr/>
          <p:nvPr/>
        </p:nvSpPr>
        <p:spPr>
          <a:xfrm>
            <a:off x="-949090" y="5239004"/>
            <a:ext cx="2747410" cy="415037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(0) |  DS : [2,2,2,2]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2F4FF8A-019E-5D3F-B29F-0FED054B2993}"/>
              </a:ext>
            </a:extLst>
          </p:cNvPr>
          <p:cNvSpPr/>
          <p:nvPr/>
        </p:nvSpPr>
        <p:spPr>
          <a:xfrm>
            <a:off x="-2092961" y="49164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16002194-D33F-C604-7993-A5C71FDEFE14}"/>
              </a:ext>
            </a:extLst>
          </p:cNvPr>
          <p:cNvSpPr/>
          <p:nvPr/>
        </p:nvSpPr>
        <p:spPr>
          <a:xfrm rot="11030931">
            <a:off x="-1569716" y="4882159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C843624-6EFB-4CCA-17BF-99373EE116DB}"/>
              </a:ext>
            </a:extLst>
          </p:cNvPr>
          <p:cNvCxnSpPr>
            <a:cxnSpLocks/>
          </p:cNvCxnSpPr>
          <p:nvPr/>
        </p:nvCxnSpPr>
        <p:spPr>
          <a:xfrm flipV="1">
            <a:off x="830070" y="4771623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5893342-F30C-2DD9-C404-A93BA17F6CD8}"/>
              </a:ext>
            </a:extLst>
          </p:cNvPr>
          <p:cNvSpPr/>
          <p:nvPr/>
        </p:nvSpPr>
        <p:spPr>
          <a:xfrm>
            <a:off x="1798320" y="5796281"/>
            <a:ext cx="2747410" cy="441959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++: (1)  |   T: (2) |  DS : [2,2,2]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F37B6AD-859A-10DF-DEEA-1CC50AA3C6D3}"/>
              </a:ext>
            </a:extLst>
          </p:cNvPr>
          <p:cNvCxnSpPr/>
          <p:nvPr/>
        </p:nvCxnSpPr>
        <p:spPr>
          <a:xfrm>
            <a:off x="1798320" y="4463288"/>
            <a:ext cx="4064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B08F3EE-B2AE-4BC6-6C95-4A7A9D3D5FEE}"/>
              </a:ext>
            </a:extLst>
          </p:cNvPr>
          <p:cNvCxnSpPr>
            <a:cxnSpLocks/>
          </p:cNvCxnSpPr>
          <p:nvPr/>
        </p:nvCxnSpPr>
        <p:spPr>
          <a:xfrm>
            <a:off x="2211830" y="4453291"/>
            <a:ext cx="0" cy="11598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A4AB0DA-309A-5D2A-27A0-2595B8A9A8CD}"/>
              </a:ext>
            </a:extLst>
          </p:cNvPr>
          <p:cNvSpPr/>
          <p:nvPr/>
        </p:nvSpPr>
        <p:spPr>
          <a:xfrm>
            <a:off x="3282670" y="5351228"/>
            <a:ext cx="1202301" cy="261919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(2-4) 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31BC396E-CD32-8A9C-D40A-5CEA3EBDC288}"/>
              </a:ext>
            </a:extLst>
          </p:cNvPr>
          <p:cNvSpPr/>
          <p:nvPr/>
        </p:nvSpPr>
        <p:spPr>
          <a:xfrm rot="3274560">
            <a:off x="3848406" y="5296695"/>
            <a:ext cx="953370" cy="660722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D4AB1E5-F932-5B0F-DEFC-9FE56184C138}"/>
              </a:ext>
            </a:extLst>
          </p:cNvPr>
          <p:cNvCxnSpPr>
            <a:cxnSpLocks/>
          </p:cNvCxnSpPr>
          <p:nvPr/>
        </p:nvCxnSpPr>
        <p:spPr>
          <a:xfrm flipV="1">
            <a:off x="830070" y="378460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DB09ABF-6988-56E2-6744-A821B50BA19E}"/>
              </a:ext>
            </a:extLst>
          </p:cNvPr>
          <p:cNvSpPr/>
          <p:nvPr/>
        </p:nvSpPr>
        <p:spPr>
          <a:xfrm>
            <a:off x="2204720" y="3290019"/>
            <a:ext cx="2629834" cy="34953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(4) |  DS : [2,2]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D35E41-9233-094C-D145-88CDB523E89B}"/>
              </a:ext>
            </a:extLst>
          </p:cNvPr>
          <p:cNvCxnSpPr>
            <a:cxnSpLocks/>
          </p:cNvCxnSpPr>
          <p:nvPr/>
        </p:nvCxnSpPr>
        <p:spPr>
          <a:xfrm>
            <a:off x="1798320" y="3429000"/>
            <a:ext cx="27737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6848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98AF3-5374-94C2-DDE6-A2B9B5DC8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69EE86F-1F6D-F0FC-11EA-333037D1AFA6}"/>
              </a:ext>
            </a:extLst>
          </p:cNvPr>
          <p:cNvSpPr/>
          <p:nvPr/>
        </p:nvSpPr>
        <p:spPr>
          <a:xfrm>
            <a:off x="-2092961" y="-707897"/>
            <a:ext cx="16134080" cy="76642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FFC1D77-049B-47D8-826E-D25AD2A9A04C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2  ,  4  ,  5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63A0E9-05C9-C8E3-2140-61D2C72EDBD1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52F748-4E36-AAD2-2337-03C6FD4DFF8D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09DD269B-23E7-55BC-D306-E03CC515CC90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669CBE-90D9-97CD-F421-F35917F497BB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(8) |  DS : [  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ECCEEDC-002B-D6DC-09E8-6963B08DDF83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4C4583-BAA7-A053-28A0-AB5F3DD34A6F}"/>
              </a:ext>
            </a:extLst>
          </p:cNvPr>
          <p:cNvSpPr/>
          <p:nvPr/>
        </p:nvSpPr>
        <p:spPr>
          <a:xfrm>
            <a:off x="-684276" y="2179321"/>
            <a:ext cx="223798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(6) |  DS : [2]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9E4807-1FD0-CF69-8303-9D867AEEE1D8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(8-2) 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DAF668DE-7DF0-E58B-97C9-F00815560397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538490-2D66-CFEE-B11B-7EBCE770CE57}"/>
              </a:ext>
            </a:extLst>
          </p:cNvPr>
          <p:cNvCxnSpPr>
            <a:cxnSpLocks/>
          </p:cNvCxnSpPr>
          <p:nvPr/>
        </p:nvCxnSpPr>
        <p:spPr>
          <a:xfrm>
            <a:off x="243838" y="278892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3257364-350C-1864-AEC2-1CB3574CB6F0}"/>
              </a:ext>
            </a:extLst>
          </p:cNvPr>
          <p:cNvSpPr/>
          <p:nvPr/>
        </p:nvSpPr>
        <p:spPr>
          <a:xfrm>
            <a:off x="-684275" y="3207005"/>
            <a:ext cx="2401316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(4) |  DS : [2,2]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E22126-B69C-319D-9B8C-16D7ED746E17}"/>
              </a:ext>
            </a:extLst>
          </p:cNvPr>
          <p:cNvSpPr/>
          <p:nvPr/>
        </p:nvSpPr>
        <p:spPr>
          <a:xfrm>
            <a:off x="-2092961" y="283794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(6-2) 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F1B04AB3-A80D-8CCE-F1B4-9985E546E2ED}"/>
              </a:ext>
            </a:extLst>
          </p:cNvPr>
          <p:cNvSpPr/>
          <p:nvPr/>
        </p:nvSpPr>
        <p:spPr>
          <a:xfrm rot="11030931">
            <a:off x="-1281153" y="285953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20966C1-82F1-E011-9194-34B299BE9F43}"/>
              </a:ext>
            </a:extLst>
          </p:cNvPr>
          <p:cNvCxnSpPr>
            <a:cxnSpLocks/>
          </p:cNvCxnSpPr>
          <p:nvPr/>
        </p:nvCxnSpPr>
        <p:spPr>
          <a:xfrm>
            <a:off x="253996" y="378460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8E7ACDE-6BAA-5B71-7917-0AAE97F1CFE2}"/>
              </a:ext>
            </a:extLst>
          </p:cNvPr>
          <p:cNvSpPr/>
          <p:nvPr/>
        </p:nvSpPr>
        <p:spPr>
          <a:xfrm>
            <a:off x="-836672" y="4215131"/>
            <a:ext cx="2553712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(2) |  DS : [2,2,2]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EAEA38E-C79F-9538-CD82-7B45A1B656F6}"/>
              </a:ext>
            </a:extLst>
          </p:cNvPr>
          <p:cNvSpPr/>
          <p:nvPr/>
        </p:nvSpPr>
        <p:spPr>
          <a:xfrm>
            <a:off x="-2092961" y="386889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8493C5DC-81BC-A5B0-6D07-6E788B6E63A0}"/>
              </a:ext>
            </a:extLst>
          </p:cNvPr>
          <p:cNvSpPr/>
          <p:nvPr/>
        </p:nvSpPr>
        <p:spPr>
          <a:xfrm rot="11030931">
            <a:off x="-1436076" y="390090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5BE4691-AEF2-30A9-6A0A-A8A04290B545}"/>
              </a:ext>
            </a:extLst>
          </p:cNvPr>
          <p:cNvCxnSpPr>
            <a:cxnSpLocks/>
          </p:cNvCxnSpPr>
          <p:nvPr/>
        </p:nvCxnSpPr>
        <p:spPr>
          <a:xfrm>
            <a:off x="253996" y="481076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EB6822E-D5C2-0FF3-D9F6-2B9034EA3BF9}"/>
              </a:ext>
            </a:extLst>
          </p:cNvPr>
          <p:cNvSpPr/>
          <p:nvPr/>
        </p:nvSpPr>
        <p:spPr>
          <a:xfrm>
            <a:off x="-949090" y="5239004"/>
            <a:ext cx="2747410" cy="415037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(0) |  DS : [2,2,2,2]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F36AB75-E329-31AC-AC09-7CDEECA99876}"/>
              </a:ext>
            </a:extLst>
          </p:cNvPr>
          <p:cNvSpPr/>
          <p:nvPr/>
        </p:nvSpPr>
        <p:spPr>
          <a:xfrm>
            <a:off x="-2092961" y="49164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C80119A5-ADB5-9499-A8E2-5D1C43C833F7}"/>
              </a:ext>
            </a:extLst>
          </p:cNvPr>
          <p:cNvSpPr/>
          <p:nvPr/>
        </p:nvSpPr>
        <p:spPr>
          <a:xfrm rot="11030931">
            <a:off x="-1569716" y="4882159"/>
            <a:ext cx="1097267" cy="694944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C604491-CD2B-3F82-C049-59F234DCED2B}"/>
              </a:ext>
            </a:extLst>
          </p:cNvPr>
          <p:cNvCxnSpPr>
            <a:cxnSpLocks/>
          </p:cNvCxnSpPr>
          <p:nvPr/>
        </p:nvCxnSpPr>
        <p:spPr>
          <a:xfrm flipV="1">
            <a:off x="830070" y="4771623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2AEF907-E6D6-B5AC-10B5-7A50879145A6}"/>
              </a:ext>
            </a:extLst>
          </p:cNvPr>
          <p:cNvSpPr/>
          <p:nvPr/>
        </p:nvSpPr>
        <p:spPr>
          <a:xfrm>
            <a:off x="1798320" y="5796281"/>
            <a:ext cx="2747410" cy="441959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++: (1)  |   T: (2) |  DS : [2,2,2]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603F80A-0BE2-F8FB-4829-462A2C5B5096}"/>
              </a:ext>
            </a:extLst>
          </p:cNvPr>
          <p:cNvCxnSpPr/>
          <p:nvPr/>
        </p:nvCxnSpPr>
        <p:spPr>
          <a:xfrm>
            <a:off x="1798320" y="4463288"/>
            <a:ext cx="4064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BD2745C-4B27-2AC6-742B-C7077ED218D8}"/>
              </a:ext>
            </a:extLst>
          </p:cNvPr>
          <p:cNvCxnSpPr>
            <a:cxnSpLocks/>
          </p:cNvCxnSpPr>
          <p:nvPr/>
        </p:nvCxnSpPr>
        <p:spPr>
          <a:xfrm>
            <a:off x="2211830" y="4453291"/>
            <a:ext cx="0" cy="11598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58726D5-DE68-DFAE-6D05-7BB541B2BEBD}"/>
              </a:ext>
            </a:extLst>
          </p:cNvPr>
          <p:cNvSpPr/>
          <p:nvPr/>
        </p:nvSpPr>
        <p:spPr>
          <a:xfrm>
            <a:off x="3221002" y="5337341"/>
            <a:ext cx="1220667" cy="27580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(2-4) 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B7D5FE8A-53FE-7BC6-0840-B1E37840E273}"/>
              </a:ext>
            </a:extLst>
          </p:cNvPr>
          <p:cNvSpPr/>
          <p:nvPr/>
        </p:nvSpPr>
        <p:spPr>
          <a:xfrm rot="3274560">
            <a:off x="3812763" y="5315082"/>
            <a:ext cx="979528" cy="623947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F5B7729-81F5-52C4-17F9-EEDA9F491351}"/>
              </a:ext>
            </a:extLst>
          </p:cNvPr>
          <p:cNvCxnSpPr>
            <a:cxnSpLocks/>
          </p:cNvCxnSpPr>
          <p:nvPr/>
        </p:nvCxnSpPr>
        <p:spPr>
          <a:xfrm flipV="1">
            <a:off x="830070" y="378460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23D7338-C991-AD3C-2369-78A52CECADF8}"/>
              </a:ext>
            </a:extLst>
          </p:cNvPr>
          <p:cNvSpPr/>
          <p:nvPr/>
        </p:nvSpPr>
        <p:spPr>
          <a:xfrm>
            <a:off x="2204720" y="3290019"/>
            <a:ext cx="2629834" cy="34953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(4) |  DS : [2,2]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65A67EC-54F8-8633-1FF0-CEAB47229953}"/>
              </a:ext>
            </a:extLst>
          </p:cNvPr>
          <p:cNvCxnSpPr>
            <a:cxnSpLocks/>
          </p:cNvCxnSpPr>
          <p:nvPr/>
        </p:nvCxnSpPr>
        <p:spPr>
          <a:xfrm>
            <a:off x="1798320" y="3429000"/>
            <a:ext cx="27737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0FF8FD9-625D-2570-4036-E3E11E50231C}"/>
              </a:ext>
            </a:extLst>
          </p:cNvPr>
          <p:cNvSpPr/>
          <p:nvPr/>
        </p:nvSpPr>
        <p:spPr>
          <a:xfrm>
            <a:off x="2538472" y="3974193"/>
            <a:ext cx="2747409" cy="44195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(0) |  DS : [2,2,4]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0E3163C-6992-C031-A422-A08FE8CB8559}"/>
              </a:ext>
            </a:extLst>
          </p:cNvPr>
          <p:cNvCxnSpPr>
            <a:cxnSpLocks/>
          </p:cNvCxnSpPr>
          <p:nvPr/>
        </p:nvCxnSpPr>
        <p:spPr>
          <a:xfrm>
            <a:off x="3519637" y="3703320"/>
            <a:ext cx="0" cy="197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A3CFA05-4851-A998-F5DD-ADCB14A87D22}"/>
              </a:ext>
            </a:extLst>
          </p:cNvPr>
          <p:cNvSpPr/>
          <p:nvPr/>
        </p:nvSpPr>
        <p:spPr>
          <a:xfrm>
            <a:off x="4272872" y="4561014"/>
            <a:ext cx="1202301" cy="25258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(4-4) 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A0B9A6CC-99E4-F099-F849-BDDCBAD9DF2E}"/>
              </a:ext>
            </a:extLst>
          </p:cNvPr>
          <p:cNvSpPr/>
          <p:nvPr/>
        </p:nvSpPr>
        <p:spPr>
          <a:xfrm rot="2121513">
            <a:off x="4613603" y="4055268"/>
            <a:ext cx="1097267" cy="694944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3205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CDB94-C94D-B216-F285-7121F456E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852A3C-2613-B9BB-2BA1-BDD1F2664E84}"/>
              </a:ext>
            </a:extLst>
          </p:cNvPr>
          <p:cNvSpPr/>
          <p:nvPr/>
        </p:nvSpPr>
        <p:spPr>
          <a:xfrm>
            <a:off x="-2092961" y="-707898"/>
            <a:ext cx="16134080" cy="76527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CB8F6E-CAA8-A09D-1BAD-38D1547FBAFB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2  ,  4  ,  5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908124-B3B7-D7CA-D0A4-96DD93ADC527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1027A4-10C9-A373-29A0-C9D9256ABBBC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3036A87A-019B-1A6D-95F3-7633B771FD74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904E51-563E-5B68-9F40-D9E8C853C496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(8) |  DS : [  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2331059-B1CA-FFD1-09CB-DAD03D534941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83D7FE-B9EC-C2A1-BEFA-66FE82ECDBD0}"/>
              </a:ext>
            </a:extLst>
          </p:cNvPr>
          <p:cNvSpPr/>
          <p:nvPr/>
        </p:nvSpPr>
        <p:spPr>
          <a:xfrm>
            <a:off x="-684276" y="2179321"/>
            <a:ext cx="223798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(6) |  DS : [2]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DB10A4-885D-5622-2E45-B130D63A15B3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(8-2) 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BD3A5676-030C-00F1-432C-0EA44C79ADA6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B5D2A3-C8F9-F332-BA00-14F7D90E5B86}"/>
              </a:ext>
            </a:extLst>
          </p:cNvPr>
          <p:cNvCxnSpPr>
            <a:cxnSpLocks/>
          </p:cNvCxnSpPr>
          <p:nvPr/>
        </p:nvCxnSpPr>
        <p:spPr>
          <a:xfrm>
            <a:off x="243838" y="278892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94FBA6F-8AA0-3E59-571A-5A924F8E00F4}"/>
              </a:ext>
            </a:extLst>
          </p:cNvPr>
          <p:cNvSpPr/>
          <p:nvPr/>
        </p:nvSpPr>
        <p:spPr>
          <a:xfrm>
            <a:off x="-684275" y="3207005"/>
            <a:ext cx="2401316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(4) |  DS : [2,2]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423F523-EF8F-5C05-B54D-692545890A6F}"/>
              </a:ext>
            </a:extLst>
          </p:cNvPr>
          <p:cNvSpPr/>
          <p:nvPr/>
        </p:nvSpPr>
        <p:spPr>
          <a:xfrm>
            <a:off x="-2092961" y="283794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(6-2) 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9C6A253E-042A-5427-782C-7779F33FCEEE}"/>
              </a:ext>
            </a:extLst>
          </p:cNvPr>
          <p:cNvSpPr/>
          <p:nvPr/>
        </p:nvSpPr>
        <p:spPr>
          <a:xfrm rot="11030931">
            <a:off x="-1281153" y="285953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AED563-5F61-68CF-BE3F-1FB26CFE2135}"/>
              </a:ext>
            </a:extLst>
          </p:cNvPr>
          <p:cNvCxnSpPr>
            <a:cxnSpLocks/>
          </p:cNvCxnSpPr>
          <p:nvPr/>
        </p:nvCxnSpPr>
        <p:spPr>
          <a:xfrm>
            <a:off x="253996" y="378460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B40371C-6EB8-BFD5-C901-040451950D36}"/>
              </a:ext>
            </a:extLst>
          </p:cNvPr>
          <p:cNvSpPr/>
          <p:nvPr/>
        </p:nvSpPr>
        <p:spPr>
          <a:xfrm>
            <a:off x="-836672" y="4215131"/>
            <a:ext cx="2553712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(2) |  DS : [2,2,2]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D8A73A5-A566-D1B5-633D-2A64E033BF05}"/>
              </a:ext>
            </a:extLst>
          </p:cNvPr>
          <p:cNvSpPr/>
          <p:nvPr/>
        </p:nvSpPr>
        <p:spPr>
          <a:xfrm>
            <a:off x="-2092961" y="386889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40EB29FE-017C-197D-639D-9AB5A490D2F8}"/>
              </a:ext>
            </a:extLst>
          </p:cNvPr>
          <p:cNvSpPr/>
          <p:nvPr/>
        </p:nvSpPr>
        <p:spPr>
          <a:xfrm rot="11030931">
            <a:off x="-1436076" y="390090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C472B6-0369-C095-C1E4-41121A625553}"/>
              </a:ext>
            </a:extLst>
          </p:cNvPr>
          <p:cNvCxnSpPr>
            <a:cxnSpLocks/>
          </p:cNvCxnSpPr>
          <p:nvPr/>
        </p:nvCxnSpPr>
        <p:spPr>
          <a:xfrm>
            <a:off x="253996" y="481076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6FCA2BF-5B40-231D-1F54-D4A28717D6BC}"/>
              </a:ext>
            </a:extLst>
          </p:cNvPr>
          <p:cNvSpPr/>
          <p:nvPr/>
        </p:nvSpPr>
        <p:spPr>
          <a:xfrm>
            <a:off x="-949090" y="5239004"/>
            <a:ext cx="2747410" cy="415037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(0) |  DS : [2,2,2,2]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84AEECD-CF4C-64AC-341A-EB8644BAB92E}"/>
              </a:ext>
            </a:extLst>
          </p:cNvPr>
          <p:cNvSpPr/>
          <p:nvPr/>
        </p:nvSpPr>
        <p:spPr>
          <a:xfrm>
            <a:off x="-2092961" y="49164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E4C9206B-0736-8B5E-1249-286EDE858277}"/>
              </a:ext>
            </a:extLst>
          </p:cNvPr>
          <p:cNvSpPr/>
          <p:nvPr/>
        </p:nvSpPr>
        <p:spPr>
          <a:xfrm rot="11030931">
            <a:off x="-1569716" y="4882159"/>
            <a:ext cx="1097267" cy="694944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A44977E-AC54-C162-3E5D-5F63DE60A9B4}"/>
              </a:ext>
            </a:extLst>
          </p:cNvPr>
          <p:cNvCxnSpPr>
            <a:cxnSpLocks/>
          </p:cNvCxnSpPr>
          <p:nvPr/>
        </p:nvCxnSpPr>
        <p:spPr>
          <a:xfrm flipV="1">
            <a:off x="830070" y="4771623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B9A4233-BD1E-EE1C-D45D-E25669B320A7}"/>
              </a:ext>
            </a:extLst>
          </p:cNvPr>
          <p:cNvSpPr/>
          <p:nvPr/>
        </p:nvSpPr>
        <p:spPr>
          <a:xfrm>
            <a:off x="1798320" y="5796281"/>
            <a:ext cx="2747410" cy="441959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++: (1)  |   T: (2) |  DS : [2,2,2]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A5CB863-D33C-82C7-4454-96EF0E811DB2}"/>
              </a:ext>
            </a:extLst>
          </p:cNvPr>
          <p:cNvCxnSpPr/>
          <p:nvPr/>
        </p:nvCxnSpPr>
        <p:spPr>
          <a:xfrm>
            <a:off x="1798320" y="4463288"/>
            <a:ext cx="4064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C79D2B0-994E-DD61-664B-ED8ED40F40D8}"/>
              </a:ext>
            </a:extLst>
          </p:cNvPr>
          <p:cNvCxnSpPr>
            <a:cxnSpLocks/>
          </p:cNvCxnSpPr>
          <p:nvPr/>
        </p:nvCxnSpPr>
        <p:spPr>
          <a:xfrm>
            <a:off x="2211830" y="4453291"/>
            <a:ext cx="0" cy="11598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02A8C3F-A15A-D0A3-B8AA-801F90DD6E72}"/>
              </a:ext>
            </a:extLst>
          </p:cNvPr>
          <p:cNvSpPr/>
          <p:nvPr/>
        </p:nvSpPr>
        <p:spPr>
          <a:xfrm>
            <a:off x="3221002" y="5337341"/>
            <a:ext cx="1220667" cy="27580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(2-4) 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A8B3F1DF-D1BC-FF29-8738-00E18BCE8E2F}"/>
              </a:ext>
            </a:extLst>
          </p:cNvPr>
          <p:cNvSpPr/>
          <p:nvPr/>
        </p:nvSpPr>
        <p:spPr>
          <a:xfrm rot="3274560">
            <a:off x="3812763" y="5315082"/>
            <a:ext cx="979528" cy="623947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914CEE9-22BA-E68C-C9D2-D6DC8CE086D7}"/>
              </a:ext>
            </a:extLst>
          </p:cNvPr>
          <p:cNvCxnSpPr>
            <a:cxnSpLocks/>
          </p:cNvCxnSpPr>
          <p:nvPr/>
        </p:nvCxnSpPr>
        <p:spPr>
          <a:xfrm flipV="1">
            <a:off x="830070" y="378460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B3B73BA-7989-F8A7-EE20-767EE7CDC74F}"/>
              </a:ext>
            </a:extLst>
          </p:cNvPr>
          <p:cNvSpPr/>
          <p:nvPr/>
        </p:nvSpPr>
        <p:spPr>
          <a:xfrm>
            <a:off x="2204720" y="3290019"/>
            <a:ext cx="2629834" cy="34953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(4) |  DS : [2,2]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0AA8947-D336-D0AC-1D87-5A9A744F9261}"/>
              </a:ext>
            </a:extLst>
          </p:cNvPr>
          <p:cNvCxnSpPr>
            <a:cxnSpLocks/>
          </p:cNvCxnSpPr>
          <p:nvPr/>
        </p:nvCxnSpPr>
        <p:spPr>
          <a:xfrm>
            <a:off x="1862835" y="3429000"/>
            <a:ext cx="27737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370636B-87F2-B316-2135-641DE5A85D95}"/>
              </a:ext>
            </a:extLst>
          </p:cNvPr>
          <p:cNvSpPr/>
          <p:nvPr/>
        </p:nvSpPr>
        <p:spPr>
          <a:xfrm>
            <a:off x="2538472" y="3974193"/>
            <a:ext cx="2747409" cy="44195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(0) |  DS : [2,2,4]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CC6DA1F-E7CE-35BF-BEF1-6C69B530A1BA}"/>
              </a:ext>
            </a:extLst>
          </p:cNvPr>
          <p:cNvCxnSpPr>
            <a:cxnSpLocks/>
          </p:cNvCxnSpPr>
          <p:nvPr/>
        </p:nvCxnSpPr>
        <p:spPr>
          <a:xfrm>
            <a:off x="3519637" y="3703320"/>
            <a:ext cx="0" cy="197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245ED82-4A11-CAFD-E820-ADAC51791865}"/>
              </a:ext>
            </a:extLst>
          </p:cNvPr>
          <p:cNvSpPr/>
          <p:nvPr/>
        </p:nvSpPr>
        <p:spPr>
          <a:xfrm>
            <a:off x="4272872" y="4561014"/>
            <a:ext cx="1202301" cy="25258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(4-4) 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CEFF827F-9A9C-A53A-2E37-F1A3865D2F48}"/>
              </a:ext>
            </a:extLst>
          </p:cNvPr>
          <p:cNvSpPr/>
          <p:nvPr/>
        </p:nvSpPr>
        <p:spPr>
          <a:xfrm rot="2121513">
            <a:off x="4613603" y="4055268"/>
            <a:ext cx="1097267" cy="694944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DD17534-21D7-6BFA-1CDE-1233127744F9}"/>
              </a:ext>
            </a:extLst>
          </p:cNvPr>
          <p:cNvSpPr/>
          <p:nvPr/>
        </p:nvSpPr>
        <p:spPr>
          <a:xfrm>
            <a:off x="1912281" y="2255732"/>
            <a:ext cx="2390246" cy="39646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(6) |  DS : [2]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B342806-36FE-89D0-3A10-61B443D4E165}"/>
              </a:ext>
            </a:extLst>
          </p:cNvPr>
          <p:cNvCxnSpPr>
            <a:cxnSpLocks/>
          </p:cNvCxnSpPr>
          <p:nvPr/>
        </p:nvCxnSpPr>
        <p:spPr>
          <a:xfrm>
            <a:off x="1624584" y="2453964"/>
            <a:ext cx="2064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DA306BA-D8D4-BEF2-54BB-D4573EF8910C}"/>
              </a:ext>
            </a:extLst>
          </p:cNvPr>
          <p:cNvCxnSpPr>
            <a:cxnSpLocks/>
          </p:cNvCxnSpPr>
          <p:nvPr/>
        </p:nvCxnSpPr>
        <p:spPr>
          <a:xfrm flipV="1">
            <a:off x="830070" y="278892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894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99A09-CD1D-1805-1B39-AFB344864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6A8D51-FF02-A846-B780-FAFDD3CD6948}"/>
              </a:ext>
            </a:extLst>
          </p:cNvPr>
          <p:cNvSpPr/>
          <p:nvPr/>
        </p:nvSpPr>
        <p:spPr>
          <a:xfrm>
            <a:off x="-2092961" y="-707897"/>
            <a:ext cx="16134080" cy="76642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66D1A9-97C5-C371-3FCE-BEC2193D4235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2  ,  4  ,  5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2298154-7988-5652-8355-EA4713A4E1D7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AD6298-494F-E08E-B9AA-D53FD068FD70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7FAE5014-EDFD-0B55-8276-19DF6C6229BE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EB7AF9-C6B4-45D8-2932-1F9FC333F178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(8) |  DS : [  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7F95B85-2791-4623-BE93-3BA3FDAD4146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2E547C-A1AA-7941-F730-6923B1544839}"/>
              </a:ext>
            </a:extLst>
          </p:cNvPr>
          <p:cNvSpPr/>
          <p:nvPr/>
        </p:nvSpPr>
        <p:spPr>
          <a:xfrm>
            <a:off x="-684276" y="2179321"/>
            <a:ext cx="223798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(6) |  DS : [2]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23A044-4C71-A36D-AF72-D4B1978EC61B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(8-2) 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881C3015-D482-2584-BC68-168EE2346890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E1BAAE-EA0A-8F50-955F-F64140DDD0F3}"/>
              </a:ext>
            </a:extLst>
          </p:cNvPr>
          <p:cNvCxnSpPr>
            <a:cxnSpLocks/>
          </p:cNvCxnSpPr>
          <p:nvPr/>
        </p:nvCxnSpPr>
        <p:spPr>
          <a:xfrm>
            <a:off x="243838" y="278892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EF2A9C-ECBB-D1E7-BBC7-82F1C127F9E8}"/>
              </a:ext>
            </a:extLst>
          </p:cNvPr>
          <p:cNvSpPr/>
          <p:nvPr/>
        </p:nvSpPr>
        <p:spPr>
          <a:xfrm>
            <a:off x="-684275" y="3207005"/>
            <a:ext cx="2401316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(4) |  DS : [2,2]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21FCD8-F98D-51DC-32DE-AFF6173097AF}"/>
              </a:ext>
            </a:extLst>
          </p:cNvPr>
          <p:cNvSpPr/>
          <p:nvPr/>
        </p:nvSpPr>
        <p:spPr>
          <a:xfrm>
            <a:off x="-2092961" y="283794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(6-2) 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07B57876-A076-5A3A-9FE1-268A5FAC45D0}"/>
              </a:ext>
            </a:extLst>
          </p:cNvPr>
          <p:cNvSpPr/>
          <p:nvPr/>
        </p:nvSpPr>
        <p:spPr>
          <a:xfrm rot="11030931">
            <a:off x="-1281153" y="285953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47ECEC-94F6-0EAF-5B4C-7EBEB0B1E5F0}"/>
              </a:ext>
            </a:extLst>
          </p:cNvPr>
          <p:cNvCxnSpPr>
            <a:cxnSpLocks/>
          </p:cNvCxnSpPr>
          <p:nvPr/>
        </p:nvCxnSpPr>
        <p:spPr>
          <a:xfrm>
            <a:off x="253996" y="378460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DB2CB96-1F57-AC03-86EB-794F928B65AA}"/>
              </a:ext>
            </a:extLst>
          </p:cNvPr>
          <p:cNvSpPr/>
          <p:nvPr/>
        </p:nvSpPr>
        <p:spPr>
          <a:xfrm>
            <a:off x="-836672" y="4215131"/>
            <a:ext cx="2553712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(2) |  DS : [2,2,2]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232A0BF-5E73-2799-26E6-37A51CFC1D72}"/>
              </a:ext>
            </a:extLst>
          </p:cNvPr>
          <p:cNvSpPr/>
          <p:nvPr/>
        </p:nvSpPr>
        <p:spPr>
          <a:xfrm>
            <a:off x="-2092961" y="386889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BAA66FE8-7DF6-AAC1-7600-98FD303D35EB}"/>
              </a:ext>
            </a:extLst>
          </p:cNvPr>
          <p:cNvSpPr/>
          <p:nvPr/>
        </p:nvSpPr>
        <p:spPr>
          <a:xfrm rot="11030931">
            <a:off x="-1436076" y="390090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6F7F42-8814-AC4F-18CB-DFE580A1A73C}"/>
              </a:ext>
            </a:extLst>
          </p:cNvPr>
          <p:cNvCxnSpPr>
            <a:cxnSpLocks/>
          </p:cNvCxnSpPr>
          <p:nvPr/>
        </p:nvCxnSpPr>
        <p:spPr>
          <a:xfrm>
            <a:off x="253996" y="481076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DB49F3D-C6C5-784E-A446-925CFC3D021F}"/>
              </a:ext>
            </a:extLst>
          </p:cNvPr>
          <p:cNvSpPr/>
          <p:nvPr/>
        </p:nvSpPr>
        <p:spPr>
          <a:xfrm>
            <a:off x="-949090" y="5239004"/>
            <a:ext cx="2747410" cy="415037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(0) |  DS : [2,2,2,2]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336FFAA-0833-4850-C4A9-60BF24EF1888}"/>
              </a:ext>
            </a:extLst>
          </p:cNvPr>
          <p:cNvSpPr/>
          <p:nvPr/>
        </p:nvSpPr>
        <p:spPr>
          <a:xfrm>
            <a:off x="-2092961" y="49164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EC1D0F85-4EC8-44FE-5FFB-732A73A9AD05}"/>
              </a:ext>
            </a:extLst>
          </p:cNvPr>
          <p:cNvSpPr/>
          <p:nvPr/>
        </p:nvSpPr>
        <p:spPr>
          <a:xfrm rot="11030931">
            <a:off x="-1569716" y="4882159"/>
            <a:ext cx="1097267" cy="694944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8BB4737-09E6-079B-9006-E3A625EC58E6}"/>
              </a:ext>
            </a:extLst>
          </p:cNvPr>
          <p:cNvCxnSpPr>
            <a:cxnSpLocks/>
          </p:cNvCxnSpPr>
          <p:nvPr/>
        </p:nvCxnSpPr>
        <p:spPr>
          <a:xfrm flipV="1">
            <a:off x="830070" y="4771623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8303521-AC19-EC04-F605-5B26563B5A6F}"/>
              </a:ext>
            </a:extLst>
          </p:cNvPr>
          <p:cNvSpPr/>
          <p:nvPr/>
        </p:nvSpPr>
        <p:spPr>
          <a:xfrm>
            <a:off x="1798320" y="5796281"/>
            <a:ext cx="2747410" cy="441959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++: (1)  |   T: (2) |  DS : [2,2,2]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6400F52-0141-F2B6-2C0B-6E7DDAB619C8}"/>
              </a:ext>
            </a:extLst>
          </p:cNvPr>
          <p:cNvCxnSpPr/>
          <p:nvPr/>
        </p:nvCxnSpPr>
        <p:spPr>
          <a:xfrm>
            <a:off x="1798320" y="4463288"/>
            <a:ext cx="4064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F5DD4BD-BF46-1426-AF1A-35097439DEF2}"/>
              </a:ext>
            </a:extLst>
          </p:cNvPr>
          <p:cNvCxnSpPr>
            <a:cxnSpLocks/>
          </p:cNvCxnSpPr>
          <p:nvPr/>
        </p:nvCxnSpPr>
        <p:spPr>
          <a:xfrm>
            <a:off x="2211830" y="4453291"/>
            <a:ext cx="0" cy="11598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F72FAEB-E503-3E9D-3259-906CE0F074D5}"/>
              </a:ext>
            </a:extLst>
          </p:cNvPr>
          <p:cNvSpPr/>
          <p:nvPr/>
        </p:nvSpPr>
        <p:spPr>
          <a:xfrm>
            <a:off x="3221002" y="5337341"/>
            <a:ext cx="1220667" cy="27580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(2-4) 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66C3A6DD-848E-6604-C58B-429A484948DE}"/>
              </a:ext>
            </a:extLst>
          </p:cNvPr>
          <p:cNvSpPr/>
          <p:nvPr/>
        </p:nvSpPr>
        <p:spPr>
          <a:xfrm rot="3274560">
            <a:off x="3812763" y="5315082"/>
            <a:ext cx="979528" cy="623947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18DF12F-A761-6D54-1F02-7C6655580A02}"/>
              </a:ext>
            </a:extLst>
          </p:cNvPr>
          <p:cNvCxnSpPr>
            <a:cxnSpLocks/>
          </p:cNvCxnSpPr>
          <p:nvPr/>
        </p:nvCxnSpPr>
        <p:spPr>
          <a:xfrm flipV="1">
            <a:off x="830070" y="378460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6E3ECF4-77B4-9FB7-1D81-9314D4F47357}"/>
              </a:ext>
            </a:extLst>
          </p:cNvPr>
          <p:cNvSpPr/>
          <p:nvPr/>
        </p:nvSpPr>
        <p:spPr>
          <a:xfrm>
            <a:off x="2204720" y="3290019"/>
            <a:ext cx="2629834" cy="34953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(4) |  DS : [2,2]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06AED15-C58A-7A28-940F-D0185FD0D90C}"/>
              </a:ext>
            </a:extLst>
          </p:cNvPr>
          <p:cNvCxnSpPr>
            <a:cxnSpLocks/>
          </p:cNvCxnSpPr>
          <p:nvPr/>
        </p:nvCxnSpPr>
        <p:spPr>
          <a:xfrm>
            <a:off x="1862835" y="3429000"/>
            <a:ext cx="27737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147D0E1-9DDF-A10E-62A5-1D09BA3FEEA3}"/>
              </a:ext>
            </a:extLst>
          </p:cNvPr>
          <p:cNvSpPr/>
          <p:nvPr/>
        </p:nvSpPr>
        <p:spPr>
          <a:xfrm>
            <a:off x="2538472" y="3974193"/>
            <a:ext cx="2747409" cy="44195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(0) |  DS : [2,2,4]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801B27-BEA0-A1B4-B0F4-7CA557DB1AF1}"/>
              </a:ext>
            </a:extLst>
          </p:cNvPr>
          <p:cNvCxnSpPr>
            <a:cxnSpLocks/>
          </p:cNvCxnSpPr>
          <p:nvPr/>
        </p:nvCxnSpPr>
        <p:spPr>
          <a:xfrm>
            <a:off x="3519637" y="3703320"/>
            <a:ext cx="0" cy="197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9229AEC-694D-B495-4C8A-B9FFD970912E}"/>
              </a:ext>
            </a:extLst>
          </p:cNvPr>
          <p:cNvSpPr/>
          <p:nvPr/>
        </p:nvSpPr>
        <p:spPr>
          <a:xfrm>
            <a:off x="4272872" y="4561014"/>
            <a:ext cx="1202301" cy="25258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(4-4) 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F1415D8B-01B9-0629-2FC2-BDAC8BAA3554}"/>
              </a:ext>
            </a:extLst>
          </p:cNvPr>
          <p:cNvSpPr/>
          <p:nvPr/>
        </p:nvSpPr>
        <p:spPr>
          <a:xfrm rot="2121513">
            <a:off x="4613603" y="4055268"/>
            <a:ext cx="1097267" cy="694944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394A5C7-6FE2-EB8B-4F13-86D6CD74390E}"/>
              </a:ext>
            </a:extLst>
          </p:cNvPr>
          <p:cNvSpPr/>
          <p:nvPr/>
        </p:nvSpPr>
        <p:spPr>
          <a:xfrm>
            <a:off x="1912281" y="2255732"/>
            <a:ext cx="2390246" cy="39646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(6) |  DS : [2]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481AC3A-8FC8-42E5-FB71-776A6EF5083B}"/>
              </a:ext>
            </a:extLst>
          </p:cNvPr>
          <p:cNvCxnSpPr>
            <a:cxnSpLocks/>
          </p:cNvCxnSpPr>
          <p:nvPr/>
        </p:nvCxnSpPr>
        <p:spPr>
          <a:xfrm>
            <a:off x="1624584" y="2453964"/>
            <a:ext cx="2064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F844EBA-0930-AED9-1B49-91B09118394A}"/>
              </a:ext>
            </a:extLst>
          </p:cNvPr>
          <p:cNvCxnSpPr>
            <a:cxnSpLocks/>
          </p:cNvCxnSpPr>
          <p:nvPr/>
        </p:nvCxnSpPr>
        <p:spPr>
          <a:xfrm flipV="1">
            <a:off x="830070" y="278892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831DF22-2C30-A69E-D734-FF297A7B3704}"/>
              </a:ext>
            </a:extLst>
          </p:cNvPr>
          <p:cNvSpPr/>
          <p:nvPr/>
        </p:nvSpPr>
        <p:spPr>
          <a:xfrm>
            <a:off x="4610236" y="2692909"/>
            <a:ext cx="2401032" cy="37825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(6) |  DS : [2]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4FB47B7-8059-47A1-F8C7-D21B6D5CDC27}"/>
              </a:ext>
            </a:extLst>
          </p:cNvPr>
          <p:cNvCxnSpPr>
            <a:cxnSpLocks/>
          </p:cNvCxnSpPr>
          <p:nvPr/>
        </p:nvCxnSpPr>
        <p:spPr>
          <a:xfrm>
            <a:off x="3221284" y="2711693"/>
            <a:ext cx="0" cy="22359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5ED55FF-624E-4EFC-437A-F3F902A3822A}"/>
              </a:ext>
            </a:extLst>
          </p:cNvPr>
          <p:cNvCxnSpPr>
            <a:cxnSpLocks/>
          </p:cNvCxnSpPr>
          <p:nvPr/>
        </p:nvCxnSpPr>
        <p:spPr>
          <a:xfrm>
            <a:off x="3221001" y="2942157"/>
            <a:ext cx="12206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04D140A-9991-4AC8-00CC-E1BB798A9FB5}"/>
              </a:ext>
            </a:extLst>
          </p:cNvPr>
          <p:cNvSpPr/>
          <p:nvPr/>
        </p:nvSpPr>
        <p:spPr>
          <a:xfrm>
            <a:off x="5657944" y="3192188"/>
            <a:ext cx="1266256" cy="32847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(4-6) 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DEB7A9A2-B019-1387-02EC-8A59AB2E14D6}"/>
              </a:ext>
            </a:extLst>
          </p:cNvPr>
          <p:cNvSpPr/>
          <p:nvPr/>
        </p:nvSpPr>
        <p:spPr>
          <a:xfrm rot="4110574">
            <a:off x="6378187" y="2707119"/>
            <a:ext cx="979528" cy="623947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9666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D1A49-7854-2647-49BF-E353D7D93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A49C60-9FB1-5A05-B1FC-4601C0483BC1}"/>
              </a:ext>
            </a:extLst>
          </p:cNvPr>
          <p:cNvSpPr/>
          <p:nvPr/>
        </p:nvSpPr>
        <p:spPr>
          <a:xfrm>
            <a:off x="-2092961" y="-707898"/>
            <a:ext cx="16134080" cy="76527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9868278-1F99-98A3-A46F-64A5469B1B08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2  ,  4  ,  5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890B2B6-A75D-56F1-D6C3-A2E4EADDDFA4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C06206-D1F8-A57B-72B8-398A82DDCA48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2C0A629C-7B17-9FF3-366A-89AE176E49B1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5E1F51-65BD-A989-7E01-637E5C8AA6EF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(8) |  DS : [  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4C32810-7A50-E1C1-F27E-890E4F9BA3B8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A4E6C4E-7CCB-00DB-F311-E9E693F0CE6C}"/>
              </a:ext>
            </a:extLst>
          </p:cNvPr>
          <p:cNvSpPr/>
          <p:nvPr/>
        </p:nvSpPr>
        <p:spPr>
          <a:xfrm>
            <a:off x="-684276" y="2179321"/>
            <a:ext cx="223798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(6) |  DS : [2]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6B5987-F072-9278-BF4B-9DB6EFBD08D2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(8-2) 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070F769D-AB6C-A57F-5F4A-E8959CF78B4D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B858CA5-354A-5C4E-B2E0-80B911A6A30C}"/>
              </a:ext>
            </a:extLst>
          </p:cNvPr>
          <p:cNvCxnSpPr>
            <a:cxnSpLocks/>
          </p:cNvCxnSpPr>
          <p:nvPr/>
        </p:nvCxnSpPr>
        <p:spPr>
          <a:xfrm>
            <a:off x="243838" y="278892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D5B78B-A0AC-8ED4-61A4-2FA17019C99F}"/>
              </a:ext>
            </a:extLst>
          </p:cNvPr>
          <p:cNvSpPr/>
          <p:nvPr/>
        </p:nvSpPr>
        <p:spPr>
          <a:xfrm>
            <a:off x="-684275" y="3207005"/>
            <a:ext cx="2401316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(4) |  DS : [2,2]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851FD11-AA6A-E0D4-7AE5-0E781A9F982F}"/>
              </a:ext>
            </a:extLst>
          </p:cNvPr>
          <p:cNvSpPr/>
          <p:nvPr/>
        </p:nvSpPr>
        <p:spPr>
          <a:xfrm>
            <a:off x="-2092961" y="283794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(6-2) 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090C38B3-4F8C-6046-FA13-E01338F55FB5}"/>
              </a:ext>
            </a:extLst>
          </p:cNvPr>
          <p:cNvSpPr/>
          <p:nvPr/>
        </p:nvSpPr>
        <p:spPr>
          <a:xfrm rot="11030931">
            <a:off x="-1281153" y="285953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CE6B83-55AA-AAEB-5203-AE5C31FFC72A}"/>
              </a:ext>
            </a:extLst>
          </p:cNvPr>
          <p:cNvCxnSpPr>
            <a:cxnSpLocks/>
          </p:cNvCxnSpPr>
          <p:nvPr/>
        </p:nvCxnSpPr>
        <p:spPr>
          <a:xfrm>
            <a:off x="253996" y="378460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45F0579-5956-076A-957B-A0D8EECABD79}"/>
              </a:ext>
            </a:extLst>
          </p:cNvPr>
          <p:cNvSpPr/>
          <p:nvPr/>
        </p:nvSpPr>
        <p:spPr>
          <a:xfrm>
            <a:off x="-836672" y="4215131"/>
            <a:ext cx="2553712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(2) |  DS : [2,2,2]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86EC081-8D50-8D96-F787-E7E6A40DADE8}"/>
              </a:ext>
            </a:extLst>
          </p:cNvPr>
          <p:cNvSpPr/>
          <p:nvPr/>
        </p:nvSpPr>
        <p:spPr>
          <a:xfrm>
            <a:off x="-2092961" y="386889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22F13C54-CC0E-DC0F-900E-B534F2EA89D3}"/>
              </a:ext>
            </a:extLst>
          </p:cNvPr>
          <p:cNvSpPr/>
          <p:nvPr/>
        </p:nvSpPr>
        <p:spPr>
          <a:xfrm rot="11030931">
            <a:off x="-1436076" y="390090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E52FCEE-F54B-4864-9831-D0878B72C377}"/>
              </a:ext>
            </a:extLst>
          </p:cNvPr>
          <p:cNvCxnSpPr>
            <a:cxnSpLocks/>
          </p:cNvCxnSpPr>
          <p:nvPr/>
        </p:nvCxnSpPr>
        <p:spPr>
          <a:xfrm>
            <a:off x="253996" y="481076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3AA775C-E342-0050-B51D-989E183F3F0D}"/>
              </a:ext>
            </a:extLst>
          </p:cNvPr>
          <p:cNvSpPr/>
          <p:nvPr/>
        </p:nvSpPr>
        <p:spPr>
          <a:xfrm>
            <a:off x="-949090" y="5239004"/>
            <a:ext cx="2747410" cy="415037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(0) |  DS : [2,2,2,2]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9BC1A82-90BD-4FDB-4C6B-E9E60C7415A4}"/>
              </a:ext>
            </a:extLst>
          </p:cNvPr>
          <p:cNvSpPr/>
          <p:nvPr/>
        </p:nvSpPr>
        <p:spPr>
          <a:xfrm>
            <a:off x="-2092961" y="49164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28BA2B5-7108-4729-1300-5C1242680409}"/>
              </a:ext>
            </a:extLst>
          </p:cNvPr>
          <p:cNvSpPr/>
          <p:nvPr/>
        </p:nvSpPr>
        <p:spPr>
          <a:xfrm rot="11030931">
            <a:off x="-1569716" y="4882159"/>
            <a:ext cx="1097267" cy="694944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C64D08-04C2-4035-BB8A-6DC29BC7F3AF}"/>
              </a:ext>
            </a:extLst>
          </p:cNvPr>
          <p:cNvCxnSpPr>
            <a:cxnSpLocks/>
          </p:cNvCxnSpPr>
          <p:nvPr/>
        </p:nvCxnSpPr>
        <p:spPr>
          <a:xfrm flipV="1">
            <a:off x="830070" y="4771623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B61CEA2-BBEB-3071-5967-C983129EEE06}"/>
              </a:ext>
            </a:extLst>
          </p:cNvPr>
          <p:cNvSpPr/>
          <p:nvPr/>
        </p:nvSpPr>
        <p:spPr>
          <a:xfrm>
            <a:off x="1798320" y="5796281"/>
            <a:ext cx="2747410" cy="441959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++: (1)  |   T: (2) |  DS : [2,2,2]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BB14E5F-8583-A047-8B27-6336023E60EE}"/>
              </a:ext>
            </a:extLst>
          </p:cNvPr>
          <p:cNvCxnSpPr/>
          <p:nvPr/>
        </p:nvCxnSpPr>
        <p:spPr>
          <a:xfrm>
            <a:off x="1798320" y="4463288"/>
            <a:ext cx="4064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E35A18B-7C0F-0F3F-2014-5AEEAF2C79FA}"/>
              </a:ext>
            </a:extLst>
          </p:cNvPr>
          <p:cNvCxnSpPr>
            <a:cxnSpLocks/>
          </p:cNvCxnSpPr>
          <p:nvPr/>
        </p:nvCxnSpPr>
        <p:spPr>
          <a:xfrm>
            <a:off x="2211830" y="4453291"/>
            <a:ext cx="0" cy="11598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E1DC094-6C5B-34A5-96EF-BD5FE0CC50EC}"/>
              </a:ext>
            </a:extLst>
          </p:cNvPr>
          <p:cNvSpPr/>
          <p:nvPr/>
        </p:nvSpPr>
        <p:spPr>
          <a:xfrm>
            <a:off x="3221002" y="5337341"/>
            <a:ext cx="1220667" cy="27580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(2-4) 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E8A56F5D-B900-6778-F886-DA0D67922149}"/>
              </a:ext>
            </a:extLst>
          </p:cNvPr>
          <p:cNvSpPr/>
          <p:nvPr/>
        </p:nvSpPr>
        <p:spPr>
          <a:xfrm rot="3274560">
            <a:off x="3812763" y="5315082"/>
            <a:ext cx="979528" cy="623947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BCC5C4-F3F8-72DE-659F-D2FC0C9E9612}"/>
              </a:ext>
            </a:extLst>
          </p:cNvPr>
          <p:cNvCxnSpPr>
            <a:cxnSpLocks/>
          </p:cNvCxnSpPr>
          <p:nvPr/>
        </p:nvCxnSpPr>
        <p:spPr>
          <a:xfrm flipV="1">
            <a:off x="830070" y="378460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552D946-545E-4005-8201-75598D5DE701}"/>
              </a:ext>
            </a:extLst>
          </p:cNvPr>
          <p:cNvSpPr/>
          <p:nvPr/>
        </p:nvSpPr>
        <p:spPr>
          <a:xfrm>
            <a:off x="2204720" y="3290019"/>
            <a:ext cx="2629834" cy="34953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(4) |  DS : [2,2]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F6A4062-7262-AA1B-6E85-E027388E4659}"/>
              </a:ext>
            </a:extLst>
          </p:cNvPr>
          <p:cNvCxnSpPr>
            <a:cxnSpLocks/>
          </p:cNvCxnSpPr>
          <p:nvPr/>
        </p:nvCxnSpPr>
        <p:spPr>
          <a:xfrm>
            <a:off x="1862835" y="3429000"/>
            <a:ext cx="27737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E00ECA4-E7B6-3E41-1A16-4A1341C0142A}"/>
              </a:ext>
            </a:extLst>
          </p:cNvPr>
          <p:cNvSpPr/>
          <p:nvPr/>
        </p:nvSpPr>
        <p:spPr>
          <a:xfrm>
            <a:off x="2538472" y="3974193"/>
            <a:ext cx="2747409" cy="44195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(0) |  DS : [2,2,4]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E0FF919-35E1-04F7-3BE1-F58855CE30F2}"/>
              </a:ext>
            </a:extLst>
          </p:cNvPr>
          <p:cNvCxnSpPr>
            <a:cxnSpLocks/>
          </p:cNvCxnSpPr>
          <p:nvPr/>
        </p:nvCxnSpPr>
        <p:spPr>
          <a:xfrm>
            <a:off x="3519637" y="3703320"/>
            <a:ext cx="0" cy="197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7863B8C-0C41-6508-EF55-5216D9B95118}"/>
              </a:ext>
            </a:extLst>
          </p:cNvPr>
          <p:cNvSpPr/>
          <p:nvPr/>
        </p:nvSpPr>
        <p:spPr>
          <a:xfrm>
            <a:off x="4272872" y="4561014"/>
            <a:ext cx="1202301" cy="25258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(4-4) 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E723A042-C012-3869-1929-8277FDC3CE6E}"/>
              </a:ext>
            </a:extLst>
          </p:cNvPr>
          <p:cNvSpPr/>
          <p:nvPr/>
        </p:nvSpPr>
        <p:spPr>
          <a:xfrm rot="2121513">
            <a:off x="4613603" y="4055268"/>
            <a:ext cx="1097267" cy="694944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78CE2F9-D074-2EBB-412D-15F880BAC969}"/>
              </a:ext>
            </a:extLst>
          </p:cNvPr>
          <p:cNvSpPr/>
          <p:nvPr/>
        </p:nvSpPr>
        <p:spPr>
          <a:xfrm>
            <a:off x="1912281" y="2255732"/>
            <a:ext cx="2390246" cy="39646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(6) |  DS : [2]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5F5E0AA-8703-D467-76D5-714BD5D02DD5}"/>
              </a:ext>
            </a:extLst>
          </p:cNvPr>
          <p:cNvCxnSpPr>
            <a:cxnSpLocks/>
          </p:cNvCxnSpPr>
          <p:nvPr/>
        </p:nvCxnSpPr>
        <p:spPr>
          <a:xfrm>
            <a:off x="1624584" y="2453964"/>
            <a:ext cx="2064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6836A50-625F-5162-A3CB-AD11B47C1E6F}"/>
              </a:ext>
            </a:extLst>
          </p:cNvPr>
          <p:cNvCxnSpPr>
            <a:cxnSpLocks/>
          </p:cNvCxnSpPr>
          <p:nvPr/>
        </p:nvCxnSpPr>
        <p:spPr>
          <a:xfrm flipV="1">
            <a:off x="830070" y="278892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576D368-F97D-2831-D22F-F2A45B72B8EA}"/>
              </a:ext>
            </a:extLst>
          </p:cNvPr>
          <p:cNvSpPr/>
          <p:nvPr/>
        </p:nvSpPr>
        <p:spPr>
          <a:xfrm>
            <a:off x="4610236" y="2692909"/>
            <a:ext cx="2401032" cy="37825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(6) |  DS : [2]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F0D011B-26EB-4793-755E-ADD8743C6EBE}"/>
              </a:ext>
            </a:extLst>
          </p:cNvPr>
          <p:cNvCxnSpPr>
            <a:cxnSpLocks/>
          </p:cNvCxnSpPr>
          <p:nvPr/>
        </p:nvCxnSpPr>
        <p:spPr>
          <a:xfrm>
            <a:off x="3221284" y="2711693"/>
            <a:ext cx="0" cy="22359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58DDF6-5610-ED81-5F2E-4FD10F81A785}"/>
              </a:ext>
            </a:extLst>
          </p:cNvPr>
          <p:cNvCxnSpPr>
            <a:cxnSpLocks/>
          </p:cNvCxnSpPr>
          <p:nvPr/>
        </p:nvCxnSpPr>
        <p:spPr>
          <a:xfrm>
            <a:off x="3221001" y="2942157"/>
            <a:ext cx="12206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1A4BAE6-0F74-EA70-D801-61EF77C6129F}"/>
              </a:ext>
            </a:extLst>
          </p:cNvPr>
          <p:cNvSpPr/>
          <p:nvPr/>
        </p:nvSpPr>
        <p:spPr>
          <a:xfrm>
            <a:off x="5657944" y="3192188"/>
            <a:ext cx="1266256" cy="32847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(4-6) 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D5C5BED5-83CC-EB85-2270-A92426BA747F}"/>
              </a:ext>
            </a:extLst>
          </p:cNvPr>
          <p:cNvSpPr/>
          <p:nvPr/>
        </p:nvSpPr>
        <p:spPr>
          <a:xfrm rot="4110574">
            <a:off x="6378187" y="2707119"/>
            <a:ext cx="979528" cy="623947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2605704-21AA-445F-97A3-1CE47A034B57}"/>
              </a:ext>
            </a:extLst>
          </p:cNvPr>
          <p:cNvSpPr/>
          <p:nvPr/>
        </p:nvSpPr>
        <p:spPr>
          <a:xfrm>
            <a:off x="7405931" y="1742441"/>
            <a:ext cx="2378858" cy="3782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(8) |  DS : [  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E14316C-1EDE-604D-9460-884C44E0192B}"/>
              </a:ext>
            </a:extLst>
          </p:cNvPr>
          <p:cNvCxnSpPr>
            <a:cxnSpLocks/>
          </p:cNvCxnSpPr>
          <p:nvPr/>
        </p:nvCxnSpPr>
        <p:spPr>
          <a:xfrm flipV="1">
            <a:off x="830070" y="173482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549B041-DC88-9496-D2C5-A2C8B5B95EF4}"/>
              </a:ext>
            </a:extLst>
          </p:cNvPr>
          <p:cNvCxnSpPr/>
          <p:nvPr/>
        </p:nvCxnSpPr>
        <p:spPr>
          <a:xfrm>
            <a:off x="1717040" y="1671321"/>
            <a:ext cx="55707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679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AB4EB-4122-719F-B829-2F543D238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86B43F-0EA3-6054-CF1A-EA8CB14A9775}"/>
              </a:ext>
            </a:extLst>
          </p:cNvPr>
          <p:cNvSpPr/>
          <p:nvPr/>
        </p:nvSpPr>
        <p:spPr>
          <a:xfrm>
            <a:off x="-2092961" y="-690880"/>
            <a:ext cx="16134080" cy="75488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CC1B06-AD5E-F27C-3412-2E5F35A9779E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2  ,  4  ,  5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D3728CF-A095-19C5-C87F-65F70D0FCD93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2B2C9D-C10A-517A-37E9-D3C256302E03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B2F1B401-D053-8EE9-C272-91CBEFA5133A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DDFE73-E84F-0112-65EC-C4A2B7E2CE5D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(8) |  DS : [  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A8B2F4D-5323-5C14-35DF-C5D4FEB9754B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5D82D3-C043-48DB-A541-99085D48A59C}"/>
              </a:ext>
            </a:extLst>
          </p:cNvPr>
          <p:cNvSpPr/>
          <p:nvPr/>
        </p:nvSpPr>
        <p:spPr>
          <a:xfrm>
            <a:off x="-684276" y="2179321"/>
            <a:ext cx="223798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(6) |  DS : [2]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17DAF0-CFD8-AE3B-AEFB-0CF083DDEA0B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(8-2) 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44CD0C62-9544-DF89-03B0-45FCDE8189C3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7F3C853-D1BC-2BF7-1A0F-995898BBCFCE}"/>
              </a:ext>
            </a:extLst>
          </p:cNvPr>
          <p:cNvCxnSpPr>
            <a:cxnSpLocks/>
          </p:cNvCxnSpPr>
          <p:nvPr/>
        </p:nvCxnSpPr>
        <p:spPr>
          <a:xfrm>
            <a:off x="243838" y="278892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B190E54-7A10-2936-0980-F696744209DD}"/>
              </a:ext>
            </a:extLst>
          </p:cNvPr>
          <p:cNvSpPr/>
          <p:nvPr/>
        </p:nvSpPr>
        <p:spPr>
          <a:xfrm>
            <a:off x="-684275" y="3207005"/>
            <a:ext cx="2401316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(4) |  DS : [2,2]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BC55780-02BA-309D-D273-099C8F9F1413}"/>
              </a:ext>
            </a:extLst>
          </p:cNvPr>
          <p:cNvSpPr/>
          <p:nvPr/>
        </p:nvSpPr>
        <p:spPr>
          <a:xfrm>
            <a:off x="-2092961" y="283794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(6-2) 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B8B6B611-B185-DDF0-BA20-5120F9A0AF3B}"/>
              </a:ext>
            </a:extLst>
          </p:cNvPr>
          <p:cNvSpPr/>
          <p:nvPr/>
        </p:nvSpPr>
        <p:spPr>
          <a:xfrm rot="11030931">
            <a:off x="-1281153" y="285953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0A8183-75B2-85AF-4789-E7E454FF5CE2}"/>
              </a:ext>
            </a:extLst>
          </p:cNvPr>
          <p:cNvCxnSpPr>
            <a:cxnSpLocks/>
          </p:cNvCxnSpPr>
          <p:nvPr/>
        </p:nvCxnSpPr>
        <p:spPr>
          <a:xfrm>
            <a:off x="253996" y="378460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95AAF8D-8A76-71B9-935E-211A8E67E133}"/>
              </a:ext>
            </a:extLst>
          </p:cNvPr>
          <p:cNvSpPr/>
          <p:nvPr/>
        </p:nvSpPr>
        <p:spPr>
          <a:xfrm>
            <a:off x="-836672" y="4215131"/>
            <a:ext cx="2553712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(2) |  DS : [2,2,2]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E3E6121-5E4F-6125-F327-43A60B81C4FE}"/>
              </a:ext>
            </a:extLst>
          </p:cNvPr>
          <p:cNvSpPr/>
          <p:nvPr/>
        </p:nvSpPr>
        <p:spPr>
          <a:xfrm>
            <a:off x="-2092961" y="386889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CBACA3CB-938A-454D-FA45-C324DFF8D462}"/>
              </a:ext>
            </a:extLst>
          </p:cNvPr>
          <p:cNvSpPr/>
          <p:nvPr/>
        </p:nvSpPr>
        <p:spPr>
          <a:xfrm rot="11030931">
            <a:off x="-1436076" y="390090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37083A-4C6E-5510-2E32-3A738F6F74AB}"/>
              </a:ext>
            </a:extLst>
          </p:cNvPr>
          <p:cNvCxnSpPr>
            <a:cxnSpLocks/>
          </p:cNvCxnSpPr>
          <p:nvPr/>
        </p:nvCxnSpPr>
        <p:spPr>
          <a:xfrm>
            <a:off x="253996" y="481076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1FF96D7-8DC6-B33C-FEE8-5911FBF0DDF7}"/>
              </a:ext>
            </a:extLst>
          </p:cNvPr>
          <p:cNvSpPr/>
          <p:nvPr/>
        </p:nvSpPr>
        <p:spPr>
          <a:xfrm>
            <a:off x="-949090" y="5239004"/>
            <a:ext cx="2747410" cy="415037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(0) |  DS : [2,2,2,2]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E7779B2-B083-BB05-22FC-73412EEEF9D3}"/>
              </a:ext>
            </a:extLst>
          </p:cNvPr>
          <p:cNvSpPr/>
          <p:nvPr/>
        </p:nvSpPr>
        <p:spPr>
          <a:xfrm>
            <a:off x="-2092961" y="49164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62164557-C14E-7B99-E64A-1ADC4EAC8FD4}"/>
              </a:ext>
            </a:extLst>
          </p:cNvPr>
          <p:cNvSpPr/>
          <p:nvPr/>
        </p:nvSpPr>
        <p:spPr>
          <a:xfrm rot="11030931">
            <a:off x="-1569716" y="4882159"/>
            <a:ext cx="1097267" cy="694944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D0C3C8B-6516-08DB-27D9-DC55120B0FD0}"/>
              </a:ext>
            </a:extLst>
          </p:cNvPr>
          <p:cNvCxnSpPr>
            <a:cxnSpLocks/>
          </p:cNvCxnSpPr>
          <p:nvPr/>
        </p:nvCxnSpPr>
        <p:spPr>
          <a:xfrm flipV="1">
            <a:off x="830070" y="4771623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6B3C1BF-6368-7848-E187-A0F385CFBAE0}"/>
              </a:ext>
            </a:extLst>
          </p:cNvPr>
          <p:cNvSpPr/>
          <p:nvPr/>
        </p:nvSpPr>
        <p:spPr>
          <a:xfrm>
            <a:off x="1798320" y="5796281"/>
            <a:ext cx="2747410" cy="441959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++: (1)  |   T: (2) |  DS : [2,2,2]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94E876-A3F5-5551-FCC9-E9BF4C1C015B}"/>
              </a:ext>
            </a:extLst>
          </p:cNvPr>
          <p:cNvCxnSpPr/>
          <p:nvPr/>
        </p:nvCxnSpPr>
        <p:spPr>
          <a:xfrm>
            <a:off x="1798320" y="4463288"/>
            <a:ext cx="4064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338EE3E-9BF3-8727-E512-315479F0219F}"/>
              </a:ext>
            </a:extLst>
          </p:cNvPr>
          <p:cNvCxnSpPr>
            <a:cxnSpLocks/>
          </p:cNvCxnSpPr>
          <p:nvPr/>
        </p:nvCxnSpPr>
        <p:spPr>
          <a:xfrm>
            <a:off x="2211830" y="4453291"/>
            <a:ext cx="0" cy="11598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6ACC82A-A55A-6C10-058F-DAA1C16C1082}"/>
              </a:ext>
            </a:extLst>
          </p:cNvPr>
          <p:cNvSpPr/>
          <p:nvPr/>
        </p:nvSpPr>
        <p:spPr>
          <a:xfrm>
            <a:off x="3221002" y="5337341"/>
            <a:ext cx="1220667" cy="27580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(2-4) 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1F7AF648-6D2D-8C0B-9779-CA5898BA53F5}"/>
              </a:ext>
            </a:extLst>
          </p:cNvPr>
          <p:cNvSpPr/>
          <p:nvPr/>
        </p:nvSpPr>
        <p:spPr>
          <a:xfrm rot="3274560">
            <a:off x="3812763" y="5315082"/>
            <a:ext cx="979528" cy="623947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DA6F2B1-9ED3-E206-0DFA-35ECA392FF97}"/>
              </a:ext>
            </a:extLst>
          </p:cNvPr>
          <p:cNvCxnSpPr>
            <a:cxnSpLocks/>
          </p:cNvCxnSpPr>
          <p:nvPr/>
        </p:nvCxnSpPr>
        <p:spPr>
          <a:xfrm flipV="1">
            <a:off x="830070" y="378460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A51EBE4-A035-6C8E-2433-4B1F1F801860}"/>
              </a:ext>
            </a:extLst>
          </p:cNvPr>
          <p:cNvSpPr/>
          <p:nvPr/>
        </p:nvSpPr>
        <p:spPr>
          <a:xfrm>
            <a:off x="2204720" y="3290019"/>
            <a:ext cx="2629834" cy="34953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(4) |  DS : [2,2]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6BCA576-8521-8FC6-22B4-90FB575BDA27}"/>
              </a:ext>
            </a:extLst>
          </p:cNvPr>
          <p:cNvCxnSpPr>
            <a:cxnSpLocks/>
          </p:cNvCxnSpPr>
          <p:nvPr/>
        </p:nvCxnSpPr>
        <p:spPr>
          <a:xfrm>
            <a:off x="1862835" y="3429000"/>
            <a:ext cx="27737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9E964D2-D71F-EC8D-2D12-1D1823911961}"/>
              </a:ext>
            </a:extLst>
          </p:cNvPr>
          <p:cNvSpPr/>
          <p:nvPr/>
        </p:nvSpPr>
        <p:spPr>
          <a:xfrm>
            <a:off x="2538472" y="3974193"/>
            <a:ext cx="2747409" cy="44195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(0) |  DS : [2,2,4]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DE4B9A0-2D0E-DEA3-40EF-07B64B187719}"/>
              </a:ext>
            </a:extLst>
          </p:cNvPr>
          <p:cNvCxnSpPr>
            <a:cxnSpLocks/>
          </p:cNvCxnSpPr>
          <p:nvPr/>
        </p:nvCxnSpPr>
        <p:spPr>
          <a:xfrm>
            <a:off x="3519637" y="3703320"/>
            <a:ext cx="0" cy="197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D43BC14-3D27-E676-C455-6DEFE4D6701E}"/>
              </a:ext>
            </a:extLst>
          </p:cNvPr>
          <p:cNvSpPr/>
          <p:nvPr/>
        </p:nvSpPr>
        <p:spPr>
          <a:xfrm>
            <a:off x="4272872" y="4561014"/>
            <a:ext cx="1202301" cy="25258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(4-4) 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07192039-7206-833E-CF83-EC29D0A7E623}"/>
              </a:ext>
            </a:extLst>
          </p:cNvPr>
          <p:cNvSpPr/>
          <p:nvPr/>
        </p:nvSpPr>
        <p:spPr>
          <a:xfrm rot="2121513">
            <a:off x="4613603" y="4055268"/>
            <a:ext cx="1097267" cy="694944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BD0E1F7-6205-C1DF-737D-0C5FFA382467}"/>
              </a:ext>
            </a:extLst>
          </p:cNvPr>
          <p:cNvSpPr/>
          <p:nvPr/>
        </p:nvSpPr>
        <p:spPr>
          <a:xfrm>
            <a:off x="1912281" y="2255732"/>
            <a:ext cx="2390246" cy="39646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(6) |  DS : [2]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180F338-67A1-5AC5-F690-139BDD451F52}"/>
              </a:ext>
            </a:extLst>
          </p:cNvPr>
          <p:cNvCxnSpPr>
            <a:cxnSpLocks/>
          </p:cNvCxnSpPr>
          <p:nvPr/>
        </p:nvCxnSpPr>
        <p:spPr>
          <a:xfrm>
            <a:off x="1624584" y="2453964"/>
            <a:ext cx="2064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A507180-17D0-4B32-7183-95C4123DA98A}"/>
              </a:ext>
            </a:extLst>
          </p:cNvPr>
          <p:cNvCxnSpPr>
            <a:cxnSpLocks/>
          </p:cNvCxnSpPr>
          <p:nvPr/>
        </p:nvCxnSpPr>
        <p:spPr>
          <a:xfrm flipV="1">
            <a:off x="830070" y="278892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39D02D2-25E2-442A-3DCC-1530EACAB53E}"/>
              </a:ext>
            </a:extLst>
          </p:cNvPr>
          <p:cNvSpPr/>
          <p:nvPr/>
        </p:nvSpPr>
        <p:spPr>
          <a:xfrm>
            <a:off x="4610236" y="2692909"/>
            <a:ext cx="2401032" cy="37825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(6) |  DS : [2]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504EA8-4192-4A56-6E9B-B837659CE8FF}"/>
              </a:ext>
            </a:extLst>
          </p:cNvPr>
          <p:cNvCxnSpPr>
            <a:cxnSpLocks/>
          </p:cNvCxnSpPr>
          <p:nvPr/>
        </p:nvCxnSpPr>
        <p:spPr>
          <a:xfrm>
            <a:off x="3221284" y="2711693"/>
            <a:ext cx="0" cy="22359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F995E63-1C6D-651C-F188-19EAC5D3F3FF}"/>
              </a:ext>
            </a:extLst>
          </p:cNvPr>
          <p:cNvCxnSpPr>
            <a:cxnSpLocks/>
          </p:cNvCxnSpPr>
          <p:nvPr/>
        </p:nvCxnSpPr>
        <p:spPr>
          <a:xfrm>
            <a:off x="3221001" y="2942157"/>
            <a:ext cx="12206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22C4D04-6871-4C11-AF5A-C4D1B5F254D7}"/>
              </a:ext>
            </a:extLst>
          </p:cNvPr>
          <p:cNvSpPr/>
          <p:nvPr/>
        </p:nvSpPr>
        <p:spPr>
          <a:xfrm>
            <a:off x="5657944" y="3192188"/>
            <a:ext cx="1266256" cy="32847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(4-6) 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F2B51081-9CDD-D2C6-2B8D-1D30E96EBF3C}"/>
              </a:ext>
            </a:extLst>
          </p:cNvPr>
          <p:cNvSpPr/>
          <p:nvPr/>
        </p:nvSpPr>
        <p:spPr>
          <a:xfrm rot="4110574">
            <a:off x="6378187" y="2707119"/>
            <a:ext cx="979528" cy="623947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36FD8FB-0586-60BF-A6BA-0DCC7941A973}"/>
              </a:ext>
            </a:extLst>
          </p:cNvPr>
          <p:cNvSpPr/>
          <p:nvPr/>
        </p:nvSpPr>
        <p:spPr>
          <a:xfrm>
            <a:off x="7405931" y="1742441"/>
            <a:ext cx="2378858" cy="3782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(8) |  DS : [  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72381E4-67AA-C3F1-3D5B-F85E8CD6E709}"/>
              </a:ext>
            </a:extLst>
          </p:cNvPr>
          <p:cNvCxnSpPr>
            <a:cxnSpLocks/>
          </p:cNvCxnSpPr>
          <p:nvPr/>
        </p:nvCxnSpPr>
        <p:spPr>
          <a:xfrm flipV="1">
            <a:off x="830070" y="173482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7E34C02-A425-4563-36BB-170F0E23E13F}"/>
              </a:ext>
            </a:extLst>
          </p:cNvPr>
          <p:cNvCxnSpPr/>
          <p:nvPr/>
        </p:nvCxnSpPr>
        <p:spPr>
          <a:xfrm>
            <a:off x="1717040" y="1671321"/>
            <a:ext cx="55707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94CAA0B-7FEA-2076-642D-8D4A9F6BEF16}"/>
              </a:ext>
            </a:extLst>
          </p:cNvPr>
          <p:cNvSpPr/>
          <p:nvPr/>
        </p:nvSpPr>
        <p:spPr>
          <a:xfrm>
            <a:off x="7405931" y="2563907"/>
            <a:ext cx="2555844" cy="3782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(4) |  DS : [ 4 ]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2586074-FA02-1AC2-9D9F-832337A51C29}"/>
              </a:ext>
            </a:extLst>
          </p:cNvPr>
          <p:cNvCxnSpPr>
            <a:cxnSpLocks/>
          </p:cNvCxnSpPr>
          <p:nvPr/>
        </p:nvCxnSpPr>
        <p:spPr>
          <a:xfrm>
            <a:off x="8670746" y="2255732"/>
            <a:ext cx="0" cy="229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9AABF8C-5C2D-4FC3-FEEC-A33C83A912AD}"/>
              </a:ext>
            </a:extLst>
          </p:cNvPr>
          <p:cNvSpPr/>
          <p:nvPr/>
        </p:nvSpPr>
        <p:spPr>
          <a:xfrm>
            <a:off x="9086245" y="2207843"/>
            <a:ext cx="1193474" cy="24124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(8-4) </a:t>
            </a:r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7FEC0DBC-03DE-59FF-8D97-0347AE783A37}"/>
              </a:ext>
            </a:extLst>
          </p:cNvPr>
          <p:cNvSpPr/>
          <p:nvPr/>
        </p:nvSpPr>
        <p:spPr>
          <a:xfrm rot="4844421">
            <a:off x="9549045" y="2085570"/>
            <a:ext cx="825460" cy="79131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02362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1C4EB-456C-DE58-D130-7C16CBE4B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5E0D12-7252-A9DE-3531-FA292E48BD23}"/>
              </a:ext>
            </a:extLst>
          </p:cNvPr>
          <p:cNvSpPr/>
          <p:nvPr/>
        </p:nvSpPr>
        <p:spPr>
          <a:xfrm>
            <a:off x="-2092961" y="-690880"/>
            <a:ext cx="16134080" cy="75488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74F639-6F94-FB80-208E-3720404ADD92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2  ,  4  ,  5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A82C74-6AF6-C48D-1E01-5EF73FAC6F6B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FFEFC8-9483-1CEB-F79B-04DE91AD45F6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C18EEE68-610A-645B-D6DB-395DA3C0578A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F74101-1801-E171-2143-129107F82BFD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(8) |  DS : [  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0F6F24B-71FD-3B72-B0BD-41092F01677D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F1E0EA3-3531-64B3-1366-1238168FDCCD}"/>
              </a:ext>
            </a:extLst>
          </p:cNvPr>
          <p:cNvSpPr/>
          <p:nvPr/>
        </p:nvSpPr>
        <p:spPr>
          <a:xfrm>
            <a:off x="-684276" y="2179321"/>
            <a:ext cx="223798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(6) |  DS : [2]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D43B93-D5FE-3707-AC98-40E484800C08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(8-2) 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A614922F-E1F5-99F4-629C-3605B2E67C1C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19A651-8898-857E-8E74-347A41DCF1BB}"/>
              </a:ext>
            </a:extLst>
          </p:cNvPr>
          <p:cNvCxnSpPr>
            <a:cxnSpLocks/>
          </p:cNvCxnSpPr>
          <p:nvPr/>
        </p:nvCxnSpPr>
        <p:spPr>
          <a:xfrm>
            <a:off x="243838" y="278892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AB06D09-9C2F-0025-8287-64DD725268FC}"/>
              </a:ext>
            </a:extLst>
          </p:cNvPr>
          <p:cNvSpPr/>
          <p:nvPr/>
        </p:nvSpPr>
        <p:spPr>
          <a:xfrm>
            <a:off x="-684275" y="3207005"/>
            <a:ext cx="2401316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(4) |  DS : [2,2]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DFFD70-D343-F7FC-A798-3B5C0E74D7D7}"/>
              </a:ext>
            </a:extLst>
          </p:cNvPr>
          <p:cNvSpPr/>
          <p:nvPr/>
        </p:nvSpPr>
        <p:spPr>
          <a:xfrm>
            <a:off x="-2092961" y="283794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(6-2) 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81338DE3-95FF-2FED-9FFF-90A872E88A67}"/>
              </a:ext>
            </a:extLst>
          </p:cNvPr>
          <p:cNvSpPr/>
          <p:nvPr/>
        </p:nvSpPr>
        <p:spPr>
          <a:xfrm rot="11030931">
            <a:off x="-1281153" y="285953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B355C0-782C-D06F-2178-74FDAA9E7117}"/>
              </a:ext>
            </a:extLst>
          </p:cNvPr>
          <p:cNvCxnSpPr>
            <a:cxnSpLocks/>
          </p:cNvCxnSpPr>
          <p:nvPr/>
        </p:nvCxnSpPr>
        <p:spPr>
          <a:xfrm>
            <a:off x="253996" y="378460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050944F-3186-EAA7-1DDB-BC8D4BBE9846}"/>
              </a:ext>
            </a:extLst>
          </p:cNvPr>
          <p:cNvSpPr/>
          <p:nvPr/>
        </p:nvSpPr>
        <p:spPr>
          <a:xfrm>
            <a:off x="-836672" y="4215131"/>
            <a:ext cx="2553712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(2) |  DS : [2,2,2]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A5DE8D0-22C6-A342-F06A-75F2F3C23CFB}"/>
              </a:ext>
            </a:extLst>
          </p:cNvPr>
          <p:cNvSpPr/>
          <p:nvPr/>
        </p:nvSpPr>
        <p:spPr>
          <a:xfrm>
            <a:off x="-2092961" y="386889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390044B1-85DA-E57D-805C-AD518289C039}"/>
              </a:ext>
            </a:extLst>
          </p:cNvPr>
          <p:cNvSpPr/>
          <p:nvPr/>
        </p:nvSpPr>
        <p:spPr>
          <a:xfrm rot="11030931">
            <a:off x="-1436076" y="390090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8226C7-C9EA-18E3-4275-FE2AC60ECB41}"/>
              </a:ext>
            </a:extLst>
          </p:cNvPr>
          <p:cNvCxnSpPr>
            <a:cxnSpLocks/>
          </p:cNvCxnSpPr>
          <p:nvPr/>
        </p:nvCxnSpPr>
        <p:spPr>
          <a:xfrm>
            <a:off x="253996" y="481076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BFFFC03-12F7-E7DA-A350-E4668006970F}"/>
              </a:ext>
            </a:extLst>
          </p:cNvPr>
          <p:cNvSpPr/>
          <p:nvPr/>
        </p:nvSpPr>
        <p:spPr>
          <a:xfrm>
            <a:off x="-949090" y="5239004"/>
            <a:ext cx="2747410" cy="415037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(0) |  DS : [2,2,2,2]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264BAF1-82AB-40DA-CBA6-10F669051D0D}"/>
              </a:ext>
            </a:extLst>
          </p:cNvPr>
          <p:cNvSpPr/>
          <p:nvPr/>
        </p:nvSpPr>
        <p:spPr>
          <a:xfrm>
            <a:off x="-2092961" y="49164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FCA9931F-EEAA-01DC-4DEB-B4E265DDB329}"/>
              </a:ext>
            </a:extLst>
          </p:cNvPr>
          <p:cNvSpPr/>
          <p:nvPr/>
        </p:nvSpPr>
        <p:spPr>
          <a:xfrm rot="11030931">
            <a:off x="-1569716" y="4882159"/>
            <a:ext cx="1097267" cy="694944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4582EB2-4FEF-A91E-B5B2-C14C3DCB5A4B}"/>
              </a:ext>
            </a:extLst>
          </p:cNvPr>
          <p:cNvCxnSpPr>
            <a:cxnSpLocks/>
          </p:cNvCxnSpPr>
          <p:nvPr/>
        </p:nvCxnSpPr>
        <p:spPr>
          <a:xfrm flipV="1">
            <a:off x="830070" y="4771623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2C400ED-1DEE-9922-2107-0F6BCA48122F}"/>
              </a:ext>
            </a:extLst>
          </p:cNvPr>
          <p:cNvSpPr/>
          <p:nvPr/>
        </p:nvSpPr>
        <p:spPr>
          <a:xfrm>
            <a:off x="1798320" y="5796281"/>
            <a:ext cx="2747410" cy="441959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++: (1)  |   T: (2) |  DS : [2,2,2]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9941B44-8C08-FA3A-6972-23A392470A9E}"/>
              </a:ext>
            </a:extLst>
          </p:cNvPr>
          <p:cNvCxnSpPr/>
          <p:nvPr/>
        </p:nvCxnSpPr>
        <p:spPr>
          <a:xfrm>
            <a:off x="1798320" y="4463288"/>
            <a:ext cx="4064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914877A-6775-A37B-B602-BBC205AF63FB}"/>
              </a:ext>
            </a:extLst>
          </p:cNvPr>
          <p:cNvCxnSpPr>
            <a:cxnSpLocks/>
          </p:cNvCxnSpPr>
          <p:nvPr/>
        </p:nvCxnSpPr>
        <p:spPr>
          <a:xfrm>
            <a:off x="2211830" y="4453291"/>
            <a:ext cx="0" cy="11598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24CF7FA-155C-E1EE-B95C-6682A1420369}"/>
              </a:ext>
            </a:extLst>
          </p:cNvPr>
          <p:cNvSpPr/>
          <p:nvPr/>
        </p:nvSpPr>
        <p:spPr>
          <a:xfrm>
            <a:off x="3221002" y="5337341"/>
            <a:ext cx="1220667" cy="27580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(2-4) 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9031A438-BF3F-83F4-0667-A55482AC7617}"/>
              </a:ext>
            </a:extLst>
          </p:cNvPr>
          <p:cNvSpPr/>
          <p:nvPr/>
        </p:nvSpPr>
        <p:spPr>
          <a:xfrm rot="3274560">
            <a:off x="3812763" y="5315082"/>
            <a:ext cx="979528" cy="623947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7D14B6B-BEEE-D9B2-BA09-81B5C5B890C4}"/>
              </a:ext>
            </a:extLst>
          </p:cNvPr>
          <p:cNvCxnSpPr>
            <a:cxnSpLocks/>
          </p:cNvCxnSpPr>
          <p:nvPr/>
        </p:nvCxnSpPr>
        <p:spPr>
          <a:xfrm flipV="1">
            <a:off x="830070" y="378460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111E8D0-F1EC-BCD1-8FCC-E3DE223FF737}"/>
              </a:ext>
            </a:extLst>
          </p:cNvPr>
          <p:cNvSpPr/>
          <p:nvPr/>
        </p:nvSpPr>
        <p:spPr>
          <a:xfrm>
            <a:off x="2204720" y="3290019"/>
            <a:ext cx="2629834" cy="34953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(4) |  DS : [2,2]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2450EB1-7356-2227-360D-67A8AC375A36}"/>
              </a:ext>
            </a:extLst>
          </p:cNvPr>
          <p:cNvCxnSpPr>
            <a:cxnSpLocks/>
          </p:cNvCxnSpPr>
          <p:nvPr/>
        </p:nvCxnSpPr>
        <p:spPr>
          <a:xfrm>
            <a:off x="1862835" y="3429000"/>
            <a:ext cx="27737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3F1655E-1D8E-622A-9140-842813DDBB5C}"/>
              </a:ext>
            </a:extLst>
          </p:cNvPr>
          <p:cNvSpPr/>
          <p:nvPr/>
        </p:nvSpPr>
        <p:spPr>
          <a:xfrm>
            <a:off x="2538472" y="3974193"/>
            <a:ext cx="2747409" cy="44195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(0) |  DS : [2,2,4]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1D3C6ED-54C4-AF8E-C9C9-B0E218E4D6D6}"/>
              </a:ext>
            </a:extLst>
          </p:cNvPr>
          <p:cNvCxnSpPr>
            <a:cxnSpLocks/>
          </p:cNvCxnSpPr>
          <p:nvPr/>
        </p:nvCxnSpPr>
        <p:spPr>
          <a:xfrm>
            <a:off x="3519637" y="3703320"/>
            <a:ext cx="0" cy="197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294A8C7-D152-D632-4B94-5B2912222790}"/>
              </a:ext>
            </a:extLst>
          </p:cNvPr>
          <p:cNvSpPr/>
          <p:nvPr/>
        </p:nvSpPr>
        <p:spPr>
          <a:xfrm>
            <a:off x="4272872" y="4561014"/>
            <a:ext cx="1202301" cy="25258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(4-4) 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F72AB565-833D-7C82-3718-73D953116699}"/>
              </a:ext>
            </a:extLst>
          </p:cNvPr>
          <p:cNvSpPr/>
          <p:nvPr/>
        </p:nvSpPr>
        <p:spPr>
          <a:xfrm rot="2121513">
            <a:off x="4613603" y="4055268"/>
            <a:ext cx="1097267" cy="694944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1F85BDD-9443-0CE8-1520-BD14D48F4875}"/>
              </a:ext>
            </a:extLst>
          </p:cNvPr>
          <p:cNvSpPr/>
          <p:nvPr/>
        </p:nvSpPr>
        <p:spPr>
          <a:xfrm>
            <a:off x="1912281" y="2255732"/>
            <a:ext cx="2390246" cy="39646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(6) |  DS : [2]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4AB43F5-E8AC-5A08-1B7B-2AF4B1BF5944}"/>
              </a:ext>
            </a:extLst>
          </p:cNvPr>
          <p:cNvCxnSpPr>
            <a:cxnSpLocks/>
          </p:cNvCxnSpPr>
          <p:nvPr/>
        </p:nvCxnSpPr>
        <p:spPr>
          <a:xfrm>
            <a:off x="1624584" y="2453964"/>
            <a:ext cx="2064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3993823-9270-1813-C765-4B45E76EE458}"/>
              </a:ext>
            </a:extLst>
          </p:cNvPr>
          <p:cNvCxnSpPr>
            <a:cxnSpLocks/>
          </p:cNvCxnSpPr>
          <p:nvPr/>
        </p:nvCxnSpPr>
        <p:spPr>
          <a:xfrm flipV="1">
            <a:off x="830070" y="278892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4DFACB7-69AD-0F71-2429-D192842F7901}"/>
              </a:ext>
            </a:extLst>
          </p:cNvPr>
          <p:cNvSpPr/>
          <p:nvPr/>
        </p:nvSpPr>
        <p:spPr>
          <a:xfrm>
            <a:off x="4610236" y="2692909"/>
            <a:ext cx="2401032" cy="37825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(6) |  DS : [2]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EB8BAEA-A46F-C311-2C0F-F6073CCA23C4}"/>
              </a:ext>
            </a:extLst>
          </p:cNvPr>
          <p:cNvCxnSpPr>
            <a:cxnSpLocks/>
          </p:cNvCxnSpPr>
          <p:nvPr/>
        </p:nvCxnSpPr>
        <p:spPr>
          <a:xfrm>
            <a:off x="3221284" y="2711693"/>
            <a:ext cx="0" cy="22359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5E02E84-E2A4-19DA-5C10-C9C9FBDBD4B8}"/>
              </a:ext>
            </a:extLst>
          </p:cNvPr>
          <p:cNvCxnSpPr>
            <a:cxnSpLocks/>
          </p:cNvCxnSpPr>
          <p:nvPr/>
        </p:nvCxnSpPr>
        <p:spPr>
          <a:xfrm>
            <a:off x="3221001" y="2942157"/>
            <a:ext cx="12206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3231C8B-6847-4444-2B3D-F011DF16CB6F}"/>
              </a:ext>
            </a:extLst>
          </p:cNvPr>
          <p:cNvSpPr/>
          <p:nvPr/>
        </p:nvSpPr>
        <p:spPr>
          <a:xfrm>
            <a:off x="5657944" y="3192188"/>
            <a:ext cx="1266256" cy="32847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(4-6) 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679751F9-D5BB-7F3C-05A0-6AE7FE76F7EC}"/>
              </a:ext>
            </a:extLst>
          </p:cNvPr>
          <p:cNvSpPr/>
          <p:nvPr/>
        </p:nvSpPr>
        <p:spPr>
          <a:xfrm rot="4110574">
            <a:off x="6378187" y="2707119"/>
            <a:ext cx="979528" cy="623947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23D709D-3D84-22A4-EC56-C48A8FE1511F}"/>
              </a:ext>
            </a:extLst>
          </p:cNvPr>
          <p:cNvSpPr/>
          <p:nvPr/>
        </p:nvSpPr>
        <p:spPr>
          <a:xfrm>
            <a:off x="7405931" y="1742441"/>
            <a:ext cx="2378858" cy="3782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(8) |  DS : [  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DB1C40E-475D-0A71-8085-0978E0AFDC41}"/>
              </a:ext>
            </a:extLst>
          </p:cNvPr>
          <p:cNvCxnSpPr>
            <a:cxnSpLocks/>
          </p:cNvCxnSpPr>
          <p:nvPr/>
        </p:nvCxnSpPr>
        <p:spPr>
          <a:xfrm flipV="1">
            <a:off x="830070" y="173482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0D66EB-7101-C574-81AE-EAA39602D109}"/>
              </a:ext>
            </a:extLst>
          </p:cNvPr>
          <p:cNvCxnSpPr/>
          <p:nvPr/>
        </p:nvCxnSpPr>
        <p:spPr>
          <a:xfrm>
            <a:off x="1717040" y="1671321"/>
            <a:ext cx="55707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C19B85F-DF3C-7D31-E5D3-5705B630F7FE}"/>
              </a:ext>
            </a:extLst>
          </p:cNvPr>
          <p:cNvSpPr/>
          <p:nvPr/>
        </p:nvSpPr>
        <p:spPr>
          <a:xfrm>
            <a:off x="7405931" y="2563907"/>
            <a:ext cx="2555844" cy="3782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(4) |  DS : [ 4 ]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E416216-D206-BB76-65E7-9C55CD42DC5C}"/>
              </a:ext>
            </a:extLst>
          </p:cNvPr>
          <p:cNvCxnSpPr>
            <a:cxnSpLocks/>
          </p:cNvCxnSpPr>
          <p:nvPr/>
        </p:nvCxnSpPr>
        <p:spPr>
          <a:xfrm>
            <a:off x="8670746" y="2255732"/>
            <a:ext cx="0" cy="229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0DAC1EB-9B22-C2F1-76F5-6B659CA3B69F}"/>
              </a:ext>
            </a:extLst>
          </p:cNvPr>
          <p:cNvSpPr/>
          <p:nvPr/>
        </p:nvSpPr>
        <p:spPr>
          <a:xfrm>
            <a:off x="9086245" y="2207843"/>
            <a:ext cx="1193474" cy="24124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(8-4) </a:t>
            </a:r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65B6191B-C1FE-4277-B83C-DE76AE166EE5}"/>
              </a:ext>
            </a:extLst>
          </p:cNvPr>
          <p:cNvSpPr/>
          <p:nvPr/>
        </p:nvSpPr>
        <p:spPr>
          <a:xfrm rot="4844421">
            <a:off x="9549045" y="2085570"/>
            <a:ext cx="825460" cy="79131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B48B32A-18EA-9FA7-5ACA-9ED2E4E84B94}"/>
              </a:ext>
            </a:extLst>
          </p:cNvPr>
          <p:cNvSpPr/>
          <p:nvPr/>
        </p:nvSpPr>
        <p:spPr>
          <a:xfrm>
            <a:off x="7536784" y="3400242"/>
            <a:ext cx="2629834" cy="34533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(0) |  DS : [4,4 ]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08D5560-28E8-66C5-EC7E-4F0C8654A37A}"/>
              </a:ext>
            </a:extLst>
          </p:cNvPr>
          <p:cNvCxnSpPr>
            <a:cxnSpLocks/>
          </p:cNvCxnSpPr>
          <p:nvPr/>
        </p:nvCxnSpPr>
        <p:spPr>
          <a:xfrm>
            <a:off x="8683853" y="3047526"/>
            <a:ext cx="0" cy="229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3099BD3-89D2-FFF0-6530-1AAAB2612DCA}"/>
              </a:ext>
            </a:extLst>
          </p:cNvPr>
          <p:cNvSpPr/>
          <p:nvPr/>
        </p:nvSpPr>
        <p:spPr>
          <a:xfrm>
            <a:off x="9165644" y="3065324"/>
            <a:ext cx="1197353" cy="26176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(4-4) </a:t>
            </a:r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E1C1FAF3-4D2F-132D-9026-97017F519451}"/>
              </a:ext>
            </a:extLst>
          </p:cNvPr>
          <p:cNvSpPr/>
          <p:nvPr/>
        </p:nvSpPr>
        <p:spPr>
          <a:xfrm rot="3552954">
            <a:off x="9928212" y="3055590"/>
            <a:ext cx="447249" cy="754011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1815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21FBB-47EF-58C0-8E43-6109D6CA5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0AADBDD-FC39-DD4F-41A8-E9B3683DD654}"/>
              </a:ext>
            </a:extLst>
          </p:cNvPr>
          <p:cNvSpPr/>
          <p:nvPr/>
        </p:nvSpPr>
        <p:spPr>
          <a:xfrm>
            <a:off x="-2092961" y="-690880"/>
            <a:ext cx="16134080" cy="75488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E44BCF-26D6-0A11-57F0-E3C23A8C8485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2  ,  4  ,  5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260F49-DAA6-6E33-BF97-2939D458D6D2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56C2CE-0FFA-219D-D2D0-C43C6DD75DF6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5A63A60-EB8F-36EA-D8C0-23B9C28AB330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BB4006E-2022-A9B0-906D-6CF243A1199F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(8) |  DS : [  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C7E96AE-2000-6548-38DB-3FD11AB3A0A9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F349B8-D534-49CA-CB10-89B7F7286D9B}"/>
              </a:ext>
            </a:extLst>
          </p:cNvPr>
          <p:cNvSpPr/>
          <p:nvPr/>
        </p:nvSpPr>
        <p:spPr>
          <a:xfrm>
            <a:off x="-684276" y="2179321"/>
            <a:ext cx="223798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(6) |  DS : [2]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A56C1D-4A64-D5FB-DE6F-E5A2E305ABE8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(8-2) 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DF33E020-EC00-E49C-64A0-F2CBC336DB5D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0DAF42-CE40-BCCB-D4FB-F4CB77C0DC7F}"/>
              </a:ext>
            </a:extLst>
          </p:cNvPr>
          <p:cNvCxnSpPr>
            <a:cxnSpLocks/>
          </p:cNvCxnSpPr>
          <p:nvPr/>
        </p:nvCxnSpPr>
        <p:spPr>
          <a:xfrm>
            <a:off x="243838" y="278892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0127BA7-D0C4-EBE2-617B-ACE972E8A066}"/>
              </a:ext>
            </a:extLst>
          </p:cNvPr>
          <p:cNvSpPr/>
          <p:nvPr/>
        </p:nvSpPr>
        <p:spPr>
          <a:xfrm>
            <a:off x="-684275" y="3207005"/>
            <a:ext cx="2401316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(4) |  DS : [2,2]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C33B120-32E5-7CD4-5A80-A0891882A17D}"/>
              </a:ext>
            </a:extLst>
          </p:cNvPr>
          <p:cNvSpPr/>
          <p:nvPr/>
        </p:nvSpPr>
        <p:spPr>
          <a:xfrm>
            <a:off x="-2092961" y="283794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(6-2) 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3EFB016F-9059-B220-B67E-ECAB0CF7F492}"/>
              </a:ext>
            </a:extLst>
          </p:cNvPr>
          <p:cNvSpPr/>
          <p:nvPr/>
        </p:nvSpPr>
        <p:spPr>
          <a:xfrm rot="11030931">
            <a:off x="-1281153" y="285953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23B6FF-7A37-7444-6C85-B6B29F0A0968}"/>
              </a:ext>
            </a:extLst>
          </p:cNvPr>
          <p:cNvCxnSpPr>
            <a:cxnSpLocks/>
          </p:cNvCxnSpPr>
          <p:nvPr/>
        </p:nvCxnSpPr>
        <p:spPr>
          <a:xfrm>
            <a:off x="253996" y="378460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378C032-57AE-85C3-2201-4E989A39F847}"/>
              </a:ext>
            </a:extLst>
          </p:cNvPr>
          <p:cNvSpPr/>
          <p:nvPr/>
        </p:nvSpPr>
        <p:spPr>
          <a:xfrm>
            <a:off x="-836672" y="4215131"/>
            <a:ext cx="2553712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(2) |  DS : [2,2,2]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E00A51C-C038-C2D3-05E4-B76AD2AD3CE8}"/>
              </a:ext>
            </a:extLst>
          </p:cNvPr>
          <p:cNvSpPr/>
          <p:nvPr/>
        </p:nvSpPr>
        <p:spPr>
          <a:xfrm>
            <a:off x="-2092961" y="386889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5C5E91BE-E3A3-43A9-FC5E-186A9988566B}"/>
              </a:ext>
            </a:extLst>
          </p:cNvPr>
          <p:cNvSpPr/>
          <p:nvPr/>
        </p:nvSpPr>
        <p:spPr>
          <a:xfrm rot="11030931">
            <a:off x="-1436076" y="390090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2CF4DA8-4BFD-7DA8-5937-C2091163BFEA}"/>
              </a:ext>
            </a:extLst>
          </p:cNvPr>
          <p:cNvCxnSpPr>
            <a:cxnSpLocks/>
          </p:cNvCxnSpPr>
          <p:nvPr/>
        </p:nvCxnSpPr>
        <p:spPr>
          <a:xfrm>
            <a:off x="253996" y="481076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07F0B9F-B182-977D-0CD2-1DC7C71C5E7C}"/>
              </a:ext>
            </a:extLst>
          </p:cNvPr>
          <p:cNvSpPr/>
          <p:nvPr/>
        </p:nvSpPr>
        <p:spPr>
          <a:xfrm>
            <a:off x="-949090" y="5239004"/>
            <a:ext cx="2747410" cy="415037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(0) |  DS : [2,2,2,2]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26211D6-AADE-4BF8-F814-06B176E0BF09}"/>
              </a:ext>
            </a:extLst>
          </p:cNvPr>
          <p:cNvSpPr/>
          <p:nvPr/>
        </p:nvSpPr>
        <p:spPr>
          <a:xfrm>
            <a:off x="-2092961" y="49164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B00C4E42-B842-F5A8-72D8-B6A562BDC6E5}"/>
              </a:ext>
            </a:extLst>
          </p:cNvPr>
          <p:cNvSpPr/>
          <p:nvPr/>
        </p:nvSpPr>
        <p:spPr>
          <a:xfrm rot="11030931">
            <a:off x="-1569716" y="4882159"/>
            <a:ext cx="1097267" cy="694944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0B85FD3-9F87-0A8C-39ED-F2C38251A297}"/>
              </a:ext>
            </a:extLst>
          </p:cNvPr>
          <p:cNvCxnSpPr>
            <a:cxnSpLocks/>
          </p:cNvCxnSpPr>
          <p:nvPr/>
        </p:nvCxnSpPr>
        <p:spPr>
          <a:xfrm flipV="1">
            <a:off x="830070" y="4771623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0138A08-CAB8-8A51-8844-BC45BC521823}"/>
              </a:ext>
            </a:extLst>
          </p:cNvPr>
          <p:cNvSpPr/>
          <p:nvPr/>
        </p:nvSpPr>
        <p:spPr>
          <a:xfrm>
            <a:off x="1798320" y="5796281"/>
            <a:ext cx="2747410" cy="441959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++: (1)  |   T: (2) |  DS : [2,2,2]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F03689E-D142-F986-D17F-350EAA43E9BE}"/>
              </a:ext>
            </a:extLst>
          </p:cNvPr>
          <p:cNvCxnSpPr/>
          <p:nvPr/>
        </p:nvCxnSpPr>
        <p:spPr>
          <a:xfrm>
            <a:off x="1798320" y="4463288"/>
            <a:ext cx="4064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FC145CC-DDE4-4BBF-AFE4-9B0262A6A692}"/>
              </a:ext>
            </a:extLst>
          </p:cNvPr>
          <p:cNvCxnSpPr>
            <a:cxnSpLocks/>
          </p:cNvCxnSpPr>
          <p:nvPr/>
        </p:nvCxnSpPr>
        <p:spPr>
          <a:xfrm>
            <a:off x="2211830" y="4453291"/>
            <a:ext cx="0" cy="11598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B866951-BE40-C242-5403-72A62B86DFEF}"/>
              </a:ext>
            </a:extLst>
          </p:cNvPr>
          <p:cNvSpPr/>
          <p:nvPr/>
        </p:nvSpPr>
        <p:spPr>
          <a:xfrm>
            <a:off x="3221002" y="5337341"/>
            <a:ext cx="1220667" cy="27580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(2-4) 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0A002417-B070-FAEA-B9A6-8E239F9C3C7E}"/>
              </a:ext>
            </a:extLst>
          </p:cNvPr>
          <p:cNvSpPr/>
          <p:nvPr/>
        </p:nvSpPr>
        <p:spPr>
          <a:xfrm rot="3274560">
            <a:off x="3812763" y="5315082"/>
            <a:ext cx="979528" cy="623947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C431B5-AC24-6028-0B8A-F37A99B2CBDD}"/>
              </a:ext>
            </a:extLst>
          </p:cNvPr>
          <p:cNvCxnSpPr>
            <a:cxnSpLocks/>
          </p:cNvCxnSpPr>
          <p:nvPr/>
        </p:nvCxnSpPr>
        <p:spPr>
          <a:xfrm flipV="1">
            <a:off x="830070" y="378460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F819FEF-5FD2-0FC9-6595-E2CD53544348}"/>
              </a:ext>
            </a:extLst>
          </p:cNvPr>
          <p:cNvSpPr/>
          <p:nvPr/>
        </p:nvSpPr>
        <p:spPr>
          <a:xfrm>
            <a:off x="2204720" y="3290019"/>
            <a:ext cx="2629834" cy="34953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(4) |  DS : [2,2]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EC991AA-08C5-0A3E-0808-C9BD927E05DE}"/>
              </a:ext>
            </a:extLst>
          </p:cNvPr>
          <p:cNvCxnSpPr>
            <a:cxnSpLocks/>
          </p:cNvCxnSpPr>
          <p:nvPr/>
        </p:nvCxnSpPr>
        <p:spPr>
          <a:xfrm>
            <a:off x="1862835" y="3429000"/>
            <a:ext cx="27737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001079B-F794-F78A-25CB-72F0E44ED587}"/>
              </a:ext>
            </a:extLst>
          </p:cNvPr>
          <p:cNvSpPr/>
          <p:nvPr/>
        </p:nvSpPr>
        <p:spPr>
          <a:xfrm>
            <a:off x="2538472" y="3974193"/>
            <a:ext cx="2747409" cy="44195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(0) |  DS : [2,2,4]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DE676F4-A1DB-7DB2-2113-EE9CDBF753C1}"/>
              </a:ext>
            </a:extLst>
          </p:cNvPr>
          <p:cNvCxnSpPr>
            <a:cxnSpLocks/>
          </p:cNvCxnSpPr>
          <p:nvPr/>
        </p:nvCxnSpPr>
        <p:spPr>
          <a:xfrm>
            <a:off x="3519637" y="3703320"/>
            <a:ext cx="0" cy="197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976B6E4-6928-4A9D-52AD-F46550A906F2}"/>
              </a:ext>
            </a:extLst>
          </p:cNvPr>
          <p:cNvSpPr/>
          <p:nvPr/>
        </p:nvSpPr>
        <p:spPr>
          <a:xfrm>
            <a:off x="4272872" y="4561014"/>
            <a:ext cx="1202301" cy="25258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(4-4) 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43D8DAE0-811D-9C04-E420-F7B96F510843}"/>
              </a:ext>
            </a:extLst>
          </p:cNvPr>
          <p:cNvSpPr/>
          <p:nvPr/>
        </p:nvSpPr>
        <p:spPr>
          <a:xfrm rot="2121513">
            <a:off x="4613603" y="4055268"/>
            <a:ext cx="1097267" cy="694944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2A97BB8-5799-28CA-7A0B-D465EB96AC4E}"/>
              </a:ext>
            </a:extLst>
          </p:cNvPr>
          <p:cNvSpPr/>
          <p:nvPr/>
        </p:nvSpPr>
        <p:spPr>
          <a:xfrm>
            <a:off x="1912281" y="2255732"/>
            <a:ext cx="2390246" cy="39646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(6) |  DS : [2]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AC16440-8023-E24D-5A1F-27BD7BE46A1A}"/>
              </a:ext>
            </a:extLst>
          </p:cNvPr>
          <p:cNvCxnSpPr>
            <a:cxnSpLocks/>
          </p:cNvCxnSpPr>
          <p:nvPr/>
        </p:nvCxnSpPr>
        <p:spPr>
          <a:xfrm>
            <a:off x="1624584" y="2453964"/>
            <a:ext cx="2064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641C673-2776-3F69-8FBE-F82753DEBE1F}"/>
              </a:ext>
            </a:extLst>
          </p:cNvPr>
          <p:cNvCxnSpPr>
            <a:cxnSpLocks/>
          </p:cNvCxnSpPr>
          <p:nvPr/>
        </p:nvCxnSpPr>
        <p:spPr>
          <a:xfrm flipV="1">
            <a:off x="830070" y="278892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E0FC719-5904-77AE-2183-B9D5BE5E8E3B}"/>
              </a:ext>
            </a:extLst>
          </p:cNvPr>
          <p:cNvSpPr/>
          <p:nvPr/>
        </p:nvSpPr>
        <p:spPr>
          <a:xfrm>
            <a:off x="4610236" y="2692909"/>
            <a:ext cx="2401032" cy="37825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(6) |  DS : [2]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4A4289D-921D-9ABF-17FC-9BD5EFA0A1A0}"/>
              </a:ext>
            </a:extLst>
          </p:cNvPr>
          <p:cNvCxnSpPr>
            <a:cxnSpLocks/>
          </p:cNvCxnSpPr>
          <p:nvPr/>
        </p:nvCxnSpPr>
        <p:spPr>
          <a:xfrm>
            <a:off x="3221284" y="2711693"/>
            <a:ext cx="0" cy="22359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FBB851B-3649-F5CF-E040-CA49903768F0}"/>
              </a:ext>
            </a:extLst>
          </p:cNvPr>
          <p:cNvCxnSpPr>
            <a:cxnSpLocks/>
          </p:cNvCxnSpPr>
          <p:nvPr/>
        </p:nvCxnSpPr>
        <p:spPr>
          <a:xfrm>
            <a:off x="3221001" y="2942157"/>
            <a:ext cx="12206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54CB36A-2EE4-01B8-0A5C-23063B2CC934}"/>
              </a:ext>
            </a:extLst>
          </p:cNvPr>
          <p:cNvSpPr/>
          <p:nvPr/>
        </p:nvSpPr>
        <p:spPr>
          <a:xfrm>
            <a:off x="5657944" y="3192188"/>
            <a:ext cx="1266256" cy="32847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(4-6) 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9963F9B5-9B3B-272C-1A0B-FC6BAB6D1B17}"/>
              </a:ext>
            </a:extLst>
          </p:cNvPr>
          <p:cNvSpPr/>
          <p:nvPr/>
        </p:nvSpPr>
        <p:spPr>
          <a:xfrm rot="4110574">
            <a:off x="6378187" y="2707119"/>
            <a:ext cx="979528" cy="623947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4F2CF2B-1896-6CFA-84F2-5FE1A9F6882A}"/>
              </a:ext>
            </a:extLst>
          </p:cNvPr>
          <p:cNvSpPr/>
          <p:nvPr/>
        </p:nvSpPr>
        <p:spPr>
          <a:xfrm>
            <a:off x="7405931" y="1742441"/>
            <a:ext cx="2378858" cy="3782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(8) |  DS : [  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C1F98FF-6052-3B8C-0DBD-F176074C1E98}"/>
              </a:ext>
            </a:extLst>
          </p:cNvPr>
          <p:cNvCxnSpPr>
            <a:cxnSpLocks/>
          </p:cNvCxnSpPr>
          <p:nvPr/>
        </p:nvCxnSpPr>
        <p:spPr>
          <a:xfrm flipV="1">
            <a:off x="830070" y="173482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52D1955-A6E2-23B1-7578-E53D1FC2AB3E}"/>
              </a:ext>
            </a:extLst>
          </p:cNvPr>
          <p:cNvSpPr/>
          <p:nvPr/>
        </p:nvSpPr>
        <p:spPr>
          <a:xfrm>
            <a:off x="7405931" y="2563907"/>
            <a:ext cx="2555844" cy="3782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(4) |  DS : [ 4 ]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00A1390-1BF1-6B30-EB1A-52B3F135DEAA}"/>
              </a:ext>
            </a:extLst>
          </p:cNvPr>
          <p:cNvCxnSpPr>
            <a:cxnSpLocks/>
          </p:cNvCxnSpPr>
          <p:nvPr/>
        </p:nvCxnSpPr>
        <p:spPr>
          <a:xfrm>
            <a:off x="8670746" y="2255732"/>
            <a:ext cx="0" cy="229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B08D6D5-49A7-D3B3-0D2F-F4ECF416B9D5}"/>
              </a:ext>
            </a:extLst>
          </p:cNvPr>
          <p:cNvSpPr/>
          <p:nvPr/>
        </p:nvSpPr>
        <p:spPr>
          <a:xfrm>
            <a:off x="9086245" y="2207843"/>
            <a:ext cx="1193474" cy="24124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(8-4) </a:t>
            </a:r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280DA31A-E608-DFEC-6EAA-70183B038FF0}"/>
              </a:ext>
            </a:extLst>
          </p:cNvPr>
          <p:cNvSpPr/>
          <p:nvPr/>
        </p:nvSpPr>
        <p:spPr>
          <a:xfrm rot="4844421">
            <a:off x="9549045" y="2085570"/>
            <a:ext cx="825460" cy="79131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E2F8F2B-6BC1-7C76-E3B6-FA140073ACAD}"/>
              </a:ext>
            </a:extLst>
          </p:cNvPr>
          <p:cNvSpPr/>
          <p:nvPr/>
        </p:nvSpPr>
        <p:spPr>
          <a:xfrm>
            <a:off x="7536784" y="3400242"/>
            <a:ext cx="2629834" cy="34533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(0) |  DS : [4,4 ]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514AC67-9593-7B42-DA49-099A5C9DA055}"/>
              </a:ext>
            </a:extLst>
          </p:cNvPr>
          <p:cNvCxnSpPr>
            <a:cxnSpLocks/>
          </p:cNvCxnSpPr>
          <p:nvPr/>
        </p:nvCxnSpPr>
        <p:spPr>
          <a:xfrm>
            <a:off x="8683853" y="3047526"/>
            <a:ext cx="0" cy="229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67564A0-A79D-77F1-F7A3-5C22C2BA7835}"/>
              </a:ext>
            </a:extLst>
          </p:cNvPr>
          <p:cNvSpPr/>
          <p:nvPr/>
        </p:nvSpPr>
        <p:spPr>
          <a:xfrm>
            <a:off x="9165644" y="3065324"/>
            <a:ext cx="1197353" cy="26176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(4-4) </a:t>
            </a:r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07EDBF97-DD86-C1E6-D526-76E9C42755F3}"/>
              </a:ext>
            </a:extLst>
          </p:cNvPr>
          <p:cNvSpPr/>
          <p:nvPr/>
        </p:nvSpPr>
        <p:spPr>
          <a:xfrm rot="3552954">
            <a:off x="9928212" y="3055590"/>
            <a:ext cx="447249" cy="754011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49B9B25-4F07-96C5-D844-7FF5ACCAD0D8}"/>
              </a:ext>
            </a:extLst>
          </p:cNvPr>
          <p:cNvCxnSpPr/>
          <p:nvPr/>
        </p:nvCxnSpPr>
        <p:spPr>
          <a:xfrm>
            <a:off x="1717040" y="1574800"/>
            <a:ext cx="9875520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F1555C9-35FB-AE89-4906-4361C4EE4A9F}"/>
              </a:ext>
            </a:extLst>
          </p:cNvPr>
          <p:cNvCxnSpPr>
            <a:cxnSpLocks/>
          </p:cNvCxnSpPr>
          <p:nvPr/>
        </p:nvCxnSpPr>
        <p:spPr>
          <a:xfrm flipH="1">
            <a:off x="8670746" y="1574800"/>
            <a:ext cx="13107" cy="1600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5CDDC59-3C38-5CED-1442-274E6BFF9D95}"/>
              </a:ext>
            </a:extLst>
          </p:cNvPr>
          <p:cNvCxnSpPr>
            <a:cxnSpLocks/>
          </p:cNvCxnSpPr>
          <p:nvPr/>
        </p:nvCxnSpPr>
        <p:spPr>
          <a:xfrm>
            <a:off x="11606986" y="1569933"/>
            <a:ext cx="0" cy="229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72EFA0B-E2FF-8F51-CD95-A658D51EE048}"/>
              </a:ext>
            </a:extLst>
          </p:cNvPr>
          <p:cNvSpPr/>
          <p:nvPr/>
        </p:nvSpPr>
        <p:spPr>
          <a:xfrm>
            <a:off x="10837305" y="1865035"/>
            <a:ext cx="2370692" cy="31428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T: (8) |  DS : [  ]</a:t>
            </a:r>
          </a:p>
        </p:txBody>
      </p:sp>
    </p:spTree>
    <p:extLst>
      <p:ext uri="{BB962C8B-B14F-4D97-AF65-F5344CB8AC3E}">
        <p14:creationId xmlns:p14="http://schemas.microsoft.com/office/powerpoint/2010/main" val="2758215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278D2-156D-3AE8-3917-3B15EC87D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A31D50-944D-E533-DA5B-8A877FB081C6}"/>
              </a:ext>
            </a:extLst>
          </p:cNvPr>
          <p:cNvSpPr/>
          <p:nvPr/>
        </p:nvSpPr>
        <p:spPr>
          <a:xfrm>
            <a:off x="-2092961" y="-690880"/>
            <a:ext cx="16134080" cy="75488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8C758B-A0C3-22B2-C70E-36DA7352DD29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2  ,  4  ,  5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AAC558-D9E9-58FF-AE0E-3BB7A4197620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C032C3-AA0B-18BE-77D0-9687002A9162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B0772741-8522-0FF9-4752-1B639E6203BC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144F5C-D398-BF4A-045A-E5FAA59445D9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(8) |  DS : [  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ACA9D7E-CF5D-49CE-EC84-A62CB7A8E549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33701B-81FD-1A6A-D518-D20DD9E5D3C6}"/>
              </a:ext>
            </a:extLst>
          </p:cNvPr>
          <p:cNvSpPr/>
          <p:nvPr/>
        </p:nvSpPr>
        <p:spPr>
          <a:xfrm>
            <a:off x="-684276" y="2179321"/>
            <a:ext cx="223798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(6) |  DS : [2]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0F54D9-BFB2-FC26-D771-BA66F1539865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(8-2) 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851B2159-D491-9500-29A0-41A6FF43FB9E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74A6C2-4133-8FB4-D63F-D3FFEC4D1ECD}"/>
              </a:ext>
            </a:extLst>
          </p:cNvPr>
          <p:cNvCxnSpPr>
            <a:cxnSpLocks/>
          </p:cNvCxnSpPr>
          <p:nvPr/>
        </p:nvCxnSpPr>
        <p:spPr>
          <a:xfrm>
            <a:off x="243838" y="278892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B74972-E9B1-98FE-3DB9-D224C4771FDB}"/>
              </a:ext>
            </a:extLst>
          </p:cNvPr>
          <p:cNvSpPr/>
          <p:nvPr/>
        </p:nvSpPr>
        <p:spPr>
          <a:xfrm>
            <a:off x="-684275" y="3207005"/>
            <a:ext cx="2401316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(4) |  DS : [2,2]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0DE149-10A0-7677-234E-B9B5FF6BFDA6}"/>
              </a:ext>
            </a:extLst>
          </p:cNvPr>
          <p:cNvSpPr/>
          <p:nvPr/>
        </p:nvSpPr>
        <p:spPr>
          <a:xfrm>
            <a:off x="-2092961" y="283794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(6-2) 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09596BFF-BF4E-1020-9724-263372C8665B}"/>
              </a:ext>
            </a:extLst>
          </p:cNvPr>
          <p:cNvSpPr/>
          <p:nvPr/>
        </p:nvSpPr>
        <p:spPr>
          <a:xfrm rot="11030931">
            <a:off x="-1281153" y="285953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30308D-C9F5-8BE3-D520-34AD1CB9DFA8}"/>
              </a:ext>
            </a:extLst>
          </p:cNvPr>
          <p:cNvCxnSpPr>
            <a:cxnSpLocks/>
          </p:cNvCxnSpPr>
          <p:nvPr/>
        </p:nvCxnSpPr>
        <p:spPr>
          <a:xfrm>
            <a:off x="253996" y="378460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A1C55C6-310B-2CF4-8F81-A51E8E11F12D}"/>
              </a:ext>
            </a:extLst>
          </p:cNvPr>
          <p:cNvSpPr/>
          <p:nvPr/>
        </p:nvSpPr>
        <p:spPr>
          <a:xfrm>
            <a:off x="-836672" y="4215131"/>
            <a:ext cx="2553712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(2) |  DS : [2,2,2]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83C4C25-5285-6C87-9184-F40265FC0574}"/>
              </a:ext>
            </a:extLst>
          </p:cNvPr>
          <p:cNvSpPr/>
          <p:nvPr/>
        </p:nvSpPr>
        <p:spPr>
          <a:xfrm>
            <a:off x="-2092961" y="386889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5323DFDD-1DB9-0C8A-F5B3-3FB68317C6A2}"/>
              </a:ext>
            </a:extLst>
          </p:cNvPr>
          <p:cNvSpPr/>
          <p:nvPr/>
        </p:nvSpPr>
        <p:spPr>
          <a:xfrm rot="11030931">
            <a:off x="-1436076" y="390090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AD76E2-7054-5BBA-A41B-154A207C0810}"/>
              </a:ext>
            </a:extLst>
          </p:cNvPr>
          <p:cNvCxnSpPr>
            <a:cxnSpLocks/>
          </p:cNvCxnSpPr>
          <p:nvPr/>
        </p:nvCxnSpPr>
        <p:spPr>
          <a:xfrm>
            <a:off x="253996" y="481076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1B9CA8-0C76-CB74-2EB0-7A9F3A82AC27}"/>
              </a:ext>
            </a:extLst>
          </p:cNvPr>
          <p:cNvSpPr/>
          <p:nvPr/>
        </p:nvSpPr>
        <p:spPr>
          <a:xfrm>
            <a:off x="-949090" y="5239004"/>
            <a:ext cx="2747410" cy="415037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(0) |  DS : [2,2,2,2]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BF925AD-D4DC-51D3-E26D-E3F6C1AC62A6}"/>
              </a:ext>
            </a:extLst>
          </p:cNvPr>
          <p:cNvSpPr/>
          <p:nvPr/>
        </p:nvSpPr>
        <p:spPr>
          <a:xfrm>
            <a:off x="-2092961" y="49164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3D30901A-317D-C47F-1A0A-1540C2821DF1}"/>
              </a:ext>
            </a:extLst>
          </p:cNvPr>
          <p:cNvSpPr/>
          <p:nvPr/>
        </p:nvSpPr>
        <p:spPr>
          <a:xfrm rot="11030931">
            <a:off x="-1569716" y="4882159"/>
            <a:ext cx="1097267" cy="694944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232CCA4-C19E-4995-1CFF-9C8D9602025B}"/>
              </a:ext>
            </a:extLst>
          </p:cNvPr>
          <p:cNvCxnSpPr>
            <a:cxnSpLocks/>
          </p:cNvCxnSpPr>
          <p:nvPr/>
        </p:nvCxnSpPr>
        <p:spPr>
          <a:xfrm flipV="1">
            <a:off x="830070" y="4771623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1573F77-BE30-DB81-AD57-C3EF967253B2}"/>
              </a:ext>
            </a:extLst>
          </p:cNvPr>
          <p:cNvSpPr/>
          <p:nvPr/>
        </p:nvSpPr>
        <p:spPr>
          <a:xfrm>
            <a:off x="1798320" y="5796281"/>
            <a:ext cx="2747410" cy="441959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++: (1)  |   T: (2) |  DS : [2,2,2]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360B7CA-9767-7300-61D3-EF3DE77A9DC7}"/>
              </a:ext>
            </a:extLst>
          </p:cNvPr>
          <p:cNvCxnSpPr/>
          <p:nvPr/>
        </p:nvCxnSpPr>
        <p:spPr>
          <a:xfrm>
            <a:off x="1798320" y="4463288"/>
            <a:ext cx="4064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F5D6AC4-E307-3AF7-2A30-F687B2989488}"/>
              </a:ext>
            </a:extLst>
          </p:cNvPr>
          <p:cNvCxnSpPr>
            <a:cxnSpLocks/>
          </p:cNvCxnSpPr>
          <p:nvPr/>
        </p:nvCxnSpPr>
        <p:spPr>
          <a:xfrm>
            <a:off x="2211830" y="4453291"/>
            <a:ext cx="0" cy="11598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784FA6F-316B-29D7-EBF0-1F1D7C398C13}"/>
              </a:ext>
            </a:extLst>
          </p:cNvPr>
          <p:cNvSpPr/>
          <p:nvPr/>
        </p:nvSpPr>
        <p:spPr>
          <a:xfrm>
            <a:off x="3221002" y="5337341"/>
            <a:ext cx="1220667" cy="27580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(2-4) 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6431A872-5F70-01EF-951D-4883E0D0420A}"/>
              </a:ext>
            </a:extLst>
          </p:cNvPr>
          <p:cNvSpPr/>
          <p:nvPr/>
        </p:nvSpPr>
        <p:spPr>
          <a:xfrm rot="3274560">
            <a:off x="3812763" y="5315082"/>
            <a:ext cx="979528" cy="623947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07485A9-AD27-4492-072A-BA474C21139F}"/>
              </a:ext>
            </a:extLst>
          </p:cNvPr>
          <p:cNvCxnSpPr>
            <a:cxnSpLocks/>
          </p:cNvCxnSpPr>
          <p:nvPr/>
        </p:nvCxnSpPr>
        <p:spPr>
          <a:xfrm flipV="1">
            <a:off x="830070" y="378460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5C122A0-10EB-CC7E-54A2-02E5B4F81F7E}"/>
              </a:ext>
            </a:extLst>
          </p:cNvPr>
          <p:cNvSpPr/>
          <p:nvPr/>
        </p:nvSpPr>
        <p:spPr>
          <a:xfrm>
            <a:off x="2204720" y="3290019"/>
            <a:ext cx="2629834" cy="34953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(4) |  DS : [2,2]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DC82D4-130C-8E2E-6E83-1E8193EEEB60}"/>
              </a:ext>
            </a:extLst>
          </p:cNvPr>
          <p:cNvCxnSpPr>
            <a:cxnSpLocks/>
          </p:cNvCxnSpPr>
          <p:nvPr/>
        </p:nvCxnSpPr>
        <p:spPr>
          <a:xfrm>
            <a:off x="1862835" y="3429000"/>
            <a:ext cx="27737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FA2AFDF-9352-B180-D1AD-1BDC70E673D4}"/>
              </a:ext>
            </a:extLst>
          </p:cNvPr>
          <p:cNvSpPr/>
          <p:nvPr/>
        </p:nvSpPr>
        <p:spPr>
          <a:xfrm>
            <a:off x="2538472" y="3974193"/>
            <a:ext cx="2747409" cy="44195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(0) |  DS : [2,2,4]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596DF43-47A7-79E2-D2D8-4B3360EBE0DC}"/>
              </a:ext>
            </a:extLst>
          </p:cNvPr>
          <p:cNvCxnSpPr>
            <a:cxnSpLocks/>
          </p:cNvCxnSpPr>
          <p:nvPr/>
        </p:nvCxnSpPr>
        <p:spPr>
          <a:xfrm>
            <a:off x="3519637" y="3703320"/>
            <a:ext cx="0" cy="197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2C06382-1042-17B7-959B-B22D5AF055C7}"/>
              </a:ext>
            </a:extLst>
          </p:cNvPr>
          <p:cNvSpPr/>
          <p:nvPr/>
        </p:nvSpPr>
        <p:spPr>
          <a:xfrm>
            <a:off x="4272872" y="4561014"/>
            <a:ext cx="1202301" cy="25258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(4-4) 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B54FD35C-0C67-ECFD-5DEF-44845529058F}"/>
              </a:ext>
            </a:extLst>
          </p:cNvPr>
          <p:cNvSpPr/>
          <p:nvPr/>
        </p:nvSpPr>
        <p:spPr>
          <a:xfrm rot="2121513">
            <a:off x="4613603" y="4055268"/>
            <a:ext cx="1097267" cy="694944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E3EEB68-8DA3-CD52-01A8-514565CA2C6A}"/>
              </a:ext>
            </a:extLst>
          </p:cNvPr>
          <p:cNvSpPr/>
          <p:nvPr/>
        </p:nvSpPr>
        <p:spPr>
          <a:xfrm>
            <a:off x="1912281" y="2255732"/>
            <a:ext cx="2390246" cy="39646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(6) |  DS : [2]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BEC0541-6B98-A9D4-BD36-4F6D9EE26B09}"/>
              </a:ext>
            </a:extLst>
          </p:cNvPr>
          <p:cNvCxnSpPr>
            <a:cxnSpLocks/>
          </p:cNvCxnSpPr>
          <p:nvPr/>
        </p:nvCxnSpPr>
        <p:spPr>
          <a:xfrm>
            <a:off x="1624584" y="2453964"/>
            <a:ext cx="2064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0A1A15E-9D1B-AA77-14E9-7DCD3022D045}"/>
              </a:ext>
            </a:extLst>
          </p:cNvPr>
          <p:cNvCxnSpPr>
            <a:cxnSpLocks/>
          </p:cNvCxnSpPr>
          <p:nvPr/>
        </p:nvCxnSpPr>
        <p:spPr>
          <a:xfrm flipV="1">
            <a:off x="830070" y="278892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6506024-7D4C-DACC-9970-A40AE1DB4B65}"/>
              </a:ext>
            </a:extLst>
          </p:cNvPr>
          <p:cNvSpPr/>
          <p:nvPr/>
        </p:nvSpPr>
        <p:spPr>
          <a:xfrm>
            <a:off x="4610236" y="2692909"/>
            <a:ext cx="2401032" cy="37825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(6) |  DS : [2]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483CA66-42AE-2F47-F0EF-F79B73EDB78C}"/>
              </a:ext>
            </a:extLst>
          </p:cNvPr>
          <p:cNvCxnSpPr>
            <a:cxnSpLocks/>
          </p:cNvCxnSpPr>
          <p:nvPr/>
        </p:nvCxnSpPr>
        <p:spPr>
          <a:xfrm>
            <a:off x="3221284" y="2711693"/>
            <a:ext cx="0" cy="22359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03BE820-F3B8-DE1B-9E10-CAC1A5A77140}"/>
              </a:ext>
            </a:extLst>
          </p:cNvPr>
          <p:cNvCxnSpPr>
            <a:cxnSpLocks/>
          </p:cNvCxnSpPr>
          <p:nvPr/>
        </p:nvCxnSpPr>
        <p:spPr>
          <a:xfrm>
            <a:off x="3221001" y="2942157"/>
            <a:ext cx="12206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6487581-AD0D-3541-28AB-796AF8DA3BB5}"/>
              </a:ext>
            </a:extLst>
          </p:cNvPr>
          <p:cNvSpPr/>
          <p:nvPr/>
        </p:nvSpPr>
        <p:spPr>
          <a:xfrm>
            <a:off x="5657944" y="3192188"/>
            <a:ext cx="1266256" cy="32847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(4-6) 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60297DD1-7373-64DA-7F90-258C3B195DA0}"/>
              </a:ext>
            </a:extLst>
          </p:cNvPr>
          <p:cNvSpPr/>
          <p:nvPr/>
        </p:nvSpPr>
        <p:spPr>
          <a:xfrm rot="4110574">
            <a:off x="6378187" y="2707119"/>
            <a:ext cx="979528" cy="623947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E78CBC7-F1CF-4CB9-8A4C-DC66223241C5}"/>
              </a:ext>
            </a:extLst>
          </p:cNvPr>
          <p:cNvSpPr/>
          <p:nvPr/>
        </p:nvSpPr>
        <p:spPr>
          <a:xfrm>
            <a:off x="7405931" y="1742441"/>
            <a:ext cx="2378858" cy="3782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(8) |  DS : [  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757BA7C-8F4C-C082-948F-CCEAEE389AFF}"/>
              </a:ext>
            </a:extLst>
          </p:cNvPr>
          <p:cNvCxnSpPr>
            <a:cxnSpLocks/>
          </p:cNvCxnSpPr>
          <p:nvPr/>
        </p:nvCxnSpPr>
        <p:spPr>
          <a:xfrm flipV="1">
            <a:off x="830070" y="173482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7F52912-37ED-5610-51A0-A03AD04AC8AF}"/>
              </a:ext>
            </a:extLst>
          </p:cNvPr>
          <p:cNvSpPr/>
          <p:nvPr/>
        </p:nvSpPr>
        <p:spPr>
          <a:xfrm>
            <a:off x="7405931" y="2563907"/>
            <a:ext cx="2555844" cy="3782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(4) |  DS : [ 4 ]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66E811B-9659-6914-A343-956739802EB4}"/>
              </a:ext>
            </a:extLst>
          </p:cNvPr>
          <p:cNvCxnSpPr>
            <a:cxnSpLocks/>
          </p:cNvCxnSpPr>
          <p:nvPr/>
        </p:nvCxnSpPr>
        <p:spPr>
          <a:xfrm>
            <a:off x="8670746" y="2255732"/>
            <a:ext cx="0" cy="229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D3B8B3F-313D-911E-076A-03B6623882E4}"/>
              </a:ext>
            </a:extLst>
          </p:cNvPr>
          <p:cNvSpPr/>
          <p:nvPr/>
        </p:nvSpPr>
        <p:spPr>
          <a:xfrm>
            <a:off x="9086245" y="2207843"/>
            <a:ext cx="1193474" cy="24124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(8-4) </a:t>
            </a:r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D12D96F5-3AA0-0AC4-612B-14A3C16C2257}"/>
              </a:ext>
            </a:extLst>
          </p:cNvPr>
          <p:cNvSpPr/>
          <p:nvPr/>
        </p:nvSpPr>
        <p:spPr>
          <a:xfrm rot="4844421">
            <a:off x="9549045" y="2085570"/>
            <a:ext cx="825460" cy="79131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F90EFEA-F8A4-C589-F1B1-223ED685933B}"/>
              </a:ext>
            </a:extLst>
          </p:cNvPr>
          <p:cNvSpPr/>
          <p:nvPr/>
        </p:nvSpPr>
        <p:spPr>
          <a:xfrm>
            <a:off x="7536784" y="3400242"/>
            <a:ext cx="2629834" cy="34533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(0) |  DS : [4,4 ]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771043D-5419-5E3B-648B-38BC1732A335}"/>
              </a:ext>
            </a:extLst>
          </p:cNvPr>
          <p:cNvCxnSpPr>
            <a:cxnSpLocks/>
          </p:cNvCxnSpPr>
          <p:nvPr/>
        </p:nvCxnSpPr>
        <p:spPr>
          <a:xfrm>
            <a:off x="8683853" y="3047526"/>
            <a:ext cx="0" cy="229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653D575-BBFB-1D6F-4D6B-CE3DB82DD74B}"/>
              </a:ext>
            </a:extLst>
          </p:cNvPr>
          <p:cNvSpPr/>
          <p:nvPr/>
        </p:nvSpPr>
        <p:spPr>
          <a:xfrm>
            <a:off x="9165644" y="3065324"/>
            <a:ext cx="1197353" cy="26176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(4-4) </a:t>
            </a:r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C0AA7311-18DD-7BC8-E8A7-17BF2A6D6430}"/>
              </a:ext>
            </a:extLst>
          </p:cNvPr>
          <p:cNvSpPr/>
          <p:nvPr/>
        </p:nvSpPr>
        <p:spPr>
          <a:xfrm rot="3552954">
            <a:off x="9928212" y="3055590"/>
            <a:ext cx="447249" cy="754011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EC3FDD9-C757-93A1-F44B-58CC28DCBC40}"/>
              </a:ext>
            </a:extLst>
          </p:cNvPr>
          <p:cNvCxnSpPr/>
          <p:nvPr/>
        </p:nvCxnSpPr>
        <p:spPr>
          <a:xfrm>
            <a:off x="1717040" y="1574800"/>
            <a:ext cx="9875520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840B3E8-27D5-BA9F-5A3F-5DC1875CAA22}"/>
              </a:ext>
            </a:extLst>
          </p:cNvPr>
          <p:cNvCxnSpPr>
            <a:cxnSpLocks/>
          </p:cNvCxnSpPr>
          <p:nvPr/>
        </p:nvCxnSpPr>
        <p:spPr>
          <a:xfrm flipH="1">
            <a:off x="8670746" y="1574800"/>
            <a:ext cx="13107" cy="1600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F361854-1EB7-AF80-4C6F-6DD607A40320}"/>
              </a:ext>
            </a:extLst>
          </p:cNvPr>
          <p:cNvCxnSpPr>
            <a:cxnSpLocks/>
          </p:cNvCxnSpPr>
          <p:nvPr/>
        </p:nvCxnSpPr>
        <p:spPr>
          <a:xfrm>
            <a:off x="11606986" y="1569933"/>
            <a:ext cx="0" cy="229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469C01F-9031-DDDF-054D-92EB2E15A644}"/>
              </a:ext>
            </a:extLst>
          </p:cNvPr>
          <p:cNvSpPr/>
          <p:nvPr/>
        </p:nvSpPr>
        <p:spPr>
          <a:xfrm>
            <a:off x="10837305" y="1865035"/>
            <a:ext cx="2378856" cy="31428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T: (8) |  DS : [  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4073949-1D36-58D1-B599-5DEE0EE50929}"/>
              </a:ext>
            </a:extLst>
          </p:cNvPr>
          <p:cNvSpPr/>
          <p:nvPr/>
        </p:nvSpPr>
        <p:spPr>
          <a:xfrm>
            <a:off x="10837305" y="2574580"/>
            <a:ext cx="2499129" cy="37374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T: (3) |  DS : [ 5 ]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3CCA14B-D4AA-3850-C48B-8962572C89E3}"/>
              </a:ext>
            </a:extLst>
          </p:cNvPr>
          <p:cNvCxnSpPr>
            <a:cxnSpLocks/>
          </p:cNvCxnSpPr>
          <p:nvPr/>
        </p:nvCxnSpPr>
        <p:spPr>
          <a:xfrm>
            <a:off x="11611252" y="2255732"/>
            <a:ext cx="0" cy="229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E48041D-07F7-9351-D64B-6F10BFECCBFA}"/>
              </a:ext>
            </a:extLst>
          </p:cNvPr>
          <p:cNvSpPr/>
          <p:nvPr/>
        </p:nvSpPr>
        <p:spPr>
          <a:xfrm>
            <a:off x="12182196" y="3243102"/>
            <a:ext cx="1197423" cy="314279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(8-5) </a:t>
            </a:r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0F3AD7DA-6FE1-CF48-E87F-473AD397969A}"/>
              </a:ext>
            </a:extLst>
          </p:cNvPr>
          <p:cNvSpPr/>
          <p:nvPr/>
        </p:nvSpPr>
        <p:spPr>
          <a:xfrm rot="3239307">
            <a:off x="12734177" y="2730059"/>
            <a:ext cx="979528" cy="623947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1656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00324-D13A-C134-F95D-DDACB2638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AEF879-2AD6-7D8F-AD51-928FB1DD6B04}"/>
              </a:ext>
            </a:extLst>
          </p:cNvPr>
          <p:cNvSpPr/>
          <p:nvPr/>
        </p:nvSpPr>
        <p:spPr>
          <a:xfrm>
            <a:off x="-2275840" y="-690880"/>
            <a:ext cx="16327120" cy="754888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D31594-2CB1-FEB5-9D0B-244EA207F410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2  ,  4  ,  5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D6698E-EF14-8A49-6A4F-748677B7C3F5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575149-6920-E188-844C-A664764C038D}"/>
              </a:ext>
            </a:extLst>
          </p:cNvPr>
          <p:cNvSpPr txBox="1"/>
          <p:nvPr/>
        </p:nvSpPr>
        <p:spPr>
          <a:xfrm>
            <a:off x="4864608" y="315355"/>
            <a:ext cx="142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0      1        2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E67A44C2-FE3F-3CBC-98AF-371B7CDFA310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3B2A91-8267-CD2C-C14E-54903C560C28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(8) |  DS : [  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BE9A314-7855-E298-017C-F361CC97BF61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2C8D6A-910C-D0AF-46D3-0BC119B03C6A}"/>
              </a:ext>
            </a:extLst>
          </p:cNvPr>
          <p:cNvSpPr/>
          <p:nvPr/>
        </p:nvSpPr>
        <p:spPr>
          <a:xfrm>
            <a:off x="-684276" y="2179321"/>
            <a:ext cx="223798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(6) |  DS : [2]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B705FC-A06A-F189-BE68-39130196C36B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(8-2) 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0409AF87-A214-F238-6A28-BAE51308F5AD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FC8EED-A1BA-DBCF-9EAB-E9D989AD26F1}"/>
              </a:ext>
            </a:extLst>
          </p:cNvPr>
          <p:cNvCxnSpPr>
            <a:cxnSpLocks/>
          </p:cNvCxnSpPr>
          <p:nvPr/>
        </p:nvCxnSpPr>
        <p:spPr>
          <a:xfrm>
            <a:off x="243838" y="278892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31DB329-45B1-4E77-E4CE-4745608F3467}"/>
              </a:ext>
            </a:extLst>
          </p:cNvPr>
          <p:cNvSpPr/>
          <p:nvPr/>
        </p:nvSpPr>
        <p:spPr>
          <a:xfrm>
            <a:off x="-684275" y="3207005"/>
            <a:ext cx="2401316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(4) |  DS : [2,2]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128CC8B-3D1A-5E2D-1E20-8A3D80BC557F}"/>
              </a:ext>
            </a:extLst>
          </p:cNvPr>
          <p:cNvSpPr/>
          <p:nvPr/>
        </p:nvSpPr>
        <p:spPr>
          <a:xfrm>
            <a:off x="-2092961" y="283794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(6-2) 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C5FF1D9C-118F-F4DA-756C-A47DF0787867}"/>
              </a:ext>
            </a:extLst>
          </p:cNvPr>
          <p:cNvSpPr/>
          <p:nvPr/>
        </p:nvSpPr>
        <p:spPr>
          <a:xfrm rot="11030931">
            <a:off x="-1281153" y="285953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76D65C-B730-19BE-7689-D21FC67F41C8}"/>
              </a:ext>
            </a:extLst>
          </p:cNvPr>
          <p:cNvCxnSpPr>
            <a:cxnSpLocks/>
          </p:cNvCxnSpPr>
          <p:nvPr/>
        </p:nvCxnSpPr>
        <p:spPr>
          <a:xfrm>
            <a:off x="253996" y="378460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06E0F4E-F500-CF44-924D-731F2685DEA4}"/>
              </a:ext>
            </a:extLst>
          </p:cNvPr>
          <p:cNvSpPr/>
          <p:nvPr/>
        </p:nvSpPr>
        <p:spPr>
          <a:xfrm>
            <a:off x="-836672" y="4215131"/>
            <a:ext cx="2553712" cy="49631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(2) |  DS : [2,2,2]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A8C61A6-E04D-4DF0-3EC6-012F0F870501}"/>
              </a:ext>
            </a:extLst>
          </p:cNvPr>
          <p:cNvSpPr/>
          <p:nvPr/>
        </p:nvSpPr>
        <p:spPr>
          <a:xfrm>
            <a:off x="-2092961" y="386889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(4-2) 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AB9A3644-507A-E17D-3701-DFD3CB4BA997}"/>
              </a:ext>
            </a:extLst>
          </p:cNvPr>
          <p:cNvSpPr/>
          <p:nvPr/>
        </p:nvSpPr>
        <p:spPr>
          <a:xfrm rot="11030931">
            <a:off x="-1436076" y="390090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6777C4D-3B84-0DEB-3F56-0F1DE1FC338C}"/>
              </a:ext>
            </a:extLst>
          </p:cNvPr>
          <p:cNvCxnSpPr>
            <a:cxnSpLocks/>
          </p:cNvCxnSpPr>
          <p:nvPr/>
        </p:nvCxnSpPr>
        <p:spPr>
          <a:xfrm>
            <a:off x="253996" y="481076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9ECAA0F-7C94-7EC6-488A-062D7411B3E1}"/>
              </a:ext>
            </a:extLst>
          </p:cNvPr>
          <p:cNvSpPr/>
          <p:nvPr/>
        </p:nvSpPr>
        <p:spPr>
          <a:xfrm>
            <a:off x="-949090" y="5239004"/>
            <a:ext cx="2747410" cy="415037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T: (0) |  DS : [2,2,2,2]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2C5DF9D-43BC-9A5E-9C94-54BAE34E58B3}"/>
              </a:ext>
            </a:extLst>
          </p:cNvPr>
          <p:cNvSpPr/>
          <p:nvPr/>
        </p:nvSpPr>
        <p:spPr>
          <a:xfrm>
            <a:off x="-2092961" y="49164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T: (2-2) 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BD456DEB-0C54-7FCD-A025-56EB13EF4656}"/>
              </a:ext>
            </a:extLst>
          </p:cNvPr>
          <p:cNvSpPr/>
          <p:nvPr/>
        </p:nvSpPr>
        <p:spPr>
          <a:xfrm rot="11030931">
            <a:off x="-1569716" y="4882159"/>
            <a:ext cx="1097267" cy="694944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A28505-3FCD-192F-5681-76B5F4E09EF6}"/>
              </a:ext>
            </a:extLst>
          </p:cNvPr>
          <p:cNvCxnSpPr>
            <a:cxnSpLocks/>
          </p:cNvCxnSpPr>
          <p:nvPr/>
        </p:nvCxnSpPr>
        <p:spPr>
          <a:xfrm flipV="1">
            <a:off x="830070" y="4771623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D8B7A67-8152-E29C-0632-7B0F691AB344}"/>
              </a:ext>
            </a:extLst>
          </p:cNvPr>
          <p:cNvSpPr/>
          <p:nvPr/>
        </p:nvSpPr>
        <p:spPr>
          <a:xfrm>
            <a:off x="1798320" y="5796281"/>
            <a:ext cx="2747410" cy="441959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++: (1)  |   T: (2) |  DS : [2,2,2]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F034219-C55B-0ECA-0277-9A611F7D7795}"/>
              </a:ext>
            </a:extLst>
          </p:cNvPr>
          <p:cNvCxnSpPr/>
          <p:nvPr/>
        </p:nvCxnSpPr>
        <p:spPr>
          <a:xfrm>
            <a:off x="1798320" y="4463288"/>
            <a:ext cx="40640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8BAD63A-483D-363B-414E-E01B9E52C4D1}"/>
              </a:ext>
            </a:extLst>
          </p:cNvPr>
          <p:cNvCxnSpPr>
            <a:cxnSpLocks/>
          </p:cNvCxnSpPr>
          <p:nvPr/>
        </p:nvCxnSpPr>
        <p:spPr>
          <a:xfrm>
            <a:off x="2211830" y="4453291"/>
            <a:ext cx="0" cy="11598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45B54CC-6A90-4A25-D8F0-CAF6E041964C}"/>
              </a:ext>
            </a:extLst>
          </p:cNvPr>
          <p:cNvSpPr/>
          <p:nvPr/>
        </p:nvSpPr>
        <p:spPr>
          <a:xfrm>
            <a:off x="3221002" y="5337341"/>
            <a:ext cx="1220667" cy="27580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(2-4) 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17A9FBC2-B891-19E4-61F5-256939F7CD7B}"/>
              </a:ext>
            </a:extLst>
          </p:cNvPr>
          <p:cNvSpPr/>
          <p:nvPr/>
        </p:nvSpPr>
        <p:spPr>
          <a:xfrm rot="3274560">
            <a:off x="3812763" y="5315082"/>
            <a:ext cx="979528" cy="623947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D7FC1EF-C07C-B5C3-3F65-BC9BE540BE23}"/>
              </a:ext>
            </a:extLst>
          </p:cNvPr>
          <p:cNvCxnSpPr>
            <a:cxnSpLocks/>
          </p:cNvCxnSpPr>
          <p:nvPr/>
        </p:nvCxnSpPr>
        <p:spPr>
          <a:xfrm flipV="1">
            <a:off x="830070" y="378460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990A10B-01E9-12E1-0098-9FA5FBECF107}"/>
              </a:ext>
            </a:extLst>
          </p:cNvPr>
          <p:cNvSpPr/>
          <p:nvPr/>
        </p:nvSpPr>
        <p:spPr>
          <a:xfrm>
            <a:off x="2204720" y="3290019"/>
            <a:ext cx="2629834" cy="34953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(4) |  DS : [2,2]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894A668-8DCD-B25C-CC64-A935456240B3}"/>
              </a:ext>
            </a:extLst>
          </p:cNvPr>
          <p:cNvCxnSpPr>
            <a:cxnSpLocks/>
          </p:cNvCxnSpPr>
          <p:nvPr/>
        </p:nvCxnSpPr>
        <p:spPr>
          <a:xfrm>
            <a:off x="1862835" y="3429000"/>
            <a:ext cx="27737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CD5D324-646D-124A-0CE8-449853DFBA32}"/>
              </a:ext>
            </a:extLst>
          </p:cNvPr>
          <p:cNvSpPr/>
          <p:nvPr/>
        </p:nvSpPr>
        <p:spPr>
          <a:xfrm>
            <a:off x="2538472" y="3974193"/>
            <a:ext cx="2747409" cy="44195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(0) |  DS : [2,2,4]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2B63A68-6F40-C647-C4C3-6C86785F4238}"/>
              </a:ext>
            </a:extLst>
          </p:cNvPr>
          <p:cNvCxnSpPr>
            <a:cxnSpLocks/>
          </p:cNvCxnSpPr>
          <p:nvPr/>
        </p:nvCxnSpPr>
        <p:spPr>
          <a:xfrm>
            <a:off x="3519637" y="3703320"/>
            <a:ext cx="0" cy="197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9FE00E5-B3DA-4156-7E3E-F34339EC0600}"/>
              </a:ext>
            </a:extLst>
          </p:cNvPr>
          <p:cNvSpPr/>
          <p:nvPr/>
        </p:nvSpPr>
        <p:spPr>
          <a:xfrm>
            <a:off x="4272872" y="4561014"/>
            <a:ext cx="1202301" cy="25258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(4-4) 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887C480C-3D7C-8048-2D25-5F7F34FC6DA9}"/>
              </a:ext>
            </a:extLst>
          </p:cNvPr>
          <p:cNvSpPr/>
          <p:nvPr/>
        </p:nvSpPr>
        <p:spPr>
          <a:xfrm rot="2121513">
            <a:off x="4613603" y="4055268"/>
            <a:ext cx="1097267" cy="694944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B5F215E-8953-B84C-7C56-590FD838461B}"/>
              </a:ext>
            </a:extLst>
          </p:cNvPr>
          <p:cNvSpPr/>
          <p:nvPr/>
        </p:nvSpPr>
        <p:spPr>
          <a:xfrm>
            <a:off x="1912281" y="2255732"/>
            <a:ext cx="2390246" cy="39646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(6) |  DS : [2]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5C12794-23EC-AC5E-6C7B-C28E6455CD71}"/>
              </a:ext>
            </a:extLst>
          </p:cNvPr>
          <p:cNvCxnSpPr>
            <a:cxnSpLocks/>
          </p:cNvCxnSpPr>
          <p:nvPr/>
        </p:nvCxnSpPr>
        <p:spPr>
          <a:xfrm>
            <a:off x="1624584" y="2453964"/>
            <a:ext cx="2064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62BDDEE-F7B8-C8F6-6CC2-6C3D8D30C635}"/>
              </a:ext>
            </a:extLst>
          </p:cNvPr>
          <p:cNvCxnSpPr>
            <a:cxnSpLocks/>
          </p:cNvCxnSpPr>
          <p:nvPr/>
        </p:nvCxnSpPr>
        <p:spPr>
          <a:xfrm flipV="1">
            <a:off x="830070" y="278892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8EDE641-A2A5-B361-EAE4-42D4F978B49F}"/>
              </a:ext>
            </a:extLst>
          </p:cNvPr>
          <p:cNvSpPr/>
          <p:nvPr/>
        </p:nvSpPr>
        <p:spPr>
          <a:xfrm>
            <a:off x="4610236" y="2692909"/>
            <a:ext cx="2401032" cy="37825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(6) |  DS : [2]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BA5B2A9-644E-3B51-7F0D-41122EE33B8F}"/>
              </a:ext>
            </a:extLst>
          </p:cNvPr>
          <p:cNvCxnSpPr>
            <a:cxnSpLocks/>
          </p:cNvCxnSpPr>
          <p:nvPr/>
        </p:nvCxnSpPr>
        <p:spPr>
          <a:xfrm>
            <a:off x="3221284" y="2711693"/>
            <a:ext cx="0" cy="22359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936A498-33EB-E209-76FB-78E55DF2E0F3}"/>
              </a:ext>
            </a:extLst>
          </p:cNvPr>
          <p:cNvCxnSpPr>
            <a:cxnSpLocks/>
          </p:cNvCxnSpPr>
          <p:nvPr/>
        </p:nvCxnSpPr>
        <p:spPr>
          <a:xfrm>
            <a:off x="3221001" y="2942157"/>
            <a:ext cx="12206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8CB4C30-2880-B42C-C927-A5C47E8F919E}"/>
              </a:ext>
            </a:extLst>
          </p:cNvPr>
          <p:cNvSpPr/>
          <p:nvPr/>
        </p:nvSpPr>
        <p:spPr>
          <a:xfrm>
            <a:off x="5657944" y="3192188"/>
            <a:ext cx="1266256" cy="32847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(4-6) 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6E0F5B17-5ABE-9C9A-46D4-A51CBE21D344}"/>
              </a:ext>
            </a:extLst>
          </p:cNvPr>
          <p:cNvSpPr/>
          <p:nvPr/>
        </p:nvSpPr>
        <p:spPr>
          <a:xfrm rot="4110574">
            <a:off x="6378187" y="2707119"/>
            <a:ext cx="979528" cy="623947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C173462-DC9F-87B2-D3E9-7C37F228FC0D}"/>
              </a:ext>
            </a:extLst>
          </p:cNvPr>
          <p:cNvSpPr/>
          <p:nvPr/>
        </p:nvSpPr>
        <p:spPr>
          <a:xfrm>
            <a:off x="7405931" y="1742441"/>
            <a:ext cx="2378858" cy="3782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(8) |  DS : [  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CCDA402-149C-2A9D-236D-9C7968B49C71}"/>
              </a:ext>
            </a:extLst>
          </p:cNvPr>
          <p:cNvCxnSpPr>
            <a:cxnSpLocks/>
          </p:cNvCxnSpPr>
          <p:nvPr/>
        </p:nvCxnSpPr>
        <p:spPr>
          <a:xfrm flipV="1">
            <a:off x="830070" y="1734821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55C8A44-AC99-8131-17B9-667DE7CAE504}"/>
              </a:ext>
            </a:extLst>
          </p:cNvPr>
          <p:cNvSpPr/>
          <p:nvPr/>
        </p:nvSpPr>
        <p:spPr>
          <a:xfrm>
            <a:off x="7405931" y="2563907"/>
            <a:ext cx="2555844" cy="3782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(4) |  DS : [ 4 ]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305175A-CB86-395D-800E-529FB4C8BD5C}"/>
              </a:ext>
            </a:extLst>
          </p:cNvPr>
          <p:cNvCxnSpPr>
            <a:cxnSpLocks/>
          </p:cNvCxnSpPr>
          <p:nvPr/>
        </p:nvCxnSpPr>
        <p:spPr>
          <a:xfrm>
            <a:off x="8670746" y="2255732"/>
            <a:ext cx="0" cy="229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757618A-67DE-32AA-81C2-9F4D8FFF33F1}"/>
              </a:ext>
            </a:extLst>
          </p:cNvPr>
          <p:cNvSpPr/>
          <p:nvPr/>
        </p:nvSpPr>
        <p:spPr>
          <a:xfrm>
            <a:off x="9086245" y="2207843"/>
            <a:ext cx="1193474" cy="24124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(8-4) </a:t>
            </a:r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699E10D3-A63A-4F73-5C53-0BA41D64E358}"/>
              </a:ext>
            </a:extLst>
          </p:cNvPr>
          <p:cNvSpPr/>
          <p:nvPr/>
        </p:nvSpPr>
        <p:spPr>
          <a:xfrm rot="4844421">
            <a:off x="9549045" y="2085570"/>
            <a:ext cx="825460" cy="79131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E33FCB5-FDBE-B08E-95EA-0FE58CBF00BF}"/>
              </a:ext>
            </a:extLst>
          </p:cNvPr>
          <p:cNvSpPr/>
          <p:nvPr/>
        </p:nvSpPr>
        <p:spPr>
          <a:xfrm>
            <a:off x="7536784" y="3400242"/>
            <a:ext cx="2629834" cy="34533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T: (0) |  DS : [4,4 ]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2D8AF41-98DF-C151-FB49-1507350E0369}"/>
              </a:ext>
            </a:extLst>
          </p:cNvPr>
          <p:cNvCxnSpPr>
            <a:cxnSpLocks/>
          </p:cNvCxnSpPr>
          <p:nvPr/>
        </p:nvCxnSpPr>
        <p:spPr>
          <a:xfrm>
            <a:off x="8683853" y="3047526"/>
            <a:ext cx="0" cy="229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04592CB-C6D6-ECE0-D94E-77DF3456CC61}"/>
              </a:ext>
            </a:extLst>
          </p:cNvPr>
          <p:cNvSpPr/>
          <p:nvPr/>
        </p:nvSpPr>
        <p:spPr>
          <a:xfrm>
            <a:off x="9165644" y="3065324"/>
            <a:ext cx="1197353" cy="26176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(4-4) </a:t>
            </a:r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CFB3AEBC-6440-4981-8961-0818723ACA25}"/>
              </a:ext>
            </a:extLst>
          </p:cNvPr>
          <p:cNvSpPr/>
          <p:nvPr/>
        </p:nvSpPr>
        <p:spPr>
          <a:xfrm rot="3552954">
            <a:off x="9928212" y="3055590"/>
            <a:ext cx="447249" cy="754011"/>
          </a:xfrm>
          <a:prstGeom prst="arc">
            <a:avLst/>
          </a:prstGeom>
          <a:ln w="1905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CAA8491-9974-F5E0-15E8-0D412F0AF16C}"/>
              </a:ext>
            </a:extLst>
          </p:cNvPr>
          <p:cNvCxnSpPr/>
          <p:nvPr/>
        </p:nvCxnSpPr>
        <p:spPr>
          <a:xfrm>
            <a:off x="1717040" y="1574800"/>
            <a:ext cx="9875520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96896FA-1630-104B-C58A-1EEB6A0774BC}"/>
              </a:ext>
            </a:extLst>
          </p:cNvPr>
          <p:cNvCxnSpPr>
            <a:cxnSpLocks/>
          </p:cNvCxnSpPr>
          <p:nvPr/>
        </p:nvCxnSpPr>
        <p:spPr>
          <a:xfrm flipH="1">
            <a:off x="8670746" y="1574800"/>
            <a:ext cx="13107" cy="1600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C6FF114-D310-3055-275A-236C4F6A987A}"/>
              </a:ext>
            </a:extLst>
          </p:cNvPr>
          <p:cNvCxnSpPr>
            <a:cxnSpLocks/>
          </p:cNvCxnSpPr>
          <p:nvPr/>
        </p:nvCxnSpPr>
        <p:spPr>
          <a:xfrm>
            <a:off x="11606986" y="1569933"/>
            <a:ext cx="0" cy="229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5C2175B9-318E-4DAB-B0AD-DDA3CE51C839}"/>
              </a:ext>
            </a:extLst>
          </p:cNvPr>
          <p:cNvSpPr/>
          <p:nvPr/>
        </p:nvSpPr>
        <p:spPr>
          <a:xfrm>
            <a:off x="10837305" y="1865035"/>
            <a:ext cx="2378856" cy="31428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T: (8) |  DS : [  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EA26BC4-9294-89FB-A826-FFF5A5BC0A98}"/>
              </a:ext>
            </a:extLst>
          </p:cNvPr>
          <p:cNvSpPr/>
          <p:nvPr/>
        </p:nvSpPr>
        <p:spPr>
          <a:xfrm>
            <a:off x="10837305" y="2574580"/>
            <a:ext cx="2499129" cy="37374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T: (3) |  DS : [ 5 ]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F25EC23-77F2-701D-DCBF-E13083DB3F7E}"/>
              </a:ext>
            </a:extLst>
          </p:cNvPr>
          <p:cNvCxnSpPr>
            <a:cxnSpLocks/>
          </p:cNvCxnSpPr>
          <p:nvPr/>
        </p:nvCxnSpPr>
        <p:spPr>
          <a:xfrm>
            <a:off x="11611252" y="2255732"/>
            <a:ext cx="0" cy="229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06B1E25-E6FC-65DF-0B53-A212231CE347}"/>
              </a:ext>
            </a:extLst>
          </p:cNvPr>
          <p:cNvSpPr/>
          <p:nvPr/>
        </p:nvSpPr>
        <p:spPr>
          <a:xfrm>
            <a:off x="12182196" y="3243102"/>
            <a:ext cx="1197423" cy="314279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(4)  |   T: (8-5) </a:t>
            </a:r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A89942EB-0C43-1ABC-3D47-1EDDEF52FDE4}"/>
              </a:ext>
            </a:extLst>
          </p:cNvPr>
          <p:cNvSpPr/>
          <p:nvPr/>
        </p:nvSpPr>
        <p:spPr>
          <a:xfrm rot="3239307">
            <a:off x="12734177" y="2730059"/>
            <a:ext cx="979528" cy="623947"/>
          </a:xfrm>
          <a:prstGeom prst="arc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5F1F84-8FA9-A483-2501-D498CE491311}"/>
              </a:ext>
            </a:extLst>
          </p:cNvPr>
          <p:cNvSpPr txBox="1"/>
          <p:nvPr/>
        </p:nvSpPr>
        <p:spPr>
          <a:xfrm>
            <a:off x="6434721" y="4849326"/>
            <a:ext cx="2702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err="1">
                <a:solidFill>
                  <a:schemeClr val="bg1">
                    <a:lumMod val="95000"/>
                  </a:schemeClr>
                </a:solidFill>
              </a:rPr>
              <a:t>OutPut</a:t>
            </a:r>
            <a:r>
              <a:rPr lang="en-IN" sz="3600" b="1" dirty="0">
                <a:solidFill>
                  <a:schemeClr val="bg1">
                    <a:lumMod val="95000"/>
                  </a:schemeClr>
                </a:solidFill>
              </a:rPr>
              <a:t> : 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6D41FF04-404E-5767-5C41-1C8DCD4978FE}"/>
              </a:ext>
            </a:extLst>
          </p:cNvPr>
          <p:cNvSpPr/>
          <p:nvPr/>
        </p:nvSpPr>
        <p:spPr>
          <a:xfrm>
            <a:off x="8309277" y="4931644"/>
            <a:ext cx="2747410" cy="415037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 DS : [2,2,2,2]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58F8D06-0D7C-0AC3-F97E-C45CA0540A00}"/>
              </a:ext>
            </a:extLst>
          </p:cNvPr>
          <p:cNvSpPr/>
          <p:nvPr/>
        </p:nvSpPr>
        <p:spPr>
          <a:xfrm>
            <a:off x="8309278" y="5529715"/>
            <a:ext cx="2747409" cy="44195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[2,2,4]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01BE6EC-724A-1668-D65D-FD759C34D410}"/>
              </a:ext>
            </a:extLst>
          </p:cNvPr>
          <p:cNvSpPr/>
          <p:nvPr/>
        </p:nvSpPr>
        <p:spPr>
          <a:xfrm>
            <a:off x="8309277" y="6187405"/>
            <a:ext cx="2747410" cy="44195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[4,4 ]</a:t>
            </a:r>
          </a:p>
        </p:txBody>
      </p:sp>
    </p:spTree>
    <p:extLst>
      <p:ext uri="{BB962C8B-B14F-4D97-AF65-F5344CB8AC3E}">
        <p14:creationId xmlns:p14="http://schemas.microsoft.com/office/powerpoint/2010/main" val="425495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3550</Words>
  <Application>Microsoft Office PowerPoint</Application>
  <PresentationFormat>Widescreen</PresentationFormat>
  <Paragraphs>288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2025-10-18T04:27:22Z</dcterms:created>
  <dcterms:modified xsi:type="dcterms:W3CDTF">2025-10-18T04:30:29Z</dcterms:modified>
</cp:coreProperties>
</file>