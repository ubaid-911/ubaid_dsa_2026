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8" r:id="rId63"/>
    <p:sldId id="321" r:id="rId64"/>
    <p:sldId id="319" r:id="rId65"/>
    <p:sldId id="320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3" r:id="rId76"/>
    <p:sldId id="331" r:id="rId77"/>
    <p:sldId id="332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40006E-E03E-4527-B326-21129219D89E}" v="334" dt="2025-10-24T13:11:19.0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>
        <p:scale>
          <a:sx n="66" d="100"/>
          <a:sy n="66" d="100"/>
        </p:scale>
        <p:origin x="1114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77CA-D127-AA32-10FF-AB8510659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CF7B3-72F9-B3DF-8833-4B238FF9E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634F1-5209-4A5D-3513-FE76ACB05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D9289-4EE7-7253-3441-9F7E13B6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2A592-FC66-12D1-4E6D-0A898145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10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1131-7E20-31E4-4314-39F8FCFC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2BA79-1E37-B609-7CA8-0F594E813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7CFB3-7BF9-CAE2-91A8-9A7D424FB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33DD-AED1-CF33-99B0-9368E5D14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1CED3-C267-D52E-D84A-A9F26AC73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14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A4DD-622E-0052-50A1-B25002572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DF8A8-96C1-4520-660F-FBB5D81F5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B2917-280A-D159-89C8-15B8E28E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D2C37-D777-9165-BDE2-840F4051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CE3E2-A6F5-F87F-48D9-9EC82D17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827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C37B6-E97D-1E94-76C0-FDAEEBE5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B95CA-172F-DC52-6822-F50DE7F20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14C91-1B30-0194-D69C-C1E103CCF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9E22B-A03A-1E3D-134B-E4B1D70A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0A77E-5B7B-6FA2-A024-EF848C12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A26CF-772B-7A09-78B9-D18033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34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AF3A-606B-F23B-ECD7-A59DA92E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02CB-A4A3-C4C9-D082-E68D46056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FAAF8-CA9C-0237-E44B-204675923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8E325-8E58-2ED4-6238-7AB6569BD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84D3C-E935-4C04-1378-D13714DEB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6DB4C-5800-AB48-1778-58E0EEE8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20777-5207-5F6E-82AE-36ECC702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D44C7D-24FD-3991-BC65-21B58B877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045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3A917-5587-79D4-6AEF-D63F9BBA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8EF22-D0A3-C264-CE86-A16B8007D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98723-0372-4C42-48F9-FD505EBC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1742E-362A-39B1-157D-C534199C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64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C562A-F80F-1E36-5E32-E02955A1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5ED873-459D-0877-7379-935F762F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A8BC5-E32B-90D9-D048-7AE97804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45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62DF-A1A7-DCB0-2C50-D4172248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FB46-8F34-210A-0F47-E9ABBFDA3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6723F-7A73-2A9E-B1FB-099FC6F57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F74D8-000D-2D35-8731-BA1B5BE03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4C2CF-B7FF-5C36-E3D1-A64B0866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038AA-AAD7-F1AB-BBC0-B69E48A3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36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60CA-F567-A6BE-3F78-31EC3A47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724293-E5C3-D734-F3C1-73D1CB146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7EC4F-98B7-717C-18BE-6189DE9E1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E611D-D437-9D21-5FA3-47302773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7D494-9D0F-234D-BA50-89C406063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25D60-A123-F2D4-4E15-90D61F15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0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426D-956F-D5CB-6CEF-AC042742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36B18-1372-00FE-1291-5648193DC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3C17C-B867-6CCD-F50B-378893F5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0D28F-B491-886F-4D43-93655234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0EAC9-24D8-48DB-5718-F00E8191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36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A35B16-1C8F-BB3F-1F37-ADBC2124D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1B414-9BB1-C663-A875-ECA2267F1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598CA-9846-2FFD-C3F7-08D94218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A88E5-81C0-4A54-76EC-2595A68F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BC9EB-A3C0-BA33-D218-BA10EE73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43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30723-A911-9DE4-8E01-0A9FF469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0BFC3-51B8-6E9A-80A3-9C007CF1C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40133-70B7-FD00-5F5E-45D394BA9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D4A84-D674-414E-9C5C-D86DECAC489C}" type="datetimeFigureOut">
              <a:rPr lang="en-IN" smtClean="0"/>
              <a:t>24-10-2025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E6550-C368-EA15-9B31-9084E0619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102B7-6034-CF52-BB2D-7B4DAEECB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EDB57-08F7-47A5-B279-A403516DA7C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42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C1822-EBD6-9960-8E6A-7377E84D4D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E710A-9124-93C5-534B-B251DBB522E3}"/>
              </a:ext>
            </a:extLst>
          </p:cNvPr>
          <p:cNvSpPr txBox="1"/>
          <p:nvPr/>
        </p:nvSpPr>
        <p:spPr>
          <a:xfrm>
            <a:off x="3152648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N-Queens</a:t>
            </a:r>
            <a:endParaRPr lang="en-IN" sz="9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09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800A-F044-275C-C9A6-1D9FC2FA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9EC8-7A77-9108-72F4-3C10A77C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5585A-763B-7DB3-EAE9-8D4542BA4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AFCE7-B063-E3AD-63B4-7362406BD4D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F332A8-8C57-941A-46BF-ECCBAA4562E3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4E2D40-CE50-9197-BD2B-4DE48DF498B1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</p:spTree>
    <p:extLst>
      <p:ext uri="{BB962C8B-B14F-4D97-AF65-F5344CB8AC3E}">
        <p14:creationId xmlns:p14="http://schemas.microsoft.com/office/powerpoint/2010/main" val="270153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5FEA-30EE-0FC0-FB7E-1985A5B33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93079-801B-D553-B644-FBDDFE1078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A68B41-6126-5EDE-7FAF-F69528F3226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12D38-D69C-F18D-BA91-54BF3E188427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65C70F-CA43-D0CB-4E99-2FC0DA3DDB0C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7B15A4-5385-B310-522E-BC1D30C7E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166945"/>
              </p:ext>
            </p:extLst>
          </p:nvPr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532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8D99-9756-F84A-B977-8FFDD9B1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78E5-CA48-FE5D-A5A1-C9C65F04A2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E9520-98E6-0868-FAD1-66237CB3D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0EDE96-A0A5-1C3A-B8ED-9D5DEAC3BC7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CE2F6C-9CEA-6281-FAD9-468D534863BA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27230-C7B8-FA6D-BAF5-0FDC06291472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5BA460-4099-2E23-D244-73B480FE4038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F5DE381-C50E-92F0-A2B5-FB7BA27B9FA7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/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85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01CC-B4A2-771F-6214-745BE6C1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9BD9-CEF1-CF79-1E50-6F8FDFB89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EDC95-252B-FD26-2C49-5D155E72D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99CFC5-8B6A-8E75-BBD7-E9258B9DD7A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C6C0F-2C78-06F0-EBF7-255D3FE78FA5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47992-819C-2B50-33B0-E0AA76347651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DEFCC8-6832-ABFD-5985-F58CC4056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821613"/>
              </p:ext>
            </p:extLst>
          </p:nvPr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98C92F-D749-282C-8D13-98CFBD6ECEFC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/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28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C9001-0D5D-46DB-6DCD-1A2AF4785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A50A-7E6C-4F4E-985E-F9E4357045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3EEE0-0BB5-1692-78C0-4747C5DC2C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DCB6C-CE14-1E21-A76A-51DDD7BFAAF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F5AFEA-818D-3337-DCD0-1195A6361243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40E5A7-413E-8735-3953-97DB435CDB45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7910291-0F7C-B84D-C567-5420C54090CD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399008-1E32-3DD5-C912-04748F7CBDE6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/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3F3525-1590-FAAC-47BA-629747EA557B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6F4048-419D-B85B-3041-2ED4124D7D23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60678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FD1A-C4F2-8254-A483-AFFC5EF9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F0D3-006B-44C1-AA2E-7B1F495658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D8D3E-5B45-BD42-22C9-1A332A41B2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AA12B9-A6D2-4305-13B5-BDD3A3324DC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58CCAC-6F09-E1EF-2A68-42FA5217DE84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518F93-790B-3C32-9502-8D86B689BAFC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FBDD5E-E3F0-B233-74E3-68EA9A8156D9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EDD07E-4134-411A-594F-45DE93A3FFD5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/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3FF29B-50D3-EAF3-BEA8-10921619C1EA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9080F9-DBE4-782C-5379-9A203E96EDED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982210-1425-F58D-7B8B-F84AC8C6B943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8D5F155-E21D-6974-CB0E-2E56B5B18C3F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61566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B786-CEFE-E4B6-507E-F5E5DBE28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63F3-637C-713F-AFD7-3E1F61D98F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F0B75-5308-8A2F-5A72-1C377F7947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EF51BB-EFB4-78B6-CED9-451308EC42B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88D3C0-CBC4-C3C4-D180-37D7153B0548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BBB0B0-99B3-A348-15A9-0EB230554F13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1226E2-D14F-225D-5272-4010D9D8A465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FD1CDFE-4BDC-3D95-DCC6-3106CBB84AC0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/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641971-ED3F-6ECA-5BF1-3ED36197939F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1573DA3-21F1-A069-C4CD-627875442353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A4C7AD-D7A2-48A2-E862-597AF2D7FBC2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8EA7E99-314F-346A-9612-3E2AF9D4D5A1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6D57FE-959B-25BF-B55A-C37DCE0C0E93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220639F-80A4-A07A-13BA-FC1A797930F6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65983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7D922-6CA7-1F54-4DF0-94AC8850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B7DF5-23A0-368C-0083-ACC9EEA34B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63559-EC8A-C2A8-DB98-8EB2765F3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C4F4C-1D10-2BB7-5B0F-55D5336994A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16BA1C-F64D-F2B1-2A5E-5C35F3E23F36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84FA75-756D-8D4B-E6B1-CA3505295A7F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87F73D-6585-5F89-7EAD-FF8D724E0E0A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73D243-C9F9-2EB1-B763-8AF632DBF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568111"/>
              </p:ext>
            </p:extLst>
          </p:nvPr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455820-FA86-483E-3317-EED01BD48C1A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C001CE-6F9C-07EE-4160-E82A84090A3D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B4BF86-5B3D-0729-83A2-DD4B91E00B44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BF2D63C-6D5D-86FB-CD50-1C89660907C6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28A8E3-2723-6AC9-B643-6DAAF4CB1182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BD3595-FAC4-DD1D-BFF8-0795F91A393D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3E4C37-F8DB-D33F-50F5-06604FCFE803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F32D94-0908-0BAA-8730-8571AC1F1ACB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78836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45A8-F9F9-5394-09F4-BCEF456F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AB4C-F524-0923-BE5A-A9152679B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01AC2-8C60-4EB6-A5A6-032C46B1A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E2CE96-91BB-0C81-F168-AC3EA71E0F6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AD8D0F-5B4B-D3C2-3BA2-37989BDF8B80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C73F5-A126-2AB5-B2B4-926514A4A76D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F0BC77-511D-387A-11E1-2FFFCC76F065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7D3509-31BA-FAB9-A0E8-5267A560237B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E4C2D3-A8DD-89F0-0A92-E3EC4917447C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97D0B5-0914-14EA-0796-80946E39F8E4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39662F-8AD4-6B02-238D-D6B0EE96F1AF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B83E238-F47E-D41B-0870-D92BDD51A9F2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09B215-5678-C2E3-FF3C-B74A6461C500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D5FD9C4-77AB-C691-9EA5-8D831E8AEC32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423DD3-7A05-18A7-F4ED-CB67FD2D12D5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6F8CD90-44DC-F3A7-6617-2774E52227CB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3AA6AD-5A3D-01BD-EF00-013FEB7FA3A0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3B6B4A-DBA7-4215-0A13-0615D8961BA3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822492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0328A-ED3C-D6E1-01BE-AE7BA8A1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ED126-D96C-D3F8-09AC-56F8316B34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833A4-A2CD-F386-BA25-826E4A03D0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839ED-CEC9-DDE6-9D34-6E5A31E2C95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BD09F6-D326-282F-C014-7479F3DB4487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74FC5-3C83-9B0B-7ABE-26EE1897AF7E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9FCEED-485B-B59C-EE9C-DBE911281A78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EB7EFF-A0DF-0B36-EDCE-31100BC09DAA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FF1FCB-FB27-E5F4-D259-EEB0D537C4F7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048468D-F182-B540-8908-4F7D0A59DD5E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17C39B-095B-1D15-8D40-A216BC1229AF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A06EFE-8FD5-26B6-F3F1-BA71C0E50CE4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F943EF-2D6A-37AE-4C74-3A83793A32C7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C669762-3788-7529-C847-6963A10DEB5B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53E96A-3738-88B6-4009-FD29C4712852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5247CF0-6AD9-64DB-D09E-008C5230F4CD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D4FE4E-5F34-DD93-9BC4-1A676EC07378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EB5957D-2466-73E7-E160-8B65BBD8C2EE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8655DC-7CBD-EE86-B153-0E58CEDC09EC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862372-B83A-7647-2D50-3492C603EB96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123926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559C-175C-998E-E17E-5745B877D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DDBA-565F-37BA-9F1C-ADCC9C3F0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AB838-B7D1-7167-539F-DE50CEF265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4F272-4CC0-6042-EC3C-1A59C39F363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8CFF15-E591-11B3-CB29-AF49EC5E5F3D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89FD2-9990-50FD-2A7D-A0DBB575DB38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846772-9324-2768-F1D6-BB9934CC0575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38F4FA-BC31-9CB8-6053-E2AB29F789AA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3CB8BE-DC34-AC31-B4AF-B4A8A859C94C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157F3C-7BC1-46D1-EC5A-7C427C8BC189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19EDD8-0AEF-3785-56FF-2C1B75AE1291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9BBFED-76AA-A5FB-D096-1B493D26E2A7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289F2A-CBA7-FCEC-FA91-5EA42578B5AF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CDA02DA-4D04-D294-1933-B69B8166CA82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34E1EF-3412-58F4-6553-D8CA01260EC1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489DC23-656C-91E2-0E96-5A1AD3EA2545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22F802-9357-32C5-AC77-B7262088CB88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8344E07-6B67-24A9-068C-93E21876A201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2FCA45-982C-B62A-97A3-62DFF5E71983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2A35480-69AC-E3E7-AD65-D627A627470C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DA02FB-8F87-4844-5A0C-6294D2CF6B8D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1E0185B-6766-1758-A5E6-46D253B0EDBA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077057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8CB6-A078-1F21-342C-F9C51585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485E-569C-C9C9-09EE-8F5BF6F18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75C44-9F4D-A81A-AC60-93C18F0AA1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7164D-096E-883F-DBD6-ED0E3D40003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0F993-8623-2FFC-010F-5A0EE225DC43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0B8956-9BC7-1198-7848-D68CDF33C30B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325E31-CA58-F313-C7F2-AA2F8B53C4E0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E29F9A-221A-1FA4-BDB9-AF85819CB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40896"/>
              </p:ext>
            </p:extLst>
          </p:nvPr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9F1B26-913F-E529-4E19-8D6CFAB43B82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4CAF9A-1001-A7F0-5D39-D1EEAD504709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5AB463-2D23-505F-07BD-52FC1747F7E2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D7A47D8-27F3-32EE-AD61-19951A5F3631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A8BA6A-05C0-810C-3856-3720005FFF50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C306F5-805E-6181-8C3A-E37C928E7592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9B4009-DAD8-19E9-670F-5A047CFB8365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87D30C-41E3-DE3A-C432-A07AF7CA1338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208597-66EB-CB22-5794-C4FEFFEC8C7E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030FBB0-019D-119E-A018-9728B24B8F97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E94517-3AD9-4068-8A90-C63495BFFD11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061DCDA-813C-863B-AE17-1E1AB0B8F6D5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E48574-D801-6D4B-7971-BCDA1CBA5360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08B8A7-6420-4FDC-945D-E64FB8212968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5A7DE08-9ED8-7828-BD4A-F203904BAC1D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04FE6A9-C571-B339-51B7-7E23DB7CB4CA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194450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2A7B-484A-0444-32B1-D1F9933D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8370-9F78-B230-6430-5AC53A785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3D593-2CCA-12B2-2F4B-C21919218C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25BAB3-F9CE-CC6D-1A8E-04FC3602D8E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E07EE1-88FE-2208-C50D-623832DE31F5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070F36-A11E-9264-54F1-A71ABEE5C30A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379BB2-19AF-9D46-08C2-E8AC8A3A8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96615"/>
              </p:ext>
            </p:extLst>
          </p:nvPr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62B233-021C-D665-86A6-7C3A5D2D6E93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EB0231-8967-AF90-95AB-21F00BDC1E74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E09A32C-D0E5-1CA9-651F-549FAAA3A4B3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B7D79D-3848-C735-105D-81248C08D3F0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0D5F85F-0307-A91C-442D-FAE0DD955181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7A165E-80DF-59AC-3304-4B6746B57403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7ADC2C1-42B4-33F6-E4E8-192DFFF9F460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4CA3BA-8040-C2AD-D76C-42518138ED36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D7DF9E4-E379-B7ED-F01B-CD8083EB8151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197A7-0462-C609-11B6-44913FAD164A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B5D862E-DC33-765B-5C02-9E4DB07EE55A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6FC918-FF70-6F1C-1D70-850ABB38C9AE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B2A0385-66F4-855E-ACE6-95D9F707CAEC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3A4554-EFC5-2FFD-26D8-6861EA95D8F8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0C2E952-6772-3B30-63F0-E6ED22591EC3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2D8C03-35FB-C01D-06AF-EA00E8280F43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1BD9BA9-3CF9-84B8-E7C9-DEB9C149BD90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DEE2D5-9C1A-0560-9884-9B131E58E770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3405624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EFDB-95A4-1959-6278-8DC073DA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63B9-74C8-B871-C112-79AA11A905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665C1-81A5-22EF-458B-F0C45B58C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A2DD3-5DA8-37AC-6626-4ABA1F3F1AD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C2035-8EA0-1102-D3CD-B32DB03A8223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64BF71-918B-3A8E-D712-5EBDA04F7CCE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9811A8-CCF5-14E3-3503-9F943F3A1BAD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0993A1-0DC0-D88F-C226-92A8E08E255D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CD2D80-A2D4-BD8B-1397-42DD48314EB9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DA4B5E-F1A0-31BF-6282-92BA492BD072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8F899D-A3F1-3496-7C6F-EF1C6C238E90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3862CE-B0A7-7E0E-3E12-B1DAB8A2F140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413331-905E-D82F-48FE-1B1414D36504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64BA7F-50CA-2111-7B2E-735F6AC3FBA2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1612E5-E7EA-7277-7B1A-843C37EFC800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3650319-79B4-858C-0AEA-66DF26681576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8402F0-5C53-DF45-4984-7961C3A21F9A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FB4F2D-3BD0-70FB-D1F3-AFB316DF692E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BC305B-559F-9C56-4200-51666C70ED8A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3ACAB4-7ED2-06F4-8D4C-840A7108E2A1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ECDCA5-AA29-5808-0CAB-223FAC874CDC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EE7A33-1530-AE5B-8687-818173D6095B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5248CA-6E7C-2204-19B2-7A61101502B8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D3A14F7-785F-C4F3-D044-19B1434E433F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3A28EC-D747-DCB1-A442-24BBA6BB338A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63C68F8-3080-4493-37D0-43FEB8BD6F34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94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842A8-97A9-95C8-F8CD-9DBEF845B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6D4B-BA6E-5933-329D-851508E3AF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693B0-61A2-4A7B-50EA-F0F919244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4389B3-030A-E3AD-480D-6E30C531F41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BF6E82-9990-DDD8-F191-2251F82602F7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C0913-97AA-3037-73D2-61650ADA4328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D16DE0-D363-3C83-3CC6-DC086BFEC4BD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B1F573-B8A9-BCE6-C8FD-55BF71A1E7D7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1E066A-97C7-7F4D-2917-3263B89D698B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4F4B36-62EA-D11F-714C-910F73B5D04A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0E3901-D726-FBFC-BC18-2F01797C63E8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E4EA99-B8E9-1DD8-6090-BF74162EECC1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6DB0E9-7E49-1F3E-EB83-A723FEEFB7D5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6F1899-0B50-CBF4-63FF-0999EE375963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23BA29-5593-BAF7-49ED-47BAE9E51F35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A2719E-D1FE-72E0-5FA5-41C81D817E33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AF30CF-AF3F-595D-FA17-FBA317694A44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0F22BCD-4801-3DAD-5CF8-F12CCCF8712C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00887C-2CA6-F41F-7B95-147F433D9416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86EA297-969B-960D-497A-41B2FFE050FC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E92948-7D3B-9BDD-282E-FF7F08769087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691670-F232-B16E-DC33-A8DC5322C03B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73415E-27A1-8647-FE79-4B55A3BC697F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4C8E16F-4098-5139-8265-5B2ED0E79B22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CD139F-9387-49DF-5927-652297A97FF0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FDBCAD-6B58-F88D-AEDB-E69F07A5EB32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2C2C01-3600-C916-5E63-37D428F63B08}"/>
              </a:ext>
            </a:extLst>
          </p:cNvPr>
          <p:cNvCxnSpPr>
            <a:cxnSpLocks/>
          </p:cNvCxnSpPr>
          <p:nvPr/>
        </p:nvCxnSpPr>
        <p:spPr>
          <a:xfrm>
            <a:off x="5670630" y="5572482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328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FF99-73BB-D65B-1E88-FC9C8980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E4D8-1E6A-CB94-52AB-86887FBC75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F1582-F946-8E2B-8A24-A6D6837479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5481E2-BCD4-FB85-32E8-4E4DAB0A04B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3F531D-9997-46AD-67B9-B447E97B9C4A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9E1B59-8532-1E83-6265-74E680824331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B85AE4-91E2-4E9E-FECC-D2BAFF57FCDE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4466C8-F847-3E31-8A4D-CA3C4FC1877A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4C814F-4F7F-7E5D-BDAF-8471FF5BA278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FF50A7-4FC5-C7C8-9E1A-DBCB2BF361CE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93D24A-F4A9-7310-3918-FEB77B304CB8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C6998E-E3DB-DB67-C3D7-F7A312F98835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FEED71-857F-B87A-DEB3-AA8AAE754EF7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B604C3D-93D2-6442-349A-49DD098FF83B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16078D-DE2E-C386-FE73-220F8FA16931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BD356A-EA17-1C16-9010-B5EA67DF1162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A7F626-C4D1-6DE1-3EA0-8030730D23AE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067D8EC-7A6B-33B2-C70B-562F7A4371CD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1E7FDF-5FBD-DC40-9100-7CA726DA4E24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DC7375C-1392-8E6F-CAD6-EA35BDC07672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DFDC8A-1A19-11FD-91C4-1AABE2C1433E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17BB2C-2745-9752-36E8-7DCB06D28BD5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963F14-4948-719A-983F-E8F154326834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DE458EC-17A3-96BC-ACB6-D575798A1659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45D78B-CB48-D9CB-73F6-9A444F08BBD7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EE466E4-2BA7-FE55-EAC6-6B6044559F57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C63269-DA5B-59AB-4F79-BAC424AD42B2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74A5D5-5D17-61A3-314F-0C592ACB481D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759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FB40-5529-A0FB-E5D1-DB4C88164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0ACB-9285-30BE-A9C3-01FBB4607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8C308-4FE7-F106-4A21-ED3F16C4CB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A6575D-3FB0-8FA2-883A-CE814B0A031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9A8F2-6D52-04D6-E6D5-D7E65AB37534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59AFD-E4A1-6A4D-9A2A-383F1C765792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3270D6-8198-6CF7-7568-3B7188EB0F4D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68F60A-9B68-86B9-BD16-4013F8CAFA5D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0C39AE-BA88-5989-2A2C-4B88747E24FF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BD3D6D-7D66-62C2-1E05-6E100A96A474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E3A3BF-1284-A745-D9D0-4420C5D3670D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E657480-A6B7-8DD6-1045-50A928121DFD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4155DF-367F-D448-5726-F69548BB7E2A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2AB5F4F-0B97-36BA-4060-A4BB50C059D0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0C90E3-E92A-D65B-10F6-12BA5FA1332F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D707F75-B52F-79ED-F301-82116A153B1D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988120-1522-EF48-C611-3B83AE897988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E50FA22-7A54-9E12-F47C-380E90A1458B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D02687-9A11-8DEC-C90B-211BFEDBB11F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F5ABD76-3896-31A7-1B10-FAD048BBD417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7B4307-A827-E9D1-B5D0-3D4724897B89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81113D0-8C92-9224-5D55-CF2F4AEB2A69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434E84-AF9B-EA4D-ACE2-ABAE267866C7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9BCAF3C-1DD7-118D-1FF9-F3ECAA6077B2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177B8C-8F23-22AF-A78D-DB3C4A70239B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90E81BE-548F-A316-6E19-09B4C2B5597B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F01D98-1D22-9083-25C8-61E85FC2F065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D4F8E6F-768D-FFF5-730A-CD311DA346BF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A2CBFEF-085D-E646-FC25-9236676BC4AF}"/>
              </a:ext>
            </a:extLst>
          </p:cNvPr>
          <p:cNvCxnSpPr>
            <a:cxnSpLocks/>
          </p:cNvCxnSpPr>
          <p:nvPr/>
        </p:nvCxnSpPr>
        <p:spPr>
          <a:xfrm flipH="1">
            <a:off x="3654579" y="5135472"/>
            <a:ext cx="75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AAED3FA-7B36-8BC7-4024-8F925745824E}"/>
              </a:ext>
            </a:extLst>
          </p:cNvPr>
          <p:cNvCxnSpPr>
            <a:cxnSpLocks/>
          </p:cNvCxnSpPr>
          <p:nvPr/>
        </p:nvCxnSpPr>
        <p:spPr>
          <a:xfrm flipH="1">
            <a:off x="3995265" y="5623187"/>
            <a:ext cx="384244" cy="50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E71D41-5B9D-6AAA-F0A1-54E51766B998}"/>
              </a:ext>
            </a:extLst>
          </p:cNvPr>
          <p:cNvCxnSpPr>
            <a:cxnSpLocks/>
          </p:cNvCxnSpPr>
          <p:nvPr/>
        </p:nvCxnSpPr>
        <p:spPr>
          <a:xfrm flipV="1">
            <a:off x="5012323" y="3936069"/>
            <a:ext cx="0" cy="599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96E5627-2D9D-A73C-CD43-F3C733E89CE8}"/>
              </a:ext>
            </a:extLst>
          </p:cNvPr>
          <p:cNvCxnSpPr>
            <a:cxnSpLocks/>
          </p:cNvCxnSpPr>
          <p:nvPr/>
        </p:nvCxnSpPr>
        <p:spPr>
          <a:xfrm flipH="1" flipV="1">
            <a:off x="4001665" y="4261246"/>
            <a:ext cx="509438" cy="396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A495B83-2320-9576-2ADA-72C6FCF113C1}"/>
              </a:ext>
            </a:extLst>
          </p:cNvPr>
          <p:cNvCxnSpPr>
            <a:cxnSpLocks/>
          </p:cNvCxnSpPr>
          <p:nvPr/>
        </p:nvCxnSpPr>
        <p:spPr>
          <a:xfrm flipV="1">
            <a:off x="5609524" y="4215699"/>
            <a:ext cx="451672" cy="475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350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070CF-8318-FC57-7515-FD1A09AD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9FA8-E595-5E2A-769C-B10BAB4F7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97DDE-FCB1-378C-7CA7-D8F12D88E8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939ED8-5EFB-0D40-EB3E-A5218989EA8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1EAE54-08CB-45E0-0695-EDD297BF3980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DA9689-5BBE-096F-65E3-C008F46B825E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38AD0F-FE72-7632-0445-B286FE12D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83486"/>
              </p:ext>
            </p:extLst>
          </p:nvPr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9BDC41-4012-D4F2-38BE-087495D3A377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7A6364-F60D-3C07-6D53-1D20B5BE0C6B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920D7E-06FC-48D5-6153-871375F7C691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D433C5-1AD4-6E87-5401-B5E7DD5CE859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5114BD2-D56A-A7E4-022F-FAB256F23B74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77D416-9800-C2D7-4E48-83C0A34266A6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EA45215-4A51-2F0A-4FB5-0096215DA0D2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38D21A-2F27-3F5D-E517-9890DF010D01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70D9A4-EBC0-70F2-C9C7-082D806C0C96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A2A9DD-5F19-24F6-344B-987EB63B66BC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3791927-E84A-7119-E8C6-3B811BD4B004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AAE425-14CF-2AC8-EDFD-69E6EE0F0D67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AACF942-78D5-37C6-7B95-193D97006ECF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BF08BEE-12C6-5217-8F96-F403BD2F5F55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A379B5E-88C0-3A35-B124-6C06D8A018B1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2D3BDA0-6A61-8391-BEB4-CAEE2B237D82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78CA258-CF78-C6B2-DB4A-7788B4CD6236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68D105-EE3F-73E9-C6B1-EE167F9D4D4E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406B2EC-1867-40B9-8AC1-2365A65FC41E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AD25D6-4F98-4E93-AF86-D1614C75019A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A11E53-75E4-91A2-D81C-E216A7F0734F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9E3BE6-422E-CA7A-D3E8-5D1B8A51D32B}"/>
              </a:ext>
            </a:extLst>
          </p:cNvPr>
          <p:cNvCxnSpPr>
            <a:cxnSpLocks/>
          </p:cNvCxnSpPr>
          <p:nvPr/>
        </p:nvCxnSpPr>
        <p:spPr>
          <a:xfrm flipH="1">
            <a:off x="3654579" y="5135472"/>
            <a:ext cx="75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68C761-1681-A771-7E67-11FD53B3252A}"/>
              </a:ext>
            </a:extLst>
          </p:cNvPr>
          <p:cNvCxnSpPr>
            <a:cxnSpLocks/>
          </p:cNvCxnSpPr>
          <p:nvPr/>
        </p:nvCxnSpPr>
        <p:spPr>
          <a:xfrm flipH="1">
            <a:off x="3995265" y="5623187"/>
            <a:ext cx="384244" cy="50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BB2D65-E22E-ECCA-E87D-EBBF51CD6E83}"/>
              </a:ext>
            </a:extLst>
          </p:cNvPr>
          <p:cNvCxnSpPr>
            <a:cxnSpLocks/>
          </p:cNvCxnSpPr>
          <p:nvPr/>
        </p:nvCxnSpPr>
        <p:spPr>
          <a:xfrm flipV="1">
            <a:off x="5012323" y="3936069"/>
            <a:ext cx="0" cy="599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22B3A74-DA20-799E-9D3E-B61A60067DB1}"/>
              </a:ext>
            </a:extLst>
          </p:cNvPr>
          <p:cNvCxnSpPr>
            <a:cxnSpLocks/>
          </p:cNvCxnSpPr>
          <p:nvPr/>
        </p:nvCxnSpPr>
        <p:spPr>
          <a:xfrm flipH="1" flipV="1">
            <a:off x="4001665" y="4261246"/>
            <a:ext cx="509438" cy="396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419ACDE-FC52-D82F-2D60-0769D9C5A03E}"/>
              </a:ext>
            </a:extLst>
          </p:cNvPr>
          <p:cNvCxnSpPr>
            <a:cxnSpLocks/>
          </p:cNvCxnSpPr>
          <p:nvPr/>
        </p:nvCxnSpPr>
        <p:spPr>
          <a:xfrm flipV="1">
            <a:off x="5609524" y="4215699"/>
            <a:ext cx="451672" cy="475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D72DE4-B590-7711-4319-6EA53C786B89}"/>
              </a:ext>
            </a:extLst>
          </p:cNvPr>
          <p:cNvCxnSpPr>
            <a:cxnSpLocks/>
          </p:cNvCxnSpPr>
          <p:nvPr/>
        </p:nvCxnSpPr>
        <p:spPr>
          <a:xfrm>
            <a:off x="3374701" y="1466660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985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06FCE-8D42-7C66-7E7B-83B67F16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CBBE-0085-70FC-AA17-6F3D5A941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48681-02A7-DEC2-DF8C-FD93174277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30449A-0AB6-989D-9353-DF1865732D2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8FCF0-AD25-635C-7B60-87CA6350B7EE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FA3219-8EB8-4DD5-A3C2-395968F414EB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61B814-AF7B-5F99-D220-2BEE972C5C1C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AE5A8D-75BC-C26A-6EB5-CAE85EF4200B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C608BB-7B1B-7051-4C26-1CAE996973D4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F092C2-58C8-4B75-A7F6-31BFDA52AD09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A6A742-AF73-C15B-32A9-2423769F260C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AE90EB-4538-2E47-4606-F5DB8FB8E8B7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1C7E50-EF28-9FDC-3D0F-DFF927BD1BA8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0F97AC5-DCC2-1AF6-8D9A-D9265D7CFD53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406A90-8246-B7AC-5E8C-C1D00C692BFF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3C59E9-EE10-BB47-75EF-2CAD86DA0D8B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B0B9B9-4CED-0166-B9FE-5E1CE807EB03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72D947-F777-7FC9-A0C9-4CC36E0DFA33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FA3219-49FB-ED3D-E0EE-A756E517D85A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3E41D47-AFE5-ECCD-C288-38B1342DD8CD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52CDC7-DD0C-1E8A-29BC-E2F3EFF04166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C6D651-2F72-1686-B84A-75AC667967F6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E680D0-B24B-4FC9-3B2B-621D3E6F7DAD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E3DFFC4-146E-2F3E-D196-A92C2F17EEBB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2F584E-871B-BC78-A96D-C3E3691523F6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2046C6C-8F80-7021-2ED3-C5695713BDC9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313353-CA6D-7F55-0C07-7A5CAC0336F4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3D68FB7-1F8A-42B3-A986-45601C6DDA95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F6CCEC4-15E4-2DB1-4E91-AD0AAB24ECDC}"/>
              </a:ext>
            </a:extLst>
          </p:cNvPr>
          <p:cNvCxnSpPr>
            <a:cxnSpLocks/>
          </p:cNvCxnSpPr>
          <p:nvPr/>
        </p:nvCxnSpPr>
        <p:spPr>
          <a:xfrm flipH="1">
            <a:off x="3654579" y="5135472"/>
            <a:ext cx="75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A9CBA5-7FDC-EE69-0968-EF252ACAD234}"/>
              </a:ext>
            </a:extLst>
          </p:cNvPr>
          <p:cNvCxnSpPr>
            <a:cxnSpLocks/>
          </p:cNvCxnSpPr>
          <p:nvPr/>
        </p:nvCxnSpPr>
        <p:spPr>
          <a:xfrm flipH="1">
            <a:off x="3995265" y="5623187"/>
            <a:ext cx="384244" cy="50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8C187D3-C70D-60E7-4FAA-1E6EE7DF8CCA}"/>
              </a:ext>
            </a:extLst>
          </p:cNvPr>
          <p:cNvCxnSpPr>
            <a:cxnSpLocks/>
          </p:cNvCxnSpPr>
          <p:nvPr/>
        </p:nvCxnSpPr>
        <p:spPr>
          <a:xfrm flipV="1">
            <a:off x="5012323" y="3936069"/>
            <a:ext cx="0" cy="599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D4DD448-40C9-316A-7B60-E287B807FE93}"/>
              </a:ext>
            </a:extLst>
          </p:cNvPr>
          <p:cNvCxnSpPr>
            <a:cxnSpLocks/>
          </p:cNvCxnSpPr>
          <p:nvPr/>
        </p:nvCxnSpPr>
        <p:spPr>
          <a:xfrm flipH="1" flipV="1">
            <a:off x="4001665" y="4261246"/>
            <a:ext cx="509438" cy="396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18AE7E-8DCB-6F42-6D08-3E83C2BA986B}"/>
              </a:ext>
            </a:extLst>
          </p:cNvPr>
          <p:cNvCxnSpPr>
            <a:cxnSpLocks/>
          </p:cNvCxnSpPr>
          <p:nvPr/>
        </p:nvCxnSpPr>
        <p:spPr>
          <a:xfrm flipV="1">
            <a:off x="5609524" y="4215699"/>
            <a:ext cx="451672" cy="475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75FB38-0530-8372-9B7A-D8DE24187EC6}"/>
              </a:ext>
            </a:extLst>
          </p:cNvPr>
          <p:cNvCxnSpPr>
            <a:cxnSpLocks/>
          </p:cNvCxnSpPr>
          <p:nvPr/>
        </p:nvCxnSpPr>
        <p:spPr>
          <a:xfrm flipH="1" flipV="1">
            <a:off x="3477724" y="1493993"/>
            <a:ext cx="551984" cy="2989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B527D1-4FAE-C180-3A1A-9A3E7F6A3FF8}"/>
              </a:ext>
            </a:extLst>
          </p:cNvPr>
          <p:cNvCxnSpPr>
            <a:cxnSpLocks/>
          </p:cNvCxnSpPr>
          <p:nvPr/>
        </p:nvCxnSpPr>
        <p:spPr>
          <a:xfrm>
            <a:off x="4525847" y="2038432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225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D09AB-8FAC-3315-20DF-291F0D9E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1E9A2-FC59-7841-5F17-22075DC746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800B0-8624-AB2B-DE8C-129FC75FF1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F08B92-4905-DA95-9663-B2064255764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E0592-0E93-878E-B780-523ED3173667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CD2474-AA59-E7C7-25D1-976921E61801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58BC7A-C1DC-91D6-5D60-D991E29A5D61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EFCE815-A9A7-6CEC-B7FA-09BE61909E9D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99DEA1-057A-6049-3108-C9271D99586F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7B0931-B235-388D-5B7F-D25E0AA9F984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49334F-78C4-772E-5E2F-DD6750B8322A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044757-E221-FA8E-B078-88B0677D309A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69FF26-ED59-E39F-F4EC-932A6BFFC790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F6D3BAD-F6E8-23D5-0610-39D19DDC88C7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C71B6A-852D-6BD3-3132-BF82AC0F75B8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A64A743-4E18-B86C-2593-3998790B4663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0AECFA-2913-23C0-D404-18905EA92B0A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31E95A-0B68-568C-EAD2-B8AD1565797C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B338E1-09FD-ACDE-DCE3-13E8953C13A7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F08939E-C9E2-3054-14F0-113A15CC16AC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C8BCBC-0D29-512A-F81C-CC6323A4CEED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B7AE4A-9833-349E-6A48-15F074459BC6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9DA3191-141D-4B7B-FE95-8DBD9E934AE4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B45C564-5158-4BB2-8F55-32480FBF1387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4275DE-FF94-5929-8DC3-294271D6E337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86D53E-0BC7-DE59-98FC-0993C9B48999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532909-4B13-4E3F-23D4-CD0D6328C159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35D0A8-20DF-39E7-57DC-85C270D6D3CB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937DDFE-6E9F-52CD-6047-B45991293722}"/>
              </a:ext>
            </a:extLst>
          </p:cNvPr>
          <p:cNvCxnSpPr>
            <a:cxnSpLocks/>
          </p:cNvCxnSpPr>
          <p:nvPr/>
        </p:nvCxnSpPr>
        <p:spPr>
          <a:xfrm flipH="1">
            <a:off x="3654579" y="5135472"/>
            <a:ext cx="75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8DE8C45-6380-BE7B-76C7-CDF2C37230A4}"/>
              </a:ext>
            </a:extLst>
          </p:cNvPr>
          <p:cNvCxnSpPr>
            <a:cxnSpLocks/>
          </p:cNvCxnSpPr>
          <p:nvPr/>
        </p:nvCxnSpPr>
        <p:spPr>
          <a:xfrm flipH="1">
            <a:off x="3995265" y="5623187"/>
            <a:ext cx="384244" cy="50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DBBA4DF-5B11-7AE5-3DBE-CC857536E3D8}"/>
              </a:ext>
            </a:extLst>
          </p:cNvPr>
          <p:cNvCxnSpPr>
            <a:cxnSpLocks/>
          </p:cNvCxnSpPr>
          <p:nvPr/>
        </p:nvCxnSpPr>
        <p:spPr>
          <a:xfrm flipV="1">
            <a:off x="5012323" y="3936069"/>
            <a:ext cx="0" cy="599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5881FC4-C0B0-B74E-A50D-261EC514425E}"/>
              </a:ext>
            </a:extLst>
          </p:cNvPr>
          <p:cNvCxnSpPr>
            <a:cxnSpLocks/>
          </p:cNvCxnSpPr>
          <p:nvPr/>
        </p:nvCxnSpPr>
        <p:spPr>
          <a:xfrm flipH="1" flipV="1">
            <a:off x="4001665" y="4261246"/>
            <a:ext cx="509438" cy="396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B2B411-9017-BC04-49E6-435D39F0C35D}"/>
              </a:ext>
            </a:extLst>
          </p:cNvPr>
          <p:cNvCxnSpPr>
            <a:cxnSpLocks/>
          </p:cNvCxnSpPr>
          <p:nvPr/>
        </p:nvCxnSpPr>
        <p:spPr>
          <a:xfrm flipV="1">
            <a:off x="5609524" y="4215699"/>
            <a:ext cx="451672" cy="475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78A82F-7424-88BB-50FF-676238C49B52}"/>
              </a:ext>
            </a:extLst>
          </p:cNvPr>
          <p:cNvCxnSpPr>
            <a:cxnSpLocks/>
          </p:cNvCxnSpPr>
          <p:nvPr/>
        </p:nvCxnSpPr>
        <p:spPr>
          <a:xfrm flipH="1" flipV="1">
            <a:off x="4511103" y="2018415"/>
            <a:ext cx="551984" cy="2989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7ACA2E-A94C-14CF-F8F3-B3B13C7E135F}"/>
              </a:ext>
            </a:extLst>
          </p:cNvPr>
          <p:cNvCxnSpPr>
            <a:cxnSpLocks/>
          </p:cNvCxnSpPr>
          <p:nvPr/>
        </p:nvCxnSpPr>
        <p:spPr>
          <a:xfrm>
            <a:off x="5609524" y="2623703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823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3D4E-9C36-9F38-F87E-51CF777D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D013F-8260-2979-DFB8-B59880192D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C8432-EF49-CB01-7899-005D202D3E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5FC68C-4F05-3019-3F7D-57847626049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7D8FF4-7C65-BCB5-2FBE-F87E2BE3C124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760C0-980F-CCDC-2BB3-3CEA886DC0BB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5441AF-0777-3BD5-BDA0-0BD978B3744B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73339C-CD36-DBF9-BBED-5DCFC5692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595908"/>
              </p:ext>
            </p:extLst>
          </p:nvPr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DDDD75-4143-9A1F-AC57-5C98A4D97E7D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DA6DEB-C902-6309-6B4E-1A682296142A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A9B0F0-C041-BEDE-B40D-CBF9D661C9F9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0B2904-F548-F68E-0F34-E68AE9750867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DA9D27-0DE9-99FC-9CF2-F7236DCE30A0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30AF3B-C2FC-8912-8CB6-CBC8C6EFC038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2A6462-2734-D29B-86D2-E4F3FBF8D469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C73EEF8-52FB-1D97-20DC-12F7181A17FD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13F221-4E55-FA5C-8595-DEE7D96165D0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A822C5-3003-0912-B07D-3FA83C9C0642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98A162-3AEC-F223-D35B-D362C1B86E35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5DB7089-ECBA-9008-B90A-783EACBE5515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5BA6D5-5D45-7A72-D8EA-85591646C9F9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423E0B-1494-27E3-326A-65FD2F3FC5A5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18BC4DF-36B3-DD2F-E391-8A10FDCDB246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F3C124B-53C4-02D7-03A2-DE06D475DB2E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D907D2-98BE-9397-FB26-FFE749BA2CF7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12B42B-55DA-5310-BBDD-4731A3DDEBAD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15D6E2-00FC-40E8-FF98-ABDC906D21CE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3C36D7-CD63-6C38-A82E-53F7137E2E4E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DDA3F8-635A-552F-57A4-E130EF38147E}"/>
              </a:ext>
            </a:extLst>
          </p:cNvPr>
          <p:cNvCxnSpPr>
            <a:cxnSpLocks/>
          </p:cNvCxnSpPr>
          <p:nvPr/>
        </p:nvCxnSpPr>
        <p:spPr>
          <a:xfrm flipH="1">
            <a:off x="3654579" y="5135472"/>
            <a:ext cx="75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297743-E5B4-ABFE-A990-30FA0F46244E}"/>
              </a:ext>
            </a:extLst>
          </p:cNvPr>
          <p:cNvCxnSpPr>
            <a:cxnSpLocks/>
          </p:cNvCxnSpPr>
          <p:nvPr/>
        </p:nvCxnSpPr>
        <p:spPr>
          <a:xfrm flipH="1">
            <a:off x="3995265" y="5623187"/>
            <a:ext cx="384244" cy="50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CA6FD7-AF6D-F385-B986-AA7A0167E2D8}"/>
              </a:ext>
            </a:extLst>
          </p:cNvPr>
          <p:cNvCxnSpPr>
            <a:cxnSpLocks/>
          </p:cNvCxnSpPr>
          <p:nvPr/>
        </p:nvCxnSpPr>
        <p:spPr>
          <a:xfrm flipV="1">
            <a:off x="5012323" y="3936069"/>
            <a:ext cx="0" cy="599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2B09A1-C4DA-FA96-6AE9-6FBD597F9E44}"/>
              </a:ext>
            </a:extLst>
          </p:cNvPr>
          <p:cNvCxnSpPr>
            <a:cxnSpLocks/>
          </p:cNvCxnSpPr>
          <p:nvPr/>
        </p:nvCxnSpPr>
        <p:spPr>
          <a:xfrm flipH="1" flipV="1">
            <a:off x="4001665" y="4261246"/>
            <a:ext cx="509438" cy="396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3D3C857-6D0B-9799-ED89-7FE7A2F1A415}"/>
              </a:ext>
            </a:extLst>
          </p:cNvPr>
          <p:cNvCxnSpPr>
            <a:cxnSpLocks/>
          </p:cNvCxnSpPr>
          <p:nvPr/>
        </p:nvCxnSpPr>
        <p:spPr>
          <a:xfrm flipV="1">
            <a:off x="5609524" y="4215699"/>
            <a:ext cx="451672" cy="475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B44B937-F88B-6186-F448-4B110080ACE4}"/>
              </a:ext>
            </a:extLst>
          </p:cNvPr>
          <p:cNvCxnSpPr>
            <a:cxnSpLocks/>
          </p:cNvCxnSpPr>
          <p:nvPr/>
        </p:nvCxnSpPr>
        <p:spPr>
          <a:xfrm flipH="1" flipV="1">
            <a:off x="5605122" y="2659310"/>
            <a:ext cx="551984" cy="2989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648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90501-9808-4FE9-1CB2-445B8E289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C296-A600-EB09-CB2A-0C8BA4F195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A2331-00EF-0FF5-D378-8534C1F28A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5F83B7-A327-6E56-0D6F-246BAF35550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1FE52B-F237-DC50-FB63-6A778DDF97A9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9D50FA-85DD-46F9-E392-046FBED76189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31A710-A22A-D216-F4A9-CA6B9E7D8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176794"/>
              </p:ext>
            </p:extLst>
          </p:nvPr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9AC74D-8440-8343-665B-D790908AE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735826"/>
              </p:ext>
            </p:extLst>
          </p:nvPr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16E82B-7BB9-9319-CAEB-CD1D2740DEFD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2DCE01B-38AA-A86D-0B2D-5C6629AA9856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1C82E5-C4CA-727B-9478-EFB9BD6B8C0A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4759745-90DE-17F9-8A37-D451E8BD6075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F247FD-01BD-EC68-5DAA-F39A7517DF57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318D824-A853-8643-663C-4008E2C6DAF3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16A64C-AAE4-4DDF-9D3D-67873C3DBB9C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3A1D584-18A3-7D24-6AA5-B9305FC19604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9A37E9-4BFA-F05A-9F22-C1A5035CBA8F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F5279DC-8381-EDC5-9ACD-25ED6750A02B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085E65-7F36-8DE9-16D4-FBA26F0424FD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F5A1023-95DC-F42D-F6A1-FF05A55B180F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4B8078-7F73-CE22-5D01-4B1E8B751737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D21A465-7D57-A236-A02B-77835ABBF357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A58DDC-6EB3-2829-8EEE-A86125354DCC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CE67546-4531-F7E9-B4C4-122A56D83499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59CF61-4858-EEE0-B587-F971F1D12722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B3EE82-4A47-659C-4B55-39CE23EBBA74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BDAA088-44DB-AC74-424B-9F51136855D3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66AA34-FC4D-833A-4023-D9D6B97E81E3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E68FDF0-F4BC-6E03-2718-588C44D7A2BF}"/>
              </a:ext>
            </a:extLst>
          </p:cNvPr>
          <p:cNvCxnSpPr>
            <a:cxnSpLocks/>
          </p:cNvCxnSpPr>
          <p:nvPr/>
        </p:nvCxnSpPr>
        <p:spPr>
          <a:xfrm flipH="1">
            <a:off x="3654579" y="5135472"/>
            <a:ext cx="75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F4DA61-AD5A-8401-C577-FE26800DB1BC}"/>
              </a:ext>
            </a:extLst>
          </p:cNvPr>
          <p:cNvCxnSpPr>
            <a:cxnSpLocks/>
          </p:cNvCxnSpPr>
          <p:nvPr/>
        </p:nvCxnSpPr>
        <p:spPr>
          <a:xfrm flipH="1">
            <a:off x="3995265" y="5623187"/>
            <a:ext cx="384244" cy="50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495348-6426-837A-E7BA-41D6D14CE70F}"/>
              </a:ext>
            </a:extLst>
          </p:cNvPr>
          <p:cNvCxnSpPr>
            <a:cxnSpLocks/>
          </p:cNvCxnSpPr>
          <p:nvPr/>
        </p:nvCxnSpPr>
        <p:spPr>
          <a:xfrm flipV="1">
            <a:off x="5012323" y="3936069"/>
            <a:ext cx="0" cy="599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FE54827-2D4D-E151-5A50-B2EB06140868}"/>
              </a:ext>
            </a:extLst>
          </p:cNvPr>
          <p:cNvCxnSpPr>
            <a:cxnSpLocks/>
          </p:cNvCxnSpPr>
          <p:nvPr/>
        </p:nvCxnSpPr>
        <p:spPr>
          <a:xfrm flipH="1" flipV="1">
            <a:off x="4001665" y="4261246"/>
            <a:ext cx="509438" cy="396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E8A2F1-C988-0E9A-9E50-6BDBBBE025B2}"/>
              </a:ext>
            </a:extLst>
          </p:cNvPr>
          <p:cNvCxnSpPr>
            <a:cxnSpLocks/>
          </p:cNvCxnSpPr>
          <p:nvPr/>
        </p:nvCxnSpPr>
        <p:spPr>
          <a:xfrm flipV="1">
            <a:off x="5609524" y="4215699"/>
            <a:ext cx="451672" cy="475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344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E491C-921A-B64B-05C0-00C43ECB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A3A1-B8E5-4A93-30BA-CDD9737FD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BAB5A-6FC8-6AD2-5E5E-2055DFF8E0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F8D15-5A2D-B92B-0FF9-1B506BEB70D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30B47-477B-F1F3-A74C-3ED9EC8C51C0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9BA4F6-2679-64F9-BE07-33A13A6C1702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5D91B6-489E-81C0-BCA9-83646B62A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154365"/>
              </p:ext>
            </p:extLst>
          </p:nvPr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0233C5-E392-94CC-6EAA-15616A66340A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CC3F5D-8DBC-5E56-F016-2EAD03AD3484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1E47206-2E6F-3864-E833-FD3784303622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2A7BE1-4318-ED6C-9A71-38D3AF0EBFD0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B94148A-D2DD-51A7-E494-7A20C0C9FA81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F7BB5A-C761-FBE9-35BE-FC2CE9CE4813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26FDF0-0F31-F5FA-5398-443FBA79456B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D1065A-5F8C-550F-4BBA-49FF2A73AEA4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6071612-00E7-1A38-D2F9-29BD8E0B84A1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491812-1E2F-AC38-6471-AF869BD1EB12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03757BC-949A-CBF0-AA45-FDD7BF4C6FA2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64A731-8694-C4F8-C167-0E4C5EB04830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90E979F-606D-7928-41C7-57C78844A773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DCA16F-81E9-A8C1-8E09-3494FD2CB722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6A8916D-F81A-A5CE-2529-3E7AA2A3FA99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00F1DE-5244-89E3-8C50-A59A9BA8E058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FD77B1A-77FB-24DE-6982-64D6E347E416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75CBC9-E65C-0ADA-C199-865C863D5CA0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E9C4D8E-A41F-7BE8-A133-417DC672B0C1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7B91CD-97D0-EC71-E240-C7ED787BCFB6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D04195-5132-B474-3EBE-90813C03A36E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C2725A-D19D-0B20-A732-D1CB0354F583}"/>
              </a:ext>
            </a:extLst>
          </p:cNvPr>
          <p:cNvCxnSpPr>
            <a:cxnSpLocks/>
          </p:cNvCxnSpPr>
          <p:nvPr/>
        </p:nvCxnSpPr>
        <p:spPr>
          <a:xfrm flipH="1">
            <a:off x="3654579" y="5135472"/>
            <a:ext cx="75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91C88E3-775D-1952-7290-085DC79D38C0}"/>
              </a:ext>
            </a:extLst>
          </p:cNvPr>
          <p:cNvCxnSpPr>
            <a:cxnSpLocks/>
          </p:cNvCxnSpPr>
          <p:nvPr/>
        </p:nvCxnSpPr>
        <p:spPr>
          <a:xfrm flipH="1">
            <a:off x="3995265" y="5623187"/>
            <a:ext cx="384244" cy="50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466734-56C9-06CE-C21A-C167A7A42E68}"/>
              </a:ext>
            </a:extLst>
          </p:cNvPr>
          <p:cNvCxnSpPr>
            <a:cxnSpLocks/>
          </p:cNvCxnSpPr>
          <p:nvPr/>
        </p:nvCxnSpPr>
        <p:spPr>
          <a:xfrm flipV="1">
            <a:off x="5012323" y="3936069"/>
            <a:ext cx="0" cy="599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E95FBE3-A84D-F9E5-0F9E-E8B40133BFEE}"/>
              </a:ext>
            </a:extLst>
          </p:cNvPr>
          <p:cNvCxnSpPr>
            <a:cxnSpLocks/>
          </p:cNvCxnSpPr>
          <p:nvPr/>
        </p:nvCxnSpPr>
        <p:spPr>
          <a:xfrm flipH="1" flipV="1">
            <a:off x="4001665" y="4261246"/>
            <a:ext cx="509438" cy="396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0C46153-358B-CA34-841D-D40283CDF3D0}"/>
              </a:ext>
            </a:extLst>
          </p:cNvPr>
          <p:cNvCxnSpPr>
            <a:cxnSpLocks/>
          </p:cNvCxnSpPr>
          <p:nvPr/>
        </p:nvCxnSpPr>
        <p:spPr>
          <a:xfrm flipV="1">
            <a:off x="5609524" y="4215699"/>
            <a:ext cx="451672" cy="475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607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FEB10-9064-6863-77E3-889A878B2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6026-C96A-A9D6-7D0B-9F04D2EF90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BFC3-4917-A942-2190-48E9A9E746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52FDD4-1324-27DA-F09C-1FFBFD916A2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8A3DC5-359F-2D9B-2EE4-9C75C3B779E5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588CEA-988B-1F28-2A10-15F9B09ACBAA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D13F87-62D1-7B7D-9DE4-AE602D874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882204"/>
              </p:ext>
            </p:extLst>
          </p:nvPr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50CEA3-4E05-C4A0-40F3-26FEE1E461B6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6EA1FD-A68F-1D42-2CFB-53D527B920DC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2FBCF73-C59A-92A7-ECB7-B8BACDF15DFC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43AF73-9E73-392A-B855-3044FECFB42B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E1AFDC-6684-4F87-0C3E-BDA10BB5E30D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DADCF2-FFF4-31C6-F062-8C62D988FC7E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496F3F-DA81-4382-D5B3-56E81D88D33A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F769C3-03CC-31A1-0A4C-6166A2981843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F8CFA7-3ECD-59BE-C933-018E6558AC6C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4B2284-CEAB-3AAA-FA34-031919D5FAD6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BF8F5BF-5EE2-8DDC-2BF2-AF802A7D1DE3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CD1EE6-60F6-9EEC-8B8B-988ACBF9E166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D6178DE-8326-0385-C14F-FDFFB71F10DA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50DAF6-22E9-E0C3-C947-FE0BC44ED5A2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F79898B-A181-AD13-E43F-70137B5FE376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683292-5C30-AE2F-D6B0-5E5984CB0CFD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E1044D5-143B-2F13-0F4B-D6C8501032F1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F020B0-4F08-0767-A2E7-E687B22CF178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C652A28-0396-AA7C-2783-4EE77F6C5C28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7353F7-8614-62D6-C064-9C4F4951EBF8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C06F5D-62DE-2B6A-69C0-0D4DAEBDD153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37858AD-2279-B68C-D8D1-718CEF8DBF2C}"/>
              </a:ext>
            </a:extLst>
          </p:cNvPr>
          <p:cNvCxnSpPr>
            <a:cxnSpLocks/>
          </p:cNvCxnSpPr>
          <p:nvPr/>
        </p:nvCxnSpPr>
        <p:spPr>
          <a:xfrm flipH="1">
            <a:off x="3654579" y="5135472"/>
            <a:ext cx="75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C797D5-FC2A-15A4-9A0F-2820D66361BD}"/>
              </a:ext>
            </a:extLst>
          </p:cNvPr>
          <p:cNvCxnSpPr>
            <a:cxnSpLocks/>
          </p:cNvCxnSpPr>
          <p:nvPr/>
        </p:nvCxnSpPr>
        <p:spPr>
          <a:xfrm flipH="1">
            <a:off x="3995265" y="5623187"/>
            <a:ext cx="384244" cy="50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B0E4286-7431-8547-A1F2-D607F5EC993F}"/>
              </a:ext>
            </a:extLst>
          </p:cNvPr>
          <p:cNvCxnSpPr>
            <a:cxnSpLocks/>
          </p:cNvCxnSpPr>
          <p:nvPr/>
        </p:nvCxnSpPr>
        <p:spPr>
          <a:xfrm flipV="1">
            <a:off x="5012323" y="3936069"/>
            <a:ext cx="0" cy="599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4678B4E-9A6B-ED05-0104-B537245B8F1C}"/>
              </a:ext>
            </a:extLst>
          </p:cNvPr>
          <p:cNvCxnSpPr>
            <a:cxnSpLocks/>
          </p:cNvCxnSpPr>
          <p:nvPr/>
        </p:nvCxnSpPr>
        <p:spPr>
          <a:xfrm flipH="1" flipV="1">
            <a:off x="4001665" y="4261246"/>
            <a:ext cx="509438" cy="396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5EE397-0BEE-6191-CBF1-D1292AAB2C91}"/>
              </a:ext>
            </a:extLst>
          </p:cNvPr>
          <p:cNvCxnSpPr>
            <a:cxnSpLocks/>
          </p:cNvCxnSpPr>
          <p:nvPr/>
        </p:nvCxnSpPr>
        <p:spPr>
          <a:xfrm flipV="1">
            <a:off x="5609524" y="4215699"/>
            <a:ext cx="451672" cy="475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521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E7E2-51DE-460F-E9FF-4C96DC72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982-6E2C-6232-6375-DF4EA353A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BD04B-FE9A-69B2-0BD9-28B1FB80B4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A4E4B-6895-CA4F-4D73-66235C1998B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11F26-84AB-7C94-A8AE-E277F9567D92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61C576-1214-0AE6-97FF-00378E3FCCC8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14A1AA-0DB1-8CC5-882B-DD37C22A1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593786"/>
              </p:ext>
            </p:extLst>
          </p:nvPr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r>
                        <a:rPr lang="en-IN" sz="2800" dirty="0"/>
                        <a:t>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AF88B6-832C-3953-477A-AEA4AF05C3E6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6EAA05-324B-3C69-D415-DD815F51B453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C73772-B23C-A7BA-2905-91A423D67144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D66096-9733-8FE6-74A6-94E3B7D60B41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F2F69E5-CF42-EE02-776E-B0AB7E1F7DA8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C68641-4895-65FF-34BC-5D2EC1440DFF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BFD93D9-7B24-2E90-2D46-875512A53F80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0B3845-18BE-367A-0EA6-8203F5DF4250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964CD9-CB93-F76E-8C41-EEAF51BF5E50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9FC557-5EC9-EA6E-2F79-D3370B330A38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B0B7356-821F-0949-6DAD-A5F05C2CEC9C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6EC623-EAB9-3557-F99A-369EDD2746DA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617F1E1-7298-093E-A3E2-669E9E033490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0E1E93-9C54-490D-DFDB-32BF9200B06F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948BBCB-B91A-542A-16A3-5C55A876B7FA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E79C97-21EA-0B49-20B6-9087BD49A063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25ADAA5-5500-8701-81E0-636F14A32D57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F0DDE6-F306-DF23-5CB3-512558177474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7FD5736-00F1-5022-74CF-435A825F94EE}"/>
              </a:ext>
            </a:extLst>
          </p:cNvPr>
          <p:cNvCxnSpPr>
            <a:stCxn id="24" idx="3"/>
          </p:cNvCxnSpPr>
          <p:nvPr/>
        </p:nvCxnSpPr>
        <p:spPr>
          <a:xfrm>
            <a:off x="5670631" y="5135473"/>
            <a:ext cx="660093" cy="15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405476-7788-9E80-E73C-AF1610185C56}"/>
              </a:ext>
            </a:extLst>
          </p:cNvPr>
          <p:cNvCxnSpPr>
            <a:cxnSpLocks/>
          </p:cNvCxnSpPr>
          <p:nvPr/>
        </p:nvCxnSpPr>
        <p:spPr>
          <a:xfrm>
            <a:off x="5609524" y="5623187"/>
            <a:ext cx="486476" cy="3263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CC3881-79B1-AE05-6EAA-402B5F9AAE1F}"/>
              </a:ext>
            </a:extLst>
          </p:cNvPr>
          <p:cNvCxnSpPr>
            <a:cxnSpLocks/>
          </p:cNvCxnSpPr>
          <p:nvPr/>
        </p:nvCxnSpPr>
        <p:spPr>
          <a:xfrm>
            <a:off x="4984349" y="5855071"/>
            <a:ext cx="0" cy="440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C5D096-7F85-3A3F-A734-9BBB872D9D43}"/>
              </a:ext>
            </a:extLst>
          </p:cNvPr>
          <p:cNvCxnSpPr>
            <a:cxnSpLocks/>
          </p:cNvCxnSpPr>
          <p:nvPr/>
        </p:nvCxnSpPr>
        <p:spPr>
          <a:xfrm flipH="1">
            <a:off x="3654579" y="5135472"/>
            <a:ext cx="75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7BD0B8B-96C9-0EA3-21D8-776187111F55}"/>
              </a:ext>
            </a:extLst>
          </p:cNvPr>
          <p:cNvCxnSpPr>
            <a:cxnSpLocks/>
          </p:cNvCxnSpPr>
          <p:nvPr/>
        </p:nvCxnSpPr>
        <p:spPr>
          <a:xfrm flipH="1">
            <a:off x="3995265" y="5623187"/>
            <a:ext cx="384244" cy="50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7DFA13C-B851-C78D-A449-B38D6C7B4F08}"/>
              </a:ext>
            </a:extLst>
          </p:cNvPr>
          <p:cNvCxnSpPr>
            <a:cxnSpLocks/>
          </p:cNvCxnSpPr>
          <p:nvPr/>
        </p:nvCxnSpPr>
        <p:spPr>
          <a:xfrm flipV="1">
            <a:off x="5012323" y="3936069"/>
            <a:ext cx="0" cy="599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9A66234-3ED0-5318-6738-3848D1BD8D6C}"/>
              </a:ext>
            </a:extLst>
          </p:cNvPr>
          <p:cNvCxnSpPr>
            <a:cxnSpLocks/>
          </p:cNvCxnSpPr>
          <p:nvPr/>
        </p:nvCxnSpPr>
        <p:spPr>
          <a:xfrm flipH="1" flipV="1">
            <a:off x="4001665" y="4261246"/>
            <a:ext cx="509438" cy="396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0C2721D-1D7B-8802-8CB9-FE4D838EC25C}"/>
              </a:ext>
            </a:extLst>
          </p:cNvPr>
          <p:cNvCxnSpPr>
            <a:cxnSpLocks/>
          </p:cNvCxnSpPr>
          <p:nvPr/>
        </p:nvCxnSpPr>
        <p:spPr>
          <a:xfrm flipV="1">
            <a:off x="5609524" y="4215699"/>
            <a:ext cx="451672" cy="475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989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740F1-C3DC-4DAA-AD29-73D43A9B0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BF37-0781-3E5A-84AB-48527DFC3A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7324F-9047-62A0-CFE5-BF22F8CA5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67EB22-6B62-70C0-C48C-38D16D9C6ED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B12AE9-2A62-921E-D1F7-37A3AEF1D253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87E2D4-BAE2-FF9A-AEF1-50FAB23AC0D5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624F5E-A825-F7C7-258C-C9F70B7790EE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r>
                        <a:rPr lang="en-IN" sz="2800" dirty="0"/>
                        <a:t>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EFE48C-0E96-7C0E-AD0E-66E11F543B15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7FAC2D-4330-6163-91A5-FA972D896CBA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8A3EE2-D188-43D7-2642-C83601488C94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31D152-3CEA-9E46-61CF-81B683F39545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5DC046-A751-BC88-5763-FF7BD0D0AF2D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AB1EC9-4C62-64A8-030C-2D11E5BBC906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736500-B7E3-6301-CF53-EFC2563EF780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71FF92-440E-5F1F-2AB2-998FF846F521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6B406D4-A7CD-86B9-2222-185F4EA6D271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262E51-C721-88E1-A302-C029CC3F1DD2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3AA4BE8-C416-A81F-12DE-A83647BA576C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113ED7-BABF-0731-494A-D6F4CBC43ED4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3A15DA-D664-247B-B36E-14D796CD828E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DC4BC4-C603-0F74-BE7D-704D6A7E546A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3FAB28-AD03-44F1-9E8F-A3B8B88E6522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6B3135-E5EE-55A0-5EB6-2754CB29F7E2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DA306F2-7D20-54E6-EFE0-C53073926991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E5BBB8-FF2A-5D91-2E62-291BBCF704F2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7AA82AA-5668-2A5B-3726-0A955A678560}"/>
              </a:ext>
            </a:extLst>
          </p:cNvPr>
          <p:cNvGrpSpPr/>
          <p:nvPr/>
        </p:nvGrpSpPr>
        <p:grpSpPr>
          <a:xfrm>
            <a:off x="3654579" y="3936069"/>
            <a:ext cx="2676145" cy="2359173"/>
            <a:chOff x="3654579" y="3936069"/>
            <a:chExt cx="2676145" cy="235917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9B08D16-9B92-6B22-DB15-AC4C6E86840C}"/>
                </a:ext>
              </a:extLst>
            </p:cNvPr>
            <p:cNvCxnSpPr>
              <a:stCxn id="24" idx="3"/>
            </p:cNvCxnSpPr>
            <p:nvPr/>
          </p:nvCxnSpPr>
          <p:spPr>
            <a:xfrm>
              <a:off x="5670631" y="5135473"/>
              <a:ext cx="660093" cy="152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353D485-B44D-CD79-9732-63CE39D7608B}"/>
                </a:ext>
              </a:extLst>
            </p:cNvPr>
            <p:cNvCxnSpPr>
              <a:cxnSpLocks/>
            </p:cNvCxnSpPr>
            <p:nvPr/>
          </p:nvCxnSpPr>
          <p:spPr>
            <a:xfrm>
              <a:off x="5609524" y="5623187"/>
              <a:ext cx="486476" cy="32631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4F52D43-A751-FF33-5CA5-EA005F87C868}"/>
                </a:ext>
              </a:extLst>
            </p:cNvPr>
            <p:cNvCxnSpPr>
              <a:cxnSpLocks/>
            </p:cNvCxnSpPr>
            <p:nvPr/>
          </p:nvCxnSpPr>
          <p:spPr>
            <a:xfrm>
              <a:off x="4984349" y="5855071"/>
              <a:ext cx="0" cy="4401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FC3AA57-856C-FD87-FD3D-AAF1879DB3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4579" y="5135472"/>
              <a:ext cx="75025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F78463B-04DF-0DB2-A442-44164C89D8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5265" y="5623187"/>
              <a:ext cx="384244" cy="5089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8F8D355-DF38-3D59-24A9-490DC61EEE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2323" y="3936069"/>
              <a:ext cx="0" cy="59923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E3D3BBC-A0C6-C891-5D81-895686015E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01665" y="4261246"/>
              <a:ext cx="509438" cy="39638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F865D36-A46F-554B-8F75-6430AC944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9524" y="4215699"/>
              <a:ext cx="451672" cy="4751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B9F133-C2DF-DAF1-A30B-BCC5A8B8BCA5}"/>
              </a:ext>
            </a:extLst>
          </p:cNvPr>
          <p:cNvGrpSpPr/>
          <p:nvPr/>
        </p:nvGrpSpPr>
        <p:grpSpPr>
          <a:xfrm>
            <a:off x="2592046" y="1248855"/>
            <a:ext cx="2196624" cy="2593940"/>
            <a:chOff x="3654579" y="2414797"/>
            <a:chExt cx="5367453" cy="5797623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C8B20B7-E945-B25D-5F74-F86D8BA90BBE}"/>
                </a:ext>
              </a:extLst>
            </p:cNvPr>
            <p:cNvCxnSpPr>
              <a:cxnSpLocks/>
            </p:cNvCxnSpPr>
            <p:nvPr/>
          </p:nvCxnSpPr>
          <p:spPr>
            <a:xfrm>
              <a:off x="5670631" y="5135474"/>
              <a:ext cx="335140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4CDD9DC-449C-98D3-CC77-D9C7948AE0E4}"/>
                </a:ext>
              </a:extLst>
            </p:cNvPr>
            <p:cNvCxnSpPr>
              <a:cxnSpLocks/>
            </p:cNvCxnSpPr>
            <p:nvPr/>
          </p:nvCxnSpPr>
          <p:spPr>
            <a:xfrm>
              <a:off x="5609524" y="5623187"/>
              <a:ext cx="2758589" cy="20511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6E50C06-5DD7-CEFE-9DBE-28E89557969C}"/>
                </a:ext>
              </a:extLst>
            </p:cNvPr>
            <p:cNvCxnSpPr>
              <a:cxnSpLocks/>
            </p:cNvCxnSpPr>
            <p:nvPr/>
          </p:nvCxnSpPr>
          <p:spPr>
            <a:xfrm>
              <a:off x="4984350" y="5855071"/>
              <a:ext cx="27973" cy="235734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D474725-47D7-3F9C-5F9A-B980E96582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4579" y="5135472"/>
              <a:ext cx="75025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B9B5F73-CAEA-70EB-491D-2E1BBE5CC8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5265" y="5623187"/>
              <a:ext cx="384244" cy="5089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80199E8-5054-7D23-A4F3-8D1CF5363D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4349" y="2414797"/>
              <a:ext cx="27973" cy="2120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09C52B4-CC05-1B61-40A1-8AEC526932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01665" y="4261246"/>
              <a:ext cx="509438" cy="39638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A169AFA-CC36-54C5-BCBA-25DC5C1EF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9524" y="3165104"/>
              <a:ext cx="3064292" cy="152572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08795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1BA4-ACB7-13AF-F05B-A613C3F83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59AC-F704-3777-4821-42E097D7D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4D30C-A7FF-5541-64B7-A59EF8143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C14938-9D9B-D992-42F6-13625F81323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DAC879-7B2A-8B1B-8008-198DADF1F9D1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7B1C8A-E44F-7DB3-099E-E2D18EA3C0DD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4D0949-6191-5583-0C6C-7F648593511E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r>
                        <a:rPr lang="en-IN" sz="2800" dirty="0"/>
                        <a:t>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525427-EB32-7641-B918-B33CAA7AB3C9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C46D8D-3FCE-D46C-F25C-CE649EA325F9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FEE21A-76E1-86B0-926B-E93B61B0482E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FDDF8E-5627-25B2-A898-CED376DEC051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2AF49D-853C-2FFA-4999-98DF968E6852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3E0935-035C-EF6F-A084-F97E14C3CD6D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1C4D301-2852-1970-CF62-AE200937887A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787660-D02C-159B-3A28-2AEF0BB6A9DD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F9362B0-08FD-DF09-10FB-A60263E2ACF8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263616-A058-3900-1D6A-1351853BC931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5A2A57-32D5-9A24-2CE9-5644F54BAD70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A8C21D-5E41-B2A8-29A5-41F3F678327D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94E5E8-7572-A1A3-9857-261C8E8E77F8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F493CF-6AF0-4C49-8E57-2837E9690C60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C610AB2-DB30-6766-B2DF-D8352C13A619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CC957C-63B5-468C-0962-20D6A4D635F5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386419-BED5-C74A-1D9D-292A7F977BD7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C500FC-6816-8310-2191-403C6948B847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738D0C-8CD3-0AC2-93ED-702E9EA1B963}"/>
              </a:ext>
            </a:extLst>
          </p:cNvPr>
          <p:cNvGrpSpPr/>
          <p:nvPr/>
        </p:nvGrpSpPr>
        <p:grpSpPr>
          <a:xfrm>
            <a:off x="3654579" y="3936069"/>
            <a:ext cx="2676145" cy="2359173"/>
            <a:chOff x="3654579" y="3936069"/>
            <a:chExt cx="2676145" cy="235917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DD85396-9629-CE6B-9D4E-85E8BE8C6646}"/>
                </a:ext>
              </a:extLst>
            </p:cNvPr>
            <p:cNvCxnSpPr>
              <a:stCxn id="24" idx="3"/>
            </p:cNvCxnSpPr>
            <p:nvPr/>
          </p:nvCxnSpPr>
          <p:spPr>
            <a:xfrm>
              <a:off x="5670631" y="5135473"/>
              <a:ext cx="660093" cy="152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89DDBFF-328A-E3BB-7796-D1687039C2FE}"/>
                </a:ext>
              </a:extLst>
            </p:cNvPr>
            <p:cNvCxnSpPr>
              <a:cxnSpLocks/>
            </p:cNvCxnSpPr>
            <p:nvPr/>
          </p:nvCxnSpPr>
          <p:spPr>
            <a:xfrm>
              <a:off x="5609524" y="5623187"/>
              <a:ext cx="486476" cy="32631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26FA4BD-C488-E1B0-B9E3-7446E5B3D57E}"/>
                </a:ext>
              </a:extLst>
            </p:cNvPr>
            <p:cNvCxnSpPr>
              <a:cxnSpLocks/>
            </p:cNvCxnSpPr>
            <p:nvPr/>
          </p:nvCxnSpPr>
          <p:spPr>
            <a:xfrm>
              <a:off x="4984349" y="5855071"/>
              <a:ext cx="0" cy="4401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5E5B237-2B26-B11A-3932-D41994C51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4579" y="5135472"/>
              <a:ext cx="75025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29C6BA6-5662-B788-EB49-7361CF971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5265" y="5623187"/>
              <a:ext cx="384244" cy="5089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AD4D895-E4B3-BD4A-64FD-3E12EDEEF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2323" y="3936069"/>
              <a:ext cx="0" cy="59923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F745764-3ACC-3C8F-F3D9-B3D334ED8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01665" y="4261246"/>
              <a:ext cx="509438" cy="39638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DE1BDAF-85BC-BA48-DA90-F2F01A972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9524" y="4215699"/>
              <a:ext cx="451672" cy="4751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715EFB-C02C-A473-E4FF-1ADD0798D5B4}"/>
              </a:ext>
            </a:extLst>
          </p:cNvPr>
          <p:cNvGrpSpPr/>
          <p:nvPr/>
        </p:nvGrpSpPr>
        <p:grpSpPr>
          <a:xfrm>
            <a:off x="2772993" y="880121"/>
            <a:ext cx="2836531" cy="1735054"/>
            <a:chOff x="2367419" y="4215699"/>
            <a:chExt cx="5026287" cy="3004180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8016592-E166-6392-E0BA-20CE7709ECBB}"/>
                </a:ext>
              </a:extLst>
            </p:cNvPr>
            <p:cNvCxnSpPr>
              <a:cxnSpLocks/>
            </p:cNvCxnSpPr>
            <p:nvPr/>
          </p:nvCxnSpPr>
          <p:spPr>
            <a:xfrm>
              <a:off x="5670632" y="5135472"/>
              <a:ext cx="1561070" cy="331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974ECEE-6049-176C-8FBB-A5AEEDE5948F}"/>
                </a:ext>
              </a:extLst>
            </p:cNvPr>
            <p:cNvCxnSpPr>
              <a:cxnSpLocks/>
            </p:cNvCxnSpPr>
            <p:nvPr/>
          </p:nvCxnSpPr>
          <p:spPr>
            <a:xfrm>
              <a:off x="5609524" y="5623187"/>
              <a:ext cx="1784182" cy="12551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6B6C326-16E2-FB98-578D-CD7D8D2AC77D}"/>
                </a:ext>
              </a:extLst>
            </p:cNvPr>
            <p:cNvCxnSpPr>
              <a:cxnSpLocks/>
            </p:cNvCxnSpPr>
            <p:nvPr/>
          </p:nvCxnSpPr>
          <p:spPr>
            <a:xfrm>
              <a:off x="4984348" y="5855071"/>
              <a:ext cx="11615" cy="13648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8F65AF4-663C-6A15-4EAB-B41CAE2578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47894" y="5115654"/>
              <a:ext cx="1556943" cy="1981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9071099-6F73-02C9-59F4-C4339584BB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7419" y="5623187"/>
              <a:ext cx="2012091" cy="11588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9DE11BF-0CAF-3DF3-4D42-E2C89A9D42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01665" y="4261246"/>
              <a:ext cx="509438" cy="39638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4445DA1-3621-58C1-68DF-4E4F3294DF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9524" y="4215699"/>
              <a:ext cx="451672" cy="4751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5903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8026-02CD-CFA1-4A78-A636E8EB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D6C3-F8C2-CA33-1F40-7D72C6A104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2DF9B-58BE-4F70-A295-0B211FB1B9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C7E665-188E-6715-4C11-D3638810454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853367-F4E5-0DA2-42A9-92BE17BFA941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03F2F-DE8D-48F0-9CEE-77E6A5123807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644101-13E0-1A78-30A5-AEE9F6FD730F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r>
                        <a:rPr lang="en-IN" sz="2800" dirty="0"/>
                        <a:t>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1A0383-324A-AB59-99DB-C73476ADC688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B4EEB5-DBCD-9CB2-E20D-3E14221A8918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0CFBFE-E9CD-7F00-8F61-556548D1B0E1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DFAA2D-FD2C-8036-E277-9FA136FD8FA1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51BC01-3847-B819-F316-F39F2C761091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C641DA-5DF7-5F90-3092-634BBDDB0BA7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E4E26B1-CE91-A044-6C03-E61B8825F58D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D233A9-4AB2-3B53-F1F9-C37694FB70C2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7268435-32D8-097A-7B26-C5C897BEB9BF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0A58A5-D0AE-E47B-AFDA-1A19DD4CE722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6BC293B-7394-D2C5-BF74-57F8862E81C0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A53B2F-1DBD-62CC-12B8-368BDDEB11E8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1463520-E2F1-4D9E-DE2F-E42434B849CD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FD4154-9502-2878-733C-2D7D5C7544FD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0FB539-3003-3BB5-01F5-DA47DE481805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F82BB2F-C94F-311F-A948-740BB956F43A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28B1A2-B723-014C-7BEB-A323162D3241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F2C3BF-A40F-268E-EA80-AE683D1D79FB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D55DF8-B9BF-0BC5-BECD-B28802199E96}"/>
              </a:ext>
            </a:extLst>
          </p:cNvPr>
          <p:cNvGrpSpPr/>
          <p:nvPr/>
        </p:nvGrpSpPr>
        <p:grpSpPr>
          <a:xfrm>
            <a:off x="3654579" y="3936069"/>
            <a:ext cx="2676145" cy="2359173"/>
            <a:chOff x="3654579" y="3936069"/>
            <a:chExt cx="2676145" cy="235917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2DFB249-AD06-6291-681A-A6299F29AE74}"/>
                </a:ext>
              </a:extLst>
            </p:cNvPr>
            <p:cNvCxnSpPr>
              <a:stCxn id="24" idx="3"/>
            </p:cNvCxnSpPr>
            <p:nvPr/>
          </p:nvCxnSpPr>
          <p:spPr>
            <a:xfrm>
              <a:off x="5670631" y="5135473"/>
              <a:ext cx="660093" cy="152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2B43650-0587-E2D4-F75D-623E733C1A0F}"/>
                </a:ext>
              </a:extLst>
            </p:cNvPr>
            <p:cNvCxnSpPr>
              <a:cxnSpLocks/>
            </p:cNvCxnSpPr>
            <p:nvPr/>
          </p:nvCxnSpPr>
          <p:spPr>
            <a:xfrm>
              <a:off x="5609524" y="5623187"/>
              <a:ext cx="486476" cy="32631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C96E83E-43D7-1C98-94E1-947D996147F0}"/>
                </a:ext>
              </a:extLst>
            </p:cNvPr>
            <p:cNvCxnSpPr>
              <a:cxnSpLocks/>
            </p:cNvCxnSpPr>
            <p:nvPr/>
          </p:nvCxnSpPr>
          <p:spPr>
            <a:xfrm>
              <a:off x="4984349" y="5855071"/>
              <a:ext cx="0" cy="4401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09CDEEC-D693-34D4-1D1B-321A5C8D6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4579" y="5135472"/>
              <a:ext cx="75025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0326637-2CA0-EF81-693B-D5545FAAFE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5265" y="5623187"/>
              <a:ext cx="384244" cy="5089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A270AF2-76E5-8777-3CF6-2E01B06528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2323" y="3936069"/>
              <a:ext cx="0" cy="59923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115B8B1-520D-4210-04D4-01ED2EEE0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01665" y="4261246"/>
              <a:ext cx="509438" cy="39638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40E4B1A-3BD9-8C30-57EA-CBD0C267DC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9524" y="4215699"/>
              <a:ext cx="451672" cy="4751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083A0CF-5B31-57E3-52C2-AB34B14AB73A}"/>
              </a:ext>
            </a:extLst>
          </p:cNvPr>
          <p:cNvGrpSpPr/>
          <p:nvPr/>
        </p:nvGrpSpPr>
        <p:grpSpPr>
          <a:xfrm>
            <a:off x="4298067" y="1951842"/>
            <a:ext cx="2245693" cy="1172357"/>
            <a:chOff x="2719708" y="2961116"/>
            <a:chExt cx="4772406" cy="2207900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258DF8B-C053-540D-5FE4-2003A92918EC}"/>
                </a:ext>
              </a:extLst>
            </p:cNvPr>
            <p:cNvCxnSpPr>
              <a:cxnSpLocks/>
            </p:cNvCxnSpPr>
            <p:nvPr/>
          </p:nvCxnSpPr>
          <p:spPr>
            <a:xfrm>
              <a:off x="5670631" y="5135474"/>
              <a:ext cx="1821483" cy="3354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2BD6FDD-AD70-213C-45DC-57902639C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9708" y="5118041"/>
              <a:ext cx="1685130" cy="1743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B70CE11-5CAE-FD79-81BC-662D3629A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2323" y="2961116"/>
              <a:ext cx="0" cy="15741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25104D4-9BD3-AD5F-A364-6D75CE1133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92783" y="3618823"/>
              <a:ext cx="1618320" cy="10388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BF1DD39-3B20-1CDA-4DF7-4787ADEFD9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9525" y="3704603"/>
              <a:ext cx="1763375" cy="98622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6104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2C788-788C-AE6B-949D-374AB75D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C942-81F0-EC30-57A9-2204F5D8A0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DB6F6-FE7D-A849-572F-6ECE652C5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42A97C-EBD7-15F9-9A33-9A6205E65D4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EB05D-44CC-AF45-64FB-411A434E8800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AD67D-7A2A-A9C8-02F9-0A267285600F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B31A08-232F-62D1-EA7D-EFFD852CC205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r>
                        <a:rPr lang="en-IN" sz="2800" dirty="0"/>
                        <a:t>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6B4698-A531-D4C5-43E4-8209A8973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040938"/>
              </p:ext>
            </p:extLst>
          </p:nvPr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CF2226-E4C9-1747-BB69-298762CE0975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7E91BA-A629-C564-4BDF-C79824094DF5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A993D7-629C-C643-DDF2-3FC5A1972B3A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A22289-86B8-C857-622A-E611E42F4A68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E057FA-89F1-EAAE-8A41-06CBC69A77A1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15F0228-39CC-4EE8-4FED-9856007842EE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62F911D-CD0C-3C8F-ED3C-709CD2A5919B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737B1F-AD79-ECE3-EA8A-25BA2ED4F3FC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20D300-D155-B100-0865-10C9EBCF7D48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A25D71-0609-9076-1033-8732BB38580E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25607F-8866-2411-9DAE-0E189685B85B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B111CC9-D1DB-0000-D06E-5A610B710AA9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E64CC6-2FE5-5AC6-EBED-B11F7843FBE6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D25A5C-DAD4-2ED1-558F-252887CD7DD2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E76864-F5F9-6EA1-A2E0-43F7A0BEAF47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C54AAA5-EF60-DB48-45E5-FEAA9A5EFE53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9130EB-EB90-2D36-93A5-BE467F06DCB5}"/>
              </a:ext>
            </a:extLst>
          </p:cNvPr>
          <p:cNvSpPr txBox="1"/>
          <p:nvPr/>
        </p:nvSpPr>
        <p:spPr>
          <a:xfrm>
            <a:off x="4298067" y="4535308"/>
            <a:ext cx="1372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/>
              <a:t>♟️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DF7E4C-F8E6-A6B3-0B07-1FE58AA91442}"/>
              </a:ext>
            </a:extLst>
          </p:cNvPr>
          <p:cNvGrpSpPr/>
          <p:nvPr/>
        </p:nvGrpSpPr>
        <p:grpSpPr>
          <a:xfrm>
            <a:off x="3654579" y="3936069"/>
            <a:ext cx="2676145" cy="2359173"/>
            <a:chOff x="3654579" y="3936069"/>
            <a:chExt cx="2676145" cy="235917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B43DEB3-A33C-0558-FC03-0346CDB8DB42}"/>
                </a:ext>
              </a:extLst>
            </p:cNvPr>
            <p:cNvCxnSpPr>
              <a:stCxn id="24" idx="3"/>
            </p:cNvCxnSpPr>
            <p:nvPr/>
          </p:nvCxnSpPr>
          <p:spPr>
            <a:xfrm>
              <a:off x="5670631" y="5135473"/>
              <a:ext cx="660093" cy="152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9DA9493-0339-C3AC-C959-0D6812278873}"/>
                </a:ext>
              </a:extLst>
            </p:cNvPr>
            <p:cNvCxnSpPr>
              <a:cxnSpLocks/>
            </p:cNvCxnSpPr>
            <p:nvPr/>
          </p:nvCxnSpPr>
          <p:spPr>
            <a:xfrm>
              <a:off x="5609524" y="5623187"/>
              <a:ext cx="486476" cy="32631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0B9D327-BA83-88F2-B00A-CD4EA84D3DAC}"/>
                </a:ext>
              </a:extLst>
            </p:cNvPr>
            <p:cNvCxnSpPr>
              <a:cxnSpLocks/>
            </p:cNvCxnSpPr>
            <p:nvPr/>
          </p:nvCxnSpPr>
          <p:spPr>
            <a:xfrm>
              <a:off x="4984349" y="5855071"/>
              <a:ext cx="0" cy="4401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9B6CE90-1C5D-E525-FCB9-833D7FFF1E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4579" y="5135472"/>
              <a:ext cx="75025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3A39B5C-EB0A-FAFF-E839-2BD32C3438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5265" y="5623187"/>
              <a:ext cx="384244" cy="5089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64A52E1-7ECA-56B6-0E0E-AB9B26092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2323" y="3936069"/>
              <a:ext cx="0" cy="59923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3471B4C-9B14-DF96-254C-2D9AD7B59E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01665" y="4261246"/>
              <a:ext cx="509438" cy="39638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FDF614E-1518-6208-AE33-9FF2D2E92E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9524" y="4215699"/>
              <a:ext cx="451672" cy="4751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000125C-6B33-CFCA-70E0-0B2BE9E5FE10}"/>
              </a:ext>
            </a:extLst>
          </p:cNvPr>
          <p:cNvGrpSpPr/>
          <p:nvPr/>
        </p:nvGrpSpPr>
        <p:grpSpPr>
          <a:xfrm>
            <a:off x="4959760" y="1133937"/>
            <a:ext cx="1898261" cy="1965197"/>
            <a:chOff x="1513688" y="3361433"/>
            <a:chExt cx="4817036" cy="442810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EC644E8-6951-2BB1-D45C-0C0179A2A26B}"/>
                </a:ext>
              </a:extLst>
            </p:cNvPr>
            <p:cNvCxnSpPr/>
            <p:nvPr/>
          </p:nvCxnSpPr>
          <p:spPr>
            <a:xfrm>
              <a:off x="5670631" y="5135473"/>
              <a:ext cx="660093" cy="152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076D7D7-DD0C-B81B-127D-AFA7C5FDAF3F}"/>
                </a:ext>
              </a:extLst>
            </p:cNvPr>
            <p:cNvCxnSpPr>
              <a:cxnSpLocks/>
            </p:cNvCxnSpPr>
            <p:nvPr/>
          </p:nvCxnSpPr>
          <p:spPr>
            <a:xfrm>
              <a:off x="5609524" y="5623187"/>
              <a:ext cx="486476" cy="32631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80E039D-6290-C275-83B1-83996357704E}"/>
                </a:ext>
              </a:extLst>
            </p:cNvPr>
            <p:cNvCxnSpPr>
              <a:cxnSpLocks/>
            </p:cNvCxnSpPr>
            <p:nvPr/>
          </p:nvCxnSpPr>
          <p:spPr>
            <a:xfrm>
              <a:off x="4984350" y="5855072"/>
              <a:ext cx="27972" cy="193446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7A092BC-2CAA-DF4F-6890-3937112A97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3688" y="5135472"/>
              <a:ext cx="2891149" cy="152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EFE42D0-6281-184F-06E7-CCF193DDBA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7048" y="5623186"/>
              <a:ext cx="2392461" cy="152498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0D6FF50-3C6A-2348-E464-5B174FF7A8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2653" y="3519184"/>
              <a:ext cx="19672" cy="10161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934347F-C263-65B5-8B82-49D5B36E24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78613" y="3361433"/>
              <a:ext cx="1732489" cy="129620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9473EBA-DC32-3F0B-EC3A-328C15B3B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9524" y="4215699"/>
              <a:ext cx="451672" cy="4751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1277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BF8E-BDC7-2CA0-0702-BD3CAFF86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49CD-44B4-8251-93C2-C0CDEC45B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DA70F-839C-7F1E-037B-0E8E987BF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9A242-131C-91A6-EA58-CD7172F8095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9C95C1-2157-C491-684B-B0757597BF89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F54CF2-7258-F625-5CC5-41EEDEE73684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988E83-1DEF-8E48-740C-3FA94EA815D6}"/>
              </a:ext>
            </a:extLst>
          </p:cNvPr>
          <p:cNvGraphicFramePr>
            <a:graphicFrameLocks noGrp="1"/>
          </p:cNvGraphicFramePr>
          <p:nvPr/>
        </p:nvGraphicFramePr>
        <p:xfrm>
          <a:off x="2679906" y="1122363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r>
                        <a:rPr lang="en-IN" sz="2800" dirty="0"/>
                        <a:t>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B40941-D614-D8D4-679E-A2394C781538}"/>
              </a:ext>
            </a:extLst>
          </p:cNvPr>
          <p:cNvGraphicFramePr>
            <a:graphicFrameLocks noGrp="1"/>
          </p:cNvGraphicFramePr>
          <p:nvPr/>
        </p:nvGraphicFramePr>
        <p:xfrm>
          <a:off x="7893934" y="-221345"/>
          <a:ext cx="4977114" cy="28618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977114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641013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1 – Every Column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74027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3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73BFF5-DDFB-043F-75B4-B82E2143F405}"/>
              </a:ext>
            </a:extLst>
          </p:cNvPr>
          <p:cNvCxnSpPr/>
          <p:nvPr/>
        </p:nvCxnSpPr>
        <p:spPr>
          <a:xfrm>
            <a:off x="3217762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AAC2DB9-0046-30CD-1642-A4B562DE2233}"/>
              </a:ext>
            </a:extLst>
          </p:cNvPr>
          <p:cNvSpPr txBox="1"/>
          <p:nvPr/>
        </p:nvSpPr>
        <p:spPr>
          <a:xfrm>
            <a:off x="3044144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9E4046-3C36-7A2B-5510-8FC717F0B05E}"/>
              </a:ext>
            </a:extLst>
          </p:cNvPr>
          <p:cNvCxnSpPr/>
          <p:nvPr/>
        </p:nvCxnSpPr>
        <p:spPr>
          <a:xfrm>
            <a:off x="4298067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DB87EE-743B-3253-6F97-1F1F01C3E374}"/>
              </a:ext>
            </a:extLst>
          </p:cNvPr>
          <p:cNvSpPr txBox="1"/>
          <p:nvPr/>
        </p:nvSpPr>
        <p:spPr>
          <a:xfrm>
            <a:off x="4124449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4AC94E-C3FB-B7DF-6146-7893B66F2B3E}"/>
              </a:ext>
            </a:extLst>
          </p:cNvPr>
          <p:cNvCxnSpPr/>
          <p:nvPr/>
        </p:nvCxnSpPr>
        <p:spPr>
          <a:xfrm>
            <a:off x="5305063" y="358815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6A1C346-5029-98F7-E23A-762835D80971}"/>
              </a:ext>
            </a:extLst>
          </p:cNvPr>
          <p:cNvSpPr txBox="1"/>
          <p:nvPr/>
        </p:nvSpPr>
        <p:spPr>
          <a:xfrm>
            <a:off x="5131445" y="0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5A6276-D424-20B6-6B2F-6BAF4D6C1048}"/>
              </a:ext>
            </a:extLst>
          </p:cNvPr>
          <p:cNvCxnSpPr/>
          <p:nvPr/>
        </p:nvCxnSpPr>
        <p:spPr>
          <a:xfrm>
            <a:off x="6330724" y="37038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F36313-5CA1-579F-8045-C45F4F07DBC9}"/>
              </a:ext>
            </a:extLst>
          </p:cNvPr>
          <p:cNvSpPr txBox="1"/>
          <p:nvPr/>
        </p:nvSpPr>
        <p:spPr>
          <a:xfrm>
            <a:off x="6157106" y="1157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982017-7711-7BCE-87AC-CD4B96E5633F}"/>
              </a:ext>
            </a:extLst>
          </p:cNvPr>
          <p:cNvCxnSpPr>
            <a:cxnSpLocks/>
          </p:cNvCxnSpPr>
          <p:nvPr/>
        </p:nvCxnSpPr>
        <p:spPr>
          <a:xfrm>
            <a:off x="1747777" y="1440666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9B6B76C-E6C0-3E45-1ECB-5D2D8A3E55F6}"/>
              </a:ext>
            </a:extLst>
          </p:cNvPr>
          <p:cNvSpPr txBox="1"/>
          <p:nvPr/>
        </p:nvSpPr>
        <p:spPr>
          <a:xfrm>
            <a:off x="1424838" y="1215221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F24201-16A7-FD84-D39B-73FD13077FC1}"/>
              </a:ext>
            </a:extLst>
          </p:cNvPr>
          <p:cNvCxnSpPr>
            <a:cxnSpLocks/>
          </p:cNvCxnSpPr>
          <p:nvPr/>
        </p:nvCxnSpPr>
        <p:spPr>
          <a:xfrm>
            <a:off x="1763738" y="201841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0DFC172-2B2A-7B78-361E-6791882F62C7}"/>
              </a:ext>
            </a:extLst>
          </p:cNvPr>
          <p:cNvSpPr txBox="1"/>
          <p:nvPr/>
        </p:nvSpPr>
        <p:spPr>
          <a:xfrm>
            <a:off x="1440799" y="179297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E44285-EA7B-36F8-3F36-5F5BF57209C3}"/>
              </a:ext>
            </a:extLst>
          </p:cNvPr>
          <p:cNvCxnSpPr>
            <a:cxnSpLocks/>
          </p:cNvCxnSpPr>
          <p:nvPr/>
        </p:nvCxnSpPr>
        <p:spPr>
          <a:xfrm>
            <a:off x="1747777" y="2615175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EF1609F-6029-DD4B-BA23-CD23A234B7E9}"/>
              </a:ext>
            </a:extLst>
          </p:cNvPr>
          <p:cNvSpPr txBox="1"/>
          <p:nvPr/>
        </p:nvSpPr>
        <p:spPr>
          <a:xfrm>
            <a:off x="1424838" y="2389730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5D87EF-E23D-0B13-FF58-CDDB6F82511B}"/>
              </a:ext>
            </a:extLst>
          </p:cNvPr>
          <p:cNvCxnSpPr>
            <a:cxnSpLocks/>
          </p:cNvCxnSpPr>
          <p:nvPr/>
        </p:nvCxnSpPr>
        <p:spPr>
          <a:xfrm>
            <a:off x="1747777" y="3099134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8B87C45-3C51-CC72-19F3-205A838F9D17}"/>
              </a:ext>
            </a:extLst>
          </p:cNvPr>
          <p:cNvSpPr txBox="1"/>
          <p:nvPr/>
        </p:nvSpPr>
        <p:spPr>
          <a:xfrm>
            <a:off x="1424838" y="2914468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1CBC14A6-74DB-C75C-3788-0503AC1E7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044370"/>
              </p:ext>
            </p:extLst>
          </p:nvPr>
        </p:nvGraphicFramePr>
        <p:xfrm>
          <a:off x="2536160" y="4852989"/>
          <a:ext cx="4268488" cy="221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122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1067122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554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♟️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E63D1DF-0DE6-3ED3-C674-AA72A62C7C90}"/>
              </a:ext>
            </a:extLst>
          </p:cNvPr>
          <p:cNvCxnSpPr/>
          <p:nvPr/>
        </p:nvCxnSpPr>
        <p:spPr>
          <a:xfrm>
            <a:off x="3080167" y="4158083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9734E35-5114-9995-BB0B-58DF055BFD59}"/>
              </a:ext>
            </a:extLst>
          </p:cNvPr>
          <p:cNvSpPr txBox="1"/>
          <p:nvPr/>
        </p:nvSpPr>
        <p:spPr>
          <a:xfrm>
            <a:off x="2906549" y="3799268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70F81E1-9446-ADFA-567B-749A95A44D39}"/>
              </a:ext>
            </a:extLst>
          </p:cNvPr>
          <p:cNvCxnSpPr/>
          <p:nvPr/>
        </p:nvCxnSpPr>
        <p:spPr>
          <a:xfrm>
            <a:off x="4160472" y="414650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0A21792-B8A9-7339-9AB9-570B0A5C1865}"/>
              </a:ext>
            </a:extLst>
          </p:cNvPr>
          <p:cNvSpPr txBox="1"/>
          <p:nvPr/>
        </p:nvSpPr>
        <p:spPr>
          <a:xfrm>
            <a:off x="3986854" y="378769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B31F10A-7EDE-D5FA-DE76-6F5131D61A68}"/>
              </a:ext>
            </a:extLst>
          </p:cNvPr>
          <p:cNvCxnSpPr/>
          <p:nvPr/>
        </p:nvCxnSpPr>
        <p:spPr>
          <a:xfrm>
            <a:off x="5167468" y="4146509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EC3FF65-77C3-12F5-96B8-006DEE7AAA5D}"/>
              </a:ext>
            </a:extLst>
          </p:cNvPr>
          <p:cNvSpPr txBox="1"/>
          <p:nvPr/>
        </p:nvSpPr>
        <p:spPr>
          <a:xfrm>
            <a:off x="4993850" y="3787694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C3903BE-BC5A-0E18-423A-661B2E77B460}"/>
              </a:ext>
            </a:extLst>
          </p:cNvPr>
          <p:cNvCxnSpPr/>
          <p:nvPr/>
        </p:nvCxnSpPr>
        <p:spPr>
          <a:xfrm>
            <a:off x="6193129" y="4158083"/>
            <a:ext cx="0" cy="659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23072D7-6C4B-2369-96A7-2751A5E8B003}"/>
              </a:ext>
            </a:extLst>
          </p:cNvPr>
          <p:cNvSpPr txBox="1"/>
          <p:nvPr/>
        </p:nvSpPr>
        <p:spPr>
          <a:xfrm>
            <a:off x="6019511" y="3799268"/>
            <a:ext cx="386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4"/>
                </a:solidFill>
              </a:rPr>
              <a:t>c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82FF688-4E00-9F6B-32D9-8C12CD386D20}"/>
              </a:ext>
            </a:extLst>
          </p:cNvPr>
          <p:cNvCxnSpPr>
            <a:cxnSpLocks/>
          </p:cNvCxnSpPr>
          <p:nvPr/>
        </p:nvCxnSpPr>
        <p:spPr>
          <a:xfrm>
            <a:off x="1610182" y="5228360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A4112AA-D9B0-D9F5-471B-7905659F7B72}"/>
              </a:ext>
            </a:extLst>
          </p:cNvPr>
          <p:cNvSpPr txBox="1"/>
          <p:nvPr/>
        </p:nvSpPr>
        <p:spPr>
          <a:xfrm>
            <a:off x="1287243" y="5002915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6822CAA-754A-AB6E-845E-FF540ACD2E62}"/>
              </a:ext>
            </a:extLst>
          </p:cNvPr>
          <p:cNvCxnSpPr>
            <a:cxnSpLocks/>
          </p:cNvCxnSpPr>
          <p:nvPr/>
        </p:nvCxnSpPr>
        <p:spPr>
          <a:xfrm>
            <a:off x="1626143" y="5806109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5616FC6-0965-BE3B-7DA0-76C01228A2C6}"/>
              </a:ext>
            </a:extLst>
          </p:cNvPr>
          <p:cNvSpPr txBox="1"/>
          <p:nvPr/>
        </p:nvSpPr>
        <p:spPr>
          <a:xfrm>
            <a:off x="1303204" y="5580664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844E0FD-D4BE-EC86-2B8C-8F3DB7E8F087}"/>
              </a:ext>
            </a:extLst>
          </p:cNvPr>
          <p:cNvCxnSpPr>
            <a:cxnSpLocks/>
          </p:cNvCxnSpPr>
          <p:nvPr/>
        </p:nvCxnSpPr>
        <p:spPr>
          <a:xfrm>
            <a:off x="1610182" y="6402869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C26164F-DFFC-24AF-F625-5FFE55FC5456}"/>
              </a:ext>
            </a:extLst>
          </p:cNvPr>
          <p:cNvSpPr txBox="1"/>
          <p:nvPr/>
        </p:nvSpPr>
        <p:spPr>
          <a:xfrm>
            <a:off x="1287243" y="6177424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3FBDE5A-DB79-6D4A-BF53-2F0BFB8888CD}"/>
              </a:ext>
            </a:extLst>
          </p:cNvPr>
          <p:cNvCxnSpPr>
            <a:cxnSpLocks/>
          </p:cNvCxnSpPr>
          <p:nvPr/>
        </p:nvCxnSpPr>
        <p:spPr>
          <a:xfrm>
            <a:off x="1610182" y="6886828"/>
            <a:ext cx="673260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F313E30-1D80-7F93-0F13-E0DF3FC9C688}"/>
              </a:ext>
            </a:extLst>
          </p:cNvPr>
          <p:cNvSpPr txBox="1"/>
          <p:nvPr/>
        </p:nvSpPr>
        <p:spPr>
          <a:xfrm>
            <a:off x="1287243" y="6702162"/>
            <a:ext cx="38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745294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B671-118C-CC6D-1777-DF9642B8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B531-99F2-C0A4-1715-CD110B5A21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C3FB7-5DF9-AA10-7DDF-23EE5878A4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C064DC-539C-7970-9F6D-7DF80A7D2FC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136885-0927-D176-BCCC-011DB92CE80D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2AE6A8-6B98-ABE8-7E43-5AB240AFA6A5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FF96DC-0BDB-ED6F-0329-9E2FD7765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410852"/>
              </p:ext>
            </p:extLst>
          </p:nvPr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14BEADF-8603-D8E1-C098-E3AAA12243E4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0        1         2         3 </a:t>
            </a:r>
          </a:p>
        </p:txBody>
      </p:sp>
    </p:spTree>
    <p:extLst>
      <p:ext uri="{BB962C8B-B14F-4D97-AF65-F5344CB8AC3E}">
        <p14:creationId xmlns:p14="http://schemas.microsoft.com/office/powerpoint/2010/main" val="860766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A6A71-3B9D-9995-E01A-09CF57EE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55BD-85A5-5495-AAC6-6E0431733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48E84-D9EF-8607-9BC0-A149D368ED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F8CBB9-C138-08C1-7C25-FB345C5E367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74E1F0-0F90-94EA-E569-5D77F728B532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DB4681-1EB8-C065-1A00-00DE842641E4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E207DD-1DD3-F424-4BCE-B8B5C7BCEEDF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AC1085F-119E-39EB-F8DD-E7817122021B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4E5D0C-3201-B7A6-AA7A-3B3B2CAEC576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4DDB2F-649E-E494-E8BB-5EBFB70F3FE4}"/>
              </a:ext>
            </a:extLst>
          </p:cNvPr>
          <p:cNvCxnSpPr/>
          <p:nvPr/>
        </p:nvCxnSpPr>
        <p:spPr>
          <a:xfrm>
            <a:off x="-1140186" y="752354"/>
            <a:ext cx="0" cy="1238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D29FC4C-A28B-EF45-65B3-B49EE92AF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365867"/>
              </p:ext>
            </p:extLst>
          </p:nvPr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36C2A74-4BFB-2675-8AA1-CCECFDC154E0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3176013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948C-87FC-E993-7B44-B85AB546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5CFF-C4DF-46B9-A7FD-F58D52FE0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4F1FE-D9A6-EBCE-B0D2-EC9E0A29E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41EC0B-952D-7E2C-9FAC-7647F52EFA1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51E026-011D-F944-D4F2-032BAB31DA1A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8B783-6AD0-840D-A9B1-CA8B8236F995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078B88-8C3D-C74D-4549-38AA3017F0D6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0FB1D2F-A457-6670-1AB8-4437A4F30489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6BE733-08C8-F2E3-A381-0E5F7BB4305D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0720C0-9896-1C1F-2A6E-3F00E4E3436E}"/>
              </a:ext>
            </a:extLst>
          </p:cNvPr>
          <p:cNvCxnSpPr/>
          <p:nvPr/>
        </p:nvCxnSpPr>
        <p:spPr>
          <a:xfrm>
            <a:off x="-1140186" y="752354"/>
            <a:ext cx="0" cy="1238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B9B29E3-CD6C-685E-56F7-FA1802F1D10D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0439959-235A-C738-7CF5-56B7EF776C8B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BDF8A3-7C77-404B-EC7E-E25329B5DFCA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47A354-75B4-4B3D-3F1C-E26D7ED306FA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CF452CD-AB9D-2B77-42B2-6F91C43B6F4E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F0881C2-4039-9C9B-0A32-2CBDC5CC5087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1761283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4452-76A1-6417-377C-F0D59CF5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AC4A7-36E1-C793-149B-450FCB0AB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8B4B3-62D4-0B5D-1DF3-D366AE716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C7E250-1752-D160-39E7-0870A3FC3D4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72D85-EB5F-E990-DC2F-6020C287B99A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FE569F-0767-1A3F-9549-0ABB035A6C81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ABFE9F-AC72-8906-2CD5-FF24BF380607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50AA1DD-AA0F-D182-43F5-4FA85C601A55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A0F0A2-230F-871B-932F-EFD296782675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712947-A839-D41C-ABA5-AE770B26FDC9}"/>
              </a:ext>
            </a:extLst>
          </p:cNvPr>
          <p:cNvCxnSpPr/>
          <p:nvPr/>
        </p:nvCxnSpPr>
        <p:spPr>
          <a:xfrm>
            <a:off x="-1140186" y="752354"/>
            <a:ext cx="0" cy="1238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4ABB368-7B84-73A4-336D-29B8D4E14694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99AD5E3-79BD-3309-D10F-C73088EA4095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EEBFF9-E4FB-99C4-25A9-6BBF598A63E0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5941F5-49E3-90A9-C68C-BD1390BFB9ED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BCA7E24-C926-D629-B60D-FF06D37AE3C1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3B9C3E1-9CA7-7059-CA09-BC9CD28EAE41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4AC7AA7-46F0-AE54-38BB-2A568F73F58C}"/>
              </a:ext>
            </a:extLst>
          </p:cNvPr>
          <p:cNvCxnSpPr/>
          <p:nvPr/>
        </p:nvCxnSpPr>
        <p:spPr>
          <a:xfrm flipH="1">
            <a:off x="6414303" y="1254872"/>
            <a:ext cx="99542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F28994-337F-DAD1-FC37-5177E8A64DA4}"/>
              </a:ext>
            </a:extLst>
          </p:cNvPr>
          <p:cNvCxnSpPr>
            <a:cxnSpLocks/>
          </p:cNvCxnSpPr>
          <p:nvPr/>
        </p:nvCxnSpPr>
        <p:spPr>
          <a:xfrm>
            <a:off x="7409726" y="1241194"/>
            <a:ext cx="0" cy="7180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6A49683-A038-AF06-ADA6-76AB7C4F87E1}"/>
              </a:ext>
            </a:extLst>
          </p:cNvPr>
          <p:cNvGraphicFramePr>
            <a:graphicFrameLocks noGrp="1"/>
          </p:cNvGraphicFramePr>
          <p:nvPr/>
        </p:nvGraphicFramePr>
        <p:xfrm>
          <a:off x="6278582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4A85A41-200E-25FD-6ED4-9007603A4AFA}"/>
              </a:ext>
            </a:extLst>
          </p:cNvPr>
          <p:cNvSpPr txBox="1"/>
          <p:nvPr/>
        </p:nvSpPr>
        <p:spPr>
          <a:xfrm>
            <a:off x="6274830" y="309433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21695968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7D4E-3556-6053-4B13-63311A7D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D09F1-DA09-390E-B10E-460885D459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B1369-DDEE-B7DA-03EA-575256DBE4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8607CC-30B9-DD20-A5D6-7D8E9DCE8E2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5982F-786A-5348-C63E-15A06D9CFF2B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1E0460-0E65-A0E9-0AF0-C4759DC88047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667384-27A6-8537-DB6A-A44888F55A3A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6CBF4FF-5105-4756-6F28-A8A96077C25C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B927D7-E810-57F9-079D-F16995B12E8D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81B3E5-851F-F322-757A-1D0BE2FDFB34}"/>
              </a:ext>
            </a:extLst>
          </p:cNvPr>
          <p:cNvCxnSpPr/>
          <p:nvPr/>
        </p:nvCxnSpPr>
        <p:spPr>
          <a:xfrm>
            <a:off x="-1140186" y="752354"/>
            <a:ext cx="0" cy="1238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0774D87-C2FA-3BEE-9A50-F5EF923342A0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6FCE006-1FD3-01B0-6BF9-90A84EB4E1C5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DC2EB1-A1B0-94F6-EC17-3649FCEB75EF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D27B34-91A1-BD1D-FB65-3246A42211CD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2C89794-3207-7BE4-0E35-6F469DDCD675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007C33B-4AAE-2145-36B9-287FCBE6A693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BBC35F-0461-5D52-4B73-113CE493982F}"/>
              </a:ext>
            </a:extLst>
          </p:cNvPr>
          <p:cNvCxnSpPr/>
          <p:nvPr/>
        </p:nvCxnSpPr>
        <p:spPr>
          <a:xfrm flipH="1">
            <a:off x="6414303" y="1254872"/>
            <a:ext cx="99542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42CF2F-0084-9FA6-EDB6-BE324E7FDFA0}"/>
              </a:ext>
            </a:extLst>
          </p:cNvPr>
          <p:cNvCxnSpPr>
            <a:cxnSpLocks/>
          </p:cNvCxnSpPr>
          <p:nvPr/>
        </p:nvCxnSpPr>
        <p:spPr>
          <a:xfrm>
            <a:off x="7409726" y="1241194"/>
            <a:ext cx="0" cy="7180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63CE429-3EF6-2EC3-A197-B5FAE54F4F0B}"/>
              </a:ext>
            </a:extLst>
          </p:cNvPr>
          <p:cNvGraphicFramePr>
            <a:graphicFrameLocks noGrp="1"/>
          </p:cNvGraphicFramePr>
          <p:nvPr/>
        </p:nvGraphicFramePr>
        <p:xfrm>
          <a:off x="6278582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512B446-71E6-538D-D43D-D94BC716A9A8}"/>
              </a:ext>
            </a:extLst>
          </p:cNvPr>
          <p:cNvSpPr txBox="1"/>
          <p:nvPr/>
        </p:nvSpPr>
        <p:spPr>
          <a:xfrm>
            <a:off x="6274830" y="309433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2424B24-844D-EBE6-81E2-96B464F14BC5}"/>
              </a:ext>
            </a:extLst>
          </p:cNvPr>
          <p:cNvCxnSpPr/>
          <p:nvPr/>
        </p:nvCxnSpPr>
        <p:spPr>
          <a:xfrm flipH="1">
            <a:off x="6414303" y="752354"/>
            <a:ext cx="502928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348A568-1A05-8C8D-9AC4-E56932326CC3}"/>
              </a:ext>
            </a:extLst>
          </p:cNvPr>
          <p:cNvCxnSpPr/>
          <p:nvPr/>
        </p:nvCxnSpPr>
        <p:spPr>
          <a:xfrm>
            <a:off x="11443583" y="752354"/>
            <a:ext cx="0" cy="123849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EDC5EFA-A460-AA65-DB68-998D385C53ED}"/>
              </a:ext>
            </a:extLst>
          </p:cNvPr>
          <p:cNvGraphicFramePr>
            <a:graphicFrameLocks noGrp="1"/>
          </p:cNvGraphicFramePr>
          <p:nvPr/>
        </p:nvGraphicFramePr>
        <p:xfrm>
          <a:off x="10235765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13DC4E3-35E1-44BC-679E-4C48BEA0B938}"/>
              </a:ext>
            </a:extLst>
          </p:cNvPr>
          <p:cNvSpPr txBox="1"/>
          <p:nvPr/>
        </p:nvSpPr>
        <p:spPr>
          <a:xfrm>
            <a:off x="10216587" y="355600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2141677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55815-EDCA-EBBE-64E7-89696B7D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7DBF-8F94-FCF1-C0D8-EF36E048E7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8A01C-B1E0-355D-8350-FBA0661ADA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B80392-DC7C-FF7B-5C43-EA4D141C097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4925B-05CA-7447-B7FF-E86A318E85F7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1F7889-FF87-CDF7-19D6-B1A90D56A918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3318E8-F028-083E-5762-2C9CB62B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038724"/>
              </p:ext>
            </p:extLst>
          </p:nvPr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4D9C40D-59CC-D1AB-5270-3852D190CC16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0F54DD-FC81-F6C5-B551-A29601FCD969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446EEEB-D84E-09DB-2AFA-C11A697C1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057317"/>
              </p:ext>
            </p:extLst>
          </p:nvPr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BFEED87-49A9-3DE3-BE6D-C52A67F8C1F9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EAB6111-C5F1-4D96-4A97-0376FEB56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94072"/>
              </p:ext>
            </p:extLst>
          </p:nvPr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892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F41BE-4523-F624-7900-E6218B07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249B-686B-58B4-9646-47AF385C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C7DA8-7C1C-5FA2-C0DD-95DDA5A5C6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1302B9-36F2-ED02-76D6-863D25F9AA2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C81F5-CF30-379C-08E1-0A58100BE957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7C3226-E69D-CD4A-725B-C35AB058E10C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83CE44-AA9B-44BB-BE63-02C7C6A73A68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96B4366-6612-1D81-F2EC-BF3B67AFABB4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C13853-5666-4918-C3F2-AF50145596E3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A177B9A-7047-34D9-40B2-E6939A947F24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6F518DE-E208-5132-BAD0-984DADBBB6E1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DC2A88-6F4C-D40E-EE0B-2FD0D8705AFE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27BA4DF-311C-48C9-7899-49B3D2C1AA5C}"/>
              </a:ext>
            </a:extLst>
          </p:cNvPr>
          <p:cNvSpPr txBox="1"/>
          <p:nvPr/>
        </p:nvSpPr>
        <p:spPr>
          <a:xfrm>
            <a:off x="6847572" y="-388136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B7C986-88E7-5C98-9920-6F718BD904F5}"/>
              </a:ext>
            </a:extLst>
          </p:cNvPr>
          <p:cNvCxnSpPr>
            <a:cxnSpLocks/>
          </p:cNvCxnSpPr>
          <p:nvPr/>
        </p:nvCxnSpPr>
        <p:spPr>
          <a:xfrm>
            <a:off x="6732620" y="-134226"/>
            <a:ext cx="31321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5200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2B258-775B-C80C-BB46-D7FD606D0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5C7F-5E35-BB79-6415-C414829F9B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4D31A-9C58-DB34-1600-5C49405F2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FA4E7-C223-235A-D6E8-750B230CEAC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BD064-777C-42F9-5330-B97C75D212FF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451F7-A674-A0B8-A5CE-BD9C95E7BFDB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A1BD2D-7E80-54E2-867A-EA11F755713A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2214A22-F99F-FA3B-64BF-4B17A46AA35B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0035C0-677F-CB2D-D4F9-AB6885B80ADC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C625CC9-6879-38F0-11F3-9608E514E13B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F4BC73C-1AC4-14C6-BB7F-EAEBB6273987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FBE92A9-04F9-CA5D-A7EC-E5A73EDD2FD3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80FA20-2887-DE29-FC1D-3447536A9CE4}"/>
              </a:ext>
            </a:extLst>
          </p:cNvPr>
          <p:cNvSpPr txBox="1"/>
          <p:nvPr/>
        </p:nvSpPr>
        <p:spPr>
          <a:xfrm>
            <a:off x="6836417" y="146116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34803F-E9D1-B378-E6B6-429E92BB0F27}"/>
              </a:ext>
            </a:extLst>
          </p:cNvPr>
          <p:cNvCxnSpPr>
            <a:cxnSpLocks/>
          </p:cNvCxnSpPr>
          <p:nvPr/>
        </p:nvCxnSpPr>
        <p:spPr>
          <a:xfrm>
            <a:off x="6759452" y="19386"/>
            <a:ext cx="258489" cy="2308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4820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45A09-1CAB-5DC9-EEF8-1CE3F02D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65C4-2785-DF67-4FED-7EFFB1AD4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68C30-5124-0DCF-2132-D66E81B91E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ED2380-EDB2-EABA-3B5B-083B174CE33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A040AA-395F-78B3-9854-EBFA53968208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069EB-D84D-17B2-6D27-548E6EFD3A93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C1A2A3-8D38-CD8B-A335-69369031A672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4984B11-B80F-B837-DD49-E46C7E988EBB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F743A6-F262-F7A9-1620-EDECBC91B524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AB121BF-88B5-07B1-0C8D-A7049B134EAD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691103B-0FB4-ED80-DF1A-8FC6CFD979BE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2527C32-2D9D-5DAB-5EF2-1A457F9E1058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EBBEE33-DA2E-3FCD-0415-535C2D5B963C}"/>
              </a:ext>
            </a:extLst>
          </p:cNvPr>
          <p:cNvSpPr txBox="1"/>
          <p:nvPr/>
        </p:nvSpPr>
        <p:spPr>
          <a:xfrm>
            <a:off x="6847572" y="660698"/>
            <a:ext cx="561453" cy="46166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26795505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F5FE-0500-A667-E1C2-577C9547D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70796-E2F4-7E34-0927-0ADF7BFD42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23EF8-4EFC-52E5-3BFA-4C631B7A88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0B8326-506A-B09C-FEB5-0293D3D4D2B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503762-7859-F215-6E5C-9CAA4DFA664C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C11031-C37B-7C98-BB9B-6AC227950C71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77861B-BA7A-EFB4-C913-08A501D54BF1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9D90846-EA7B-0991-BAB5-6F4E984FE493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B86006-E744-ECC8-7F5D-A7BBCFC3B827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908378A-3B06-D53F-4691-87C489315DBD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34AC80C-C3E9-78F5-81D0-701CAF244AC0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E6C2A60-C2A4-D365-DB11-AB974508D60E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5B999B-5DD5-FAD3-9F76-6924A4CEC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811984"/>
              </p:ext>
            </p:extLst>
          </p:nvPr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96A2CED-FC9B-48BB-71B0-24769775D88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6CACED-72E5-17CE-8BFD-F98FD9B1D88A}"/>
              </a:ext>
            </a:extLst>
          </p:cNvPr>
          <p:cNvSpPr txBox="1"/>
          <p:nvPr/>
        </p:nvSpPr>
        <p:spPr>
          <a:xfrm>
            <a:off x="2091079" y="29599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D3CBB4-903E-85B1-0DBB-0F98049429EE}"/>
              </a:ext>
            </a:extLst>
          </p:cNvPr>
          <p:cNvSpPr txBox="1"/>
          <p:nvPr/>
        </p:nvSpPr>
        <p:spPr>
          <a:xfrm>
            <a:off x="1515068" y="189898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18328228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CECE-09B7-09B4-65DC-C7669C0E4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5E0-A246-AF27-F4B8-4307EA74F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F8BE6-815E-2176-ADD8-C5F225DB6B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A6C9C5-BB7A-B2B7-F1D6-BA669B2AC80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369D2-D5C5-CB4C-C608-8456102027D3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E4C631-6F05-E5F8-DC50-12CE3BBFAD38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540FED-F66C-9CBA-C0FD-F0542E40CDE9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D8261CA-9F88-E12C-C245-AF68FC1DBABD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104E68-8D10-3C99-FA8A-DE078F99AD68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D52916A-5704-C77C-A819-3346F03512EE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6FEBE0B-35F9-474C-2441-79E1FCBA53A8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81C67BB-2DC8-67C5-492F-4F56B1B46573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627F57D-F4D6-07A6-674E-938D517A3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625272"/>
              </p:ext>
            </p:extLst>
          </p:nvPr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AA6ABA9-53F1-BE02-6BD5-1402E5A104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7EFF4F-AD0C-10B4-2948-754AD6AF6D32}"/>
              </a:ext>
            </a:extLst>
          </p:cNvPr>
          <p:cNvSpPr txBox="1"/>
          <p:nvPr/>
        </p:nvSpPr>
        <p:spPr>
          <a:xfrm>
            <a:off x="2091079" y="29599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CBAB3-E89D-ED0F-F298-6B06C0918136}"/>
              </a:ext>
            </a:extLst>
          </p:cNvPr>
          <p:cNvSpPr txBox="1"/>
          <p:nvPr/>
        </p:nvSpPr>
        <p:spPr>
          <a:xfrm>
            <a:off x="1515068" y="189898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4AE74-BB96-21FB-8B95-0A5F473D560C}"/>
              </a:ext>
            </a:extLst>
          </p:cNvPr>
          <p:cNvSpPr txBox="1"/>
          <p:nvPr/>
        </p:nvSpPr>
        <p:spPr>
          <a:xfrm>
            <a:off x="6847572" y="1159385"/>
            <a:ext cx="561453" cy="46166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25818921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5396F-C016-DF55-1D4A-92AC559AC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6E0D6-9272-3C21-6A96-7D13C2D61B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23098-68D1-A31C-03E9-2993A0254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D673C8-6890-A4B5-2431-D4D7A3DBBC8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F202C8-1320-E8E0-4922-0580BFB969E8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8E281E-3218-C9E4-0E51-DDF610C4B785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66D254-CDF3-9ECA-19BB-225B2891843E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D2FCF80-2B4C-F795-C040-34ABE0DE1D76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3EA077-10E4-EC43-654B-79CCE26ABDBA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1E6321A-6900-F295-4873-F9D04EC7F51C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445E489-0F79-20AA-D99A-9F1C2D91484E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6EB7472-283D-5F31-7E97-5A6DA3886AA4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580421F-DC50-8630-5E51-D282FF26C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566325"/>
              </p:ext>
            </p:extLst>
          </p:nvPr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B16326F-22DF-31E1-3809-F694D36A01A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EDEBCF1-1607-3496-0EE0-4BBC05278930}"/>
              </a:ext>
            </a:extLst>
          </p:cNvPr>
          <p:cNvSpPr txBox="1"/>
          <p:nvPr/>
        </p:nvSpPr>
        <p:spPr>
          <a:xfrm>
            <a:off x="2091079" y="29599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F38E62-BF6F-3CE6-5742-47DCB2AAA629}"/>
              </a:ext>
            </a:extLst>
          </p:cNvPr>
          <p:cNvSpPr txBox="1"/>
          <p:nvPr/>
        </p:nvSpPr>
        <p:spPr>
          <a:xfrm>
            <a:off x="1515068" y="189898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BF70D79-A0C9-4B79-B797-F92E256276B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CFE2F06-784D-48B2-C852-F4AC418A8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277834"/>
              </p:ext>
            </p:extLst>
          </p:nvPr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ED60EFB-1ED7-AC4C-8DE3-1389BA106F4D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11DC26-B28E-8C84-7FDF-BC31A26F9F9E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16246430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646F-D8A5-A83D-B825-84756E1E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5D29D-0AED-E663-B709-01201F75C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4F345-900F-D0FB-460B-EF72D20F77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32B640-5822-4102-63C1-FAC6D093319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B85D8-9145-C3F5-0F3A-700C4AD92773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F394A-6354-BB0C-0712-72C420469B21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FAC274-0004-EC1E-776B-2CE89CDEBBDA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8CB73D6-DD09-3ECA-F9C0-7FE8BC05556F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02A5D3-E5C9-D6C5-DFF3-C46DF52EA891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8ADA2C6-9181-BF1B-6BB8-88AEB09D2290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81E4327-F318-6FC0-643C-B7DEE429B71B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91ECE91-8A78-FF55-5669-1E83D30F607F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651492B-C54C-EBD2-F8D1-3A5CF0F1C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109491"/>
              </p:ext>
            </p:extLst>
          </p:nvPr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8F35F08-94A0-EEFF-A5DA-3227A26525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A9C269-F45A-650E-4574-CBD909E8F364}"/>
              </a:ext>
            </a:extLst>
          </p:cNvPr>
          <p:cNvSpPr txBox="1"/>
          <p:nvPr/>
        </p:nvSpPr>
        <p:spPr>
          <a:xfrm>
            <a:off x="2091079" y="29599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345E44-5DFB-69AA-6B7B-E694FCCED8CA}"/>
              </a:ext>
            </a:extLst>
          </p:cNvPr>
          <p:cNvSpPr txBox="1"/>
          <p:nvPr/>
        </p:nvSpPr>
        <p:spPr>
          <a:xfrm>
            <a:off x="1515068" y="189898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A2DCD30-F88F-B325-8A61-EC5203D6434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65C4AED-9580-567A-174C-F4ED2639A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903042"/>
              </p:ext>
            </p:extLst>
          </p:nvPr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3DE5D1E-3E6A-0083-34B3-906FF656CE95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7E8A0A-613D-25E5-3B29-C119B92F6DFE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A237DC-E6A7-E23A-C028-ED4EFF17E41B}"/>
              </a:ext>
            </a:extLst>
          </p:cNvPr>
          <p:cNvSpPr txBox="1"/>
          <p:nvPr/>
        </p:nvSpPr>
        <p:spPr>
          <a:xfrm>
            <a:off x="2648066" y="1929048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6F028BD-28AF-754C-CABE-468D66F9B642}"/>
              </a:ext>
            </a:extLst>
          </p:cNvPr>
          <p:cNvCxnSpPr>
            <a:cxnSpLocks/>
          </p:cNvCxnSpPr>
          <p:nvPr/>
        </p:nvCxnSpPr>
        <p:spPr>
          <a:xfrm>
            <a:off x="1988478" y="2183029"/>
            <a:ext cx="512657" cy="84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8036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1605A-ADFB-7E3A-EAFD-06BA458D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B6B4-1562-5F88-62D8-38E3FB731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E0D3A-0615-4F0A-3D79-42992942B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0AA29E-2C34-E731-E266-DA05719A811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DF912F-75E1-AE48-7D3B-B863C0A6411A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2523A8-30F8-BBC7-FD67-0097EED91B32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5B8870-1E22-E552-52D5-FCBD9B6AACB3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3CA92C2-6F68-2976-43D8-F570A5689553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2CF767-E79A-5344-E618-C0AF7BD18249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56F3A00-F935-0FAC-B1C8-720C146CDC45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4F018B3-056B-7DB7-249C-B4F02791CCD8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63B3C1B-886A-57EC-F3CC-EACD6552D9C4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EDD9C9-2278-C04E-705A-0F0A5FE0193A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B2F72BE-EC13-79F0-0999-C32EE89504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2C6E70-766B-DF49-77F5-47B29160E8CD}"/>
              </a:ext>
            </a:extLst>
          </p:cNvPr>
          <p:cNvSpPr txBox="1"/>
          <p:nvPr/>
        </p:nvSpPr>
        <p:spPr>
          <a:xfrm>
            <a:off x="2091079" y="29599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E7ACA8-2EE7-940A-25FC-1DECEAF31C77}"/>
              </a:ext>
            </a:extLst>
          </p:cNvPr>
          <p:cNvSpPr txBox="1"/>
          <p:nvPr/>
        </p:nvSpPr>
        <p:spPr>
          <a:xfrm>
            <a:off x="1515068" y="189898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36C480E-5FDA-DADD-E907-6008E14879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0DF5140-AC3D-FAC4-6BF2-0C32FA478472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FD31E32-F536-168C-1AF5-0E64AECFEA50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B4888A-5472-D9F2-C9E4-5623F7168956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72654F-2B57-334F-CCD5-E8187B6CB493}"/>
              </a:ext>
            </a:extLst>
          </p:cNvPr>
          <p:cNvSpPr txBox="1"/>
          <p:nvPr/>
        </p:nvSpPr>
        <p:spPr>
          <a:xfrm>
            <a:off x="2652532" y="2437281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B670D8-B05B-6BBB-59A6-E0F72372A354}"/>
              </a:ext>
            </a:extLst>
          </p:cNvPr>
          <p:cNvCxnSpPr>
            <a:cxnSpLocks/>
          </p:cNvCxnSpPr>
          <p:nvPr/>
        </p:nvCxnSpPr>
        <p:spPr>
          <a:xfrm>
            <a:off x="1988478" y="2295187"/>
            <a:ext cx="517123" cy="3729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5682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33A1-BEC0-D3F3-DC8D-C084CB24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53C4B-12DE-4D44-F68F-7F9B669A7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37A1C-A0B0-DA77-0106-F6F81324D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4A8615-E1C7-1B2A-3607-1E26121DC0A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DD6609-1706-9459-882D-7A402E3AF68D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2BBC39-5C29-3252-AFE6-2C62FAB3281F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D64170-E667-D5A1-0BA6-561FFA519C70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6D3E4F3-35B5-F548-2A7A-FF85119A2A57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A80661-6E23-CA06-F043-E54CFB269D65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BCD23B3-A231-52CB-53A1-45B9EAC2EC42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21AADD6-BB64-385A-1E3B-117F5672BFD3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E2302D2-E989-7697-625F-23D45E5891AB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40D600-9F10-FFA5-A973-3462BB29909D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A9E4305-510D-D867-BA06-5D1E27BAE01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D173D8-D374-2AAB-7DE6-F7CA3BAE7950}"/>
              </a:ext>
            </a:extLst>
          </p:cNvPr>
          <p:cNvSpPr txBox="1"/>
          <p:nvPr/>
        </p:nvSpPr>
        <p:spPr>
          <a:xfrm>
            <a:off x="2091079" y="29599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278B1B-4C95-5986-6769-41728C261AE8}"/>
              </a:ext>
            </a:extLst>
          </p:cNvPr>
          <p:cNvSpPr txBox="1"/>
          <p:nvPr/>
        </p:nvSpPr>
        <p:spPr>
          <a:xfrm>
            <a:off x="1515068" y="189898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DB4BE29-8FF7-3C95-E1B0-C72F7F726A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C96CD7B-791F-AF29-5253-C6179767ADBC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93332F5-430A-96D9-EA0E-F2BC8239DA13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9752B-E6A0-8DB9-2457-A82AA3777814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750F9B-3EBF-035F-C396-B0B8A1D0F132}"/>
              </a:ext>
            </a:extLst>
          </p:cNvPr>
          <p:cNvSpPr txBox="1"/>
          <p:nvPr/>
        </p:nvSpPr>
        <p:spPr>
          <a:xfrm>
            <a:off x="2661464" y="2959968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316619-2DD2-E063-D7C9-3ECA86A5401E}"/>
              </a:ext>
            </a:extLst>
          </p:cNvPr>
          <p:cNvCxnSpPr>
            <a:cxnSpLocks/>
          </p:cNvCxnSpPr>
          <p:nvPr/>
        </p:nvCxnSpPr>
        <p:spPr>
          <a:xfrm>
            <a:off x="2469800" y="3205774"/>
            <a:ext cx="33127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571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46066-3FE9-3943-AA01-056E0A6A1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F077-9995-82EA-370F-A376D679B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91AB1-56D6-8FC8-25B4-5E39165E55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12CFA7-9DA5-45BA-6E2A-BF010F735F0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66AB4D-7EF3-4484-C8F5-0701E45E5ECC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0B8D46-7ABB-4011-29C1-7A7A19D6C71E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937708-CDC8-654C-FCDE-7420A6CBE952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D9C176A-DF62-0C3C-03D4-5E1DEF2F6288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3A0EB4-BD2C-7BFE-0243-59D457FA3C5C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FAD92AE-F7CF-103F-24EA-B13EE88A1677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9BA6D9C-E373-886C-36C6-BCA314AB4318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7BA08B4-67AE-05A5-AD8B-CFB8BDC8CF32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80775D-0356-4332-1D19-0DE71D38B144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E1E4D73-E059-4CA6-DD0D-CCDDC49BC3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2DD2757-C9CD-64E2-3A3D-F47A26365E9D}"/>
              </a:ext>
            </a:extLst>
          </p:cNvPr>
          <p:cNvSpPr txBox="1"/>
          <p:nvPr/>
        </p:nvSpPr>
        <p:spPr>
          <a:xfrm>
            <a:off x="2091079" y="29599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F1874E-973C-E020-1DC6-A43A5920816B}"/>
              </a:ext>
            </a:extLst>
          </p:cNvPr>
          <p:cNvSpPr txBox="1"/>
          <p:nvPr/>
        </p:nvSpPr>
        <p:spPr>
          <a:xfrm>
            <a:off x="1515068" y="189898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B400805-34D4-D0B5-2A1C-EF464F7D29D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DBE261F-43B1-2D73-FB34-747F12F56F5F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39454E2-A11A-054F-0E26-D3BF215D0105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DB99A3-8FC9-6E93-1856-D7CB50A37591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44882-E705-5200-4974-C1DD34B4B6F6}"/>
              </a:ext>
            </a:extLst>
          </p:cNvPr>
          <p:cNvSpPr txBox="1"/>
          <p:nvPr/>
        </p:nvSpPr>
        <p:spPr>
          <a:xfrm>
            <a:off x="2641230" y="3460551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EE2C3C-E7F3-5AF9-587B-7DC653F996DB}"/>
              </a:ext>
            </a:extLst>
          </p:cNvPr>
          <p:cNvCxnSpPr>
            <a:cxnSpLocks/>
          </p:cNvCxnSpPr>
          <p:nvPr/>
        </p:nvCxnSpPr>
        <p:spPr>
          <a:xfrm>
            <a:off x="2548745" y="3352210"/>
            <a:ext cx="184971" cy="2735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7213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7B233-647F-DE37-7887-245FB0FD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3D23-2B5F-BF37-2F18-BBF0F6D366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82EE2-37EB-12FE-9419-967A68570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944F3-86F5-FF7A-6553-0F923037987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C4EB8D-57C6-6443-39D3-E18B75C0430C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99F02-3782-8926-D3C2-4E281C23BCBA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F93F7E-49E6-E729-8AA1-8D2E50D306BD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3594CE9-D523-BFD0-3783-784C960286FC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2F1F3B-C207-8DB0-4CCB-997F270EDF62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7BDFF2D-7F7F-DD8C-F1FE-982A90660972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8AB8CE9-A457-15D3-B3C4-6F50F5019C9E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7C132C0-99D7-3603-E33D-BFCCD38346AA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1B6DAB-F18F-49DF-81C5-D034D4E4A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642061"/>
              </p:ext>
            </p:extLst>
          </p:nvPr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BC2B665-BF0B-18D9-B961-CF155C80574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7CC516-5F11-26B1-ACD4-F0ECCFACF4FA}"/>
              </a:ext>
            </a:extLst>
          </p:cNvPr>
          <p:cNvSpPr txBox="1"/>
          <p:nvPr/>
        </p:nvSpPr>
        <p:spPr>
          <a:xfrm>
            <a:off x="2091079" y="29599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E27847-9F37-7B54-5147-C169D295B2C1}"/>
              </a:ext>
            </a:extLst>
          </p:cNvPr>
          <p:cNvSpPr txBox="1"/>
          <p:nvPr/>
        </p:nvSpPr>
        <p:spPr>
          <a:xfrm>
            <a:off x="1515068" y="189898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5B51493-78BD-4234-E30E-53FD6260AEA2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13CAF16-E5F1-81C3-40EB-B1DA35D8F0D5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046DF72-57E0-FB05-BA30-D207BB3DB5AF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66340-52DA-5171-8188-DCD50F5490A0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2115593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7A25-9D45-BB36-E80A-78423198E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9538-E1BD-F9DF-1A23-00F1C2AAD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1595C-96B2-5590-3E6F-04BC3054F2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F037A6-FB9B-9F58-E120-C86324260E9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313DCB-7354-990C-9E55-0A3537585D42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CA2E9F-217A-9262-62B6-48C6744F26B1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B685D7E-1C78-CA33-FFF0-9A7823004F95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C5019DE2-BCBB-E656-4CBB-BF25A0F4107C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39463D-54EF-9F27-7316-3E07F95E8FF6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5776AB0-78F4-5266-A881-0485C37BDD65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A4F8CDC-5A34-3CA9-414F-303C39591159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AEF636-002D-BAFC-94FE-E98C0CC9DE4A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4E548C-E4D5-8E28-A65E-83B14D77D36C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6E670EF-0756-C35D-223C-280F845C891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6ACDA3C-E3A3-47A1-0A4F-C4A988B6D2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74A364C-7743-8E7F-22D0-2A470C70FA60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1DC6170-6AD5-6B09-090F-08A34BCC99BC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8C7541-6BFC-23E0-069A-95BC39683712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E702D9-9024-3651-EE66-F5F1D1B5089C}"/>
              </a:ext>
            </a:extLst>
          </p:cNvPr>
          <p:cNvCxnSpPr>
            <a:cxnSpLocks/>
          </p:cNvCxnSpPr>
          <p:nvPr/>
        </p:nvCxnSpPr>
        <p:spPr>
          <a:xfrm>
            <a:off x="2558005" y="525583"/>
            <a:ext cx="353799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F22A1BE-B563-895D-3904-35B8E7C0ADCA}"/>
              </a:ext>
            </a:extLst>
          </p:cNvPr>
          <p:cNvCxnSpPr>
            <a:cxnSpLocks/>
          </p:cNvCxnSpPr>
          <p:nvPr/>
        </p:nvCxnSpPr>
        <p:spPr>
          <a:xfrm flipV="1">
            <a:off x="2558005" y="614015"/>
            <a:ext cx="0" cy="113249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12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F509D-D1C2-3C30-8B58-2F37CD81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4CA8-166E-0A6B-E67A-56A74502C8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217BC-E742-56E0-C08C-2F573F7F6D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B4B52B-DD9B-1E68-5732-EBE36A38BB3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5400F-2656-B928-83A3-A68ACBB6F55D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AA6EB9-36F7-6D1A-9F80-5FCF8D3F05A6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3513AA-3F99-E003-052F-BCCD4C2CD62E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01B2954-9BCB-48CD-F346-A1777536BBC7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95DF7E-A9CA-4B41-21E7-6E14E08B325C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D186874-81A0-8784-458B-8AF52ED1E434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6DD9DED-7400-7DCD-6C40-3B07E7F0A2CB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7D80EDC-3A49-D047-2047-651168F3420D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D2A6B0-A377-D037-EC3C-B2AF22616BD6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FFD609A-1018-576A-16B3-CC8A99D9F35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6BB6001-370B-50D6-DB3E-3A275484C68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AE1402C-BA17-1A44-1333-78C58964E840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6DAD80B-8A9E-AEF9-84E4-FAC7C7CF9C67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569FF9-D981-374B-DB49-821F4C6B19A0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6E2937-993C-4ABC-17CC-D495A9743F2A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11C82F-8A91-A4B3-E1C2-9A26F5B5C9E0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5742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3C20-E42C-5B81-647C-EA4AFB3C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1F6B-FD3F-4070-0354-5B4B4CB16C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827FE-46A8-CA35-0F42-BF71552C91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70F7E7-F853-929F-D575-A0CEE82966D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24D979-EAD8-F266-B7C6-5121AE7987B8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D688B0-70BE-42C4-B97C-E051867AF7F2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6B4224-19D8-B0AA-CFC2-FC9AFC67F585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FD3EF58-8170-7473-3075-BAB6912C4B93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B47BF6-E139-160B-D1B4-27E88353B8D4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235FCC3-5DC6-B3B6-2B0E-01870623C02E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C00A569-A6ED-3782-C666-13E19D1DC1EF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BA6A2B8-30A3-5DD9-FB04-D8AED3000A39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60CF55-0D26-5BF2-F747-3CB8C9504FA8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9F4E18A-740F-42BB-56F7-31937B0F7D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CABE252-4603-6643-8936-6A1AE475FB0D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81DD37F-2F8F-DB78-4781-A232F28D37F2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C0FF1F8-6F6C-D360-4BA4-945E1C9C5F8E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68E043-C20D-8B73-A8EA-13686945865C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DAB125-B0A6-F5EC-60F7-A1A289B6ABE5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72320D-51F1-C021-28BA-3C23770BC6A5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2886CA-CC31-8BCA-7C4F-EBDDDA1B131A}"/>
              </a:ext>
            </a:extLst>
          </p:cNvPr>
          <p:cNvSpPr txBox="1"/>
          <p:nvPr/>
        </p:nvSpPr>
        <p:spPr>
          <a:xfrm>
            <a:off x="9677164" y="1977896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609DCA-A1BA-2312-AB2A-41F040329B44}"/>
              </a:ext>
            </a:extLst>
          </p:cNvPr>
          <p:cNvCxnSpPr>
            <a:cxnSpLocks/>
          </p:cNvCxnSpPr>
          <p:nvPr/>
        </p:nvCxnSpPr>
        <p:spPr>
          <a:xfrm>
            <a:off x="9056555" y="2216714"/>
            <a:ext cx="473678" cy="40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7742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8A9D-AB5F-736D-463C-0E7D0A4F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8FDBE-429D-B421-6352-979C8F5B76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48810-127B-C62C-5192-E48491FEB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043A0-C3E6-560E-8CF1-037BA5D0903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EC4DF3-32F3-61DB-B942-255C5A9130E1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520C6-5582-57FA-BD28-310E045231E5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EC21C4-8074-E8BC-C519-BA609E5CAB50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B7E3DE3-73DA-011F-BCFC-6D25B8155DB5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C9D782-7F67-DAAE-9093-D6DE3E5EA512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EDA5E43-740F-933F-DF7E-EFDE2B61BACB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6C2E062-57EB-0E5D-DC5C-83D9455F0918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AFF670E-87D0-FB18-C47A-4E1056A5E791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C8E4CC-A039-91BB-F26E-F2926F0D3771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24F6E44-0DF8-9097-3985-BFAEF9E0D9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0AB3F18B-44A7-FCE1-DB7E-4CBBC0667710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0FEA179-AAF5-B103-7CC8-6E1422F1ADF3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58B65E8-63EA-2EED-87BC-6008AD7FF7F9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A04516-4C35-DB71-831F-74E3D3AFD0EE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D00971-A891-3666-3291-83A704F5CFBC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68DBAB-188B-7EC6-EE33-1B0CF864CCEC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56E4932-81BC-4541-3A14-C9831AA4D88E}"/>
              </a:ext>
            </a:extLst>
          </p:cNvPr>
          <p:cNvSpPr txBox="1"/>
          <p:nvPr/>
        </p:nvSpPr>
        <p:spPr>
          <a:xfrm>
            <a:off x="9686399" y="2473643"/>
            <a:ext cx="561453" cy="46166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38600640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B11C-A341-81E2-F0B1-A6DD50D5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F5694-8FDA-5C7C-B7E9-6085DE749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58BBB6-4F63-38B6-98DA-9C708C5997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D4D875-4D3A-2000-AF6F-F6CE871DA00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DCD8ED-3883-6546-894F-017DDF90D5ED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EEC0F-27DF-0346-A535-6D5F37900F9E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63B529-9651-4911-34DB-8B7B1889BBAC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257D6B9-8309-B47D-B887-F5D683A600C4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5BDF65-A3FF-1D56-7AEE-DD3478FED7B3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8FEA537-2DA1-D93A-3C60-CAF35C8E4198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57463F1-B69C-C8F7-5662-1C0EF11C0721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1A5406-1A04-95CA-3BEB-2E40280D2193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672485-86CD-8A6F-9E02-C4C6AD87CB60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887F4F38-82B2-6420-3041-6FCE58AB29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5BF697B-635C-3EFB-5CBE-493A9DF6D7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D1FDEAA-C2E5-4D69-220E-12A419C0FF0E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AC5B23B-82E3-D741-65E5-55C21BFF549F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3268FF-D773-FE55-AA54-AD6B6800D345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310F0B-03F3-7533-B0C7-ECF67CB77137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2D3F0B-7E15-7130-834E-C28ABD985F4A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F0C7E04-07AC-DF10-10AF-6033B09A36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019" y="3533070"/>
            <a:ext cx="1270738" cy="94656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FC5EEB7-820E-FB07-3DD4-BA88A9BBA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956659"/>
              </p:ext>
            </p:extLst>
          </p:nvPr>
        </p:nvGraphicFramePr>
        <p:xfrm>
          <a:off x="4902553" y="383239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53A2543-AC3D-46FF-4631-8A615D30B4B2}"/>
              </a:ext>
            </a:extLst>
          </p:cNvPr>
          <p:cNvSpPr txBox="1"/>
          <p:nvPr/>
        </p:nvSpPr>
        <p:spPr>
          <a:xfrm>
            <a:off x="4902553" y="38323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2DC148-861E-1D88-2094-286F554CAF49}"/>
              </a:ext>
            </a:extLst>
          </p:cNvPr>
          <p:cNvSpPr txBox="1"/>
          <p:nvPr/>
        </p:nvSpPr>
        <p:spPr>
          <a:xfrm>
            <a:off x="5464006" y="5437915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70AE5E-9A75-7D65-7164-C9B348F90901}"/>
              </a:ext>
            </a:extLst>
          </p:cNvPr>
          <p:cNvSpPr txBox="1"/>
          <p:nvPr/>
        </p:nvSpPr>
        <p:spPr>
          <a:xfrm>
            <a:off x="5967235" y="4407051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26747525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C98A-632E-96C4-416D-3C3AECE8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4AC3C-06BA-2B69-2999-5F46403DE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5C238-535F-82FE-4F7E-D467FBFA4E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DA882-58CC-3BF5-D2A7-A60BAD30A8C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55D81E-8952-EC49-8E58-338B9BC774FB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38CDD-52DD-C02F-7D34-E72EB4A5D31F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D66524D-511F-7A52-1F49-8C000C1332E8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1180B57-78D8-1C2D-5186-C9FA0F6B41B6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931A8F-E3F3-56F2-CBBE-89367603890E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40B702F-E91D-946B-C5B9-0A056AF36221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DFEF12A-CF9F-6E4B-A9E1-2B5815BBB84E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D612180-DA3C-BAE7-1F07-8DE773BB755D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549CEA-2328-2000-88DC-C3C93B6BCAAB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3C792E4-5F57-1C1B-9A02-61F6837633D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D6EB2BC-FC90-BD5D-CA15-8BDA4F2449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9E5B1AD-4864-537B-B6B5-A47B2CDF2F75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1834DF5-E4D1-25FD-326A-08FA7D624C5B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059585-998A-0267-5966-BFC82B7D8DA9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8F4A37-ECCC-7FAA-0B9A-915E598D09A6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D459E4-318C-740C-4339-4D1FBAB2D112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9D029D7-D786-52AD-18D7-B0F6D2DFB7E6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019" y="3533070"/>
            <a:ext cx="1270738" cy="94656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11BC86-F583-58CB-B852-3BFAD6D96F5B}"/>
              </a:ext>
            </a:extLst>
          </p:cNvPr>
          <p:cNvGraphicFramePr>
            <a:graphicFrameLocks noGrp="1"/>
          </p:cNvGraphicFramePr>
          <p:nvPr/>
        </p:nvGraphicFramePr>
        <p:xfrm>
          <a:off x="4902553" y="383239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5A21035-7938-F9C1-A1C3-37DA5DD5CA57}"/>
              </a:ext>
            </a:extLst>
          </p:cNvPr>
          <p:cNvSpPr txBox="1"/>
          <p:nvPr/>
        </p:nvSpPr>
        <p:spPr>
          <a:xfrm>
            <a:off x="4902553" y="38323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65348C-2677-B3C5-A816-0D6021F11208}"/>
              </a:ext>
            </a:extLst>
          </p:cNvPr>
          <p:cNvSpPr txBox="1"/>
          <p:nvPr/>
        </p:nvSpPr>
        <p:spPr>
          <a:xfrm>
            <a:off x="5464006" y="5437915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D426E8-873C-9050-2A51-A589FE523924}"/>
              </a:ext>
            </a:extLst>
          </p:cNvPr>
          <p:cNvSpPr txBox="1"/>
          <p:nvPr/>
        </p:nvSpPr>
        <p:spPr>
          <a:xfrm>
            <a:off x="5967235" y="4407051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0AF853-52E5-59F9-8CCA-DBA49B2DB4BF}"/>
              </a:ext>
            </a:extLst>
          </p:cNvPr>
          <p:cNvSpPr txBox="1"/>
          <p:nvPr/>
        </p:nvSpPr>
        <p:spPr>
          <a:xfrm>
            <a:off x="6615578" y="3832396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E2A7738-F041-CA78-A7DE-E34939BBB520}"/>
              </a:ext>
            </a:extLst>
          </p:cNvPr>
          <p:cNvCxnSpPr>
            <a:cxnSpLocks/>
          </p:cNvCxnSpPr>
          <p:nvPr/>
        </p:nvCxnSpPr>
        <p:spPr>
          <a:xfrm>
            <a:off x="5393456" y="4063228"/>
            <a:ext cx="1064682" cy="342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0875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735D-9B78-F4AE-8A1E-C678C8BA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66A6-AE4A-680C-324D-51C5177FEC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BBAD1-E463-319C-DE6E-7273C37262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E23648-2ECE-9D26-8D8E-C54E66EAEE2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158FE-953C-2FAA-A99B-43194F565714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DDD2FD-3BC7-2A66-C620-572D77C31783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C4E09A-3130-4937-C444-BE09CF71665C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0836C4B-1812-E0B6-C1A5-F5DB04AE5D47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E6E1B1-EFA9-E5EC-E625-DDAD4F99831A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9F65D9F-8CF8-7524-E94D-C79E79F47046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7414766-1224-827D-EEAE-4E27BF75D1DF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7213196-8EA3-267A-F5D9-2F41AEA3C588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78B40B0-BD92-697F-F2CB-B90D3028D277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AC54025-CE3D-A8B4-C359-966F588CA52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53F67C7-2E71-EB42-0C10-050A1BBB7FF2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6237282-2103-10E7-8B5C-74E5F389435C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D208A8D-01A5-0A86-3947-B23CE21864B9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D1204F-4C66-30E5-9953-0E03F5F93CD3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E8E01B-01CE-7029-1ED4-11A9ED317736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B29BC8-D75F-04DF-C711-7F90AD12A3D2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AAD83DB-DBFC-2223-F13C-3C91DB92BA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019" y="3533070"/>
            <a:ext cx="1270738" cy="94656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3282C18-0DD6-F4FE-0B06-A3CDB0A4D851}"/>
              </a:ext>
            </a:extLst>
          </p:cNvPr>
          <p:cNvGraphicFramePr>
            <a:graphicFrameLocks noGrp="1"/>
          </p:cNvGraphicFramePr>
          <p:nvPr/>
        </p:nvGraphicFramePr>
        <p:xfrm>
          <a:off x="4902553" y="383239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AEF9017-4E90-C5F9-6375-44ABAB79EA49}"/>
              </a:ext>
            </a:extLst>
          </p:cNvPr>
          <p:cNvSpPr txBox="1"/>
          <p:nvPr/>
        </p:nvSpPr>
        <p:spPr>
          <a:xfrm>
            <a:off x="4902553" y="38323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42F7C8-81B0-670F-D0C5-E442EBC3ED1B}"/>
              </a:ext>
            </a:extLst>
          </p:cNvPr>
          <p:cNvSpPr txBox="1"/>
          <p:nvPr/>
        </p:nvSpPr>
        <p:spPr>
          <a:xfrm>
            <a:off x="5464006" y="5437915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2CFA3C-145F-9297-E5E2-6B46CACB905C}"/>
              </a:ext>
            </a:extLst>
          </p:cNvPr>
          <p:cNvSpPr txBox="1"/>
          <p:nvPr/>
        </p:nvSpPr>
        <p:spPr>
          <a:xfrm>
            <a:off x="5967235" y="4407051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563AE6-8DD1-08B9-7C8D-2F42164074A5}"/>
              </a:ext>
            </a:extLst>
          </p:cNvPr>
          <p:cNvSpPr txBox="1"/>
          <p:nvPr/>
        </p:nvSpPr>
        <p:spPr>
          <a:xfrm>
            <a:off x="6603173" y="4370859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28EC9AF-F066-43FE-163F-7015526212B7}"/>
              </a:ext>
            </a:extLst>
          </p:cNvPr>
          <p:cNvCxnSpPr>
            <a:cxnSpLocks/>
          </p:cNvCxnSpPr>
          <p:nvPr/>
        </p:nvCxnSpPr>
        <p:spPr>
          <a:xfrm flipV="1">
            <a:off x="6457308" y="4637883"/>
            <a:ext cx="333710" cy="5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2616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A2E33-27D9-0AAF-A441-3040C10D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A629-0D12-DE8F-5F33-35B4CF8487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86B34-B272-4E4A-5990-3E8E5D181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6A340-89D6-FC93-4B01-A0CC211B34D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3CF48-6889-2CC3-7DF6-583D5D871E81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702C0-2A19-AEA5-E438-5FAD0F1D595F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E31FD4-9DA9-28D9-2CB6-4453CCD76BF7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7B6BCAE-F6BF-40FA-6F6B-8DC0036366F9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09E185-5D5E-A60A-F9C3-ED7D9844126B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8D4533A-28FD-98ED-5F19-59BE775E2410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6DA8344-C97B-315C-F5A9-1F8B8391B262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6885B91-AA24-9659-E305-600D0F1709A2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5F6AA68-1353-79CB-61B1-406192B2D58A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2F5DD76-3F6C-6D44-2800-21E11DD47D0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9084F2A-B152-2243-B604-F3CED348C99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5DEE722-7920-917A-CECC-2838D7813D30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02B4D1F-1629-82AC-3480-A9092271140F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6A7C1F-BD4F-7152-E4FD-546AA3DFC8AC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B7206B-DBC8-0DB7-DB0E-B465ABA49895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F647C7-44DA-F50D-6196-C6F65C62D5C9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BF0923B-218A-D07D-F120-AB75C9C8F0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019" y="3533070"/>
            <a:ext cx="1270738" cy="94656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571568B-7299-18AC-8277-6A65733B4DD4}"/>
              </a:ext>
            </a:extLst>
          </p:cNvPr>
          <p:cNvGraphicFramePr>
            <a:graphicFrameLocks noGrp="1"/>
          </p:cNvGraphicFramePr>
          <p:nvPr/>
        </p:nvGraphicFramePr>
        <p:xfrm>
          <a:off x="4902553" y="383239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F76899E-86F2-221A-6370-B55DF661E72B}"/>
              </a:ext>
            </a:extLst>
          </p:cNvPr>
          <p:cNvSpPr txBox="1"/>
          <p:nvPr/>
        </p:nvSpPr>
        <p:spPr>
          <a:xfrm>
            <a:off x="4902553" y="38323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50C739-D8BB-A5F2-C358-04B8E3C687B6}"/>
              </a:ext>
            </a:extLst>
          </p:cNvPr>
          <p:cNvSpPr txBox="1"/>
          <p:nvPr/>
        </p:nvSpPr>
        <p:spPr>
          <a:xfrm>
            <a:off x="5464006" y="5437915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275C9E-235B-973A-0C93-D8D84CEF1971}"/>
              </a:ext>
            </a:extLst>
          </p:cNvPr>
          <p:cNvSpPr txBox="1"/>
          <p:nvPr/>
        </p:nvSpPr>
        <p:spPr>
          <a:xfrm>
            <a:off x="5967235" y="4407051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721123-628E-2E58-0D0E-1CAF99C05D87}"/>
              </a:ext>
            </a:extLst>
          </p:cNvPr>
          <p:cNvSpPr txBox="1"/>
          <p:nvPr/>
        </p:nvSpPr>
        <p:spPr>
          <a:xfrm>
            <a:off x="6593523" y="4908960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EB3C889-DA15-8BED-DE0A-3026CA89D8AF}"/>
              </a:ext>
            </a:extLst>
          </p:cNvPr>
          <p:cNvCxnSpPr>
            <a:cxnSpLocks/>
          </p:cNvCxnSpPr>
          <p:nvPr/>
        </p:nvCxnSpPr>
        <p:spPr>
          <a:xfrm>
            <a:off x="6466768" y="4780998"/>
            <a:ext cx="302307" cy="2658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5698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57FD6-039C-7BBD-AD01-0219FB752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A2903-ABDF-6466-D5FE-D2595148E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DD9B4-6572-E5EC-6460-7EEB5835C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27B6F6-9793-4897-D200-1B06C7FD760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B525B-7D2D-1549-748C-81EE58453D05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DBDC7D-5F43-2347-730C-7D4A45443DE8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9F0F73-B051-DDFC-BD10-6406C328D0B4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3CA4A69-24E4-24C6-DEB3-B7AC9C9C9ED5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386430-D1ED-990A-4A47-2B32C6083392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7A7D994-568F-5296-F8E5-98896B33D3D5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7937293-AD06-5820-94A7-7A941E75B132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A9298F2-DD18-B367-297E-CEEE32C0513D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938457-4B78-FB64-14E1-7F113F5D10E8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60DE38A-548D-3E69-2E8F-2A5DA5C3F2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47D91FA-466D-6546-AF95-59E1B6C159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76A9BB7-BEE7-30A8-7A93-35D3A5D901C8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82BB9C3-BD03-484C-A4C6-65E1CE2F9022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34188-5377-DD87-EED0-B44B154C321B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C6E0F1-3048-D184-D19C-BA6F9879AD40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CDC7AF1-AF71-1935-DB25-C4CCCD82405E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B971783-EB0E-39F3-6624-6033D1AE83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019" y="3533070"/>
            <a:ext cx="1270738" cy="94656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C7B1AC5-531F-50C4-3E51-D340A35535E8}"/>
              </a:ext>
            </a:extLst>
          </p:cNvPr>
          <p:cNvGraphicFramePr>
            <a:graphicFrameLocks noGrp="1"/>
          </p:cNvGraphicFramePr>
          <p:nvPr/>
        </p:nvGraphicFramePr>
        <p:xfrm>
          <a:off x="4902553" y="383239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FE6FE94-39FE-7DC4-1ECA-394A6D0DC616}"/>
              </a:ext>
            </a:extLst>
          </p:cNvPr>
          <p:cNvSpPr txBox="1"/>
          <p:nvPr/>
        </p:nvSpPr>
        <p:spPr>
          <a:xfrm>
            <a:off x="4902553" y="38323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61B550-E2E0-551A-5C12-0F9F5E395D44}"/>
              </a:ext>
            </a:extLst>
          </p:cNvPr>
          <p:cNvSpPr txBox="1"/>
          <p:nvPr/>
        </p:nvSpPr>
        <p:spPr>
          <a:xfrm>
            <a:off x="5464006" y="5437915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1C1F15-322D-9A8D-3946-3531B84FC9E6}"/>
              </a:ext>
            </a:extLst>
          </p:cNvPr>
          <p:cNvSpPr txBox="1"/>
          <p:nvPr/>
        </p:nvSpPr>
        <p:spPr>
          <a:xfrm>
            <a:off x="5967235" y="4407051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9D65F0-4290-D2CB-FE8D-10F4C5A9BEC3}"/>
              </a:ext>
            </a:extLst>
          </p:cNvPr>
          <p:cNvSpPr txBox="1"/>
          <p:nvPr/>
        </p:nvSpPr>
        <p:spPr>
          <a:xfrm>
            <a:off x="6598164" y="5400914"/>
            <a:ext cx="56145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1AFC132-616C-1A17-6E73-DD6A20CC2716}"/>
              </a:ext>
            </a:extLst>
          </p:cNvPr>
          <p:cNvCxnSpPr>
            <a:cxnSpLocks/>
          </p:cNvCxnSpPr>
          <p:nvPr/>
        </p:nvCxnSpPr>
        <p:spPr>
          <a:xfrm>
            <a:off x="5937365" y="5655768"/>
            <a:ext cx="6211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0425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48F6-D064-3F54-4586-50C825EA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0FB8-A66C-95AA-E0D3-96280D669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19622-4CE4-0472-2A77-E2D2AAD0A4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DE080F-FE84-407A-5D9A-9B61108011A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A71CD9-2049-0A46-3C71-B0AD87ED63EB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46B1-46A9-5A56-9075-75D24252F024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E41F0D-8F8D-5A02-2117-7C3B61F5FA72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97CA2B3-A115-4C3F-D7C4-83F76B0A6A67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6B2972-06B4-975E-3C36-B473464E77E4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EEF010A-1934-D348-7D78-08094AF569A2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BB90E4B-B743-105A-9342-1D0A4BA28EFD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0A5A67D-6816-33AE-D694-CDE4090C8CAE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995856F-FF5B-57B1-9286-F849C6184BE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B403260-7D92-747B-738F-7FEE338D07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079A6F84-93E4-F45C-1CE6-A74D4F29D10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A92C56F-1710-B548-90CD-6B25E1A6B2DE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A12E204-C946-D511-4ADB-C495DFFDC272}"/>
              </a:ext>
            </a:extLst>
          </p:cNvPr>
          <p:cNvSpPr txBox="1"/>
          <p:nvPr/>
        </p:nvSpPr>
        <p:spPr>
          <a:xfrm>
            <a:off x="8557867" y="198994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13C6A4-2C81-FE7A-5011-53CB075A778E}"/>
              </a:ext>
            </a:extLst>
          </p:cNvPr>
          <p:cNvSpPr txBox="1"/>
          <p:nvPr/>
        </p:nvSpPr>
        <p:spPr>
          <a:xfrm>
            <a:off x="9080544" y="34889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E9CDA0-B566-6469-FEDE-B05686EC14E8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41497D-0D8E-78F0-62F4-7469964AE10E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1B49732-AD6E-934A-FDBD-D7C1DF7ED7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019" y="3533070"/>
            <a:ext cx="1270738" cy="94656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04E78E6-A074-FBCB-FA2C-A3128ACA9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939254"/>
              </p:ext>
            </p:extLst>
          </p:nvPr>
        </p:nvGraphicFramePr>
        <p:xfrm>
          <a:off x="4902553" y="383239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1217347-376B-85F2-4330-6606BEC753B6}"/>
              </a:ext>
            </a:extLst>
          </p:cNvPr>
          <p:cNvSpPr txBox="1"/>
          <p:nvPr/>
        </p:nvSpPr>
        <p:spPr>
          <a:xfrm>
            <a:off x="4902553" y="3832396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416BF6-F076-DE0B-1EB7-6A135CA4B170}"/>
              </a:ext>
            </a:extLst>
          </p:cNvPr>
          <p:cNvSpPr txBox="1"/>
          <p:nvPr/>
        </p:nvSpPr>
        <p:spPr>
          <a:xfrm>
            <a:off x="5464006" y="5437915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79692F-894D-D2B4-AD73-AF10C9E7EC6B}"/>
              </a:ext>
            </a:extLst>
          </p:cNvPr>
          <p:cNvSpPr txBox="1"/>
          <p:nvPr/>
        </p:nvSpPr>
        <p:spPr>
          <a:xfrm>
            <a:off x="5967235" y="4407051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11272982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0DC05-43BE-4AC6-3C9E-28C3981A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A9FB-E206-C8E1-FB94-94062A53F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413D3-F674-5054-8B53-21B04F6501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932008-4916-CA92-F5F5-3F6932EDACD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FBA91-0CD5-5AB1-7716-9FBACBC12697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709811-C741-4E18-C432-FBA2B38539FF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16C86B-A839-A569-72F3-F27B43111FCE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53D3922-489B-E732-747B-367F13050B58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8D4FE2-A6B2-F688-4DC3-92D895EF00FF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9B6604C-DDC5-CE93-0C62-EFDFEA15E344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4E6F9E7-3DFC-50E6-63B4-DA5A081EAA94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E0D88F-182A-FF91-5CD1-F4FF08843B07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F7E5A8-B8DD-825F-D3AD-D0970981EA7B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D92EA97-7C25-3419-20F6-A11246B1666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4E46E4B-8FB4-F20B-FA31-56A6E1B1BE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BA5224A-7CDB-183B-15E1-3404AC3A5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859961"/>
              </p:ext>
            </p:extLst>
          </p:nvPr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117EA4-5F50-3FF5-B1B2-754852E0553C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CADD6F-ED97-C054-4BF6-C87AE7812AB1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EA02036-1AA9-24B5-4FC0-FCA80D94B02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019" y="3533070"/>
            <a:ext cx="1270738" cy="94656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AF64FE4-EB4C-9567-103B-1EDCDAA9E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51399"/>
              </p:ext>
            </p:extLst>
          </p:nvPr>
        </p:nvGraphicFramePr>
        <p:xfrm>
          <a:off x="4902553" y="383239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214256-E39F-83A9-7611-6A2EE4FC2848}"/>
              </a:ext>
            </a:extLst>
          </p:cNvPr>
          <p:cNvCxnSpPr/>
          <p:nvPr/>
        </p:nvCxnSpPr>
        <p:spPr>
          <a:xfrm>
            <a:off x="6096000" y="3233765"/>
            <a:ext cx="0" cy="51046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D1C486-2CB1-66B6-3416-07DFA855625E}"/>
              </a:ext>
            </a:extLst>
          </p:cNvPr>
          <p:cNvCxnSpPr/>
          <p:nvPr/>
        </p:nvCxnSpPr>
        <p:spPr>
          <a:xfrm>
            <a:off x="6096000" y="3233765"/>
            <a:ext cx="2145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9453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A08B5-1106-EE56-081C-C31CA681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0353-5717-34C6-5F50-69128EF155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AEA06-A6AC-9BEE-F7DC-C5D8728248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19301D-34D5-2CA0-4429-8110D4282EB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38160B-9CE6-E139-F437-BFC648712F32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D380E4-E8B0-7936-BDC1-D5F827472B25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3AC742-31D9-EA0B-84D8-7A5438DBA0BF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F009133-1C11-077D-CDB0-E0FF3794F55F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6AB0D5-9EDE-A197-8644-2AC53C53C614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18F8E20-757A-96B7-A952-0CE2896BD275}"/>
              </a:ext>
            </a:extLst>
          </p:cNvPr>
          <p:cNvGraphicFramePr>
            <a:graphicFrameLocks noGrp="1"/>
          </p:cNvGraphicFramePr>
          <p:nvPr/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2A56A6B-CEDB-475E-FD45-FF3DA696D4CB}"/>
              </a:ext>
            </a:extLst>
          </p:cNvPr>
          <p:cNvSpPr txBox="1"/>
          <p:nvPr/>
        </p:nvSpPr>
        <p:spPr>
          <a:xfrm>
            <a:off x="6286119" y="-365058"/>
            <a:ext cx="561453" cy="4616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A93857B-A4FC-3652-4A4D-145DB5A74C50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FADF46-D1A3-ADAD-42F5-7C7A27CF601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49FCDC0-905D-A85B-79E8-00ADE7E5E97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8DE6CBF-4E45-887A-6EC0-D17A933E1D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E30CF89-82C9-3ECA-4CAF-ACE7C57F8CE4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773111-237B-D811-7F83-68624F957A9E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21A64E-B070-C269-FB7B-160226F3F4EF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AA6AEDD-7321-729F-C79D-D3AE32756A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019" y="3533070"/>
            <a:ext cx="1270738" cy="94656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17317C-4681-2044-DCF6-D939471BBC70}"/>
              </a:ext>
            </a:extLst>
          </p:cNvPr>
          <p:cNvGraphicFramePr>
            <a:graphicFrameLocks noGrp="1"/>
          </p:cNvGraphicFramePr>
          <p:nvPr/>
        </p:nvGraphicFramePr>
        <p:xfrm>
          <a:off x="4902553" y="383239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4B5776-F7F0-455B-8778-CE95C2DE7F3B}"/>
              </a:ext>
            </a:extLst>
          </p:cNvPr>
          <p:cNvCxnSpPr/>
          <p:nvPr/>
        </p:nvCxnSpPr>
        <p:spPr>
          <a:xfrm>
            <a:off x="6096000" y="3233765"/>
            <a:ext cx="0" cy="51046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22997D4-7035-74AD-1612-1A03ECBA4764}"/>
              </a:ext>
            </a:extLst>
          </p:cNvPr>
          <p:cNvCxnSpPr/>
          <p:nvPr/>
        </p:nvCxnSpPr>
        <p:spPr>
          <a:xfrm>
            <a:off x="6096000" y="3233765"/>
            <a:ext cx="2145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F4586C-71CB-AADD-4C39-7E4919388513}"/>
              </a:ext>
            </a:extLst>
          </p:cNvPr>
          <p:cNvCxnSpPr>
            <a:cxnSpLocks/>
          </p:cNvCxnSpPr>
          <p:nvPr/>
        </p:nvCxnSpPr>
        <p:spPr>
          <a:xfrm flipH="1">
            <a:off x="6847572" y="2901205"/>
            <a:ext cx="133108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DF0D14-DEC6-7A68-8B0B-728595DF378C}"/>
              </a:ext>
            </a:extLst>
          </p:cNvPr>
          <p:cNvCxnSpPr>
            <a:cxnSpLocks/>
          </p:cNvCxnSpPr>
          <p:nvPr/>
        </p:nvCxnSpPr>
        <p:spPr>
          <a:xfrm flipV="1">
            <a:off x="6854506" y="1933711"/>
            <a:ext cx="0" cy="9865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6337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22CF3-4748-D84B-9332-DC470648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E1A16-0BFB-C6E9-5457-F2771F08A6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49A62-B19A-C95E-1E48-9636DFF97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702F13-33C8-EF41-34ED-FA299DB9EBB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01BBF3-09EC-0634-904B-DD3F7DDC1C5B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2DE897-9135-FB24-43BD-0253761FC0CA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FD1A22-8AE4-990B-92CE-35AABBB32FBD}"/>
              </a:ext>
            </a:extLst>
          </p:cNvPr>
          <p:cNvGraphicFramePr>
            <a:graphicFrameLocks noGrp="1"/>
          </p:cNvGraphicFramePr>
          <p:nvPr/>
        </p:nvGraphicFramePr>
        <p:xfrm>
          <a:off x="10036602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55944BD-4AA4-765B-7D86-321552EE3530}"/>
              </a:ext>
            </a:extLst>
          </p:cNvPr>
          <p:cNvSpPr txBox="1"/>
          <p:nvPr/>
        </p:nvSpPr>
        <p:spPr>
          <a:xfrm>
            <a:off x="10036602" y="-734390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3D50FC-40FC-374F-1787-D25E1EBF7EDA}"/>
              </a:ext>
            </a:extLst>
          </p:cNvPr>
          <p:cNvCxnSpPr>
            <a:cxnSpLocks/>
          </p:cNvCxnSpPr>
          <p:nvPr/>
        </p:nvCxnSpPr>
        <p:spPr>
          <a:xfrm flipH="1">
            <a:off x="8681012" y="-70214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EE2718A-C4D6-CB00-7FD0-7DDFCBA4A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419152"/>
              </p:ext>
            </p:extLst>
          </p:nvPr>
        </p:nvGraphicFramePr>
        <p:xfrm>
          <a:off x="6286119" y="-41456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2E7ECE8-8356-DC26-126F-B078B1C0EF7C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9FCC30-F727-F6DD-1C6A-B95C4C9BE7A6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9898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589A46B-B9BA-7368-B01A-6D2F059417F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594" y="660696"/>
            <a:ext cx="2280679" cy="146904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EBA58E7-723C-47A7-CCC3-9F128F6D4E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4399" y="665241"/>
            <a:ext cx="1372290" cy="1092974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A0B27A5-61BD-9817-A332-CCFD06C0221F}"/>
              </a:ext>
            </a:extLst>
          </p:cNvPr>
          <p:cNvGraphicFramePr>
            <a:graphicFrameLocks noGrp="1"/>
          </p:cNvGraphicFramePr>
          <p:nvPr/>
        </p:nvGraphicFramePr>
        <p:xfrm>
          <a:off x="8557867" y="193371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E16C4F-CCA8-E977-4766-E5218EE64628}"/>
              </a:ext>
            </a:extLst>
          </p:cNvPr>
          <p:cNvCxnSpPr>
            <a:cxnSpLocks/>
          </p:cNvCxnSpPr>
          <p:nvPr/>
        </p:nvCxnSpPr>
        <p:spPr>
          <a:xfrm>
            <a:off x="7465671" y="2713198"/>
            <a:ext cx="925975" cy="0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15D16A-61AA-682D-AD67-01D6DA0C5661}"/>
              </a:ext>
            </a:extLst>
          </p:cNvPr>
          <p:cNvCxnSpPr>
            <a:cxnSpLocks/>
          </p:cNvCxnSpPr>
          <p:nvPr/>
        </p:nvCxnSpPr>
        <p:spPr>
          <a:xfrm flipV="1">
            <a:off x="7373073" y="1850667"/>
            <a:ext cx="0" cy="862531"/>
          </a:xfrm>
          <a:prstGeom prst="straightConnector1">
            <a:avLst/>
          </a:prstGeom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5956CDC-418A-3006-0E9E-82DDCD742C71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4019" y="3533070"/>
            <a:ext cx="1270738" cy="94656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1265391-4DC6-5FF6-D128-AB8F6392DFBA}"/>
              </a:ext>
            </a:extLst>
          </p:cNvPr>
          <p:cNvGraphicFramePr>
            <a:graphicFrameLocks noGrp="1"/>
          </p:cNvGraphicFramePr>
          <p:nvPr/>
        </p:nvGraphicFramePr>
        <p:xfrm>
          <a:off x="4902553" y="383239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6C3D663-3052-D6E4-5ABA-66B63C703E75}"/>
              </a:ext>
            </a:extLst>
          </p:cNvPr>
          <p:cNvCxnSpPr/>
          <p:nvPr/>
        </p:nvCxnSpPr>
        <p:spPr>
          <a:xfrm>
            <a:off x="6096000" y="3233765"/>
            <a:ext cx="0" cy="51046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A17446-40F6-5C04-5DB7-3ADD8ED055E5}"/>
              </a:ext>
            </a:extLst>
          </p:cNvPr>
          <p:cNvCxnSpPr/>
          <p:nvPr/>
        </p:nvCxnSpPr>
        <p:spPr>
          <a:xfrm>
            <a:off x="6096000" y="3233765"/>
            <a:ext cx="21451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5998AA-034F-A08D-DC21-1679AF0E31CD}"/>
              </a:ext>
            </a:extLst>
          </p:cNvPr>
          <p:cNvCxnSpPr>
            <a:cxnSpLocks/>
          </p:cNvCxnSpPr>
          <p:nvPr/>
        </p:nvCxnSpPr>
        <p:spPr>
          <a:xfrm flipH="1">
            <a:off x="6847572" y="2901205"/>
            <a:ext cx="133108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BA760E-4C28-4261-9DAE-179A690FA2B4}"/>
              </a:ext>
            </a:extLst>
          </p:cNvPr>
          <p:cNvCxnSpPr>
            <a:cxnSpLocks/>
          </p:cNvCxnSpPr>
          <p:nvPr/>
        </p:nvCxnSpPr>
        <p:spPr>
          <a:xfrm flipV="1">
            <a:off x="6854506" y="1933711"/>
            <a:ext cx="0" cy="9865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A4E73E-2072-9283-E610-BC87D385A005}"/>
              </a:ext>
            </a:extLst>
          </p:cNvPr>
          <p:cNvCxnSpPr>
            <a:cxnSpLocks/>
          </p:cNvCxnSpPr>
          <p:nvPr/>
        </p:nvCxnSpPr>
        <p:spPr>
          <a:xfrm>
            <a:off x="8681012" y="122105"/>
            <a:ext cx="11458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8472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D74CD-ACE8-2250-A753-A2C2069B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B62F3-10B5-DC70-DF08-52775C6DE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91BE2-A338-A758-E3E8-97CAE9F7F5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1985B5-53A0-039E-6C92-7D79816179C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6F5A8C-4587-8858-E9C1-EAA79834667E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F38572-797B-022F-C9D2-EC8EF66E12C2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8054C-AFB7-3EF8-F12D-1F3A2AC51320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659F6CB-8467-4549-5A7B-DF69C19D5610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909B41-8693-1DA4-562B-EF52C91F82BD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3CCAEE-EF7A-F750-729E-F71FC1B5FD16}"/>
              </a:ext>
            </a:extLst>
          </p:cNvPr>
          <p:cNvCxnSpPr/>
          <p:nvPr/>
        </p:nvCxnSpPr>
        <p:spPr>
          <a:xfrm>
            <a:off x="-1140186" y="752354"/>
            <a:ext cx="0" cy="1238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65B8C9A-EF6B-3EAA-A59A-942296342556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A4A531C-6273-AEE5-A829-0C85194F46BF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E83064-3369-5112-CA75-A1A90B4DF98F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AB8749-9F6D-FF46-20B4-4E288CD2869B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B4E6EB2-B321-88D2-9A65-6D86954504C2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6901972-A952-99C7-4CE4-AD8C9BCA8260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C259C6-1F4D-49DA-BDF3-EFBD8D3A22F9}"/>
              </a:ext>
            </a:extLst>
          </p:cNvPr>
          <p:cNvCxnSpPr/>
          <p:nvPr/>
        </p:nvCxnSpPr>
        <p:spPr>
          <a:xfrm flipH="1">
            <a:off x="6414303" y="1254872"/>
            <a:ext cx="99542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CDB07C-0C05-F242-6840-8A56F1622DAB}"/>
              </a:ext>
            </a:extLst>
          </p:cNvPr>
          <p:cNvCxnSpPr>
            <a:cxnSpLocks/>
          </p:cNvCxnSpPr>
          <p:nvPr/>
        </p:nvCxnSpPr>
        <p:spPr>
          <a:xfrm>
            <a:off x="7409726" y="1241194"/>
            <a:ext cx="0" cy="7180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227FC5E-6237-3888-7954-BEB053EB9E32}"/>
              </a:ext>
            </a:extLst>
          </p:cNvPr>
          <p:cNvGraphicFramePr>
            <a:graphicFrameLocks noGrp="1"/>
          </p:cNvGraphicFramePr>
          <p:nvPr/>
        </p:nvGraphicFramePr>
        <p:xfrm>
          <a:off x="6278582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FB5918B3-6949-5681-1E8E-EAB14C3758BE}"/>
              </a:ext>
            </a:extLst>
          </p:cNvPr>
          <p:cNvSpPr txBox="1"/>
          <p:nvPr/>
        </p:nvSpPr>
        <p:spPr>
          <a:xfrm>
            <a:off x="6274830" y="309433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068985-8320-30B9-98D2-1EC5EE37B8A6}"/>
              </a:ext>
            </a:extLst>
          </p:cNvPr>
          <p:cNvCxnSpPr/>
          <p:nvPr/>
        </p:nvCxnSpPr>
        <p:spPr>
          <a:xfrm flipH="1">
            <a:off x="6414303" y="752354"/>
            <a:ext cx="502928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C2BB58-510E-26AC-B19D-46C8D2421E7F}"/>
              </a:ext>
            </a:extLst>
          </p:cNvPr>
          <p:cNvCxnSpPr/>
          <p:nvPr/>
        </p:nvCxnSpPr>
        <p:spPr>
          <a:xfrm>
            <a:off x="11443583" y="752354"/>
            <a:ext cx="0" cy="123849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40217E6-3ADF-230D-63CC-599462999EAF}"/>
              </a:ext>
            </a:extLst>
          </p:cNvPr>
          <p:cNvGraphicFramePr>
            <a:graphicFrameLocks noGrp="1"/>
          </p:cNvGraphicFramePr>
          <p:nvPr/>
        </p:nvGraphicFramePr>
        <p:xfrm>
          <a:off x="10235765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9EED13F3-9D19-8A31-FB27-82B30D57CFC3}"/>
              </a:ext>
            </a:extLst>
          </p:cNvPr>
          <p:cNvSpPr txBox="1"/>
          <p:nvPr/>
        </p:nvSpPr>
        <p:spPr>
          <a:xfrm>
            <a:off x="10216587" y="355600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EC6F7B-8C52-F2B8-025D-54C745DC5C07}"/>
              </a:ext>
            </a:extLst>
          </p:cNvPr>
          <p:cNvCxnSpPr/>
          <p:nvPr/>
        </p:nvCxnSpPr>
        <p:spPr>
          <a:xfrm>
            <a:off x="-2375824" y="2073166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B3A230-48C4-C213-9184-61F9D56C8540}"/>
              </a:ext>
            </a:extLst>
          </p:cNvPr>
          <p:cNvCxnSpPr/>
          <p:nvPr/>
        </p:nvCxnSpPr>
        <p:spPr>
          <a:xfrm>
            <a:off x="-2375824" y="4262708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E3F7A7-C98D-72DD-AFB4-A6A1C38BE70E}"/>
              </a:ext>
            </a:extLst>
          </p:cNvPr>
          <p:cNvCxnSpPr>
            <a:cxnSpLocks/>
          </p:cNvCxnSpPr>
          <p:nvPr/>
        </p:nvCxnSpPr>
        <p:spPr>
          <a:xfrm>
            <a:off x="-2365334" y="2073166"/>
            <a:ext cx="0" cy="21895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BB5557-564E-699E-04E8-CA08702E0FC7}"/>
              </a:ext>
            </a:extLst>
          </p:cNvPr>
          <p:cNvCxnSpPr>
            <a:cxnSpLocks/>
          </p:cNvCxnSpPr>
          <p:nvPr/>
        </p:nvCxnSpPr>
        <p:spPr>
          <a:xfrm>
            <a:off x="86732" y="2073166"/>
            <a:ext cx="0" cy="21895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618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DCDC1-4798-96B9-512C-BD2C3520E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4360-0181-162C-173E-4BA5ABBB2D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38763-8D95-45E8-84D2-DE087B23F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498103-6705-D8FA-D98A-11745A215D6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75FB00-FDBC-F1ED-1856-D6A73BA7CC4E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05CC4-B993-C781-787D-E7C2DF13BB85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C2D0DD-0B87-ABA6-484F-D28C8615784C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52F82BF-F758-4019-79ED-DCE0E0090A49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537581-433F-48D1-EAF7-09B218F63E04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AE55EA-AA4A-C1EE-1E36-20A36BCAB987}"/>
              </a:ext>
            </a:extLst>
          </p:cNvPr>
          <p:cNvCxnSpPr/>
          <p:nvPr/>
        </p:nvCxnSpPr>
        <p:spPr>
          <a:xfrm>
            <a:off x="-1140186" y="752354"/>
            <a:ext cx="0" cy="1238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5BBC74B-A353-E62A-E6CC-96D212E242AD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D00C408-3EB7-6798-0C5E-FB2B9456CC1A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36E957-4713-B94C-1DF8-184C234DFE07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5DA13C-3059-C511-A3F9-19E96FFC75C9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9BA088A-5301-E4D2-1FE9-7E9B4256706C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36CCF4B-AFE1-BA57-1C7B-A6936335DC6C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CA5B04-573E-F653-ECF9-59435A7124EF}"/>
              </a:ext>
            </a:extLst>
          </p:cNvPr>
          <p:cNvCxnSpPr/>
          <p:nvPr/>
        </p:nvCxnSpPr>
        <p:spPr>
          <a:xfrm flipH="1">
            <a:off x="6414303" y="1254872"/>
            <a:ext cx="99542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22BF1B-7B56-9629-1D2D-B33DD94301C6}"/>
              </a:ext>
            </a:extLst>
          </p:cNvPr>
          <p:cNvCxnSpPr>
            <a:cxnSpLocks/>
          </p:cNvCxnSpPr>
          <p:nvPr/>
        </p:nvCxnSpPr>
        <p:spPr>
          <a:xfrm>
            <a:off x="7409726" y="1241194"/>
            <a:ext cx="0" cy="7180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F0FA397-B282-D055-9822-64550BA622A1}"/>
              </a:ext>
            </a:extLst>
          </p:cNvPr>
          <p:cNvGraphicFramePr>
            <a:graphicFrameLocks noGrp="1"/>
          </p:cNvGraphicFramePr>
          <p:nvPr/>
        </p:nvGraphicFramePr>
        <p:xfrm>
          <a:off x="6278582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A0BD5D2-FBE6-A62B-9262-D0807750B7B5}"/>
              </a:ext>
            </a:extLst>
          </p:cNvPr>
          <p:cNvSpPr txBox="1"/>
          <p:nvPr/>
        </p:nvSpPr>
        <p:spPr>
          <a:xfrm>
            <a:off x="6274830" y="309433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9C7B7D-D142-E0CD-551D-1420B8B86D3A}"/>
              </a:ext>
            </a:extLst>
          </p:cNvPr>
          <p:cNvCxnSpPr/>
          <p:nvPr/>
        </p:nvCxnSpPr>
        <p:spPr>
          <a:xfrm flipH="1">
            <a:off x="6414303" y="752354"/>
            <a:ext cx="502928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8CFAA12-47B0-2BF3-47E6-881873179F9C}"/>
              </a:ext>
            </a:extLst>
          </p:cNvPr>
          <p:cNvCxnSpPr/>
          <p:nvPr/>
        </p:nvCxnSpPr>
        <p:spPr>
          <a:xfrm>
            <a:off x="11443583" y="752354"/>
            <a:ext cx="0" cy="123849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74385D4-BB01-F14F-32C6-934C8E7955BD}"/>
              </a:ext>
            </a:extLst>
          </p:cNvPr>
          <p:cNvGraphicFramePr>
            <a:graphicFrameLocks noGrp="1"/>
          </p:cNvGraphicFramePr>
          <p:nvPr/>
        </p:nvGraphicFramePr>
        <p:xfrm>
          <a:off x="10235765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5ADBF38-E054-C2B7-7B52-E578DAE72C61}"/>
              </a:ext>
            </a:extLst>
          </p:cNvPr>
          <p:cNvSpPr txBox="1"/>
          <p:nvPr/>
        </p:nvSpPr>
        <p:spPr>
          <a:xfrm>
            <a:off x="10216587" y="355600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21A5D8-E326-C7AA-99C2-5B8C2F106EAD}"/>
              </a:ext>
            </a:extLst>
          </p:cNvPr>
          <p:cNvCxnSpPr/>
          <p:nvPr/>
        </p:nvCxnSpPr>
        <p:spPr>
          <a:xfrm>
            <a:off x="-2375824" y="2073166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94AB06-C3D2-483C-B540-77AB84AB81B6}"/>
              </a:ext>
            </a:extLst>
          </p:cNvPr>
          <p:cNvCxnSpPr/>
          <p:nvPr/>
        </p:nvCxnSpPr>
        <p:spPr>
          <a:xfrm>
            <a:off x="-2375824" y="4262708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191EB2-0092-16C4-D31B-712734C66BDC}"/>
              </a:ext>
            </a:extLst>
          </p:cNvPr>
          <p:cNvCxnSpPr>
            <a:cxnSpLocks/>
          </p:cNvCxnSpPr>
          <p:nvPr/>
        </p:nvCxnSpPr>
        <p:spPr>
          <a:xfrm>
            <a:off x="-2365334" y="2073166"/>
            <a:ext cx="0" cy="21895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CF994A-D238-D59F-E9D4-E1660223A3D6}"/>
              </a:ext>
            </a:extLst>
          </p:cNvPr>
          <p:cNvCxnSpPr>
            <a:cxnSpLocks/>
          </p:cNvCxnSpPr>
          <p:nvPr/>
        </p:nvCxnSpPr>
        <p:spPr>
          <a:xfrm>
            <a:off x="86732" y="2073166"/>
            <a:ext cx="0" cy="21895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205D6B-A08B-11B6-1868-3C80C3E71868}"/>
              </a:ext>
            </a:extLst>
          </p:cNvPr>
          <p:cNvCxnSpPr>
            <a:cxnSpLocks/>
          </p:cNvCxnSpPr>
          <p:nvPr/>
        </p:nvCxnSpPr>
        <p:spPr>
          <a:xfrm flipV="1">
            <a:off x="-740780" y="1122363"/>
            <a:ext cx="0" cy="86848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B73F97-311D-3D44-4271-DB12A1EC7CA7}"/>
              </a:ext>
            </a:extLst>
          </p:cNvPr>
          <p:cNvCxnSpPr>
            <a:cxnSpLocks/>
          </p:cNvCxnSpPr>
          <p:nvPr/>
        </p:nvCxnSpPr>
        <p:spPr>
          <a:xfrm>
            <a:off x="-738851" y="1066800"/>
            <a:ext cx="444275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7598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430C-B2AE-75CA-70B8-4DE5BBAF5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8500-639E-7B9C-52E0-C587C123A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ADD16-652C-EFAD-3A58-3B42C87DB0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DD7069-5F24-21D9-D5C0-0B80E2E43DC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BEBBA4-29A6-8429-7577-5A2C8E756ECF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F709E-F561-57D4-CF49-FD441D2E94AE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C076A6-5EA0-0521-D286-01455F255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96814"/>
              </p:ext>
            </p:extLst>
          </p:nvPr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6FA4BF5-037C-CB48-DFF4-E52DC2E22101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29CCF0-22B5-3C99-3D66-D62C905C8B70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71ED29C-340D-8D8F-47A8-96DBCF29B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001457"/>
              </p:ext>
            </p:extLst>
          </p:nvPr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D44E522-AA91-6DD5-A18D-79350F916CBA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E935DAF-A0F3-DB0E-D4A0-0D402B127212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7074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4A10-BD50-5F3C-B355-9FE1F3DA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2396-CDFC-2907-F2F7-0555469274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0C0BC-4778-5F74-C250-D15683A154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50A3A-23FC-832B-A6BE-9864A6C1A98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70373-FE83-4E51-34F1-C7FA7E669389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9B61AA-33DC-49BA-D384-FB84C0421312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E89DFC-BEC6-64C0-881F-C18F2319E869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28F2C4F-47AF-D765-E39B-BC8B820489E3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8E8766-7733-C3AD-34AC-F7DCCBE25A9F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C7710E9-6749-A4AC-F1E0-0E4E14E49BE2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0862056-CE8F-BB36-D8E5-258D97258532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6D6CFC-4DE9-8D71-CE86-E499152E5F8B}"/>
              </a:ext>
            </a:extLst>
          </p:cNvPr>
          <p:cNvSpPr txBox="1"/>
          <p:nvPr/>
        </p:nvSpPr>
        <p:spPr>
          <a:xfrm>
            <a:off x="6631292" y="-335389"/>
            <a:ext cx="54158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431E9D-5AC6-D052-634F-FC252585398F}"/>
              </a:ext>
            </a:extLst>
          </p:cNvPr>
          <p:cNvCxnSpPr/>
          <p:nvPr/>
        </p:nvCxnSpPr>
        <p:spPr>
          <a:xfrm flipV="1">
            <a:off x="6503831" y="0"/>
            <a:ext cx="267359" cy="335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6F143CE-BF0A-6293-F3B5-6C8B623E2D7B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7687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2CA8-DE8B-1ECF-980A-94549959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0F9E-9EC6-314D-DF75-7C6F7F61F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D99B1-2881-2F3D-FB62-4CBF2C93B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29347C-0975-4643-5DB2-C5B30B88845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204480-FE0C-2370-43B3-816350939842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8DA33D-6CBD-5162-4D0C-791C82D2625D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6516A8-B5D2-1067-4EB3-9500F2A34988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DE5CFD2-B8F7-5B68-05D9-773157C4D3F5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0E0D82-EFCD-02D2-5742-673A7FA28615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3B2E77-96DD-BF69-EC03-AD4D8084A9CB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0540D29-6BE7-C0B1-709F-EDFE7A781D74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917E3-FA09-7BE5-864C-842B89F34852}"/>
              </a:ext>
            </a:extLst>
          </p:cNvPr>
          <p:cNvSpPr txBox="1"/>
          <p:nvPr/>
        </p:nvSpPr>
        <p:spPr>
          <a:xfrm>
            <a:off x="6632293" y="179158"/>
            <a:ext cx="54158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1000DA-ABE5-FD16-F225-DCBDB85E259C}"/>
              </a:ext>
            </a:extLst>
          </p:cNvPr>
          <p:cNvCxnSpPr>
            <a:cxnSpLocks/>
          </p:cNvCxnSpPr>
          <p:nvPr/>
        </p:nvCxnSpPr>
        <p:spPr>
          <a:xfrm>
            <a:off x="6457532" y="442020"/>
            <a:ext cx="366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D2623B-4BC1-3460-B379-94ED6153469D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8746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7F58-0730-E2A1-EB7C-AAA5B8F68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F48B-09DD-0020-63C8-E2D888DD9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8DB9E-B3AD-4D06-A03E-827A0FB52B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4B2D46-F5F4-7563-1D55-6D86EF323E4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9FAD3-F53F-A428-03E6-B4D53E979F11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F1E6C5-B19F-B397-9659-D2AFDD163C01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A7697C-86C5-6F1A-9ADF-6821B9E112C2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CE6EDB61-9E98-0BD3-CB02-3E46432DCFB5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D3F22F-3786-F665-F2E4-92E6EF3168DC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475CF4F-4C19-8B6D-2299-9C6D017417CA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D8A8449-E770-FE9A-A6CB-68564CBB1C7C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1B65F-A1F3-05C6-CF8F-F303E67F6BC2}"/>
              </a:ext>
            </a:extLst>
          </p:cNvPr>
          <p:cNvSpPr txBox="1"/>
          <p:nvPr/>
        </p:nvSpPr>
        <p:spPr>
          <a:xfrm>
            <a:off x="6625860" y="684428"/>
            <a:ext cx="54158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24DE17-D420-7E98-4DC9-9AFB228FA837}"/>
              </a:ext>
            </a:extLst>
          </p:cNvPr>
          <p:cNvCxnSpPr>
            <a:cxnSpLocks/>
          </p:cNvCxnSpPr>
          <p:nvPr/>
        </p:nvCxnSpPr>
        <p:spPr>
          <a:xfrm>
            <a:off x="6497398" y="563224"/>
            <a:ext cx="290509" cy="2424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A865A7F-266F-77CE-2663-13A5B22D6D45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197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40864-3086-A758-9328-0776DD8A6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A3D0-AA04-FCCB-0989-663EBAF9C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9112F-9378-F52E-FED5-349D13618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E01D2F-510D-95A5-7880-F18ED186E76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3C24E-41E4-DF75-6AD2-2FF82588D3AE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F2208-AC86-4429-E115-0118C16EBA95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552D43-B9E7-3858-BF21-164F57742729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8C916D5-4D47-C7B5-DC89-AF7AAB605881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D712E7-19F6-19C2-258B-02B66995C744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0C2FF60-9670-8494-47E3-EBB0FE0C9A89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7120E51-1E22-955D-FC31-70F96095C405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3970E-A479-81FA-FD65-36B9DE4BD8C2}"/>
              </a:ext>
            </a:extLst>
          </p:cNvPr>
          <p:cNvSpPr txBox="1"/>
          <p:nvPr/>
        </p:nvSpPr>
        <p:spPr>
          <a:xfrm>
            <a:off x="6625860" y="1216538"/>
            <a:ext cx="541580" cy="46166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2BD8657-6DCB-5EF8-D51B-260FAD59237F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2104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456F-7D5D-8C78-9675-384B16FB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C66B-3C49-C639-4401-5E93A13269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252B0-74F6-0945-6805-3D2B16205A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B3B4EE-CED3-4E0D-2D63-A8943C1AB1D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071B3-63A8-8A79-5DA5-3FB75980FA38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CB603-F914-B746-1D6B-FE151183007A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CF6171-0223-756B-AC4C-5ED90D16CB98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51B6763-0386-B3A5-3FE0-27FA2B3A3023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66DFC8D-C50D-FEE2-76DD-F388282C18A4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83DBC39-338B-BA85-DDEC-0A2041DE6F9F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4DB8CC9-EAB4-AAE3-FD80-1D35D2E32810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996965-B6C4-6337-52DB-2463B96D49A8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88509E-84BC-E773-6560-56CE767B16FF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671D63B-916F-81DF-23F9-897B9DE959DA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EE06595-A2D3-889B-0815-9A44E8A19FDD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A0CC5A-A8A8-2713-49B5-D79B96E5B685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1855113-B149-6EFF-B563-CA0C6F6D0B06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814E7F1-AA5F-54E5-9DE3-ED61416D1E36}"/>
              </a:ext>
            </a:extLst>
          </p:cNvPr>
          <p:cNvSpPr txBox="1"/>
          <p:nvPr/>
        </p:nvSpPr>
        <p:spPr>
          <a:xfrm>
            <a:off x="2095018" y="1812823"/>
            <a:ext cx="54158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29336580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B109C-69BD-B4D2-D871-438CD797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2AD9-D44E-F4E7-FABE-328365B20E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A8DB7-073F-9C0D-C086-81D73B99E1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ACC4C8-01AE-060A-D044-DF108CB0C83E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0E079C-E1AC-5C09-41B4-9E56E066B137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126AE8-44BC-A842-E27A-4E9E5BDA7832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C91C3B-07B7-7765-771A-7A0062757683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2A3A4EF-F1B0-514C-21C8-DC69BBC7F3DC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A4C460-C7DE-0D24-4B29-1915384AFD2E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A5EA988-753E-591F-15DE-DCE4F1C4741E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173155F-50D7-3EC7-4A9A-BD275ED88A94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DCB747-B466-DA1B-CEED-ED677C5471C6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51C15A-EFC2-A4B5-1A0E-4A57B2C3C5D9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DDADB04-CD93-F377-1D18-372F8094FE41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294C8C9-4614-1D59-8F31-4A288872E4A4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2E4C3B-3E67-EE68-5571-B9FFC93FEA2D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EFDBC0C-1B95-B3E2-3583-C47103E5EC34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032BED5-63A6-4B98-7F29-3BF1ED6776F4}"/>
              </a:ext>
            </a:extLst>
          </p:cNvPr>
          <p:cNvSpPr txBox="1"/>
          <p:nvPr/>
        </p:nvSpPr>
        <p:spPr>
          <a:xfrm>
            <a:off x="2095018" y="1812823"/>
            <a:ext cx="541580" cy="46166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40690293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043A2-D19F-F130-B139-A1FF8698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EFD4D-5393-056F-33F4-8A7DE94162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710A9-1FC9-BBDE-B858-7176A8D56A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E4B45D-F8BE-0544-84EE-3B10EB54C0EF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A730FD-DF20-8C5C-6E36-0D00CC3C34DA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1EEA02-71A2-925E-B0D5-433D0DFAFF6B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BBADFC-4BBE-341B-0249-D841A4572301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8C3A7CD-EC15-06D2-EF17-9D294D377903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EB989E-F518-340D-AA61-D01B734A9CDB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1B377EB-EDE2-F107-DE14-F55B10C142B1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7CCA584-FADE-9C7F-A97E-FEDD06D11678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5B7B45-627C-937C-FC65-CABD8CA09C0B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9E2D2C-F5C1-6147-DBD3-ACC576B97FC6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BFF1C94-0E9D-D9DA-1CD1-6D4A3EF0417D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32B496C-C2B8-D22A-A7C9-E67E5A485513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BEA45-8A24-32DE-3A7B-1723CFF5477F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170960B-039B-A178-AF46-4E1E67A40DCB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766E7C-7460-760F-115F-FC6BE28F15E2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5A15E04-DF7A-839A-897C-30FE5D29E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055121"/>
              </p:ext>
            </p:extLst>
          </p:nvPr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6C3ACD5-46A0-76EA-627F-F53DBD39A34F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5E610C-7EB3-795B-6CC1-3ACB1A70F39A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774D0A-45B3-593D-CD7C-3D2890D529BD}"/>
              </a:ext>
            </a:extLst>
          </p:cNvPr>
          <p:cNvSpPr txBox="1"/>
          <p:nvPr/>
        </p:nvSpPr>
        <p:spPr>
          <a:xfrm>
            <a:off x="2095018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13999449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E1D3-C027-23BE-920C-39AC029D2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11C9-EEE0-5493-D6BB-6B397E2863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14CF80-EDFD-95C8-B292-56AC9348AE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F09586-22EA-BA54-4FF9-683524B27B92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BCDA79-4FAE-C80B-8C8A-93FE8084A099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7D7134-8AEE-3E89-74F3-264B88BB9D3F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530C03-C57A-9F56-5CCC-D41539608659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584BE02-748B-858A-78FC-F8713AA3CC24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BEA1A1-BEF9-EF59-409B-A081ABA44390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0323246-1A02-B8E3-D4C2-8EDB63795EF5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4DFB724-3C3F-C18D-ECCA-710720194B13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97C6AD-F468-FC32-2ACC-6C372BAE82A7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C0C4A5-08FA-1127-7705-A9D5D9AE4047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1F5C784-81ED-2485-7F74-B214C4F59D7F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FAD4E49-B689-573E-E3B7-FC3DE8A17D1A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452ABD-1936-4289-D061-447A933CC73F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89A94C9-7806-FF34-6BA9-8940F87BD925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0FCBF2-CBBC-C10B-DAA6-2273AF6351C9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D372BB9-6620-5110-7E1E-703C3EECF469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7D8C86B-E5F8-496E-F373-FBE0D09D68A1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11F238-D5CC-6726-B690-4C4D89846BA9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65CAAC-C277-7D4C-2154-78DE6C9F632B}"/>
              </a:ext>
            </a:extLst>
          </p:cNvPr>
          <p:cNvSpPr txBox="1"/>
          <p:nvPr/>
        </p:nvSpPr>
        <p:spPr>
          <a:xfrm>
            <a:off x="2095018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786FB-2E01-4958-D784-3868877279BD}"/>
              </a:ext>
            </a:extLst>
          </p:cNvPr>
          <p:cNvSpPr txBox="1"/>
          <p:nvPr/>
        </p:nvSpPr>
        <p:spPr>
          <a:xfrm>
            <a:off x="2652533" y="4473043"/>
            <a:ext cx="54158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D5915EA-F0E4-8309-17B9-2EC4D9159485}"/>
              </a:ext>
            </a:extLst>
          </p:cNvPr>
          <p:cNvCxnSpPr>
            <a:cxnSpLocks/>
          </p:cNvCxnSpPr>
          <p:nvPr/>
        </p:nvCxnSpPr>
        <p:spPr>
          <a:xfrm>
            <a:off x="2507278" y="4692300"/>
            <a:ext cx="31694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4749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3F9A-BD29-EA9A-25F7-759FBC67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4324-D3CF-8CE6-6786-CBADD449FF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591E8-92AE-9E0F-BF40-C9E8D3797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462196-DBDA-0453-817A-AC7E772C9C2E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7CF0C-1CA5-E854-43EB-343F8355399D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A7BBA4-625B-6F70-73D2-25C1DCF1C4F1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4D5114-090F-65FB-D8DA-3A0AF7ED0300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A7C0D80-67F8-0405-F5BC-D1E6EE47C681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335B7A-6DC0-B590-76ED-9B513E8A93B8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7EC995B-4BB6-C952-BD01-094C4E73498D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6C9DB5D-A92C-183D-BF10-2DB66BCD9B51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66D005-339F-5EB1-F8D7-0D79A8D3FA91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027EBD-1458-64D3-FAF3-078272210BD3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C220070-6712-A10B-46E9-4863DE74A4AB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083D95D-CE29-7EE7-CB0C-5BBE809D0BB7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42DCAA-1581-DA12-DA5F-CCED46225A6D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89A14B4-409A-0CE3-D0A5-44206F26EC35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DBCB3D-3C1D-3B10-D303-219E7DB9969A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ED73A1-9A54-F244-A217-01A999AF14A6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19625DC-E7EB-6E34-D91B-6239F2900F0B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2C37E-ECF8-78A6-E150-7F0359B7873F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4C1616-077D-5010-BC13-0BAEDFEA7B57}"/>
              </a:ext>
            </a:extLst>
          </p:cNvPr>
          <p:cNvSpPr txBox="1"/>
          <p:nvPr/>
        </p:nvSpPr>
        <p:spPr>
          <a:xfrm>
            <a:off x="2095018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C01D2-1673-F8D4-B838-58C02485D6AE}"/>
              </a:ext>
            </a:extLst>
          </p:cNvPr>
          <p:cNvSpPr txBox="1"/>
          <p:nvPr/>
        </p:nvSpPr>
        <p:spPr>
          <a:xfrm>
            <a:off x="2650316" y="4958668"/>
            <a:ext cx="54158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FC2AC1-FDB1-2DE8-1EFB-B7D8E12F508A}"/>
              </a:ext>
            </a:extLst>
          </p:cNvPr>
          <p:cNvCxnSpPr>
            <a:cxnSpLocks/>
          </p:cNvCxnSpPr>
          <p:nvPr/>
        </p:nvCxnSpPr>
        <p:spPr>
          <a:xfrm flipV="1">
            <a:off x="1417898" y="5257800"/>
            <a:ext cx="1360026" cy="161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7194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5885C-49D5-A122-3FAF-8DAFAEEB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DF21-B814-FCB4-2FE9-DFBCDC7A97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97EF4-608F-8E2C-840D-8770079C19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52EE3E-E1BD-2631-C3AE-3660F7371534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EDC15-88F7-250E-DC2F-63C538460B02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B07F73-DE6B-8E81-24C6-42509F5F02F1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104533-4666-2E96-0CA0-845B14AE2E94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55F9FF2-6FCB-B06E-A8B1-46A31F38CBF0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0D5173-280B-FD84-CF66-9B5A53758096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0D7DD5C-23AC-F64D-7E77-EF0032F51457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043F7A1-3912-3F88-354B-D1FF61CD23A8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43318A-5D27-0021-419D-7D9490614820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97EB09-B83C-1055-6CBE-86930EA08C76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AF612AE-F663-9C58-01B8-CDACC37FAAB4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DE5A47B-0A12-6C4C-810C-BEFDDDE68B0F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BAB207-B494-15D3-FA9C-815BE4A0B492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F543779-584B-C616-C6B6-7A705733B476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90057B-84E6-40CE-C507-934324717095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EFB9E7B-4F24-DC49-6762-C6F23D6BDFD7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C9E3394-FBAB-4D61-10B3-5540CD3CA755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F70762-9606-44DE-BEAE-A4DFAD0A4D1B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1297E4-AE59-595F-7F8D-8589EDC4BDD8}"/>
              </a:ext>
            </a:extLst>
          </p:cNvPr>
          <p:cNvSpPr txBox="1"/>
          <p:nvPr/>
        </p:nvSpPr>
        <p:spPr>
          <a:xfrm>
            <a:off x="2095018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FEDE6-9433-C80A-6673-99E36CBC3A43}"/>
              </a:ext>
            </a:extLst>
          </p:cNvPr>
          <p:cNvSpPr txBox="1"/>
          <p:nvPr/>
        </p:nvSpPr>
        <p:spPr>
          <a:xfrm>
            <a:off x="2681970" y="5467909"/>
            <a:ext cx="54158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32714471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6A139-0F8C-EF54-DB0F-AAED4A09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3757-028F-D365-C8A8-343B7333E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2D469-5AB0-47A7-700D-4A5ADCDB5F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8FDF65-43A0-9D3D-D2B4-4D5B2E7B04D3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E04B70-5D21-B7E4-8982-B294F6CC432A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7A870A-9C78-0E4A-09D3-3C53EFD0B2FC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6F9474-118A-0492-E5BB-08EF3B996BE1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15ECFF9-284B-E61C-876B-D356994DBE9F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61D0A8-67C2-C8CF-598C-4968FBE81968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4BE8045-E640-C924-60FD-3CBEC8E63B3A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0952D69-A158-1EB4-FDD8-1FC4E5AAAA94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EC3E1A-6DB5-CB97-82C3-3A42A5064403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8F3C85-E0C7-98BA-DBD0-8E63DA63440C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712F44D-849F-AE92-A760-DE273FD6E8FF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6ED9247-6BEC-B599-C80A-CECBD0EBF54C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FA1FCD-35BC-0E2D-7879-3900FC780C9C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7C45DC7-92A7-1242-BADF-E2F87609FF60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63F5CA-40EF-3A91-33A3-4660FDB6D488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B9776F-EB06-CEE7-DFB1-579775D4CA72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C429CE3-1930-C275-4D6A-DE6A9F6EA3D1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671CEF-A002-FC10-F62C-CF75149737ED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843E57-81A0-4857-FA43-E1BF65264152}"/>
              </a:ext>
            </a:extLst>
          </p:cNvPr>
          <p:cNvSpPr txBox="1"/>
          <p:nvPr/>
        </p:nvSpPr>
        <p:spPr>
          <a:xfrm>
            <a:off x="2095018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231EB-8BEE-CF3B-FB51-3ECA9FBA2B34}"/>
              </a:ext>
            </a:extLst>
          </p:cNvPr>
          <p:cNvSpPr txBox="1"/>
          <p:nvPr/>
        </p:nvSpPr>
        <p:spPr>
          <a:xfrm>
            <a:off x="2681970" y="5467909"/>
            <a:ext cx="541580" cy="46166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10460945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6C98-F41B-F48E-80A6-66DB90A3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F6B5-C75C-6E7E-57A2-858DB88EE8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BAFE4-3B25-F365-A4C8-EB35AC1AE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ED3C69-25E8-B990-432F-5AB1660B2796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DAB65B-E172-7E36-2105-52BAF6788EA4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42F72A-A245-5549-922C-CF2E6CD158CC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D3402B-8F61-BAC5-962E-118501EBCC03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7E41439-7350-69A8-71E5-5DCDC3FC0F7C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E2745E-D987-731F-802A-CD45D3002215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A727C5F-EF8C-BBA0-A161-A307C221D4C6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5DBF02D-3D8E-714D-6ADE-85A8F20A006B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316203-6A7B-6B86-F8E8-6AEB5647DAD5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0F84C8-1E5E-2742-E11E-82ECFA27B451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2A137D8-33F2-0BE7-6EAC-80FDEE9B3DEA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A6CDA88-7EA9-9620-D83C-463BDC36B2A1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019EF-0275-B093-6101-1625231EAD1B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E58C7F4-008B-C3C4-9270-A3BE7C457D8C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DB597B-57AA-A1E5-BE1A-CAA19C4669BB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95D230F-C4BD-CA45-13BB-1767AB220C0F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1EC0F33-444C-A85E-AD1B-01785CCB90F1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753301-236E-53C6-7BEB-8737BB974466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1DDDE2-BCF9-88AE-6520-F2301CA097A1}"/>
              </a:ext>
            </a:extLst>
          </p:cNvPr>
          <p:cNvSpPr txBox="1"/>
          <p:nvPr/>
        </p:nvSpPr>
        <p:spPr>
          <a:xfrm>
            <a:off x="2095018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EF2C87-6411-E349-6F15-B581212B2996}"/>
              </a:ext>
            </a:extLst>
          </p:cNvPr>
          <p:cNvCxnSpPr>
            <a:cxnSpLocks/>
          </p:cNvCxnSpPr>
          <p:nvPr/>
        </p:nvCxnSpPr>
        <p:spPr>
          <a:xfrm>
            <a:off x="2108522" y="6590721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B10D09E-FE50-A5CA-72C3-7D6B373D3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67958"/>
              </p:ext>
            </p:extLst>
          </p:nvPr>
        </p:nvGraphicFramePr>
        <p:xfrm>
          <a:off x="966485" y="704087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348E179-BA3B-7152-6E9A-AD2351FA312D}"/>
              </a:ext>
            </a:extLst>
          </p:cNvPr>
          <p:cNvSpPr txBox="1"/>
          <p:nvPr/>
        </p:nvSpPr>
        <p:spPr>
          <a:xfrm>
            <a:off x="966484" y="76114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C98CC7-84FD-E5E7-C05B-23188E5A3213}"/>
              </a:ext>
            </a:extLst>
          </p:cNvPr>
          <p:cNvSpPr txBox="1"/>
          <p:nvPr/>
        </p:nvSpPr>
        <p:spPr>
          <a:xfrm>
            <a:off x="1523999" y="856206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786CB-7C87-A981-51EC-4F5CD782E7B3}"/>
              </a:ext>
            </a:extLst>
          </p:cNvPr>
          <p:cNvSpPr txBox="1"/>
          <p:nvPr/>
        </p:nvSpPr>
        <p:spPr>
          <a:xfrm>
            <a:off x="2095017" y="70782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43BE17-2AB6-7A9F-223B-875D018A5E89}"/>
              </a:ext>
            </a:extLst>
          </p:cNvPr>
          <p:cNvSpPr txBox="1"/>
          <p:nvPr/>
        </p:nvSpPr>
        <p:spPr>
          <a:xfrm>
            <a:off x="2620740" y="809628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41494575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15E41-FCFD-DFDB-A690-2597B987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C992-EFB2-D579-9851-1570E8A927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23FD9-41B7-541C-C6AD-054BA5554E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B8E52A-FC31-CAA6-670A-C12F224E24E9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CA9DF-538D-90F4-F3BD-61DCE64D5766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A4B47-509B-82FB-4E6B-FBE1F04AF673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7DEA29-B57A-FC6D-18B5-19E95A5C56C1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82756B5-BED9-19BB-C8E9-01324CD935C1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C2A4F3-6466-9FFE-3131-026B6A4035B9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DDBF4A3-A75A-06C8-DAFA-1839F2718FAF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BF7E7CE-19C4-0D15-7039-854AD75571AF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5702A7-45A7-061C-41F9-8BBEB5ACAC21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B7A37E-7D96-A4BC-8BDD-8CD6A4071B7B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840447-9D95-C2B5-6855-6CF416C89D79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3C05B1B-8932-1F53-7D2F-890A0B78EC80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060850-49DF-C321-7D08-A7C91C1E37E8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089EFCB-627B-BFBE-C2C7-7F79BA058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422408"/>
              </p:ext>
            </p:extLst>
          </p:nvPr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729EF9-3D17-1698-9A18-16D1B6E248EB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3691C1E-1849-D702-F87E-6D4BB2260A2B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2132F4D-0093-5082-3294-8F95653B36B2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71183B-342F-636F-2328-C4D4BAC31C9E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E4D093-E0AD-E69F-F654-EB86342022FA}"/>
              </a:ext>
            </a:extLst>
          </p:cNvPr>
          <p:cNvSpPr txBox="1"/>
          <p:nvPr/>
        </p:nvSpPr>
        <p:spPr>
          <a:xfrm>
            <a:off x="2095018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D80865-690C-47E3-0E6F-16883DBF7320}"/>
              </a:ext>
            </a:extLst>
          </p:cNvPr>
          <p:cNvCxnSpPr>
            <a:cxnSpLocks/>
          </p:cNvCxnSpPr>
          <p:nvPr/>
        </p:nvCxnSpPr>
        <p:spPr>
          <a:xfrm>
            <a:off x="2108522" y="6590721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F36E21B-0187-8ED6-A628-15AEC7FC4CFB}"/>
              </a:ext>
            </a:extLst>
          </p:cNvPr>
          <p:cNvGraphicFramePr>
            <a:graphicFrameLocks noGrp="1"/>
          </p:cNvGraphicFramePr>
          <p:nvPr/>
        </p:nvGraphicFramePr>
        <p:xfrm>
          <a:off x="966485" y="704087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872534F-85F9-AA7F-61DC-7C02BA6B9212}"/>
              </a:ext>
            </a:extLst>
          </p:cNvPr>
          <p:cNvSpPr txBox="1"/>
          <p:nvPr/>
        </p:nvSpPr>
        <p:spPr>
          <a:xfrm>
            <a:off x="966484" y="76114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DDEA81-2D2F-AF69-3B6A-26952F927680}"/>
              </a:ext>
            </a:extLst>
          </p:cNvPr>
          <p:cNvSpPr txBox="1"/>
          <p:nvPr/>
        </p:nvSpPr>
        <p:spPr>
          <a:xfrm>
            <a:off x="1523999" y="856206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096519-3947-9C4B-17FA-55235A2E7213}"/>
              </a:ext>
            </a:extLst>
          </p:cNvPr>
          <p:cNvSpPr txBox="1"/>
          <p:nvPr/>
        </p:nvSpPr>
        <p:spPr>
          <a:xfrm>
            <a:off x="2095017" y="70782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E54BD2-0A83-65E8-A18D-51D3BF150EFA}"/>
              </a:ext>
            </a:extLst>
          </p:cNvPr>
          <p:cNvSpPr txBox="1"/>
          <p:nvPr/>
        </p:nvSpPr>
        <p:spPr>
          <a:xfrm>
            <a:off x="2620740" y="809628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3369FB1-BB2E-4038-43E1-671CF8732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862226"/>
              </p:ext>
            </p:extLst>
          </p:nvPr>
        </p:nvGraphicFramePr>
        <p:xfrm>
          <a:off x="7501767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44ADB77-F661-3160-DE62-E288E3A4897C}"/>
              </a:ext>
            </a:extLst>
          </p:cNvPr>
          <p:cNvSpPr txBox="1"/>
          <p:nvPr/>
        </p:nvSpPr>
        <p:spPr>
          <a:xfrm>
            <a:off x="7501766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56A9AB-C009-9ABC-4876-3F024FEF4982}"/>
              </a:ext>
            </a:extLst>
          </p:cNvPr>
          <p:cNvSpPr txBox="1"/>
          <p:nvPr/>
        </p:nvSpPr>
        <p:spPr>
          <a:xfrm>
            <a:off x="8059281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52335B-7002-7FA9-CA8B-D43B673C58E6}"/>
              </a:ext>
            </a:extLst>
          </p:cNvPr>
          <p:cNvSpPr txBox="1"/>
          <p:nvPr/>
        </p:nvSpPr>
        <p:spPr>
          <a:xfrm>
            <a:off x="8630299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57D833-5BBF-B688-9BBB-72CBFDAD7276}"/>
              </a:ext>
            </a:extLst>
          </p:cNvPr>
          <p:cNvSpPr txBox="1"/>
          <p:nvPr/>
        </p:nvSpPr>
        <p:spPr>
          <a:xfrm>
            <a:off x="9156022" y="5491058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8E888EE-9E48-6FAB-91F2-69BD74A50B32}"/>
              </a:ext>
            </a:extLst>
          </p:cNvPr>
          <p:cNvCxnSpPr/>
          <p:nvPr/>
        </p:nvCxnSpPr>
        <p:spPr>
          <a:xfrm>
            <a:off x="7397595" y="6694893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66D0446-F765-F679-0C33-FE0CD5210A17}"/>
              </a:ext>
            </a:extLst>
          </p:cNvPr>
          <p:cNvCxnSpPr/>
          <p:nvPr/>
        </p:nvCxnSpPr>
        <p:spPr>
          <a:xfrm>
            <a:off x="7397595" y="4242991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47AB72A-0A18-EB49-EC6F-A1573EF4460C}"/>
              </a:ext>
            </a:extLst>
          </p:cNvPr>
          <p:cNvCxnSpPr>
            <a:cxnSpLocks/>
          </p:cNvCxnSpPr>
          <p:nvPr/>
        </p:nvCxnSpPr>
        <p:spPr>
          <a:xfrm flipV="1">
            <a:off x="7306357" y="4447842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4733DDF-7CC1-36E6-A125-267B7074A31F}"/>
              </a:ext>
            </a:extLst>
          </p:cNvPr>
          <p:cNvCxnSpPr>
            <a:cxnSpLocks/>
          </p:cNvCxnSpPr>
          <p:nvPr/>
        </p:nvCxnSpPr>
        <p:spPr>
          <a:xfrm flipV="1">
            <a:off x="9948688" y="4473044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4325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2A7D-CF39-97C5-995B-0C40A302D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8E37-A565-AB97-CA33-0CCA22B40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0D124-7C76-D1ED-AB9A-B16B9B24E7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9DB5-E987-F49D-11C3-080F8030CDB3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75F72-4091-BB8F-D80C-566077B7A14D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47D52C-4E19-9EE0-E505-F9279CCC3F6E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34AEFF-9B4B-F023-FBC8-A8A7111C688C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789A662-08F4-52DC-4F04-C62B35384ED4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9E002F-4994-9307-9F1A-F2902D498BA9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F10F926-7702-67C6-0ECB-87B1A8FC309D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CE17FAF-C038-B89B-9DDB-6D77410D2281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18D972-9D72-BE14-F489-7B41638E317C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D40756-646C-7AAF-B269-D4A5A5AB1839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D253A9C-43AC-85D6-F9CF-83096D934697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32BA374-CEA2-9EEF-4843-E3B5AF250F16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EA138A-6A28-A5BE-AA6A-EACF44668086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4BF9043-FA8E-CD0E-6852-A2741E0E7728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156B0F3-5C64-5CD3-40F3-52C6FD12DD7C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782E6E-5A2D-38C0-A90F-153EA7E0EFB8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0B6D555-8CD7-305F-5282-432DBF7C6836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64D8D4-48BB-0D28-3170-75E7756FF102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774F8F-60D4-AEE6-2E50-F9FCABD8FE71}"/>
              </a:ext>
            </a:extLst>
          </p:cNvPr>
          <p:cNvSpPr txBox="1"/>
          <p:nvPr/>
        </p:nvSpPr>
        <p:spPr>
          <a:xfrm>
            <a:off x="2095018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1F86FA-39AE-899D-066D-2397E5B868D7}"/>
              </a:ext>
            </a:extLst>
          </p:cNvPr>
          <p:cNvCxnSpPr>
            <a:cxnSpLocks/>
          </p:cNvCxnSpPr>
          <p:nvPr/>
        </p:nvCxnSpPr>
        <p:spPr>
          <a:xfrm>
            <a:off x="2108522" y="6590721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453ED08-5B20-C5C0-CFCC-8B9A212AD9CB}"/>
              </a:ext>
            </a:extLst>
          </p:cNvPr>
          <p:cNvGraphicFramePr>
            <a:graphicFrameLocks noGrp="1"/>
          </p:cNvGraphicFramePr>
          <p:nvPr/>
        </p:nvGraphicFramePr>
        <p:xfrm>
          <a:off x="966485" y="704087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2609C3FB-03E4-9FE7-BF9B-8D2FCEB9CC15}"/>
              </a:ext>
            </a:extLst>
          </p:cNvPr>
          <p:cNvSpPr txBox="1"/>
          <p:nvPr/>
        </p:nvSpPr>
        <p:spPr>
          <a:xfrm>
            <a:off x="966484" y="76114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32BBD3-D4A8-5DB0-A817-13D389DE8CB8}"/>
              </a:ext>
            </a:extLst>
          </p:cNvPr>
          <p:cNvSpPr txBox="1"/>
          <p:nvPr/>
        </p:nvSpPr>
        <p:spPr>
          <a:xfrm>
            <a:off x="1523999" y="856206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11DB8A-6EF7-3730-4041-6215B64DFB27}"/>
              </a:ext>
            </a:extLst>
          </p:cNvPr>
          <p:cNvSpPr txBox="1"/>
          <p:nvPr/>
        </p:nvSpPr>
        <p:spPr>
          <a:xfrm>
            <a:off x="2095017" y="70782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FBEE3A4-8E0D-D24C-1060-72B2B1504B2E}"/>
              </a:ext>
            </a:extLst>
          </p:cNvPr>
          <p:cNvGraphicFramePr>
            <a:graphicFrameLocks noGrp="1"/>
          </p:cNvGraphicFramePr>
          <p:nvPr/>
        </p:nvGraphicFramePr>
        <p:xfrm>
          <a:off x="7501767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3E1D8EE3-9280-7572-2CE1-4ADD21423A7B}"/>
              </a:ext>
            </a:extLst>
          </p:cNvPr>
          <p:cNvSpPr txBox="1"/>
          <p:nvPr/>
        </p:nvSpPr>
        <p:spPr>
          <a:xfrm>
            <a:off x="7501766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7E96EF-72E9-8A5E-D811-1D1AE9C409B9}"/>
              </a:ext>
            </a:extLst>
          </p:cNvPr>
          <p:cNvSpPr txBox="1"/>
          <p:nvPr/>
        </p:nvSpPr>
        <p:spPr>
          <a:xfrm>
            <a:off x="8059281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312A24-F9C7-0FAC-A881-27222189E96F}"/>
              </a:ext>
            </a:extLst>
          </p:cNvPr>
          <p:cNvSpPr txBox="1"/>
          <p:nvPr/>
        </p:nvSpPr>
        <p:spPr>
          <a:xfrm>
            <a:off x="8630299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43794F-BD5A-6489-759D-9D7CE80E1E48}"/>
              </a:ext>
            </a:extLst>
          </p:cNvPr>
          <p:cNvSpPr txBox="1"/>
          <p:nvPr/>
        </p:nvSpPr>
        <p:spPr>
          <a:xfrm>
            <a:off x="9156022" y="5491058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D0D6DED-6830-A7D9-0010-5598DEF50739}"/>
              </a:ext>
            </a:extLst>
          </p:cNvPr>
          <p:cNvCxnSpPr/>
          <p:nvPr/>
        </p:nvCxnSpPr>
        <p:spPr>
          <a:xfrm>
            <a:off x="7397595" y="6694893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C70EF2-B551-0CA8-B1F6-640DF00FB001}"/>
              </a:ext>
            </a:extLst>
          </p:cNvPr>
          <p:cNvCxnSpPr/>
          <p:nvPr/>
        </p:nvCxnSpPr>
        <p:spPr>
          <a:xfrm>
            <a:off x="7397595" y="4242991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9BDBB66-9410-D7BD-024E-08DD04629445}"/>
              </a:ext>
            </a:extLst>
          </p:cNvPr>
          <p:cNvCxnSpPr>
            <a:cxnSpLocks/>
          </p:cNvCxnSpPr>
          <p:nvPr/>
        </p:nvCxnSpPr>
        <p:spPr>
          <a:xfrm flipV="1">
            <a:off x="7306357" y="4447842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9110AA2-F566-9618-0D34-A9AFB832CB33}"/>
              </a:ext>
            </a:extLst>
          </p:cNvPr>
          <p:cNvCxnSpPr>
            <a:cxnSpLocks/>
          </p:cNvCxnSpPr>
          <p:nvPr/>
        </p:nvCxnSpPr>
        <p:spPr>
          <a:xfrm flipV="1">
            <a:off x="9948688" y="4473044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EFB4F6A-E0E0-BCA6-9A16-D1A15924BC0D}"/>
              </a:ext>
            </a:extLst>
          </p:cNvPr>
          <p:cNvCxnSpPr>
            <a:cxnSpLocks/>
          </p:cNvCxnSpPr>
          <p:nvPr/>
        </p:nvCxnSpPr>
        <p:spPr>
          <a:xfrm flipH="1">
            <a:off x="267643" y="8073134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434EE4E-8F80-A560-51FC-E9A9B0A67F33}"/>
              </a:ext>
            </a:extLst>
          </p:cNvPr>
          <p:cNvCxnSpPr>
            <a:cxnSpLocks/>
          </p:cNvCxnSpPr>
          <p:nvPr/>
        </p:nvCxnSpPr>
        <p:spPr>
          <a:xfrm flipV="1">
            <a:off x="267643" y="5625296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D745CFE-8984-C733-8EB4-4E205CA5C92F}"/>
              </a:ext>
            </a:extLst>
          </p:cNvPr>
          <p:cNvCxnSpPr/>
          <p:nvPr/>
        </p:nvCxnSpPr>
        <p:spPr>
          <a:xfrm>
            <a:off x="267643" y="5625296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7442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5BCD-A72A-A0B8-841D-6336271B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C43A-61B4-29C7-613D-38CEF2B93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A919A-44FF-46E1-6864-FE7B92C1A3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80FE1-8887-236C-3BBC-90AFCD78DCA3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F84D8-D73D-ACFE-DF06-2F91C1775A9D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21DC22-8D85-3FC0-4972-AA385AF78D2C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61FEC1-722F-1A35-3AA4-DBD66BC01DCE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19D1B38-F809-A90A-ACB1-CCD08110CB62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C2AE23-5B26-9F45-6AC3-0F4412620C60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B58751E-47B6-BA55-5B2A-D5C21840CD09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80FFDA6-A14D-676A-FD28-5FC90E9F3BCF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F67476-E186-14F6-2ED4-BCABDAAA30FF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5762CD-EF7A-FC21-6048-BD8BB26FFEFC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65C0EE2-C035-380D-2B11-C6558E45302E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D3669B7-F82A-F46E-5C20-1B919010DEA8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F9B946-646B-5731-6810-CEB25A55C955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5EA0DB6-F052-F79B-F963-543D25070463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27A468-85D6-DF68-9E38-C0131DEDE708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64D598-EF5A-0547-0182-B896CEE9A03D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1FE4D30-75C6-6103-9C9D-561E59C9FAE1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524F6E-5492-8708-5813-37DE70C5383F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3A7A9CA-6140-0D9F-35FF-28241CC772A3}"/>
              </a:ext>
            </a:extLst>
          </p:cNvPr>
          <p:cNvCxnSpPr>
            <a:cxnSpLocks/>
          </p:cNvCxnSpPr>
          <p:nvPr/>
        </p:nvCxnSpPr>
        <p:spPr>
          <a:xfrm>
            <a:off x="2108522" y="6590721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0A3FB64-0343-E417-B2F4-C40C32F41506}"/>
              </a:ext>
            </a:extLst>
          </p:cNvPr>
          <p:cNvGraphicFramePr>
            <a:graphicFrameLocks noGrp="1"/>
          </p:cNvGraphicFramePr>
          <p:nvPr/>
        </p:nvGraphicFramePr>
        <p:xfrm>
          <a:off x="966485" y="704087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DA01BCD8-F92F-8C4C-27B0-5CF672CD9242}"/>
              </a:ext>
            </a:extLst>
          </p:cNvPr>
          <p:cNvSpPr txBox="1"/>
          <p:nvPr/>
        </p:nvSpPr>
        <p:spPr>
          <a:xfrm>
            <a:off x="966484" y="76114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B2BFD9-DA35-B808-9AB8-E3BA1DB90730}"/>
              </a:ext>
            </a:extLst>
          </p:cNvPr>
          <p:cNvSpPr txBox="1"/>
          <p:nvPr/>
        </p:nvSpPr>
        <p:spPr>
          <a:xfrm>
            <a:off x="1523999" y="856206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DC444C-0F1F-88AB-DF62-2D7B1644ABBB}"/>
              </a:ext>
            </a:extLst>
          </p:cNvPr>
          <p:cNvSpPr txBox="1"/>
          <p:nvPr/>
        </p:nvSpPr>
        <p:spPr>
          <a:xfrm>
            <a:off x="2095017" y="70782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AAE682E-251F-7A03-13E7-D8958A0144A7}"/>
              </a:ext>
            </a:extLst>
          </p:cNvPr>
          <p:cNvGraphicFramePr>
            <a:graphicFrameLocks noGrp="1"/>
          </p:cNvGraphicFramePr>
          <p:nvPr/>
        </p:nvGraphicFramePr>
        <p:xfrm>
          <a:off x="7501767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AC16076F-055E-C50A-954D-0ED47AE069A9}"/>
              </a:ext>
            </a:extLst>
          </p:cNvPr>
          <p:cNvSpPr txBox="1"/>
          <p:nvPr/>
        </p:nvSpPr>
        <p:spPr>
          <a:xfrm>
            <a:off x="7501766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4D77D5-E7E8-117F-AEE7-973F1EACA313}"/>
              </a:ext>
            </a:extLst>
          </p:cNvPr>
          <p:cNvSpPr txBox="1"/>
          <p:nvPr/>
        </p:nvSpPr>
        <p:spPr>
          <a:xfrm>
            <a:off x="8059281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4E12E7-FA0F-9835-F8C8-0E6A3BFFE898}"/>
              </a:ext>
            </a:extLst>
          </p:cNvPr>
          <p:cNvSpPr txBox="1"/>
          <p:nvPr/>
        </p:nvSpPr>
        <p:spPr>
          <a:xfrm>
            <a:off x="8630299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A463DA-B89D-9354-2635-A92494BAEF43}"/>
              </a:ext>
            </a:extLst>
          </p:cNvPr>
          <p:cNvSpPr txBox="1"/>
          <p:nvPr/>
        </p:nvSpPr>
        <p:spPr>
          <a:xfrm>
            <a:off x="9156022" y="5491058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019AD03-DAD6-5F79-AF10-D0899ED3F5FE}"/>
              </a:ext>
            </a:extLst>
          </p:cNvPr>
          <p:cNvCxnSpPr/>
          <p:nvPr/>
        </p:nvCxnSpPr>
        <p:spPr>
          <a:xfrm>
            <a:off x="7397595" y="6694893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B935ACB-716D-8A43-C26B-1C02ADDE8B68}"/>
              </a:ext>
            </a:extLst>
          </p:cNvPr>
          <p:cNvCxnSpPr/>
          <p:nvPr/>
        </p:nvCxnSpPr>
        <p:spPr>
          <a:xfrm>
            <a:off x="7397595" y="4242991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D8026A-6CF8-65CD-C9C2-D594BEE4EF6B}"/>
              </a:ext>
            </a:extLst>
          </p:cNvPr>
          <p:cNvCxnSpPr>
            <a:cxnSpLocks/>
          </p:cNvCxnSpPr>
          <p:nvPr/>
        </p:nvCxnSpPr>
        <p:spPr>
          <a:xfrm flipV="1">
            <a:off x="7306357" y="4447842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04E8FD7-3968-B47F-F7FC-CC3C264042BD}"/>
              </a:ext>
            </a:extLst>
          </p:cNvPr>
          <p:cNvCxnSpPr>
            <a:cxnSpLocks/>
          </p:cNvCxnSpPr>
          <p:nvPr/>
        </p:nvCxnSpPr>
        <p:spPr>
          <a:xfrm flipV="1">
            <a:off x="9948688" y="4473044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CED2195-6820-2C54-D012-B1F175E3E6BE}"/>
              </a:ext>
            </a:extLst>
          </p:cNvPr>
          <p:cNvCxnSpPr>
            <a:cxnSpLocks/>
          </p:cNvCxnSpPr>
          <p:nvPr/>
        </p:nvCxnSpPr>
        <p:spPr>
          <a:xfrm flipH="1">
            <a:off x="267643" y="8073134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72816F8-A417-0420-F940-3D758E520CE0}"/>
              </a:ext>
            </a:extLst>
          </p:cNvPr>
          <p:cNvCxnSpPr>
            <a:cxnSpLocks/>
          </p:cNvCxnSpPr>
          <p:nvPr/>
        </p:nvCxnSpPr>
        <p:spPr>
          <a:xfrm flipV="1">
            <a:off x="267643" y="5625296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B5CA1FC-2AA5-C808-D441-15822DF40957}"/>
              </a:ext>
            </a:extLst>
          </p:cNvPr>
          <p:cNvCxnSpPr/>
          <p:nvPr/>
        </p:nvCxnSpPr>
        <p:spPr>
          <a:xfrm>
            <a:off x="267643" y="5625296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2365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D568-5C1E-04E6-2AE6-0272DB2B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01A6-9C2D-78E4-AEF4-3D402EFA3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20903-4FA2-39DD-7939-AB2BE32194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68A99-8E9E-3886-8F8A-771498FAD813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84255-3994-9DF9-4A3C-7A6931B15931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F3031-FE65-CB57-C474-B7A0BB3C7BBA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C69293-908D-7D21-6FE5-F4DDCD0574FB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243650E-3D66-E872-4F0F-34EB8C48000E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A8E3D3-4376-9241-7FA3-9AF2B7C11EB7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5411282-4F20-4494-ACF8-21BC88FD49F3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66A6431-CB0F-6EF6-8B6A-D6531F7FEE8A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70958B-F714-F7ED-DF7E-DCAEF4E87A89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95CF4A-57B3-C79A-7285-EB970059257B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A3493E0-2EEC-CA75-D326-AE25B2939BF9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EBDE8F9-D95E-6F67-3ADB-4AC71FB54A64}"/>
              </a:ext>
            </a:extLst>
          </p:cNvPr>
          <p:cNvSpPr txBox="1"/>
          <p:nvPr/>
        </p:nvSpPr>
        <p:spPr>
          <a:xfrm>
            <a:off x="966486" y="234041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78E641-0EB8-6161-55FD-57BA5E41BC03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9E17CDD-29A1-A0FB-BAA6-E4C7D1F40BCF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DBB0D7-AE32-0F97-24D7-AD215EAC68A7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992236F-3C84-0B54-0F1F-9B64C9E49249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707E7F9-A58C-AAE7-ECF7-EEF888ACCEE6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2A8AA4-939C-16D4-2A90-56668B9CD227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9A8BDA-49C5-4FC9-860F-D59249F7899D}"/>
              </a:ext>
            </a:extLst>
          </p:cNvPr>
          <p:cNvCxnSpPr>
            <a:cxnSpLocks/>
          </p:cNvCxnSpPr>
          <p:nvPr/>
        </p:nvCxnSpPr>
        <p:spPr>
          <a:xfrm>
            <a:off x="2108522" y="6590721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D6558B0-6081-0F85-7EAC-62BEA8AD2FA7}"/>
              </a:ext>
            </a:extLst>
          </p:cNvPr>
          <p:cNvGraphicFramePr>
            <a:graphicFrameLocks noGrp="1"/>
          </p:cNvGraphicFramePr>
          <p:nvPr/>
        </p:nvGraphicFramePr>
        <p:xfrm>
          <a:off x="966485" y="704087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5C16EC7-0B0A-B9C5-6E29-4D5ED61AF5A4}"/>
              </a:ext>
            </a:extLst>
          </p:cNvPr>
          <p:cNvSpPr txBox="1"/>
          <p:nvPr/>
        </p:nvSpPr>
        <p:spPr>
          <a:xfrm>
            <a:off x="966484" y="76114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ECDC23-04E7-02AE-F795-D19C6DE21DF6}"/>
              </a:ext>
            </a:extLst>
          </p:cNvPr>
          <p:cNvSpPr txBox="1"/>
          <p:nvPr/>
        </p:nvSpPr>
        <p:spPr>
          <a:xfrm>
            <a:off x="1523999" y="856206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A3E828-7D10-1C51-62C3-C55761C0B5C4}"/>
              </a:ext>
            </a:extLst>
          </p:cNvPr>
          <p:cNvSpPr txBox="1"/>
          <p:nvPr/>
        </p:nvSpPr>
        <p:spPr>
          <a:xfrm>
            <a:off x="2095017" y="70782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61BBA8E-077F-775E-FEC4-FF19565F7EA6}"/>
              </a:ext>
            </a:extLst>
          </p:cNvPr>
          <p:cNvGraphicFramePr>
            <a:graphicFrameLocks noGrp="1"/>
          </p:cNvGraphicFramePr>
          <p:nvPr/>
        </p:nvGraphicFramePr>
        <p:xfrm>
          <a:off x="7501767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F4B146CC-0785-A761-7BD7-D9AA70B0F18D}"/>
              </a:ext>
            </a:extLst>
          </p:cNvPr>
          <p:cNvSpPr txBox="1"/>
          <p:nvPr/>
        </p:nvSpPr>
        <p:spPr>
          <a:xfrm>
            <a:off x="7501766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7BE457-69E8-BF20-1D01-80044CF356E0}"/>
              </a:ext>
            </a:extLst>
          </p:cNvPr>
          <p:cNvSpPr txBox="1"/>
          <p:nvPr/>
        </p:nvSpPr>
        <p:spPr>
          <a:xfrm>
            <a:off x="8059281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713A82-A744-C0DF-443D-9DE8B2E76F70}"/>
              </a:ext>
            </a:extLst>
          </p:cNvPr>
          <p:cNvSpPr txBox="1"/>
          <p:nvPr/>
        </p:nvSpPr>
        <p:spPr>
          <a:xfrm>
            <a:off x="8630299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30B7AC-4AE2-1D2A-0EBF-9D4B9CEF28CC}"/>
              </a:ext>
            </a:extLst>
          </p:cNvPr>
          <p:cNvSpPr txBox="1"/>
          <p:nvPr/>
        </p:nvSpPr>
        <p:spPr>
          <a:xfrm>
            <a:off x="9156022" y="5491058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7D0323-9482-3A10-FD20-DE642B8E8AF5}"/>
              </a:ext>
            </a:extLst>
          </p:cNvPr>
          <p:cNvCxnSpPr/>
          <p:nvPr/>
        </p:nvCxnSpPr>
        <p:spPr>
          <a:xfrm>
            <a:off x="7397595" y="6694893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E1171BA-DCC7-ED19-86C1-632669D54904}"/>
              </a:ext>
            </a:extLst>
          </p:cNvPr>
          <p:cNvCxnSpPr/>
          <p:nvPr/>
        </p:nvCxnSpPr>
        <p:spPr>
          <a:xfrm>
            <a:off x="7397595" y="4242991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EDF5E62-0CD9-1917-FCB3-6FEBBE4921A4}"/>
              </a:ext>
            </a:extLst>
          </p:cNvPr>
          <p:cNvCxnSpPr>
            <a:cxnSpLocks/>
          </p:cNvCxnSpPr>
          <p:nvPr/>
        </p:nvCxnSpPr>
        <p:spPr>
          <a:xfrm flipV="1">
            <a:off x="7306357" y="4447842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DA6B019-AEB9-4824-9AFA-FB4EE6177B00}"/>
              </a:ext>
            </a:extLst>
          </p:cNvPr>
          <p:cNvCxnSpPr>
            <a:cxnSpLocks/>
          </p:cNvCxnSpPr>
          <p:nvPr/>
        </p:nvCxnSpPr>
        <p:spPr>
          <a:xfrm flipV="1">
            <a:off x="9948688" y="4473044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6A1B741-AD8A-06DB-4407-D8494F27B367}"/>
              </a:ext>
            </a:extLst>
          </p:cNvPr>
          <p:cNvCxnSpPr>
            <a:cxnSpLocks/>
          </p:cNvCxnSpPr>
          <p:nvPr/>
        </p:nvCxnSpPr>
        <p:spPr>
          <a:xfrm flipH="1">
            <a:off x="267643" y="8073134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846EC25-2A64-5F4F-40B7-87DC94DEF245}"/>
              </a:ext>
            </a:extLst>
          </p:cNvPr>
          <p:cNvCxnSpPr>
            <a:cxnSpLocks/>
          </p:cNvCxnSpPr>
          <p:nvPr/>
        </p:nvCxnSpPr>
        <p:spPr>
          <a:xfrm flipV="1">
            <a:off x="267643" y="5625296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D172D8-8EC2-B855-E162-E0B955143E36}"/>
              </a:ext>
            </a:extLst>
          </p:cNvPr>
          <p:cNvCxnSpPr/>
          <p:nvPr/>
        </p:nvCxnSpPr>
        <p:spPr>
          <a:xfrm>
            <a:off x="267643" y="5625296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1BDF0D-1560-3896-0A13-210E8E2925A4}"/>
              </a:ext>
            </a:extLst>
          </p:cNvPr>
          <p:cNvCxnSpPr>
            <a:cxnSpLocks/>
          </p:cNvCxnSpPr>
          <p:nvPr/>
        </p:nvCxnSpPr>
        <p:spPr>
          <a:xfrm flipV="1">
            <a:off x="270997" y="2591765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89A7AA-9982-AF82-8DE1-3E314B708EC5}"/>
              </a:ext>
            </a:extLst>
          </p:cNvPr>
          <p:cNvCxnSpPr>
            <a:cxnSpLocks/>
          </p:cNvCxnSpPr>
          <p:nvPr/>
        </p:nvCxnSpPr>
        <p:spPr>
          <a:xfrm flipH="1">
            <a:off x="315870" y="4934709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059280-20E3-EBFD-01A7-B5DEACCEB25F}"/>
              </a:ext>
            </a:extLst>
          </p:cNvPr>
          <p:cNvCxnSpPr/>
          <p:nvPr/>
        </p:nvCxnSpPr>
        <p:spPr>
          <a:xfrm>
            <a:off x="315870" y="2558970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7579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74503-3FEC-3F0C-412D-71C0669E7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B3D9-813F-39F7-1907-52EBE63CEF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5130D-3CA9-6C7C-CFC2-68103442E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68FCC0-7854-0211-EA6B-24F791B6CA0E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9382C5-EA2D-D521-D393-9CA5322BCEE9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B45356-70A1-0D12-6659-1EDC5FBCAB2B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FCE6E2-8D6B-3E58-BA85-4AD2359A2A90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582B9A1-ED44-0829-08F7-06EE95884119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578B61-44B9-20FE-1912-5C493F7EDF77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024D822-2296-0376-CA90-72831E9360B5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D73E424-2CF0-7CEF-46CC-9522BF936BEB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ACC9C4-19EF-A7F2-CF68-1A939096C14E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CB50D4-D833-6C64-91DE-D913D16AFC8C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02A4AA3-72CE-5E34-0202-866F45D80475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A0E3D77-C19F-4D44-035C-DFF4122CE4B2}"/>
              </a:ext>
            </a:extLst>
          </p:cNvPr>
          <p:cNvSpPr txBox="1"/>
          <p:nvPr/>
        </p:nvSpPr>
        <p:spPr>
          <a:xfrm>
            <a:off x="1486206" y="334168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760B641-5A4C-FD94-DB1A-8BB50BFED887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799705-279C-2CB2-4C86-082894E5C8F3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D3A859B-7CD8-07E9-0730-EBDBB80C08F2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47B9054-FD8A-F37B-6F2F-2244715E18BF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4BC8CD-A258-3910-1755-FECCD70E8979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F03306-6105-4ABC-2026-5741CCB9E677}"/>
              </a:ext>
            </a:extLst>
          </p:cNvPr>
          <p:cNvCxnSpPr>
            <a:cxnSpLocks/>
          </p:cNvCxnSpPr>
          <p:nvPr/>
        </p:nvCxnSpPr>
        <p:spPr>
          <a:xfrm>
            <a:off x="2108522" y="6590721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E8BEEB6-6EBB-8631-EDE3-8573501F2565}"/>
              </a:ext>
            </a:extLst>
          </p:cNvPr>
          <p:cNvGraphicFramePr>
            <a:graphicFrameLocks noGrp="1"/>
          </p:cNvGraphicFramePr>
          <p:nvPr/>
        </p:nvGraphicFramePr>
        <p:xfrm>
          <a:off x="966485" y="704087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54FF045-CF74-A74C-E971-9325498944A1}"/>
              </a:ext>
            </a:extLst>
          </p:cNvPr>
          <p:cNvSpPr txBox="1"/>
          <p:nvPr/>
        </p:nvSpPr>
        <p:spPr>
          <a:xfrm>
            <a:off x="966484" y="76114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DF81A6-7FBB-F856-A716-07CDD8789F3D}"/>
              </a:ext>
            </a:extLst>
          </p:cNvPr>
          <p:cNvSpPr txBox="1"/>
          <p:nvPr/>
        </p:nvSpPr>
        <p:spPr>
          <a:xfrm>
            <a:off x="1523999" y="856206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22A6B7-2965-2F09-E7DC-78B7A0434482}"/>
              </a:ext>
            </a:extLst>
          </p:cNvPr>
          <p:cNvSpPr txBox="1"/>
          <p:nvPr/>
        </p:nvSpPr>
        <p:spPr>
          <a:xfrm>
            <a:off x="2095017" y="70782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716D0C6-BD38-1B17-50C3-ABDD5E4221ED}"/>
              </a:ext>
            </a:extLst>
          </p:cNvPr>
          <p:cNvGraphicFramePr>
            <a:graphicFrameLocks noGrp="1"/>
          </p:cNvGraphicFramePr>
          <p:nvPr/>
        </p:nvGraphicFramePr>
        <p:xfrm>
          <a:off x="7501767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AC32E67C-E41C-F926-B19B-59A3D6CCE796}"/>
              </a:ext>
            </a:extLst>
          </p:cNvPr>
          <p:cNvSpPr txBox="1"/>
          <p:nvPr/>
        </p:nvSpPr>
        <p:spPr>
          <a:xfrm>
            <a:off x="7501766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351BE8-0AF7-4231-80A1-E8A0320CEC86}"/>
              </a:ext>
            </a:extLst>
          </p:cNvPr>
          <p:cNvSpPr txBox="1"/>
          <p:nvPr/>
        </p:nvSpPr>
        <p:spPr>
          <a:xfrm>
            <a:off x="8059281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350607-C940-8DE5-25AE-2517803CA6AB}"/>
              </a:ext>
            </a:extLst>
          </p:cNvPr>
          <p:cNvSpPr txBox="1"/>
          <p:nvPr/>
        </p:nvSpPr>
        <p:spPr>
          <a:xfrm>
            <a:off x="8630299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E82F5E-63C2-5E38-CD9F-6A7F1B31F913}"/>
              </a:ext>
            </a:extLst>
          </p:cNvPr>
          <p:cNvSpPr txBox="1"/>
          <p:nvPr/>
        </p:nvSpPr>
        <p:spPr>
          <a:xfrm>
            <a:off x="9156022" y="5491058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68BAE8-FEBF-5AB3-01C8-ECB9E7BF4A34}"/>
              </a:ext>
            </a:extLst>
          </p:cNvPr>
          <p:cNvCxnSpPr/>
          <p:nvPr/>
        </p:nvCxnSpPr>
        <p:spPr>
          <a:xfrm>
            <a:off x="7397595" y="6694893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DFD97A-E215-672A-D3EF-980BCC507021}"/>
              </a:ext>
            </a:extLst>
          </p:cNvPr>
          <p:cNvCxnSpPr/>
          <p:nvPr/>
        </p:nvCxnSpPr>
        <p:spPr>
          <a:xfrm>
            <a:off x="7397595" y="4242991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CBACF02-2232-82E8-D13E-B3F857EBDC4A}"/>
              </a:ext>
            </a:extLst>
          </p:cNvPr>
          <p:cNvCxnSpPr>
            <a:cxnSpLocks/>
          </p:cNvCxnSpPr>
          <p:nvPr/>
        </p:nvCxnSpPr>
        <p:spPr>
          <a:xfrm flipV="1">
            <a:off x="7306357" y="4447842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7D2B6E-E3B9-FF90-AC73-8899D6AE5C92}"/>
              </a:ext>
            </a:extLst>
          </p:cNvPr>
          <p:cNvCxnSpPr>
            <a:cxnSpLocks/>
          </p:cNvCxnSpPr>
          <p:nvPr/>
        </p:nvCxnSpPr>
        <p:spPr>
          <a:xfrm flipV="1">
            <a:off x="9948688" y="4473044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F179A8-FD53-DFB0-D581-E1986595259F}"/>
              </a:ext>
            </a:extLst>
          </p:cNvPr>
          <p:cNvCxnSpPr>
            <a:cxnSpLocks/>
          </p:cNvCxnSpPr>
          <p:nvPr/>
        </p:nvCxnSpPr>
        <p:spPr>
          <a:xfrm flipH="1">
            <a:off x="267643" y="8073134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24B9203-7860-F73F-B6A7-2134B0117FAF}"/>
              </a:ext>
            </a:extLst>
          </p:cNvPr>
          <p:cNvCxnSpPr>
            <a:cxnSpLocks/>
          </p:cNvCxnSpPr>
          <p:nvPr/>
        </p:nvCxnSpPr>
        <p:spPr>
          <a:xfrm flipV="1">
            <a:off x="267643" y="5625296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BC0BAA7-DDBA-15AB-C40D-B14D15DE99EC}"/>
              </a:ext>
            </a:extLst>
          </p:cNvPr>
          <p:cNvCxnSpPr/>
          <p:nvPr/>
        </p:nvCxnSpPr>
        <p:spPr>
          <a:xfrm>
            <a:off x="267643" y="5625296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D84582-A402-58D0-05B3-41AEDB54977F}"/>
              </a:ext>
            </a:extLst>
          </p:cNvPr>
          <p:cNvCxnSpPr>
            <a:cxnSpLocks/>
          </p:cNvCxnSpPr>
          <p:nvPr/>
        </p:nvCxnSpPr>
        <p:spPr>
          <a:xfrm flipV="1">
            <a:off x="270997" y="2591765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029E9B-E45B-4398-7976-C587B71257ED}"/>
              </a:ext>
            </a:extLst>
          </p:cNvPr>
          <p:cNvCxnSpPr>
            <a:cxnSpLocks/>
          </p:cNvCxnSpPr>
          <p:nvPr/>
        </p:nvCxnSpPr>
        <p:spPr>
          <a:xfrm flipH="1">
            <a:off x="315870" y="4934709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282E98-6275-344C-BC1A-9B0A28679CE1}"/>
              </a:ext>
            </a:extLst>
          </p:cNvPr>
          <p:cNvCxnSpPr/>
          <p:nvPr/>
        </p:nvCxnSpPr>
        <p:spPr>
          <a:xfrm>
            <a:off x="315870" y="2558970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3014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41922-C407-B1DC-82C9-CB7A6898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6087-D2D8-2440-2108-8B4FDA9F11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10AFE-57F9-3B25-0AC1-AFDEEA811D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99FF29-C81F-E2F1-1F56-34EF952052C8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1F7281-CB3A-49BF-620D-BD92782C494E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7FAF6-0867-E095-813C-CF6FF5194710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A41186-3834-2069-3148-78D71692543C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3B3F5DD-4CC8-BD74-FD89-9864E493077F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F28060-6FAA-27D2-B834-BF01DD64C083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F19461D-8AB0-CFFF-2CB4-E715CC68B35C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BE9C300-06EC-004A-E2FC-C5DCF362B507}"/>
              </a:ext>
            </a:extLst>
          </p:cNvPr>
          <p:cNvSpPr txBox="1"/>
          <p:nvPr/>
        </p:nvSpPr>
        <p:spPr>
          <a:xfrm>
            <a:off x="6052418" y="22276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9F162D-1360-4081-9092-79960CEC455F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40D6FB-A1ED-C23E-7274-9671C030243F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6F875F6-9E90-1B56-CBB0-5536174E1431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CAC22FE-472F-4B0F-E5AE-D7CAEF64576D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8AE3AB-F902-C962-48D8-46AD7CFBA0FC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D4E2BE-FDE8-A5F8-5BC2-642C3A57FAB2}"/>
              </a:ext>
            </a:extLst>
          </p:cNvPr>
          <p:cNvGraphicFramePr>
            <a:graphicFrameLocks noGrp="1"/>
          </p:cNvGraphicFramePr>
          <p:nvPr/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FBE485F-B81F-9494-166A-6FE97C46C4AB}"/>
              </a:ext>
            </a:extLst>
          </p:cNvPr>
          <p:cNvSpPr txBox="1"/>
          <p:nvPr/>
        </p:nvSpPr>
        <p:spPr>
          <a:xfrm>
            <a:off x="966485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F39A8-78F8-79C2-0208-20ADF34DC83A}"/>
              </a:ext>
            </a:extLst>
          </p:cNvPr>
          <p:cNvSpPr txBox="1"/>
          <p:nvPr/>
        </p:nvSpPr>
        <p:spPr>
          <a:xfrm>
            <a:off x="1524000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A8FB1E-6200-EB31-1C53-3399170C3B2F}"/>
              </a:ext>
            </a:extLst>
          </p:cNvPr>
          <p:cNvCxnSpPr>
            <a:cxnSpLocks/>
          </p:cNvCxnSpPr>
          <p:nvPr/>
        </p:nvCxnSpPr>
        <p:spPr>
          <a:xfrm>
            <a:off x="2108522" y="6590721"/>
            <a:ext cx="0" cy="39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DE2962F-FBCC-F990-03CD-1A5BBC471C0E}"/>
              </a:ext>
            </a:extLst>
          </p:cNvPr>
          <p:cNvGraphicFramePr>
            <a:graphicFrameLocks noGrp="1"/>
          </p:cNvGraphicFramePr>
          <p:nvPr/>
        </p:nvGraphicFramePr>
        <p:xfrm>
          <a:off x="966485" y="704087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558538F-09DB-AEA8-19C9-3C989EEA2E3E}"/>
              </a:ext>
            </a:extLst>
          </p:cNvPr>
          <p:cNvSpPr txBox="1"/>
          <p:nvPr/>
        </p:nvSpPr>
        <p:spPr>
          <a:xfrm>
            <a:off x="966484" y="76114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4BEC1C-24F4-5B37-1917-13BEC5EA1000}"/>
              </a:ext>
            </a:extLst>
          </p:cNvPr>
          <p:cNvSpPr txBox="1"/>
          <p:nvPr/>
        </p:nvSpPr>
        <p:spPr>
          <a:xfrm>
            <a:off x="1523999" y="856206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39757C-5889-C2D2-4D4E-F7F938AB54AD}"/>
              </a:ext>
            </a:extLst>
          </p:cNvPr>
          <p:cNvSpPr txBox="1"/>
          <p:nvPr/>
        </p:nvSpPr>
        <p:spPr>
          <a:xfrm>
            <a:off x="2095017" y="70782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20FB4B4-0063-C1B1-8CAE-2987DE804816}"/>
              </a:ext>
            </a:extLst>
          </p:cNvPr>
          <p:cNvGraphicFramePr>
            <a:graphicFrameLocks noGrp="1"/>
          </p:cNvGraphicFramePr>
          <p:nvPr/>
        </p:nvGraphicFramePr>
        <p:xfrm>
          <a:off x="7501767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0175FA4F-445F-B592-3284-B105287C7720}"/>
              </a:ext>
            </a:extLst>
          </p:cNvPr>
          <p:cNvSpPr txBox="1"/>
          <p:nvPr/>
        </p:nvSpPr>
        <p:spPr>
          <a:xfrm>
            <a:off x="7501766" y="50062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80A8DD-6E0D-0314-66D1-925C0F3893DE}"/>
              </a:ext>
            </a:extLst>
          </p:cNvPr>
          <p:cNvSpPr txBox="1"/>
          <p:nvPr/>
        </p:nvSpPr>
        <p:spPr>
          <a:xfrm>
            <a:off x="8059281" y="595683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FF4AC9-CD47-F18E-8A36-2509498A4620}"/>
              </a:ext>
            </a:extLst>
          </p:cNvPr>
          <p:cNvSpPr txBox="1"/>
          <p:nvPr/>
        </p:nvSpPr>
        <p:spPr>
          <a:xfrm>
            <a:off x="8630299" y="447304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B1A064-3196-646B-22CC-FF3AF956AC77}"/>
              </a:ext>
            </a:extLst>
          </p:cNvPr>
          <p:cNvSpPr txBox="1"/>
          <p:nvPr/>
        </p:nvSpPr>
        <p:spPr>
          <a:xfrm>
            <a:off x="9156022" y="5491058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2696100-3759-A436-35C6-1A9C11296190}"/>
              </a:ext>
            </a:extLst>
          </p:cNvPr>
          <p:cNvCxnSpPr/>
          <p:nvPr/>
        </p:nvCxnSpPr>
        <p:spPr>
          <a:xfrm>
            <a:off x="7397595" y="6694893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E47ED44-0222-B94D-D6E1-1CD95BFED2D1}"/>
              </a:ext>
            </a:extLst>
          </p:cNvPr>
          <p:cNvCxnSpPr/>
          <p:nvPr/>
        </p:nvCxnSpPr>
        <p:spPr>
          <a:xfrm>
            <a:off x="7397595" y="4242991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47AC8A5-56CA-8C56-5993-512C15B8405A}"/>
              </a:ext>
            </a:extLst>
          </p:cNvPr>
          <p:cNvCxnSpPr>
            <a:cxnSpLocks/>
          </p:cNvCxnSpPr>
          <p:nvPr/>
        </p:nvCxnSpPr>
        <p:spPr>
          <a:xfrm flipV="1">
            <a:off x="7306357" y="4447842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2EA452E-0CC3-B433-8155-4A893BBC7005}"/>
              </a:ext>
            </a:extLst>
          </p:cNvPr>
          <p:cNvCxnSpPr>
            <a:cxnSpLocks/>
          </p:cNvCxnSpPr>
          <p:nvPr/>
        </p:nvCxnSpPr>
        <p:spPr>
          <a:xfrm flipV="1">
            <a:off x="9948688" y="4473044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AC4D98E-107C-08A8-1EC0-5FB7096E9404}"/>
              </a:ext>
            </a:extLst>
          </p:cNvPr>
          <p:cNvCxnSpPr>
            <a:cxnSpLocks/>
          </p:cNvCxnSpPr>
          <p:nvPr/>
        </p:nvCxnSpPr>
        <p:spPr>
          <a:xfrm flipH="1">
            <a:off x="267643" y="8073134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0589169-B820-635F-D430-458EF7E2E871}"/>
              </a:ext>
            </a:extLst>
          </p:cNvPr>
          <p:cNvCxnSpPr>
            <a:cxnSpLocks/>
          </p:cNvCxnSpPr>
          <p:nvPr/>
        </p:nvCxnSpPr>
        <p:spPr>
          <a:xfrm flipV="1">
            <a:off x="267643" y="5625296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6E4B95F-4DC4-7F5A-D6BA-35F5FF076708}"/>
              </a:ext>
            </a:extLst>
          </p:cNvPr>
          <p:cNvCxnSpPr/>
          <p:nvPr/>
        </p:nvCxnSpPr>
        <p:spPr>
          <a:xfrm>
            <a:off x="267643" y="5625296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D7A1C7-78BF-2BCE-266D-94D1DBF40457}"/>
              </a:ext>
            </a:extLst>
          </p:cNvPr>
          <p:cNvCxnSpPr>
            <a:cxnSpLocks/>
          </p:cNvCxnSpPr>
          <p:nvPr/>
        </p:nvCxnSpPr>
        <p:spPr>
          <a:xfrm flipV="1">
            <a:off x="270997" y="2591765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08ADD2-9550-FB9F-34C8-0A5B4FAAF035}"/>
              </a:ext>
            </a:extLst>
          </p:cNvPr>
          <p:cNvCxnSpPr>
            <a:cxnSpLocks/>
          </p:cNvCxnSpPr>
          <p:nvPr/>
        </p:nvCxnSpPr>
        <p:spPr>
          <a:xfrm flipH="1">
            <a:off x="315870" y="4934709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780E09-AEDE-9DC3-A73A-9F7EF73BBBD3}"/>
              </a:ext>
            </a:extLst>
          </p:cNvPr>
          <p:cNvCxnSpPr/>
          <p:nvPr/>
        </p:nvCxnSpPr>
        <p:spPr>
          <a:xfrm>
            <a:off x="315870" y="2558970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4DC56D-9ABD-46FC-61DC-140884084528}"/>
              </a:ext>
            </a:extLst>
          </p:cNvPr>
          <p:cNvCxnSpPr>
            <a:cxnSpLocks/>
          </p:cNvCxnSpPr>
          <p:nvPr/>
        </p:nvCxnSpPr>
        <p:spPr>
          <a:xfrm flipV="1">
            <a:off x="396893" y="443206"/>
            <a:ext cx="0" cy="158236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2D8860B-B7EA-2EE1-E434-EEB776DDC88C}"/>
              </a:ext>
            </a:extLst>
          </p:cNvPr>
          <p:cNvCxnSpPr/>
          <p:nvPr/>
        </p:nvCxnSpPr>
        <p:spPr>
          <a:xfrm>
            <a:off x="396893" y="2025570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BB95312-779A-AFF2-0E54-78622376C57C}"/>
              </a:ext>
            </a:extLst>
          </p:cNvPr>
          <p:cNvCxnSpPr>
            <a:cxnSpLocks/>
          </p:cNvCxnSpPr>
          <p:nvPr/>
        </p:nvCxnSpPr>
        <p:spPr>
          <a:xfrm flipV="1">
            <a:off x="435474" y="429702"/>
            <a:ext cx="5363442" cy="1350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9283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34A7-C1EF-F35E-A029-275BD741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B31F-1EF6-7C08-ADD2-DE0CF82245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79260-8FF5-B516-691B-2B84C4E455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5E3A23-D018-65DF-44E8-A65F0F0928D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C057CE-7910-91EC-8719-FCE98E402E54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FBBE8C-C15F-CADD-4AB1-8BBE9B0E9228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CD65C4-2CD5-D990-B29B-9C5CA62ECE7F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9363059-936F-BA91-E299-07ABD6894F4C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21CCF3-FD31-79FF-2DF2-0506C50BF0DC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79A825-C502-5B30-2BF1-8DFB4B8FA61B}"/>
              </a:ext>
            </a:extLst>
          </p:cNvPr>
          <p:cNvCxnSpPr/>
          <p:nvPr/>
        </p:nvCxnSpPr>
        <p:spPr>
          <a:xfrm>
            <a:off x="-1140186" y="752354"/>
            <a:ext cx="0" cy="1238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EA8AB67-011C-FD52-64F6-BAFE20B23739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6BDDEB3-41C7-7629-7E7E-B57DF96FC6C5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86E274-CFFC-97F9-BCC1-D4D8804FADDF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E353D6-ED80-0837-97EE-C80060392C21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05CDA23-F317-4D44-A200-C78E1A327F33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826D7D3-7656-F5C3-FCB6-5A21784DF2E2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3C97FF-0CE2-2E6F-5822-3A743EED15D1}"/>
              </a:ext>
            </a:extLst>
          </p:cNvPr>
          <p:cNvCxnSpPr/>
          <p:nvPr/>
        </p:nvCxnSpPr>
        <p:spPr>
          <a:xfrm flipH="1">
            <a:off x="6414303" y="1254872"/>
            <a:ext cx="99542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56E7A6-336D-0DD3-2E20-4ADB4485E883}"/>
              </a:ext>
            </a:extLst>
          </p:cNvPr>
          <p:cNvCxnSpPr>
            <a:cxnSpLocks/>
          </p:cNvCxnSpPr>
          <p:nvPr/>
        </p:nvCxnSpPr>
        <p:spPr>
          <a:xfrm>
            <a:off x="7409726" y="1241194"/>
            <a:ext cx="0" cy="7180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70858D5-F5F7-85C5-0ECC-16DFE83B826E}"/>
              </a:ext>
            </a:extLst>
          </p:cNvPr>
          <p:cNvGraphicFramePr>
            <a:graphicFrameLocks noGrp="1"/>
          </p:cNvGraphicFramePr>
          <p:nvPr/>
        </p:nvGraphicFramePr>
        <p:xfrm>
          <a:off x="6278582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6C47081-726E-6C33-31FA-8E0C85307A66}"/>
              </a:ext>
            </a:extLst>
          </p:cNvPr>
          <p:cNvSpPr txBox="1"/>
          <p:nvPr/>
        </p:nvSpPr>
        <p:spPr>
          <a:xfrm>
            <a:off x="6274830" y="309433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302CBD1-9676-A34D-AF07-6ECCFB13EEEC}"/>
              </a:ext>
            </a:extLst>
          </p:cNvPr>
          <p:cNvCxnSpPr/>
          <p:nvPr/>
        </p:nvCxnSpPr>
        <p:spPr>
          <a:xfrm flipH="1">
            <a:off x="6414303" y="752354"/>
            <a:ext cx="502928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FA2736-F19F-7EE4-49BC-943B23C9173A}"/>
              </a:ext>
            </a:extLst>
          </p:cNvPr>
          <p:cNvCxnSpPr/>
          <p:nvPr/>
        </p:nvCxnSpPr>
        <p:spPr>
          <a:xfrm>
            <a:off x="11443583" y="752354"/>
            <a:ext cx="0" cy="123849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4B6E03A-4230-8AEB-3075-CB472C86FBE1}"/>
              </a:ext>
            </a:extLst>
          </p:cNvPr>
          <p:cNvGraphicFramePr>
            <a:graphicFrameLocks noGrp="1"/>
          </p:cNvGraphicFramePr>
          <p:nvPr/>
        </p:nvGraphicFramePr>
        <p:xfrm>
          <a:off x="10235765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D753AA5F-C38E-DE33-A153-5D5034F45A95}"/>
              </a:ext>
            </a:extLst>
          </p:cNvPr>
          <p:cNvSpPr txBox="1"/>
          <p:nvPr/>
        </p:nvSpPr>
        <p:spPr>
          <a:xfrm>
            <a:off x="10216587" y="355600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CD66F8-71DC-EEF5-6D33-4A3F240B4984}"/>
              </a:ext>
            </a:extLst>
          </p:cNvPr>
          <p:cNvCxnSpPr/>
          <p:nvPr/>
        </p:nvCxnSpPr>
        <p:spPr>
          <a:xfrm>
            <a:off x="-2375824" y="2073166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1AD78D-9551-449C-B9B6-63440540276A}"/>
              </a:ext>
            </a:extLst>
          </p:cNvPr>
          <p:cNvCxnSpPr/>
          <p:nvPr/>
        </p:nvCxnSpPr>
        <p:spPr>
          <a:xfrm>
            <a:off x="-2375824" y="4262708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9500C4-735D-A857-7B11-46E898C6CEFB}"/>
              </a:ext>
            </a:extLst>
          </p:cNvPr>
          <p:cNvCxnSpPr>
            <a:cxnSpLocks/>
          </p:cNvCxnSpPr>
          <p:nvPr/>
        </p:nvCxnSpPr>
        <p:spPr>
          <a:xfrm>
            <a:off x="-2365334" y="2073166"/>
            <a:ext cx="0" cy="21895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B90445-960B-661A-C68B-6BBAB9609302}"/>
              </a:ext>
            </a:extLst>
          </p:cNvPr>
          <p:cNvCxnSpPr>
            <a:cxnSpLocks/>
          </p:cNvCxnSpPr>
          <p:nvPr/>
        </p:nvCxnSpPr>
        <p:spPr>
          <a:xfrm>
            <a:off x="86732" y="2073166"/>
            <a:ext cx="0" cy="21895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98139B-0D7D-31D1-5395-597DF5B849DB}"/>
              </a:ext>
            </a:extLst>
          </p:cNvPr>
          <p:cNvCxnSpPr>
            <a:cxnSpLocks/>
          </p:cNvCxnSpPr>
          <p:nvPr/>
        </p:nvCxnSpPr>
        <p:spPr>
          <a:xfrm flipV="1">
            <a:off x="-740780" y="1122363"/>
            <a:ext cx="0" cy="86848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0A10E9-412C-942B-5EC4-B5C57D3CA358}"/>
              </a:ext>
            </a:extLst>
          </p:cNvPr>
          <p:cNvCxnSpPr>
            <a:cxnSpLocks/>
          </p:cNvCxnSpPr>
          <p:nvPr/>
        </p:nvCxnSpPr>
        <p:spPr>
          <a:xfrm>
            <a:off x="-738851" y="1066800"/>
            <a:ext cx="444275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F4777B-D041-971C-F109-7157F2C221DB}"/>
              </a:ext>
            </a:extLst>
          </p:cNvPr>
          <p:cNvCxnSpPr>
            <a:cxnSpLocks/>
          </p:cNvCxnSpPr>
          <p:nvPr/>
        </p:nvCxnSpPr>
        <p:spPr>
          <a:xfrm>
            <a:off x="1646458" y="197530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F418641-66FD-69D3-6E73-D4BF61E67E75}"/>
              </a:ext>
            </a:extLst>
          </p:cNvPr>
          <p:cNvCxnSpPr>
            <a:cxnSpLocks/>
          </p:cNvCxnSpPr>
          <p:nvPr/>
        </p:nvCxnSpPr>
        <p:spPr>
          <a:xfrm>
            <a:off x="1646458" y="424278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98E9E1-5D96-0DB4-9C39-253A2D7244BF}"/>
              </a:ext>
            </a:extLst>
          </p:cNvPr>
          <p:cNvCxnSpPr>
            <a:cxnSpLocks/>
          </p:cNvCxnSpPr>
          <p:nvPr/>
        </p:nvCxnSpPr>
        <p:spPr>
          <a:xfrm>
            <a:off x="1656948" y="1975305"/>
            <a:ext cx="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6AA2338-8729-C6F1-2502-063D40CEC01C}"/>
              </a:ext>
            </a:extLst>
          </p:cNvPr>
          <p:cNvCxnSpPr>
            <a:cxnSpLocks/>
          </p:cNvCxnSpPr>
          <p:nvPr/>
        </p:nvCxnSpPr>
        <p:spPr>
          <a:xfrm flipH="1">
            <a:off x="4109014" y="1975305"/>
            <a:ext cx="872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0949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BA746-5644-FA97-2513-8E1E2B80B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5E39-1319-6ACC-4810-9C04FEEB98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8C7F6-8171-9B18-E646-8F4E4C05C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A606AC-93B3-318B-F9CA-004520C1002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021D1-FC32-CFEE-2BC6-5A23AE6C2FAC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7A6A5-8B7C-F56A-38FC-0CA456144969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816225-FF05-A98F-9D22-A92BF5CF2B10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55C602B-D6F1-799F-B414-595092E03BF7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9A91E3-FE27-2FDA-1862-6A6C5170B08A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A1695C-4C4A-A0F9-5125-0D96F95B1FC5}"/>
              </a:ext>
            </a:extLst>
          </p:cNvPr>
          <p:cNvCxnSpPr/>
          <p:nvPr/>
        </p:nvCxnSpPr>
        <p:spPr>
          <a:xfrm>
            <a:off x="-1140186" y="752354"/>
            <a:ext cx="0" cy="1238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561DB09-9474-A533-212C-88EEE984012D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438082F-B433-4C7C-913A-1D86C4E4DDAC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CA0849-458B-3ED4-55EC-90F9C7BFF350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8FE89F2-8059-1631-E0C9-5ADCC199440C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74213CF-09C4-3F64-9CE1-04780C52D4AB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5AC77E2-A408-13DB-9152-5038D16E42F8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39C6FB-D947-23F7-93D3-C2C02AE069B7}"/>
              </a:ext>
            </a:extLst>
          </p:cNvPr>
          <p:cNvCxnSpPr/>
          <p:nvPr/>
        </p:nvCxnSpPr>
        <p:spPr>
          <a:xfrm flipH="1">
            <a:off x="6414303" y="1254872"/>
            <a:ext cx="99542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C5F4A91-F24A-EF34-4137-3082BE7C4B55}"/>
              </a:ext>
            </a:extLst>
          </p:cNvPr>
          <p:cNvCxnSpPr>
            <a:cxnSpLocks/>
          </p:cNvCxnSpPr>
          <p:nvPr/>
        </p:nvCxnSpPr>
        <p:spPr>
          <a:xfrm>
            <a:off x="7409726" y="1241194"/>
            <a:ext cx="0" cy="7180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00B0D30-DE7D-6193-4A8D-4F5827CC0A1C}"/>
              </a:ext>
            </a:extLst>
          </p:cNvPr>
          <p:cNvGraphicFramePr>
            <a:graphicFrameLocks noGrp="1"/>
          </p:cNvGraphicFramePr>
          <p:nvPr/>
        </p:nvGraphicFramePr>
        <p:xfrm>
          <a:off x="6278582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A47B0B1-CB36-0507-C84A-F0721ED3B1A6}"/>
              </a:ext>
            </a:extLst>
          </p:cNvPr>
          <p:cNvSpPr txBox="1"/>
          <p:nvPr/>
        </p:nvSpPr>
        <p:spPr>
          <a:xfrm>
            <a:off x="6274830" y="309433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FDEA0B-2A87-4A48-E4BE-F1E7ABBDE6A6}"/>
              </a:ext>
            </a:extLst>
          </p:cNvPr>
          <p:cNvCxnSpPr/>
          <p:nvPr/>
        </p:nvCxnSpPr>
        <p:spPr>
          <a:xfrm flipH="1">
            <a:off x="6414303" y="752354"/>
            <a:ext cx="502928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6094F8-3BD8-6CCA-08E7-79FEB419D834}"/>
              </a:ext>
            </a:extLst>
          </p:cNvPr>
          <p:cNvCxnSpPr/>
          <p:nvPr/>
        </p:nvCxnSpPr>
        <p:spPr>
          <a:xfrm>
            <a:off x="11443583" y="752354"/>
            <a:ext cx="0" cy="123849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3E2EDED-C0C2-90CE-0D90-B7A19B6D2E38}"/>
              </a:ext>
            </a:extLst>
          </p:cNvPr>
          <p:cNvGraphicFramePr>
            <a:graphicFrameLocks noGrp="1"/>
          </p:cNvGraphicFramePr>
          <p:nvPr/>
        </p:nvGraphicFramePr>
        <p:xfrm>
          <a:off x="10235765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F709DFF-7F0F-9CAA-9A6E-568AA77924E2}"/>
              </a:ext>
            </a:extLst>
          </p:cNvPr>
          <p:cNvSpPr txBox="1"/>
          <p:nvPr/>
        </p:nvSpPr>
        <p:spPr>
          <a:xfrm>
            <a:off x="10216587" y="355600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A74300-1DCF-D339-F55A-B64B6F4C7B1C}"/>
              </a:ext>
            </a:extLst>
          </p:cNvPr>
          <p:cNvCxnSpPr/>
          <p:nvPr/>
        </p:nvCxnSpPr>
        <p:spPr>
          <a:xfrm>
            <a:off x="-2375824" y="1992144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C70FD4-A832-FA8C-4A88-F31AC8F3F6ED}"/>
              </a:ext>
            </a:extLst>
          </p:cNvPr>
          <p:cNvCxnSpPr/>
          <p:nvPr/>
        </p:nvCxnSpPr>
        <p:spPr>
          <a:xfrm>
            <a:off x="-2375824" y="4355305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E14157-02DA-4CEF-DAC5-E46273627EBF}"/>
              </a:ext>
            </a:extLst>
          </p:cNvPr>
          <p:cNvCxnSpPr>
            <a:cxnSpLocks/>
          </p:cNvCxnSpPr>
          <p:nvPr/>
        </p:nvCxnSpPr>
        <p:spPr>
          <a:xfrm>
            <a:off x="-2375824" y="1990846"/>
            <a:ext cx="0" cy="23644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7F3C3E-5B72-7952-D14E-E30AD72523E7}"/>
              </a:ext>
            </a:extLst>
          </p:cNvPr>
          <p:cNvCxnSpPr>
            <a:cxnSpLocks/>
          </p:cNvCxnSpPr>
          <p:nvPr/>
        </p:nvCxnSpPr>
        <p:spPr>
          <a:xfrm>
            <a:off x="95452" y="1975305"/>
            <a:ext cx="0" cy="238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A0C2CC-361C-13CE-B5F3-E32EA8FA941A}"/>
              </a:ext>
            </a:extLst>
          </p:cNvPr>
          <p:cNvCxnSpPr>
            <a:cxnSpLocks/>
          </p:cNvCxnSpPr>
          <p:nvPr/>
        </p:nvCxnSpPr>
        <p:spPr>
          <a:xfrm flipV="1">
            <a:off x="-740780" y="1122363"/>
            <a:ext cx="0" cy="86848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E6260C-CEBE-AD7D-EC52-43AA49B95C03}"/>
              </a:ext>
            </a:extLst>
          </p:cNvPr>
          <p:cNvCxnSpPr>
            <a:cxnSpLocks/>
          </p:cNvCxnSpPr>
          <p:nvPr/>
        </p:nvCxnSpPr>
        <p:spPr>
          <a:xfrm>
            <a:off x="-738851" y="1066800"/>
            <a:ext cx="444275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C54F07C-30BC-33D0-9837-6AD94E283B07}"/>
              </a:ext>
            </a:extLst>
          </p:cNvPr>
          <p:cNvCxnSpPr>
            <a:cxnSpLocks/>
          </p:cNvCxnSpPr>
          <p:nvPr/>
        </p:nvCxnSpPr>
        <p:spPr>
          <a:xfrm>
            <a:off x="1646458" y="197530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ECD271B-D3DA-6C4B-AE42-608C09D7E1DD}"/>
              </a:ext>
            </a:extLst>
          </p:cNvPr>
          <p:cNvCxnSpPr>
            <a:cxnSpLocks/>
          </p:cNvCxnSpPr>
          <p:nvPr/>
        </p:nvCxnSpPr>
        <p:spPr>
          <a:xfrm>
            <a:off x="1646458" y="424278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E07E9E1-A64C-5831-F85D-C4C8EAB3B2B1}"/>
              </a:ext>
            </a:extLst>
          </p:cNvPr>
          <p:cNvCxnSpPr>
            <a:cxnSpLocks/>
          </p:cNvCxnSpPr>
          <p:nvPr/>
        </p:nvCxnSpPr>
        <p:spPr>
          <a:xfrm>
            <a:off x="1656948" y="1975305"/>
            <a:ext cx="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8C5C68-92D0-55D6-72C5-0E88CDA9B43E}"/>
              </a:ext>
            </a:extLst>
          </p:cNvPr>
          <p:cNvCxnSpPr>
            <a:cxnSpLocks/>
          </p:cNvCxnSpPr>
          <p:nvPr/>
        </p:nvCxnSpPr>
        <p:spPr>
          <a:xfrm flipH="1">
            <a:off x="4109014" y="1975305"/>
            <a:ext cx="872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5C221F6-343C-56AF-645B-F6E40BCCA782}"/>
              </a:ext>
            </a:extLst>
          </p:cNvPr>
          <p:cNvCxnSpPr>
            <a:cxnSpLocks/>
          </p:cNvCxnSpPr>
          <p:nvPr/>
        </p:nvCxnSpPr>
        <p:spPr>
          <a:xfrm flipV="1">
            <a:off x="3046070" y="1442258"/>
            <a:ext cx="0" cy="37496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0D3BD2D-82E1-7DBA-8500-8F198C75DD8B}"/>
              </a:ext>
            </a:extLst>
          </p:cNvPr>
          <p:cNvCxnSpPr>
            <a:cxnSpLocks/>
          </p:cNvCxnSpPr>
          <p:nvPr/>
        </p:nvCxnSpPr>
        <p:spPr>
          <a:xfrm>
            <a:off x="3049927" y="1405168"/>
            <a:ext cx="827592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8385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395A5-D409-DC11-F008-7C3B6648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B6DE-F508-B091-0BBD-C6603598E6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D20B7-CE87-9A43-82D4-FA7E1F19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BCA70D-6BD3-E056-C794-1207F1BB3849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2C75AF-719E-A122-6185-9F4E1B3EB510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E81E0E-668B-98C3-BD79-CA79C1EACFC6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DF929B-B078-C86B-51F1-F396EE4E65B2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5F7821B-9F75-0409-0AA1-4A44BFB37F8A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474B51-2FAB-6EBB-D406-5A132CE65DB3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25B0CAC-1B4F-A009-544E-E9CF9EB97527}"/>
              </a:ext>
            </a:extLst>
          </p:cNvPr>
          <p:cNvGraphicFramePr>
            <a:graphicFrameLocks noGrp="1"/>
          </p:cNvGraphicFramePr>
          <p:nvPr/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F5E946-910C-F38B-42C3-464D2E38E173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19C9E6-EF23-6E19-EA05-AA5994767F21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CB75D1-126F-44E9-7E2D-5BAF56872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273492"/>
              </p:ext>
            </p:extLst>
          </p:nvPr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0B1C00-5BD5-63DB-A6CD-EA0DFDF5BAC1}"/>
              </a:ext>
            </a:extLst>
          </p:cNvPr>
          <p:cNvSpPr txBox="1"/>
          <p:nvPr/>
        </p:nvSpPr>
        <p:spPr>
          <a:xfrm>
            <a:off x="966484" y="2839162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9520D2-9261-44AD-F8F0-B7AFA9C32106}"/>
              </a:ext>
            </a:extLst>
          </p:cNvPr>
          <p:cNvSpPr txBox="1"/>
          <p:nvPr/>
        </p:nvSpPr>
        <p:spPr>
          <a:xfrm>
            <a:off x="1523999" y="181895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D664A90-7FD3-3486-A242-77F32C221EDC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630B65-12E5-C2F5-E8B3-09B5F8804D61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CCCCDB-3A84-6E2A-3A3B-3E9C825B6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376401"/>
              </p:ext>
            </p:extLst>
          </p:nvPr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C8E9627-78AF-0451-FA62-F50AB019A8E2}"/>
              </a:ext>
            </a:extLst>
          </p:cNvPr>
          <p:cNvSpPr txBox="1"/>
          <p:nvPr/>
        </p:nvSpPr>
        <p:spPr>
          <a:xfrm>
            <a:off x="988492" y="549996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858D69-5E03-ADA0-9EA0-F5275095D273}"/>
              </a:ext>
            </a:extLst>
          </p:cNvPr>
          <p:cNvSpPr txBox="1"/>
          <p:nvPr/>
        </p:nvSpPr>
        <p:spPr>
          <a:xfrm>
            <a:off x="1523998" y="4447842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309333-C7DE-2F08-8ACB-D7C1265C8F7F}"/>
              </a:ext>
            </a:extLst>
          </p:cNvPr>
          <p:cNvSpPr txBox="1"/>
          <p:nvPr/>
        </p:nvSpPr>
        <p:spPr>
          <a:xfrm>
            <a:off x="2108522" y="604662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67AAF5-9B1B-8009-435D-98DD5356D2E7}"/>
              </a:ext>
            </a:extLst>
          </p:cNvPr>
          <p:cNvCxnSpPr>
            <a:cxnSpLocks/>
          </p:cNvCxnSpPr>
          <p:nvPr/>
        </p:nvCxnSpPr>
        <p:spPr>
          <a:xfrm>
            <a:off x="2108522" y="6590721"/>
            <a:ext cx="0" cy="39652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FDF4CD2-C88E-1250-E36A-A03F554AE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212758"/>
              </p:ext>
            </p:extLst>
          </p:nvPr>
        </p:nvGraphicFramePr>
        <p:xfrm>
          <a:off x="966485" y="704087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B652841-ABEF-DE80-DAEF-223EFA7BA432}"/>
              </a:ext>
            </a:extLst>
          </p:cNvPr>
          <p:cNvSpPr txBox="1"/>
          <p:nvPr/>
        </p:nvSpPr>
        <p:spPr>
          <a:xfrm>
            <a:off x="966483" y="807719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FBE519-C360-06AF-7710-2E5080C8D170}"/>
              </a:ext>
            </a:extLst>
          </p:cNvPr>
          <p:cNvSpPr txBox="1"/>
          <p:nvPr/>
        </p:nvSpPr>
        <p:spPr>
          <a:xfrm>
            <a:off x="1523998" y="707826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8EB6F9-B5A0-F3DA-DA1F-EE988831B2A1}"/>
              </a:ext>
            </a:extLst>
          </p:cNvPr>
          <p:cNvSpPr txBox="1"/>
          <p:nvPr/>
        </p:nvSpPr>
        <p:spPr>
          <a:xfrm>
            <a:off x="2108522" y="863349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56D9E0-EB76-CA91-2D16-52DF546D8924}"/>
              </a:ext>
            </a:extLst>
          </p:cNvPr>
          <p:cNvSpPr txBox="1"/>
          <p:nvPr/>
        </p:nvSpPr>
        <p:spPr>
          <a:xfrm>
            <a:off x="2643889" y="7596628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8287BF6-E800-C809-41ED-064A61D8B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4001"/>
              </p:ext>
            </p:extLst>
          </p:nvPr>
        </p:nvGraphicFramePr>
        <p:xfrm>
          <a:off x="7501767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3EE5AF3C-8778-7DE7-293E-8CF6D3A51377}"/>
              </a:ext>
            </a:extLst>
          </p:cNvPr>
          <p:cNvSpPr txBox="1"/>
          <p:nvPr/>
        </p:nvSpPr>
        <p:spPr>
          <a:xfrm>
            <a:off x="7496215" y="5491057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466455-3612-7090-04D1-DF1F75C738C0}"/>
              </a:ext>
            </a:extLst>
          </p:cNvPr>
          <p:cNvSpPr txBox="1"/>
          <p:nvPr/>
        </p:nvSpPr>
        <p:spPr>
          <a:xfrm>
            <a:off x="8047707" y="446555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1C9A52-3EC9-39F7-DC29-A41EE7DA1A8D}"/>
              </a:ext>
            </a:extLst>
          </p:cNvPr>
          <p:cNvSpPr txBox="1"/>
          <p:nvPr/>
        </p:nvSpPr>
        <p:spPr>
          <a:xfrm>
            <a:off x="8630299" y="601939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6B941F-F3F5-FA86-320E-68663604F91A}"/>
              </a:ext>
            </a:extLst>
          </p:cNvPr>
          <p:cNvSpPr txBox="1"/>
          <p:nvPr/>
        </p:nvSpPr>
        <p:spPr>
          <a:xfrm>
            <a:off x="9176640" y="498228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61F35E-7F92-E3EB-79E1-9F0823C4DB63}"/>
              </a:ext>
            </a:extLst>
          </p:cNvPr>
          <p:cNvCxnSpPr/>
          <p:nvPr/>
        </p:nvCxnSpPr>
        <p:spPr>
          <a:xfrm>
            <a:off x="7397595" y="6694893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95EE6B2-4EEC-5CD6-C879-2AB4FCDFE78F}"/>
              </a:ext>
            </a:extLst>
          </p:cNvPr>
          <p:cNvCxnSpPr/>
          <p:nvPr/>
        </p:nvCxnSpPr>
        <p:spPr>
          <a:xfrm>
            <a:off x="7397595" y="4242991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62ACAC-DE89-35B7-8615-DCCA92B162AA}"/>
              </a:ext>
            </a:extLst>
          </p:cNvPr>
          <p:cNvCxnSpPr>
            <a:cxnSpLocks/>
          </p:cNvCxnSpPr>
          <p:nvPr/>
        </p:nvCxnSpPr>
        <p:spPr>
          <a:xfrm flipV="1">
            <a:off x="7306357" y="4447842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2E19DD-9F2A-4D81-ECDF-075DDAA53782}"/>
              </a:ext>
            </a:extLst>
          </p:cNvPr>
          <p:cNvCxnSpPr>
            <a:cxnSpLocks/>
          </p:cNvCxnSpPr>
          <p:nvPr/>
        </p:nvCxnSpPr>
        <p:spPr>
          <a:xfrm flipV="1">
            <a:off x="9948688" y="4473044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FDCEE4-462D-F335-2022-0C776A3FB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50204"/>
              </p:ext>
            </p:extLst>
          </p:nvPr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C3D993B-74A9-B73B-3C89-01CA97D94C57}"/>
              </a:ext>
            </a:extLst>
          </p:cNvPr>
          <p:cNvSpPr txBox="1"/>
          <p:nvPr/>
        </p:nvSpPr>
        <p:spPr>
          <a:xfrm>
            <a:off x="6052418" y="73034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12612698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4AB49-3B59-027C-A09C-15EA4DB4D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6225-749C-C14B-6E0A-F00C78A2E1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87F85-FDEB-994F-4E99-1E0D573B39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FFF42A-3E7B-C9C9-7489-01A367F7159D}"/>
              </a:ext>
            </a:extLst>
          </p:cNvPr>
          <p:cNvSpPr/>
          <p:nvPr/>
        </p:nvSpPr>
        <p:spPr>
          <a:xfrm>
            <a:off x="-2760929" y="-792263"/>
            <a:ext cx="15814455" cy="99594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56B605-BB57-AAA0-42CB-F89294F87567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EEF3B-258E-C852-EA0E-1011B836C3C2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3154A1-BBB5-2F11-0F99-F757314FE7FB}"/>
              </a:ext>
            </a:extLst>
          </p:cNvPr>
          <p:cNvGraphicFramePr>
            <a:graphicFrameLocks noGrp="1"/>
          </p:cNvGraphicFramePr>
          <p:nvPr/>
        </p:nvGraphicFramePr>
        <p:xfrm>
          <a:off x="9309904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DC4969B-4612-1173-EAF1-3FBE9E249E6A}"/>
              </a:ext>
            </a:extLst>
          </p:cNvPr>
          <p:cNvSpPr txBox="1"/>
          <p:nvPr/>
        </p:nvSpPr>
        <p:spPr>
          <a:xfrm>
            <a:off x="9309904" y="-671715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EA884B-C3C1-FE8C-E4C0-02CB2E60D778}"/>
              </a:ext>
            </a:extLst>
          </p:cNvPr>
          <p:cNvCxnSpPr>
            <a:cxnSpLocks/>
          </p:cNvCxnSpPr>
          <p:nvPr/>
        </p:nvCxnSpPr>
        <p:spPr>
          <a:xfrm flipH="1">
            <a:off x="8437944" y="429702"/>
            <a:ext cx="648182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AEFC993-2AAB-9263-63BB-0AD1D06A5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38297"/>
              </p:ext>
            </p:extLst>
          </p:nvPr>
        </p:nvGraphicFramePr>
        <p:xfrm>
          <a:off x="6052418" y="-351892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C8C3067-9450-220E-5F23-F38474A2F0D9}"/>
              </a:ext>
            </a:extLst>
          </p:cNvPr>
          <p:cNvSpPr txBox="1"/>
          <p:nvPr/>
        </p:nvSpPr>
        <p:spPr>
          <a:xfrm>
            <a:off x="6052418" y="72524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4894DD-B82D-FD9E-3475-BC13A01C1871}"/>
              </a:ext>
            </a:extLst>
          </p:cNvPr>
          <p:cNvCxnSpPr/>
          <p:nvPr/>
        </p:nvCxnSpPr>
        <p:spPr>
          <a:xfrm flipH="1">
            <a:off x="2095589" y="650399"/>
            <a:ext cx="3540712" cy="23893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10AC61-3C17-34E8-3C19-FDED12734477}"/>
              </a:ext>
            </a:extLst>
          </p:cNvPr>
          <p:cNvCxnSpPr/>
          <p:nvPr/>
        </p:nvCxnSpPr>
        <p:spPr>
          <a:xfrm>
            <a:off x="2095018" y="684428"/>
            <a:ext cx="0" cy="103632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6573A94-1F34-8C33-D8A0-82F596E1A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495210"/>
              </p:ext>
            </p:extLst>
          </p:nvPr>
        </p:nvGraphicFramePr>
        <p:xfrm>
          <a:off x="966486" y="177679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06C0C78-10BA-50FF-91D3-3C1E31528125}"/>
              </a:ext>
            </a:extLst>
          </p:cNvPr>
          <p:cNvGraphicFramePr>
            <a:graphicFrameLocks noGrp="1"/>
          </p:cNvGraphicFramePr>
          <p:nvPr/>
        </p:nvGraphicFramePr>
        <p:xfrm>
          <a:off x="-2633606" y="227153"/>
          <a:ext cx="2245490" cy="4206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5490">
                  <a:extLst>
                    <a:ext uri="{9D8B030D-6E8A-4147-A177-3AD203B41FA5}">
                      <a16:colId xmlns:a16="http://schemas.microsoft.com/office/drawing/2014/main" val="2142794095"/>
                    </a:ext>
                  </a:extLst>
                </a:gridCol>
              </a:tblGrid>
              <a:tr h="474468">
                <a:tc>
                  <a:txBody>
                    <a:bodyPr/>
                    <a:lstStyle/>
                    <a:p>
                      <a:r>
                        <a:rPr lang="en-IN" sz="3600" dirty="0"/>
                        <a:t>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4024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1 – Every Column    should have 1                    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7542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2 – Every Row should have 1 Queen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87"/>
                  </a:ext>
                </a:extLst>
              </a:tr>
              <a:tr h="88115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3 – Non of Queen should Attack each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7832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25D665-7A79-E15F-194F-CABF0EC04647}"/>
              </a:ext>
            </a:extLst>
          </p:cNvPr>
          <p:cNvCxnSpPr>
            <a:cxnSpLocks/>
          </p:cNvCxnSpPr>
          <p:nvPr/>
        </p:nvCxnSpPr>
        <p:spPr>
          <a:xfrm>
            <a:off x="2095018" y="3943977"/>
            <a:ext cx="0" cy="39652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B7BE1E9-4316-7A8C-814F-DCCDA7384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664787"/>
              </p:ext>
            </p:extLst>
          </p:nvPr>
        </p:nvGraphicFramePr>
        <p:xfrm>
          <a:off x="966486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732EA15-5565-1B69-F306-97610BE32A9A}"/>
              </a:ext>
            </a:extLst>
          </p:cNvPr>
          <p:cNvSpPr txBox="1"/>
          <p:nvPr/>
        </p:nvSpPr>
        <p:spPr>
          <a:xfrm>
            <a:off x="966484" y="5499622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38F495-F7A9-224E-3DCB-C95FAFC8AFFB}"/>
              </a:ext>
            </a:extLst>
          </p:cNvPr>
          <p:cNvSpPr txBox="1"/>
          <p:nvPr/>
        </p:nvSpPr>
        <p:spPr>
          <a:xfrm>
            <a:off x="1523998" y="446736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A00FC0D-F1EB-7C8E-3A20-B355B7994020}"/>
              </a:ext>
            </a:extLst>
          </p:cNvPr>
          <p:cNvCxnSpPr>
            <a:cxnSpLocks/>
          </p:cNvCxnSpPr>
          <p:nvPr/>
        </p:nvCxnSpPr>
        <p:spPr>
          <a:xfrm>
            <a:off x="2108522" y="6590721"/>
            <a:ext cx="0" cy="39652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7E74B60-B9F5-411B-F388-35BC8EEB6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030245"/>
              </p:ext>
            </p:extLst>
          </p:nvPr>
        </p:nvGraphicFramePr>
        <p:xfrm>
          <a:off x="966485" y="7040879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2BE70B2-04E3-46EB-24D4-F2F08E9C707E}"/>
              </a:ext>
            </a:extLst>
          </p:cNvPr>
          <p:cNvSpPr txBox="1"/>
          <p:nvPr/>
        </p:nvSpPr>
        <p:spPr>
          <a:xfrm>
            <a:off x="966484" y="807313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34FD6B-6975-284E-45C2-7BE928E0D9EF}"/>
              </a:ext>
            </a:extLst>
          </p:cNvPr>
          <p:cNvSpPr txBox="1"/>
          <p:nvPr/>
        </p:nvSpPr>
        <p:spPr>
          <a:xfrm>
            <a:off x="1519890" y="709450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95693B-7A03-25D2-22CD-3C9696B362FF}"/>
              </a:ext>
            </a:extLst>
          </p:cNvPr>
          <p:cNvSpPr txBox="1"/>
          <p:nvPr/>
        </p:nvSpPr>
        <p:spPr>
          <a:xfrm>
            <a:off x="2095017" y="865185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13B0F32-2816-6F72-7054-57EA7A91E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051073"/>
              </p:ext>
            </p:extLst>
          </p:nvPr>
        </p:nvGraphicFramePr>
        <p:xfrm>
          <a:off x="7501767" y="4435654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38744CB4-A70F-2CE1-38E8-DCD839CE54E0}"/>
              </a:ext>
            </a:extLst>
          </p:cNvPr>
          <p:cNvSpPr txBox="1"/>
          <p:nvPr/>
        </p:nvSpPr>
        <p:spPr>
          <a:xfrm>
            <a:off x="7496215" y="551468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7570E2-E633-B249-3A54-94724D6DCBB9}"/>
              </a:ext>
            </a:extLst>
          </p:cNvPr>
          <p:cNvSpPr txBox="1"/>
          <p:nvPr/>
        </p:nvSpPr>
        <p:spPr>
          <a:xfrm>
            <a:off x="8615098" y="597010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BF96A5-72A8-8F5B-C2B8-18C2E378ED88}"/>
              </a:ext>
            </a:extLst>
          </p:cNvPr>
          <p:cNvSpPr txBox="1"/>
          <p:nvPr/>
        </p:nvSpPr>
        <p:spPr>
          <a:xfrm>
            <a:off x="8046566" y="4473617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5C0B4E-A989-58C1-3217-E2E0793A9A0F}"/>
              </a:ext>
            </a:extLst>
          </p:cNvPr>
          <p:cNvSpPr txBox="1"/>
          <p:nvPr/>
        </p:nvSpPr>
        <p:spPr>
          <a:xfrm>
            <a:off x="9176640" y="498228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DE31579-D805-07CF-1C71-DC30648BE3A1}"/>
              </a:ext>
            </a:extLst>
          </p:cNvPr>
          <p:cNvCxnSpPr/>
          <p:nvPr/>
        </p:nvCxnSpPr>
        <p:spPr>
          <a:xfrm>
            <a:off x="7397595" y="6694893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9B435F-3803-ED5E-D936-39616CA46027}"/>
              </a:ext>
            </a:extLst>
          </p:cNvPr>
          <p:cNvCxnSpPr/>
          <p:nvPr/>
        </p:nvCxnSpPr>
        <p:spPr>
          <a:xfrm>
            <a:off x="7397595" y="4242991"/>
            <a:ext cx="2465408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1B9A9EC-0C66-A206-73A5-08ACE67FDC2E}"/>
              </a:ext>
            </a:extLst>
          </p:cNvPr>
          <p:cNvCxnSpPr>
            <a:cxnSpLocks/>
          </p:cNvCxnSpPr>
          <p:nvPr/>
        </p:nvCxnSpPr>
        <p:spPr>
          <a:xfrm flipV="1">
            <a:off x="7306357" y="4447842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A27E124-611B-9AD2-3116-443D6F580D1B}"/>
              </a:ext>
            </a:extLst>
          </p:cNvPr>
          <p:cNvCxnSpPr>
            <a:cxnSpLocks/>
          </p:cNvCxnSpPr>
          <p:nvPr/>
        </p:nvCxnSpPr>
        <p:spPr>
          <a:xfrm flipV="1">
            <a:off x="9948688" y="4473044"/>
            <a:ext cx="0" cy="2040133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B6F4EC3-279F-8DF1-2DA8-EC697B56EAA7}"/>
              </a:ext>
            </a:extLst>
          </p:cNvPr>
          <p:cNvCxnSpPr>
            <a:cxnSpLocks/>
          </p:cNvCxnSpPr>
          <p:nvPr/>
        </p:nvCxnSpPr>
        <p:spPr>
          <a:xfrm flipH="1">
            <a:off x="267643" y="8073134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78B9CF3-ACA7-A4F8-CB5B-B610A8E11E84}"/>
              </a:ext>
            </a:extLst>
          </p:cNvPr>
          <p:cNvCxnSpPr>
            <a:cxnSpLocks/>
          </p:cNvCxnSpPr>
          <p:nvPr/>
        </p:nvCxnSpPr>
        <p:spPr>
          <a:xfrm flipV="1">
            <a:off x="267643" y="5625296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3F7558A-0EB1-D581-98A2-4657F981DC18}"/>
              </a:ext>
            </a:extLst>
          </p:cNvPr>
          <p:cNvCxnSpPr/>
          <p:nvPr/>
        </p:nvCxnSpPr>
        <p:spPr>
          <a:xfrm>
            <a:off x="267643" y="5625296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2D8B42-583C-603E-788F-A4525305A49B}"/>
              </a:ext>
            </a:extLst>
          </p:cNvPr>
          <p:cNvCxnSpPr>
            <a:cxnSpLocks/>
          </p:cNvCxnSpPr>
          <p:nvPr/>
        </p:nvCxnSpPr>
        <p:spPr>
          <a:xfrm flipV="1">
            <a:off x="270997" y="2591765"/>
            <a:ext cx="0" cy="234294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CF4D679-23F6-D8B3-A6EB-A9F3A96C9D96}"/>
              </a:ext>
            </a:extLst>
          </p:cNvPr>
          <p:cNvCxnSpPr>
            <a:cxnSpLocks/>
          </p:cNvCxnSpPr>
          <p:nvPr/>
        </p:nvCxnSpPr>
        <p:spPr>
          <a:xfrm flipH="1">
            <a:off x="315870" y="4934709"/>
            <a:ext cx="612033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FA6A15-9307-0900-37A6-27CACA9C1B52}"/>
              </a:ext>
            </a:extLst>
          </p:cNvPr>
          <p:cNvCxnSpPr/>
          <p:nvPr/>
        </p:nvCxnSpPr>
        <p:spPr>
          <a:xfrm>
            <a:off x="315870" y="2558970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81A406-4703-1C44-4ED4-21B16D1A6257}"/>
              </a:ext>
            </a:extLst>
          </p:cNvPr>
          <p:cNvCxnSpPr>
            <a:cxnSpLocks/>
          </p:cNvCxnSpPr>
          <p:nvPr/>
        </p:nvCxnSpPr>
        <p:spPr>
          <a:xfrm flipV="1">
            <a:off x="396893" y="443206"/>
            <a:ext cx="0" cy="1582364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8502D5D-AAC6-04B7-485A-6135BB64D88F}"/>
              </a:ext>
            </a:extLst>
          </p:cNvPr>
          <p:cNvCxnSpPr/>
          <p:nvPr/>
        </p:nvCxnSpPr>
        <p:spPr>
          <a:xfrm>
            <a:off x="396893" y="2025570"/>
            <a:ext cx="5310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97632FD-01F5-95D5-D6E2-0C426662A08D}"/>
              </a:ext>
            </a:extLst>
          </p:cNvPr>
          <p:cNvCxnSpPr>
            <a:cxnSpLocks/>
          </p:cNvCxnSpPr>
          <p:nvPr/>
        </p:nvCxnSpPr>
        <p:spPr>
          <a:xfrm flipV="1">
            <a:off x="435474" y="429702"/>
            <a:ext cx="5363442" cy="1350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7008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7B416-CE00-6B0C-C3A8-091F3AB40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427F-8587-BB72-CE77-3D2AB69FD7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E66B6-385D-CD0B-0200-B872F77D27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3F0B41-6673-825B-435B-441F7F218E5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1540A2-25CE-C1A3-02C3-7F5E3F5E41A5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CE41BF-9198-2962-43E5-CEC39373525D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F1451E-F3ED-659F-1442-2C4E93AF1638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FF648CB-21EC-4B43-F919-1FF1EF4DD13F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DD1003-1A1E-5F60-01AC-F7ECB7C55CCD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6960C6-C037-B4D4-39EC-EB65FBFC35CA}"/>
              </a:ext>
            </a:extLst>
          </p:cNvPr>
          <p:cNvCxnSpPr/>
          <p:nvPr/>
        </p:nvCxnSpPr>
        <p:spPr>
          <a:xfrm>
            <a:off x="-1140186" y="752354"/>
            <a:ext cx="0" cy="12384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CFA53E9-4A43-4F9C-98EE-6BC5319E014D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987C244-2150-7C28-A920-C0A7A10BB42C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6DC30B-97AE-13BE-D456-40F2C8D481EC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FDC181-EF4C-5002-565A-49DB6A4AB6B2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C42CD0C-8E55-0EBD-080C-8A5A32B26CEA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DC892D2-06A3-308A-9FED-2851685FE7FE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0483A5-29B3-62EE-7315-C050925C7096}"/>
              </a:ext>
            </a:extLst>
          </p:cNvPr>
          <p:cNvCxnSpPr/>
          <p:nvPr/>
        </p:nvCxnSpPr>
        <p:spPr>
          <a:xfrm flipH="1">
            <a:off x="6414303" y="1254872"/>
            <a:ext cx="99542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BF5038-1CDE-B21C-BCED-508C6ACAF6FC}"/>
              </a:ext>
            </a:extLst>
          </p:cNvPr>
          <p:cNvCxnSpPr>
            <a:cxnSpLocks/>
          </p:cNvCxnSpPr>
          <p:nvPr/>
        </p:nvCxnSpPr>
        <p:spPr>
          <a:xfrm>
            <a:off x="7409726" y="1241194"/>
            <a:ext cx="0" cy="7180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BC53FA0-8148-E871-B75F-0DB00FB8D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860994"/>
              </p:ext>
            </p:extLst>
          </p:nvPr>
        </p:nvGraphicFramePr>
        <p:xfrm>
          <a:off x="6277734" y="205001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70DA145C-FF99-CC1B-8C24-FCE763C33B60}"/>
              </a:ext>
            </a:extLst>
          </p:cNvPr>
          <p:cNvSpPr txBox="1"/>
          <p:nvPr/>
        </p:nvSpPr>
        <p:spPr>
          <a:xfrm>
            <a:off x="6274830" y="309433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B99BF3-17A2-3721-25C7-AB488608AF4C}"/>
              </a:ext>
            </a:extLst>
          </p:cNvPr>
          <p:cNvCxnSpPr/>
          <p:nvPr/>
        </p:nvCxnSpPr>
        <p:spPr>
          <a:xfrm flipH="1">
            <a:off x="6414303" y="752354"/>
            <a:ext cx="502928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8F8A7B9-2093-92CE-B8D7-392B8A02BFB4}"/>
              </a:ext>
            </a:extLst>
          </p:cNvPr>
          <p:cNvCxnSpPr/>
          <p:nvPr/>
        </p:nvCxnSpPr>
        <p:spPr>
          <a:xfrm>
            <a:off x="11443583" y="752354"/>
            <a:ext cx="0" cy="123849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33C128E-6FF5-5F5C-9837-B3A92C41E1FD}"/>
              </a:ext>
            </a:extLst>
          </p:cNvPr>
          <p:cNvGraphicFramePr>
            <a:graphicFrameLocks noGrp="1"/>
          </p:cNvGraphicFramePr>
          <p:nvPr/>
        </p:nvGraphicFramePr>
        <p:xfrm>
          <a:off x="10235765" y="19908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91662E0A-D70A-EC05-E03F-07C3E164750E}"/>
              </a:ext>
            </a:extLst>
          </p:cNvPr>
          <p:cNvSpPr txBox="1"/>
          <p:nvPr/>
        </p:nvSpPr>
        <p:spPr>
          <a:xfrm>
            <a:off x="10216587" y="355600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149FDD-1DDA-3AE8-876F-582B25EE9FAE}"/>
              </a:ext>
            </a:extLst>
          </p:cNvPr>
          <p:cNvCxnSpPr/>
          <p:nvPr/>
        </p:nvCxnSpPr>
        <p:spPr>
          <a:xfrm>
            <a:off x="-2375824" y="1992144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86623A-1973-F061-22E4-8E0945C3D865}"/>
              </a:ext>
            </a:extLst>
          </p:cNvPr>
          <p:cNvCxnSpPr/>
          <p:nvPr/>
        </p:nvCxnSpPr>
        <p:spPr>
          <a:xfrm>
            <a:off x="-2375824" y="4355305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20803E-F130-19C5-E4D4-3F4BBFDF394C}"/>
              </a:ext>
            </a:extLst>
          </p:cNvPr>
          <p:cNvCxnSpPr>
            <a:cxnSpLocks/>
          </p:cNvCxnSpPr>
          <p:nvPr/>
        </p:nvCxnSpPr>
        <p:spPr>
          <a:xfrm>
            <a:off x="-2375824" y="1990846"/>
            <a:ext cx="0" cy="23644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39AFD2-03B3-C544-676B-145684C7C050}"/>
              </a:ext>
            </a:extLst>
          </p:cNvPr>
          <p:cNvCxnSpPr>
            <a:cxnSpLocks/>
          </p:cNvCxnSpPr>
          <p:nvPr/>
        </p:nvCxnSpPr>
        <p:spPr>
          <a:xfrm>
            <a:off x="95452" y="1975305"/>
            <a:ext cx="0" cy="238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F88E4B-1853-B253-3C57-4EED13DAA400}"/>
              </a:ext>
            </a:extLst>
          </p:cNvPr>
          <p:cNvCxnSpPr>
            <a:cxnSpLocks/>
          </p:cNvCxnSpPr>
          <p:nvPr/>
        </p:nvCxnSpPr>
        <p:spPr>
          <a:xfrm flipV="1">
            <a:off x="-740780" y="1122363"/>
            <a:ext cx="0" cy="86848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3D53BF-B6FE-01FB-EA77-A32AC8B70844}"/>
              </a:ext>
            </a:extLst>
          </p:cNvPr>
          <p:cNvCxnSpPr>
            <a:cxnSpLocks/>
          </p:cNvCxnSpPr>
          <p:nvPr/>
        </p:nvCxnSpPr>
        <p:spPr>
          <a:xfrm>
            <a:off x="-738851" y="1066800"/>
            <a:ext cx="444275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2B78A80-065F-BB88-8482-F36ADEF0302D}"/>
              </a:ext>
            </a:extLst>
          </p:cNvPr>
          <p:cNvCxnSpPr>
            <a:cxnSpLocks/>
          </p:cNvCxnSpPr>
          <p:nvPr/>
        </p:nvCxnSpPr>
        <p:spPr>
          <a:xfrm>
            <a:off x="1646458" y="197530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003A778-F955-49A1-229E-FC8F74B921CE}"/>
              </a:ext>
            </a:extLst>
          </p:cNvPr>
          <p:cNvCxnSpPr>
            <a:cxnSpLocks/>
          </p:cNvCxnSpPr>
          <p:nvPr/>
        </p:nvCxnSpPr>
        <p:spPr>
          <a:xfrm>
            <a:off x="1646458" y="424278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48CFBA-2D80-1F02-E228-45951E3A3944}"/>
              </a:ext>
            </a:extLst>
          </p:cNvPr>
          <p:cNvCxnSpPr>
            <a:cxnSpLocks/>
          </p:cNvCxnSpPr>
          <p:nvPr/>
        </p:nvCxnSpPr>
        <p:spPr>
          <a:xfrm>
            <a:off x="1656948" y="1975305"/>
            <a:ext cx="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7A0A49-4FAC-A5BB-16E0-F1DC14CA7DDB}"/>
              </a:ext>
            </a:extLst>
          </p:cNvPr>
          <p:cNvCxnSpPr>
            <a:cxnSpLocks/>
          </p:cNvCxnSpPr>
          <p:nvPr/>
        </p:nvCxnSpPr>
        <p:spPr>
          <a:xfrm flipH="1">
            <a:off x="4109014" y="1975305"/>
            <a:ext cx="872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36F41D-9CAF-E404-5C71-24B4DD8CB284}"/>
              </a:ext>
            </a:extLst>
          </p:cNvPr>
          <p:cNvCxnSpPr>
            <a:cxnSpLocks/>
          </p:cNvCxnSpPr>
          <p:nvPr/>
        </p:nvCxnSpPr>
        <p:spPr>
          <a:xfrm flipV="1">
            <a:off x="3046070" y="1442258"/>
            <a:ext cx="0" cy="37496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9956774-F424-9C36-6DAB-5A0B497DC104}"/>
              </a:ext>
            </a:extLst>
          </p:cNvPr>
          <p:cNvCxnSpPr>
            <a:cxnSpLocks/>
          </p:cNvCxnSpPr>
          <p:nvPr/>
        </p:nvCxnSpPr>
        <p:spPr>
          <a:xfrm>
            <a:off x="3049927" y="1405168"/>
            <a:ext cx="827592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CAA2CC0-3858-A37E-3B09-4A960DD8BDB3}"/>
              </a:ext>
            </a:extLst>
          </p:cNvPr>
          <p:cNvCxnSpPr>
            <a:cxnSpLocks/>
          </p:cNvCxnSpPr>
          <p:nvPr/>
        </p:nvCxnSpPr>
        <p:spPr>
          <a:xfrm>
            <a:off x="6160139" y="1932754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AB024F-6DEA-380E-6430-8729E7B4C590}"/>
              </a:ext>
            </a:extLst>
          </p:cNvPr>
          <p:cNvCxnSpPr>
            <a:cxnSpLocks/>
          </p:cNvCxnSpPr>
          <p:nvPr/>
        </p:nvCxnSpPr>
        <p:spPr>
          <a:xfrm>
            <a:off x="6160139" y="4200234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B8C716B-4430-029D-2C9C-46C9EDA34AA9}"/>
              </a:ext>
            </a:extLst>
          </p:cNvPr>
          <p:cNvCxnSpPr>
            <a:cxnSpLocks/>
          </p:cNvCxnSpPr>
          <p:nvPr/>
        </p:nvCxnSpPr>
        <p:spPr>
          <a:xfrm>
            <a:off x="6170629" y="1932754"/>
            <a:ext cx="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72EB896-EA7F-AD77-6DAC-C8875EC11DDB}"/>
              </a:ext>
            </a:extLst>
          </p:cNvPr>
          <p:cNvCxnSpPr>
            <a:cxnSpLocks/>
          </p:cNvCxnSpPr>
          <p:nvPr/>
        </p:nvCxnSpPr>
        <p:spPr>
          <a:xfrm flipH="1">
            <a:off x="8622695" y="1932754"/>
            <a:ext cx="872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4CE3D5F-3902-4E8B-DDE2-5E7EECB568B6}"/>
              </a:ext>
            </a:extLst>
          </p:cNvPr>
          <p:cNvCxnSpPr>
            <a:cxnSpLocks/>
          </p:cNvCxnSpPr>
          <p:nvPr/>
        </p:nvCxnSpPr>
        <p:spPr>
          <a:xfrm>
            <a:off x="6414303" y="1388579"/>
            <a:ext cx="827592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7AF400E-E535-7163-1141-38EA61F02804}"/>
              </a:ext>
            </a:extLst>
          </p:cNvPr>
          <p:cNvCxnSpPr>
            <a:cxnSpLocks/>
          </p:cNvCxnSpPr>
          <p:nvPr/>
        </p:nvCxnSpPr>
        <p:spPr>
          <a:xfrm flipV="1">
            <a:off x="7241895" y="1412357"/>
            <a:ext cx="0" cy="37496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22807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52EF-55FA-F88B-A03E-820F66A2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25CE-B500-8B34-D4C6-C9AAD86C89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63CEC-C9F1-1E4A-C8C8-BB528B3345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5F16BA-9BC2-8E3E-1D63-B38F779488D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FEED4-C4E0-B240-1815-FDBF643919F6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AC6CB-003C-DAE0-BF1C-2D16BA20F150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7952F5-9A87-CB46-4DA6-7CF8AE64A32D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8473E32-E8E2-8E7B-1B86-F718DCF5E5AE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504AD-F5DB-C993-46E2-141B71E6DC8D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58E5FE-31BB-5AB8-D5C6-67061ED19121}"/>
              </a:ext>
            </a:extLst>
          </p:cNvPr>
          <p:cNvCxnSpPr>
            <a:cxnSpLocks/>
          </p:cNvCxnSpPr>
          <p:nvPr/>
        </p:nvCxnSpPr>
        <p:spPr>
          <a:xfrm>
            <a:off x="-1140186" y="752354"/>
            <a:ext cx="0" cy="1180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78EBA6F-B9B9-18CB-B68E-C6881D212283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94FB972-219C-D4BE-3BCB-CE5798BBF017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8E31DB-2928-2597-4982-7A8F279ACA14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82C177-7CF1-A19C-56E2-AF5F236FDD2B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BACB3F6-775B-422F-68E2-9DFE1924BF0B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98FD5AA-14F3-81C6-1CF7-1337CF2D291D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11DD93-9F41-D3FF-0E02-6205CCA48B16}"/>
              </a:ext>
            </a:extLst>
          </p:cNvPr>
          <p:cNvCxnSpPr/>
          <p:nvPr/>
        </p:nvCxnSpPr>
        <p:spPr>
          <a:xfrm flipH="1">
            <a:off x="6414303" y="1254872"/>
            <a:ext cx="99542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391EC9-9C78-70C2-6F08-762D8056E8EE}"/>
              </a:ext>
            </a:extLst>
          </p:cNvPr>
          <p:cNvCxnSpPr>
            <a:cxnSpLocks/>
          </p:cNvCxnSpPr>
          <p:nvPr/>
        </p:nvCxnSpPr>
        <p:spPr>
          <a:xfrm>
            <a:off x="7409726" y="1241194"/>
            <a:ext cx="0" cy="7180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F65F157-90B1-67A9-16AB-8C902CDCEA0F}"/>
              </a:ext>
            </a:extLst>
          </p:cNvPr>
          <p:cNvGraphicFramePr>
            <a:graphicFrameLocks noGrp="1"/>
          </p:cNvGraphicFramePr>
          <p:nvPr/>
        </p:nvGraphicFramePr>
        <p:xfrm>
          <a:off x="6277734" y="205001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DF8738E-206F-30A7-872D-1FC30E4A5E76}"/>
              </a:ext>
            </a:extLst>
          </p:cNvPr>
          <p:cNvSpPr txBox="1"/>
          <p:nvPr/>
        </p:nvSpPr>
        <p:spPr>
          <a:xfrm>
            <a:off x="6274830" y="309433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2E6E44-88B8-0A40-19FC-34F9961D5BFD}"/>
              </a:ext>
            </a:extLst>
          </p:cNvPr>
          <p:cNvCxnSpPr/>
          <p:nvPr/>
        </p:nvCxnSpPr>
        <p:spPr>
          <a:xfrm flipH="1">
            <a:off x="6414303" y="752354"/>
            <a:ext cx="502928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F9A0E3C-44BF-08A7-8B4B-8283C27AD200}"/>
              </a:ext>
            </a:extLst>
          </p:cNvPr>
          <p:cNvCxnSpPr>
            <a:cxnSpLocks/>
          </p:cNvCxnSpPr>
          <p:nvPr/>
        </p:nvCxnSpPr>
        <p:spPr>
          <a:xfrm>
            <a:off x="11443583" y="752354"/>
            <a:ext cx="0" cy="11804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6C3E8FE-4A38-6F24-E655-B536D8A84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305085"/>
              </p:ext>
            </p:extLst>
          </p:nvPr>
        </p:nvGraphicFramePr>
        <p:xfrm>
          <a:off x="10235765" y="20834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09DEA5B-AB92-1CD5-4C0D-1DEA9F961D17}"/>
              </a:ext>
            </a:extLst>
          </p:cNvPr>
          <p:cNvSpPr txBox="1"/>
          <p:nvPr/>
        </p:nvSpPr>
        <p:spPr>
          <a:xfrm>
            <a:off x="10216587" y="3660992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020A4E-B566-0AD2-99F7-660ACB30B496}"/>
              </a:ext>
            </a:extLst>
          </p:cNvPr>
          <p:cNvCxnSpPr/>
          <p:nvPr/>
        </p:nvCxnSpPr>
        <p:spPr>
          <a:xfrm>
            <a:off x="-2375824" y="1992144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CEB103-0EDC-F4D5-DAD8-7A9E740FACA4}"/>
              </a:ext>
            </a:extLst>
          </p:cNvPr>
          <p:cNvCxnSpPr/>
          <p:nvPr/>
        </p:nvCxnSpPr>
        <p:spPr>
          <a:xfrm>
            <a:off x="-2375824" y="4355305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F59BA7-E800-2BC7-C250-2E6A8EAF9EF4}"/>
              </a:ext>
            </a:extLst>
          </p:cNvPr>
          <p:cNvCxnSpPr>
            <a:cxnSpLocks/>
          </p:cNvCxnSpPr>
          <p:nvPr/>
        </p:nvCxnSpPr>
        <p:spPr>
          <a:xfrm>
            <a:off x="-2375824" y="1990846"/>
            <a:ext cx="0" cy="23644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914EA0-3E77-EBEE-43F3-5E4A49FD2560}"/>
              </a:ext>
            </a:extLst>
          </p:cNvPr>
          <p:cNvCxnSpPr>
            <a:cxnSpLocks/>
          </p:cNvCxnSpPr>
          <p:nvPr/>
        </p:nvCxnSpPr>
        <p:spPr>
          <a:xfrm>
            <a:off x="95452" y="1975305"/>
            <a:ext cx="0" cy="238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D465E7-164E-610D-8EA6-3AADCAA14997}"/>
              </a:ext>
            </a:extLst>
          </p:cNvPr>
          <p:cNvCxnSpPr>
            <a:cxnSpLocks/>
          </p:cNvCxnSpPr>
          <p:nvPr/>
        </p:nvCxnSpPr>
        <p:spPr>
          <a:xfrm flipH="1" flipV="1">
            <a:off x="-740780" y="1122363"/>
            <a:ext cx="1929" cy="69486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61B2E5-50FE-D9EA-82AE-E6568CF27ED6}"/>
              </a:ext>
            </a:extLst>
          </p:cNvPr>
          <p:cNvCxnSpPr>
            <a:cxnSpLocks/>
          </p:cNvCxnSpPr>
          <p:nvPr/>
        </p:nvCxnSpPr>
        <p:spPr>
          <a:xfrm>
            <a:off x="-738851" y="1066800"/>
            <a:ext cx="444275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E803766-CD53-45A3-BD5B-2088D30125E2}"/>
              </a:ext>
            </a:extLst>
          </p:cNvPr>
          <p:cNvCxnSpPr>
            <a:cxnSpLocks/>
          </p:cNvCxnSpPr>
          <p:nvPr/>
        </p:nvCxnSpPr>
        <p:spPr>
          <a:xfrm>
            <a:off x="1646458" y="197530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EC4C8B1-B954-8D0A-012D-7C38D722FE02}"/>
              </a:ext>
            </a:extLst>
          </p:cNvPr>
          <p:cNvCxnSpPr>
            <a:cxnSpLocks/>
          </p:cNvCxnSpPr>
          <p:nvPr/>
        </p:nvCxnSpPr>
        <p:spPr>
          <a:xfrm>
            <a:off x="1646458" y="424278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9022B9F-8AB0-229F-5C99-1B40402492DB}"/>
              </a:ext>
            </a:extLst>
          </p:cNvPr>
          <p:cNvCxnSpPr>
            <a:cxnSpLocks/>
          </p:cNvCxnSpPr>
          <p:nvPr/>
        </p:nvCxnSpPr>
        <p:spPr>
          <a:xfrm>
            <a:off x="1656948" y="1975305"/>
            <a:ext cx="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7914D4D-0B71-AD40-5F66-80DD1B3828C1}"/>
              </a:ext>
            </a:extLst>
          </p:cNvPr>
          <p:cNvCxnSpPr>
            <a:cxnSpLocks/>
          </p:cNvCxnSpPr>
          <p:nvPr/>
        </p:nvCxnSpPr>
        <p:spPr>
          <a:xfrm flipH="1">
            <a:off x="4109014" y="1975305"/>
            <a:ext cx="872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CC41C8-D27F-92EE-814E-1E367AF383CB}"/>
              </a:ext>
            </a:extLst>
          </p:cNvPr>
          <p:cNvCxnSpPr>
            <a:cxnSpLocks/>
          </p:cNvCxnSpPr>
          <p:nvPr/>
        </p:nvCxnSpPr>
        <p:spPr>
          <a:xfrm flipV="1">
            <a:off x="3046070" y="1442258"/>
            <a:ext cx="0" cy="37496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0CA6A2F-2E71-CA2F-C31E-0E4C47461899}"/>
              </a:ext>
            </a:extLst>
          </p:cNvPr>
          <p:cNvCxnSpPr>
            <a:cxnSpLocks/>
          </p:cNvCxnSpPr>
          <p:nvPr/>
        </p:nvCxnSpPr>
        <p:spPr>
          <a:xfrm>
            <a:off x="3049927" y="1405168"/>
            <a:ext cx="827592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A5C4ED-1F82-7AA0-075C-5B11965B63EB}"/>
              </a:ext>
            </a:extLst>
          </p:cNvPr>
          <p:cNvCxnSpPr>
            <a:cxnSpLocks/>
          </p:cNvCxnSpPr>
          <p:nvPr/>
        </p:nvCxnSpPr>
        <p:spPr>
          <a:xfrm>
            <a:off x="6160139" y="1932754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3968BE8-CFE8-1D9D-C071-2E0764A89251}"/>
              </a:ext>
            </a:extLst>
          </p:cNvPr>
          <p:cNvCxnSpPr>
            <a:cxnSpLocks/>
          </p:cNvCxnSpPr>
          <p:nvPr/>
        </p:nvCxnSpPr>
        <p:spPr>
          <a:xfrm>
            <a:off x="6160139" y="4200234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06BF63-7DAD-F504-B9A1-D6CBFDDE79DF}"/>
              </a:ext>
            </a:extLst>
          </p:cNvPr>
          <p:cNvCxnSpPr>
            <a:cxnSpLocks/>
          </p:cNvCxnSpPr>
          <p:nvPr/>
        </p:nvCxnSpPr>
        <p:spPr>
          <a:xfrm>
            <a:off x="6170629" y="1932754"/>
            <a:ext cx="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F80C1F0-E896-67A9-A5F2-DCB905BC3BE3}"/>
              </a:ext>
            </a:extLst>
          </p:cNvPr>
          <p:cNvCxnSpPr>
            <a:cxnSpLocks/>
          </p:cNvCxnSpPr>
          <p:nvPr/>
        </p:nvCxnSpPr>
        <p:spPr>
          <a:xfrm flipH="1">
            <a:off x="8622695" y="1932754"/>
            <a:ext cx="872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A3D5551-4133-7CC1-A5FE-742E18E4703D}"/>
              </a:ext>
            </a:extLst>
          </p:cNvPr>
          <p:cNvCxnSpPr>
            <a:cxnSpLocks/>
          </p:cNvCxnSpPr>
          <p:nvPr/>
        </p:nvCxnSpPr>
        <p:spPr>
          <a:xfrm>
            <a:off x="6414303" y="1388579"/>
            <a:ext cx="827592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909F5E-76FC-49C0-E818-0E0B4E28AF42}"/>
              </a:ext>
            </a:extLst>
          </p:cNvPr>
          <p:cNvCxnSpPr>
            <a:cxnSpLocks/>
          </p:cNvCxnSpPr>
          <p:nvPr/>
        </p:nvCxnSpPr>
        <p:spPr>
          <a:xfrm flipV="1">
            <a:off x="7241895" y="1412357"/>
            <a:ext cx="0" cy="37496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1AE03FE-8838-65F2-0A81-8E13473703EF}"/>
              </a:ext>
            </a:extLst>
          </p:cNvPr>
          <p:cNvCxnSpPr>
            <a:cxnSpLocks/>
          </p:cNvCxnSpPr>
          <p:nvPr/>
        </p:nvCxnSpPr>
        <p:spPr>
          <a:xfrm flipH="1">
            <a:off x="6414303" y="927904"/>
            <a:ext cx="4859439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52966E7-9B8E-74E9-51BE-1B859AEE955E}"/>
              </a:ext>
            </a:extLst>
          </p:cNvPr>
          <p:cNvCxnSpPr>
            <a:cxnSpLocks/>
          </p:cNvCxnSpPr>
          <p:nvPr/>
        </p:nvCxnSpPr>
        <p:spPr>
          <a:xfrm flipV="1">
            <a:off x="11280494" y="980764"/>
            <a:ext cx="0" cy="80656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4D832C7-E1B8-F419-FEB1-AFC590FAE70F}"/>
              </a:ext>
            </a:extLst>
          </p:cNvPr>
          <p:cNvCxnSpPr/>
          <p:nvPr/>
        </p:nvCxnSpPr>
        <p:spPr>
          <a:xfrm>
            <a:off x="10128659" y="1975305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5D74941-D404-D2BE-BC9A-ED70331EEFA4}"/>
              </a:ext>
            </a:extLst>
          </p:cNvPr>
          <p:cNvCxnSpPr/>
          <p:nvPr/>
        </p:nvCxnSpPr>
        <p:spPr>
          <a:xfrm>
            <a:off x="10128659" y="4338466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C2142B1-C55F-876D-2B1B-067FACDA9CA0}"/>
              </a:ext>
            </a:extLst>
          </p:cNvPr>
          <p:cNvCxnSpPr>
            <a:cxnSpLocks/>
          </p:cNvCxnSpPr>
          <p:nvPr/>
        </p:nvCxnSpPr>
        <p:spPr>
          <a:xfrm>
            <a:off x="10128659" y="1974007"/>
            <a:ext cx="0" cy="23644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AF3431C-643B-0A9C-5C9F-86E406C4610C}"/>
              </a:ext>
            </a:extLst>
          </p:cNvPr>
          <p:cNvCxnSpPr>
            <a:cxnSpLocks/>
          </p:cNvCxnSpPr>
          <p:nvPr/>
        </p:nvCxnSpPr>
        <p:spPr>
          <a:xfrm>
            <a:off x="12599935" y="1958466"/>
            <a:ext cx="0" cy="238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77337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DAEA4-BF9E-9A31-7767-B8C47F47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BD150-4478-55AA-587C-BA451E4D8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C3638-7D0A-49F2-E24D-166137086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617C4-CF37-F391-9811-A16B07C2AF2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2274EE-FFEF-CB60-AAFA-0BDF3B40A8F6}"/>
              </a:ext>
            </a:extLst>
          </p:cNvPr>
          <p:cNvSpPr/>
          <p:nvPr/>
        </p:nvSpPr>
        <p:spPr>
          <a:xfrm>
            <a:off x="-2703056" y="-671714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EAD080-E9CD-56AD-2AB9-A0C967E6C8F6}"/>
              </a:ext>
            </a:extLst>
          </p:cNvPr>
          <p:cNvSpPr/>
          <p:nvPr/>
        </p:nvSpPr>
        <p:spPr>
          <a:xfrm>
            <a:off x="-1140186" y="-671715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4 x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B72250-5FED-F5D9-73AC-CECA2E87DE59}"/>
              </a:ext>
            </a:extLst>
          </p:cNvPr>
          <p:cNvGraphicFramePr>
            <a:graphicFrameLocks noGrp="1"/>
          </p:cNvGraphicFramePr>
          <p:nvPr/>
        </p:nvGraphicFramePr>
        <p:xfrm>
          <a:off x="4017766" y="-472440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D9EB789-75D9-9C35-14C3-E203869D233D}"/>
              </a:ext>
            </a:extLst>
          </p:cNvPr>
          <p:cNvSpPr txBox="1"/>
          <p:nvPr/>
        </p:nvSpPr>
        <p:spPr>
          <a:xfrm>
            <a:off x="4017766" y="-792263"/>
            <a:ext cx="22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</a:t>
            </a:r>
            <a:r>
              <a:rPr lang="en-IN" b="1" dirty="0">
                <a:solidFill>
                  <a:schemeClr val="accent2"/>
                </a:solidFill>
              </a:rPr>
              <a:t>0  </a:t>
            </a:r>
            <a:r>
              <a:rPr lang="en-IN" b="1" dirty="0">
                <a:solidFill>
                  <a:srgbClr val="FFFF00"/>
                </a:solidFill>
              </a:rPr>
              <a:t>      </a:t>
            </a:r>
            <a:r>
              <a:rPr lang="en-IN" b="1" dirty="0">
                <a:solidFill>
                  <a:schemeClr val="accent4"/>
                </a:solidFill>
              </a:rPr>
              <a:t>1 </a:t>
            </a:r>
            <a:r>
              <a:rPr lang="en-IN" b="1" dirty="0">
                <a:solidFill>
                  <a:srgbClr val="FFFF00"/>
                </a:solidFill>
              </a:rPr>
              <a:t>        </a:t>
            </a:r>
            <a:r>
              <a:rPr lang="en-IN" b="1" dirty="0">
                <a:solidFill>
                  <a:schemeClr val="accent5"/>
                </a:solidFill>
              </a:rPr>
              <a:t>2</a:t>
            </a:r>
            <a:r>
              <a:rPr lang="en-IN" b="1" dirty="0">
                <a:solidFill>
                  <a:srgbClr val="FFFF00"/>
                </a:solidFill>
              </a:rPr>
              <a:t>         </a:t>
            </a:r>
            <a:r>
              <a:rPr lang="en-IN" b="1" dirty="0">
                <a:solidFill>
                  <a:srgbClr val="002060"/>
                </a:solidFill>
              </a:rPr>
              <a:t>3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D0CA8B-77DD-DCCF-ECA5-868FD0360954}"/>
              </a:ext>
            </a:extLst>
          </p:cNvPr>
          <p:cNvCxnSpPr/>
          <p:nvPr/>
        </p:nvCxnSpPr>
        <p:spPr>
          <a:xfrm flipH="1">
            <a:off x="-1140186" y="752354"/>
            <a:ext cx="5029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0C52B5-60F1-4D15-37E8-B4A9CDF3ED12}"/>
              </a:ext>
            </a:extLst>
          </p:cNvPr>
          <p:cNvCxnSpPr>
            <a:cxnSpLocks/>
          </p:cNvCxnSpPr>
          <p:nvPr/>
        </p:nvCxnSpPr>
        <p:spPr>
          <a:xfrm>
            <a:off x="-1140186" y="752354"/>
            <a:ext cx="0" cy="1180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A35445-6706-ED4B-8BBB-E73517A00391}"/>
              </a:ext>
            </a:extLst>
          </p:cNvPr>
          <p:cNvGraphicFramePr>
            <a:graphicFrameLocks noGrp="1"/>
          </p:cNvGraphicFramePr>
          <p:nvPr/>
        </p:nvGraphicFramePr>
        <p:xfrm>
          <a:off x="-2274506" y="2128668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E6CF825-C154-8CF2-9145-A9BA8ECF3500}"/>
              </a:ext>
            </a:extLst>
          </p:cNvPr>
          <p:cNvSpPr txBox="1"/>
          <p:nvPr/>
        </p:nvSpPr>
        <p:spPr>
          <a:xfrm>
            <a:off x="-2274506" y="2139169"/>
            <a:ext cx="561453" cy="46166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677DCE-296B-C230-FF5E-92842D934969}"/>
              </a:ext>
            </a:extLst>
          </p:cNvPr>
          <p:cNvCxnSpPr/>
          <p:nvPr/>
        </p:nvCxnSpPr>
        <p:spPr>
          <a:xfrm flipH="1">
            <a:off x="2882096" y="1263079"/>
            <a:ext cx="99542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D0A4D1A-10AF-A31F-1174-55E4D3608034}"/>
              </a:ext>
            </a:extLst>
          </p:cNvPr>
          <p:cNvCxnSpPr>
            <a:cxnSpLocks/>
          </p:cNvCxnSpPr>
          <p:nvPr/>
        </p:nvCxnSpPr>
        <p:spPr>
          <a:xfrm>
            <a:off x="2882096" y="1263079"/>
            <a:ext cx="0" cy="718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D2081A9-5725-5BDA-207F-62FB69E36487}"/>
              </a:ext>
            </a:extLst>
          </p:cNvPr>
          <p:cNvGraphicFramePr>
            <a:graphicFrameLocks noGrp="1"/>
          </p:cNvGraphicFramePr>
          <p:nvPr/>
        </p:nvGraphicFramePr>
        <p:xfrm>
          <a:off x="1760702" y="207316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C89BD3E-8A53-CC6F-2D65-54BAA626E2FE}"/>
              </a:ext>
            </a:extLst>
          </p:cNvPr>
          <p:cNvSpPr txBox="1"/>
          <p:nvPr/>
        </p:nvSpPr>
        <p:spPr>
          <a:xfrm>
            <a:off x="1760702" y="264782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B5ADD7-87D9-C8D7-9473-2ABB0F33E6EC}"/>
              </a:ext>
            </a:extLst>
          </p:cNvPr>
          <p:cNvCxnSpPr/>
          <p:nvPr/>
        </p:nvCxnSpPr>
        <p:spPr>
          <a:xfrm flipH="1">
            <a:off x="6414303" y="1254872"/>
            <a:ext cx="99542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57B346-080C-FD33-B3F9-7DBC1DBA90A2}"/>
              </a:ext>
            </a:extLst>
          </p:cNvPr>
          <p:cNvCxnSpPr>
            <a:cxnSpLocks/>
          </p:cNvCxnSpPr>
          <p:nvPr/>
        </p:nvCxnSpPr>
        <p:spPr>
          <a:xfrm>
            <a:off x="7409726" y="1241194"/>
            <a:ext cx="0" cy="7180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3D0C09E-EA32-6F5F-C65B-5D544ADC207C}"/>
              </a:ext>
            </a:extLst>
          </p:cNvPr>
          <p:cNvGraphicFramePr>
            <a:graphicFrameLocks noGrp="1"/>
          </p:cNvGraphicFramePr>
          <p:nvPr/>
        </p:nvGraphicFramePr>
        <p:xfrm>
          <a:off x="6277734" y="2050017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A66890E0-F35D-9938-864F-ADADF30C34A3}"/>
              </a:ext>
            </a:extLst>
          </p:cNvPr>
          <p:cNvSpPr txBox="1"/>
          <p:nvPr/>
        </p:nvSpPr>
        <p:spPr>
          <a:xfrm>
            <a:off x="6274830" y="309433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219D7C6-E75F-EEE8-4F86-DA09743F4D88}"/>
              </a:ext>
            </a:extLst>
          </p:cNvPr>
          <p:cNvCxnSpPr/>
          <p:nvPr/>
        </p:nvCxnSpPr>
        <p:spPr>
          <a:xfrm flipH="1">
            <a:off x="6414303" y="752354"/>
            <a:ext cx="502928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C35EE9-4B62-429C-C0BE-F8D28857791A}"/>
              </a:ext>
            </a:extLst>
          </p:cNvPr>
          <p:cNvCxnSpPr>
            <a:cxnSpLocks/>
          </p:cNvCxnSpPr>
          <p:nvPr/>
        </p:nvCxnSpPr>
        <p:spPr>
          <a:xfrm>
            <a:off x="11443583" y="752354"/>
            <a:ext cx="0" cy="11804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56E4EEA-CDE9-02BB-D6D2-A960EB3975C5}"/>
              </a:ext>
            </a:extLst>
          </p:cNvPr>
          <p:cNvGraphicFramePr>
            <a:graphicFrameLocks noGrp="1"/>
          </p:cNvGraphicFramePr>
          <p:nvPr/>
        </p:nvGraphicFramePr>
        <p:xfrm>
          <a:off x="10235765" y="2083446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A8A0DF0E-166E-20B1-AD74-6EBC5ED350ED}"/>
              </a:ext>
            </a:extLst>
          </p:cNvPr>
          <p:cNvSpPr txBox="1"/>
          <p:nvPr/>
        </p:nvSpPr>
        <p:spPr>
          <a:xfrm>
            <a:off x="10216587" y="3660992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♟️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0A6110-28A0-023A-8CD5-F678BF5D592A}"/>
              </a:ext>
            </a:extLst>
          </p:cNvPr>
          <p:cNvCxnSpPr/>
          <p:nvPr/>
        </p:nvCxnSpPr>
        <p:spPr>
          <a:xfrm>
            <a:off x="-2375824" y="1992144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8EBA1B-61F4-4FF4-9E90-12DB777ABF6B}"/>
              </a:ext>
            </a:extLst>
          </p:cNvPr>
          <p:cNvCxnSpPr/>
          <p:nvPr/>
        </p:nvCxnSpPr>
        <p:spPr>
          <a:xfrm>
            <a:off x="-2375824" y="4355305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A97956-05A3-2D67-6F42-0D7673C26203}"/>
              </a:ext>
            </a:extLst>
          </p:cNvPr>
          <p:cNvCxnSpPr>
            <a:cxnSpLocks/>
          </p:cNvCxnSpPr>
          <p:nvPr/>
        </p:nvCxnSpPr>
        <p:spPr>
          <a:xfrm>
            <a:off x="-2375824" y="1990846"/>
            <a:ext cx="0" cy="23644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2E8C26-E5FA-3465-3D77-FC450E8A084A}"/>
              </a:ext>
            </a:extLst>
          </p:cNvPr>
          <p:cNvCxnSpPr>
            <a:cxnSpLocks/>
          </p:cNvCxnSpPr>
          <p:nvPr/>
        </p:nvCxnSpPr>
        <p:spPr>
          <a:xfrm>
            <a:off x="95452" y="1975305"/>
            <a:ext cx="0" cy="238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36E3F3-58B4-0C9B-149B-7B5FDE561FC8}"/>
              </a:ext>
            </a:extLst>
          </p:cNvPr>
          <p:cNvCxnSpPr>
            <a:cxnSpLocks/>
          </p:cNvCxnSpPr>
          <p:nvPr/>
        </p:nvCxnSpPr>
        <p:spPr>
          <a:xfrm flipH="1" flipV="1">
            <a:off x="-740780" y="1122363"/>
            <a:ext cx="1929" cy="69486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CEA653-F191-7343-31D7-1B1592B9DB52}"/>
              </a:ext>
            </a:extLst>
          </p:cNvPr>
          <p:cNvCxnSpPr>
            <a:cxnSpLocks/>
          </p:cNvCxnSpPr>
          <p:nvPr/>
        </p:nvCxnSpPr>
        <p:spPr>
          <a:xfrm>
            <a:off x="-738851" y="1066800"/>
            <a:ext cx="444275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6565A6-E879-CD61-3A0D-49F19CA3602D}"/>
              </a:ext>
            </a:extLst>
          </p:cNvPr>
          <p:cNvCxnSpPr>
            <a:cxnSpLocks/>
          </p:cNvCxnSpPr>
          <p:nvPr/>
        </p:nvCxnSpPr>
        <p:spPr>
          <a:xfrm>
            <a:off x="1646458" y="197530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A1047C6-30B4-D425-21B2-6987BF34B772}"/>
              </a:ext>
            </a:extLst>
          </p:cNvPr>
          <p:cNvCxnSpPr>
            <a:cxnSpLocks/>
          </p:cNvCxnSpPr>
          <p:nvPr/>
        </p:nvCxnSpPr>
        <p:spPr>
          <a:xfrm>
            <a:off x="1646458" y="4242785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1D92ED6-CC36-25AA-E8D4-68104160D9F6}"/>
              </a:ext>
            </a:extLst>
          </p:cNvPr>
          <p:cNvCxnSpPr>
            <a:cxnSpLocks/>
          </p:cNvCxnSpPr>
          <p:nvPr/>
        </p:nvCxnSpPr>
        <p:spPr>
          <a:xfrm>
            <a:off x="1656948" y="1975305"/>
            <a:ext cx="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BBF4C7F-5541-C79D-A65E-3C936608FE0C}"/>
              </a:ext>
            </a:extLst>
          </p:cNvPr>
          <p:cNvCxnSpPr>
            <a:cxnSpLocks/>
          </p:cNvCxnSpPr>
          <p:nvPr/>
        </p:nvCxnSpPr>
        <p:spPr>
          <a:xfrm flipH="1">
            <a:off x="4109014" y="1975305"/>
            <a:ext cx="872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1B99B1-8B6B-3814-5081-CA2DE2198AA3}"/>
              </a:ext>
            </a:extLst>
          </p:cNvPr>
          <p:cNvCxnSpPr>
            <a:cxnSpLocks/>
          </p:cNvCxnSpPr>
          <p:nvPr/>
        </p:nvCxnSpPr>
        <p:spPr>
          <a:xfrm flipV="1">
            <a:off x="3046070" y="1442258"/>
            <a:ext cx="0" cy="37496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5BE585-5F9C-5E8C-9C64-B49398657C54}"/>
              </a:ext>
            </a:extLst>
          </p:cNvPr>
          <p:cNvCxnSpPr>
            <a:cxnSpLocks/>
          </p:cNvCxnSpPr>
          <p:nvPr/>
        </p:nvCxnSpPr>
        <p:spPr>
          <a:xfrm>
            <a:off x="3049927" y="1405168"/>
            <a:ext cx="827592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43684DF-B2CC-027F-31D0-46099C0D78AD}"/>
              </a:ext>
            </a:extLst>
          </p:cNvPr>
          <p:cNvCxnSpPr>
            <a:cxnSpLocks/>
          </p:cNvCxnSpPr>
          <p:nvPr/>
        </p:nvCxnSpPr>
        <p:spPr>
          <a:xfrm>
            <a:off x="6160139" y="1932754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3731985-961B-02E5-B34D-2187586CA07D}"/>
              </a:ext>
            </a:extLst>
          </p:cNvPr>
          <p:cNvCxnSpPr>
            <a:cxnSpLocks/>
          </p:cNvCxnSpPr>
          <p:nvPr/>
        </p:nvCxnSpPr>
        <p:spPr>
          <a:xfrm>
            <a:off x="6160139" y="4200234"/>
            <a:ext cx="247127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B9528DB-3A94-E6ED-A8ED-CC02BF901B80}"/>
              </a:ext>
            </a:extLst>
          </p:cNvPr>
          <p:cNvCxnSpPr>
            <a:cxnSpLocks/>
          </p:cNvCxnSpPr>
          <p:nvPr/>
        </p:nvCxnSpPr>
        <p:spPr>
          <a:xfrm>
            <a:off x="6170629" y="1932754"/>
            <a:ext cx="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818151-B14D-9FF2-4B05-83C39FC1B824}"/>
              </a:ext>
            </a:extLst>
          </p:cNvPr>
          <p:cNvCxnSpPr>
            <a:cxnSpLocks/>
          </p:cNvCxnSpPr>
          <p:nvPr/>
        </p:nvCxnSpPr>
        <p:spPr>
          <a:xfrm flipH="1">
            <a:off x="8622695" y="1932754"/>
            <a:ext cx="8720" cy="22674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6A9BDF7-C660-74BF-AC6E-FBD7AE122A50}"/>
              </a:ext>
            </a:extLst>
          </p:cNvPr>
          <p:cNvCxnSpPr>
            <a:cxnSpLocks/>
          </p:cNvCxnSpPr>
          <p:nvPr/>
        </p:nvCxnSpPr>
        <p:spPr>
          <a:xfrm>
            <a:off x="6414303" y="1388579"/>
            <a:ext cx="827592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6F1EEE3-A101-AEAE-6294-4B8724C8B2BE}"/>
              </a:ext>
            </a:extLst>
          </p:cNvPr>
          <p:cNvCxnSpPr>
            <a:cxnSpLocks/>
          </p:cNvCxnSpPr>
          <p:nvPr/>
        </p:nvCxnSpPr>
        <p:spPr>
          <a:xfrm flipV="1">
            <a:off x="7241895" y="1412357"/>
            <a:ext cx="0" cy="37496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ED7397E-6588-D4FB-077D-FBBB38F34CE1}"/>
              </a:ext>
            </a:extLst>
          </p:cNvPr>
          <p:cNvCxnSpPr>
            <a:cxnSpLocks/>
          </p:cNvCxnSpPr>
          <p:nvPr/>
        </p:nvCxnSpPr>
        <p:spPr>
          <a:xfrm flipH="1">
            <a:off x="6414303" y="927904"/>
            <a:ext cx="4859439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9323607-D639-A43E-899F-AEA3A066702C}"/>
              </a:ext>
            </a:extLst>
          </p:cNvPr>
          <p:cNvCxnSpPr>
            <a:cxnSpLocks/>
          </p:cNvCxnSpPr>
          <p:nvPr/>
        </p:nvCxnSpPr>
        <p:spPr>
          <a:xfrm flipV="1">
            <a:off x="11280494" y="980764"/>
            <a:ext cx="0" cy="80656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66FBEBF-DA4D-B3DF-9937-4AE40F2118E9}"/>
              </a:ext>
            </a:extLst>
          </p:cNvPr>
          <p:cNvCxnSpPr/>
          <p:nvPr/>
        </p:nvCxnSpPr>
        <p:spPr>
          <a:xfrm>
            <a:off x="10128659" y="1975305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9A47D41-280D-73CE-CC08-CCE8383CCF36}"/>
              </a:ext>
            </a:extLst>
          </p:cNvPr>
          <p:cNvCxnSpPr/>
          <p:nvPr/>
        </p:nvCxnSpPr>
        <p:spPr>
          <a:xfrm>
            <a:off x="10128659" y="4338466"/>
            <a:ext cx="24712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75C11E5-BA9A-A35D-009A-C5FE6A0E695E}"/>
              </a:ext>
            </a:extLst>
          </p:cNvPr>
          <p:cNvCxnSpPr>
            <a:cxnSpLocks/>
          </p:cNvCxnSpPr>
          <p:nvPr/>
        </p:nvCxnSpPr>
        <p:spPr>
          <a:xfrm>
            <a:off x="10128659" y="1974007"/>
            <a:ext cx="0" cy="23644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E33A750-7CAC-35A5-EC60-E52BE34B16D9}"/>
              </a:ext>
            </a:extLst>
          </p:cNvPr>
          <p:cNvCxnSpPr>
            <a:cxnSpLocks/>
          </p:cNvCxnSpPr>
          <p:nvPr/>
        </p:nvCxnSpPr>
        <p:spPr>
          <a:xfrm>
            <a:off x="12599935" y="1958466"/>
            <a:ext cx="0" cy="2380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1E3F6DC0-F51D-C6F4-B4B0-44AE8E806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629457"/>
              </p:ext>
            </p:extLst>
          </p:nvPr>
        </p:nvGraphicFramePr>
        <p:xfrm>
          <a:off x="6274830" y="443310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9ED4E861-1CE1-C0B2-52EA-D6EB69247B33}"/>
              </a:ext>
            </a:extLst>
          </p:cNvPr>
          <p:cNvSpPr txBox="1"/>
          <p:nvPr/>
        </p:nvSpPr>
        <p:spPr>
          <a:xfrm>
            <a:off x="6269278" y="5488504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74C141-70F1-0FE6-7A05-BFC020D3EF83}"/>
              </a:ext>
            </a:extLst>
          </p:cNvPr>
          <p:cNvSpPr txBox="1"/>
          <p:nvPr/>
        </p:nvSpPr>
        <p:spPr>
          <a:xfrm>
            <a:off x="6820770" y="446300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70DE86-036E-1201-3805-C5B56AE7BAB3}"/>
              </a:ext>
            </a:extLst>
          </p:cNvPr>
          <p:cNvSpPr txBox="1"/>
          <p:nvPr/>
        </p:nvSpPr>
        <p:spPr>
          <a:xfrm>
            <a:off x="7403362" y="601684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82B4E4-9A86-1A87-2521-6EA0666E5681}"/>
              </a:ext>
            </a:extLst>
          </p:cNvPr>
          <p:cNvSpPr txBox="1"/>
          <p:nvPr/>
        </p:nvSpPr>
        <p:spPr>
          <a:xfrm>
            <a:off x="7949703" y="4979730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098A4D39-74DC-4FEC-13E1-146C0D68F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549620"/>
              </p:ext>
            </p:extLst>
          </p:nvPr>
        </p:nvGraphicFramePr>
        <p:xfrm>
          <a:off x="1747646" y="4433101"/>
          <a:ext cx="2257064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66">
                  <a:extLst>
                    <a:ext uri="{9D8B030D-6E8A-4147-A177-3AD203B41FA5}">
                      <a16:colId xmlns:a16="http://schemas.microsoft.com/office/drawing/2014/main" val="380146810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262900263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1362906064"/>
                    </a:ext>
                  </a:extLst>
                </a:gridCol>
                <a:gridCol w="564266">
                  <a:extLst>
                    <a:ext uri="{9D8B030D-6E8A-4147-A177-3AD203B41FA5}">
                      <a16:colId xmlns:a16="http://schemas.microsoft.com/office/drawing/2014/main" val="2036185079"/>
                    </a:ext>
                  </a:extLst>
                </a:gridCol>
              </a:tblGrid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39955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endParaRPr lang="en-IN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05700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58494"/>
                  </a:ext>
                </a:extLst>
              </a:tr>
              <a:tr h="3987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8487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F9AB3A3B-17B3-9E23-02B6-EAA99F4C80A0}"/>
              </a:ext>
            </a:extLst>
          </p:cNvPr>
          <p:cNvSpPr txBox="1"/>
          <p:nvPr/>
        </p:nvSpPr>
        <p:spPr>
          <a:xfrm>
            <a:off x="1747645" y="500369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27A575-0495-2C94-F291-8B5574B218FC}"/>
              </a:ext>
            </a:extLst>
          </p:cNvPr>
          <p:cNvSpPr txBox="1"/>
          <p:nvPr/>
        </p:nvSpPr>
        <p:spPr>
          <a:xfrm>
            <a:off x="2305160" y="5954283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A0E5EB-1D31-750E-98F9-E478D41CAC0B}"/>
              </a:ext>
            </a:extLst>
          </p:cNvPr>
          <p:cNvSpPr txBox="1"/>
          <p:nvPr/>
        </p:nvSpPr>
        <p:spPr>
          <a:xfrm>
            <a:off x="2876178" y="4470491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D53FBE-C6B5-0E02-5555-A852BE109065}"/>
              </a:ext>
            </a:extLst>
          </p:cNvPr>
          <p:cNvSpPr txBox="1"/>
          <p:nvPr/>
        </p:nvSpPr>
        <p:spPr>
          <a:xfrm>
            <a:off x="3401901" y="5488505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32591458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4522-E00B-A256-ABA7-48F3594C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C2C5-CBAC-B5E2-253E-1140A31860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47392-69AD-B66A-4A39-D074A7339A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AB500F-D64F-4726-07BC-97202D4CC4D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8E5E9-CC50-03DD-7D6E-7F70DBC14C0B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7176FE-C74A-04FB-6552-7D60491947A3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D7346F-A5DD-1537-990E-1F042C0C3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717091"/>
              </p:ext>
            </p:extLst>
          </p:nvPr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EDE681-8EFB-C788-C875-613753E04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40563"/>
              </p:ext>
            </p:extLst>
          </p:nvPr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D1C22F8-F814-7772-3FF9-173D316A6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154464"/>
              </p:ext>
            </p:extLst>
          </p:nvPr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10882FA-DD70-0996-41AC-3A67A373F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604669"/>
              </p:ext>
            </p:extLst>
          </p:nvPr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471E7D3-8DF6-8FFE-B3B9-FA9B175D1E6B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D1659-33F2-D2AD-BC5E-63EED115B1BD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0                   1                         2                      3                        4                        5                      6                        7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280DEF-B8E5-9138-CD92-6356E181EEF6}"/>
              </a:ext>
            </a:extLst>
          </p:cNvPr>
          <p:cNvSpPr txBox="1"/>
          <p:nvPr/>
        </p:nvSpPr>
        <p:spPr>
          <a:xfrm>
            <a:off x="8687159" y="-586646"/>
            <a:ext cx="45141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    row + col =    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9A779A-95C9-46B2-2F7E-05E80E5D80EB}"/>
              </a:ext>
            </a:extLst>
          </p:cNvPr>
          <p:cNvSpPr txBox="1"/>
          <p:nvPr/>
        </p:nvSpPr>
        <p:spPr>
          <a:xfrm>
            <a:off x="11380923" y="16182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7755129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12530-1D74-58D7-FDF3-FB023152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B266-6B5B-867D-74E9-F6BD0392EA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26B36-8A87-AE1A-6049-8EBB077C6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60AA47-58E1-FF5F-4FB0-F3C68C90B9A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363F21-A683-6E1A-D3AA-294D192A14D5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312F9B-8458-8A66-7EF6-EDB7C7B4A6F7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21E7A1-1D6A-331B-6B69-D29056AE253F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D1AD71-CB45-5BE9-5FEC-EBCFFF95ED3B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9FA1BC-D9B8-C7A1-EBC3-C036D99F0EDF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B526DCE-B0D3-9DCD-FB68-39F65D85F8BC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362050E-95CC-7B2C-2D21-3495DAA0C8CC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ABEE1A-E4F4-99F1-02E2-B53095B0BC89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0                   1                         2                      3                        4                        5                      6                        7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4464F5-ADEC-2253-5671-64A0501CC769}"/>
              </a:ext>
            </a:extLst>
          </p:cNvPr>
          <p:cNvCxnSpPr>
            <a:cxnSpLocks/>
          </p:cNvCxnSpPr>
          <p:nvPr/>
        </p:nvCxnSpPr>
        <p:spPr>
          <a:xfrm flipV="1">
            <a:off x="353394" y="822366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FC4DD27-6C9C-A886-60D3-6361A583A629}"/>
              </a:ext>
            </a:extLst>
          </p:cNvPr>
          <p:cNvSpPr txBox="1"/>
          <p:nvPr/>
        </p:nvSpPr>
        <p:spPr>
          <a:xfrm>
            <a:off x="8687159" y="-586646"/>
            <a:ext cx="4514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4521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25D8D-EDF8-7241-F9C1-A731F116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D0DA0-1409-81B6-E2B3-A366ADEE2C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3E051-57C2-6E7E-2D67-2F7CFC1264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9EB1B-8115-486A-1C72-14C080BDBF4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4D081-10A8-0C63-AC06-3FEBEDEC0358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E97F73-DD80-9627-4C5D-FC4160BB1BC4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FF9778-59E1-9DA1-7502-B1B53A2454CD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4D30EF-FE81-EF2E-6C2E-F17213A5A623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D27F5B-8C8F-3A1E-8B87-8B939F30BE71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AAE988F-EAB5-C8FC-1E3B-9935CD9929FC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0021EA3-E46F-D3F5-A8FD-DCE2907A07CA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5BD59-FB6B-3AC2-D48E-C82526B1B21D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0                   1                                 2                3                        4                        5                      6                        7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4002AB-DE64-682C-DFBA-AE9465D0989C}"/>
              </a:ext>
            </a:extLst>
          </p:cNvPr>
          <p:cNvCxnSpPr>
            <a:cxnSpLocks/>
          </p:cNvCxnSpPr>
          <p:nvPr/>
        </p:nvCxnSpPr>
        <p:spPr>
          <a:xfrm flipV="1">
            <a:off x="353394" y="809904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4A8C25-4861-481E-560E-D510A6BE28C1}"/>
              </a:ext>
            </a:extLst>
          </p:cNvPr>
          <p:cNvCxnSpPr>
            <a:cxnSpLocks/>
          </p:cNvCxnSpPr>
          <p:nvPr/>
        </p:nvCxnSpPr>
        <p:spPr>
          <a:xfrm flipV="1">
            <a:off x="209907" y="596038"/>
            <a:ext cx="4732483" cy="291392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5E0E51B-F773-E174-9DE0-7A64C487F27F}"/>
              </a:ext>
            </a:extLst>
          </p:cNvPr>
          <p:cNvSpPr txBox="1"/>
          <p:nvPr/>
        </p:nvSpPr>
        <p:spPr>
          <a:xfrm>
            <a:off x="8687159" y="-586646"/>
            <a:ext cx="4514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73128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34641-3A36-7C9E-67DA-722071F0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E064-3BC2-309E-3B7C-03D45995E2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6666A-FD37-8F4A-F5F1-2F958E8F1E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8BC35-2B95-1CAC-D43D-4317460AAA1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880AEE-FC8A-3ED2-5887-6C8883414A78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8117FF-45EE-1795-C523-527E5127E61B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39DDC1-F71D-9332-EC77-F7839AC83FE5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329B4E0-B0AD-C8ED-EBE2-35AD09E6F0D5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511D14B-A3B4-4AFC-57F9-8FD6164E6019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FB3FF3E-5492-7FE1-7E1E-9F69EBD853C0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0936F2C-7E67-6A92-A167-CD3567B15EE2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F017BD-317E-079A-03A5-072A77C4CFFA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0                   1                                 2                3                        4                        5                      6                        7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1E451C-FC3C-EF06-755D-01D1D581311C}"/>
              </a:ext>
            </a:extLst>
          </p:cNvPr>
          <p:cNvCxnSpPr>
            <a:cxnSpLocks/>
          </p:cNvCxnSpPr>
          <p:nvPr/>
        </p:nvCxnSpPr>
        <p:spPr>
          <a:xfrm flipV="1">
            <a:off x="311743" y="838293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096312-A244-F7D8-FB6C-E93FCD542D4A}"/>
              </a:ext>
            </a:extLst>
          </p:cNvPr>
          <p:cNvCxnSpPr>
            <a:cxnSpLocks/>
          </p:cNvCxnSpPr>
          <p:nvPr/>
        </p:nvCxnSpPr>
        <p:spPr>
          <a:xfrm flipV="1">
            <a:off x="209907" y="596038"/>
            <a:ext cx="4732483" cy="291392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70C51F-5C79-C415-8B2B-143C49E1DC6E}"/>
              </a:ext>
            </a:extLst>
          </p:cNvPr>
          <p:cNvCxnSpPr>
            <a:cxnSpLocks/>
          </p:cNvCxnSpPr>
          <p:nvPr/>
        </p:nvCxnSpPr>
        <p:spPr>
          <a:xfrm flipV="1">
            <a:off x="430759" y="734784"/>
            <a:ext cx="5356583" cy="330520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648A3B0-FF62-E7FC-382B-223BFE424341}"/>
              </a:ext>
            </a:extLst>
          </p:cNvPr>
          <p:cNvSpPr txBox="1"/>
          <p:nvPr/>
        </p:nvSpPr>
        <p:spPr>
          <a:xfrm>
            <a:off x="8687159" y="-586646"/>
            <a:ext cx="4514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455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6149-5364-FB63-9B70-8E8B1AF0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6829-83A7-D7B2-645F-F3E6165809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E5AE0-2A92-79D2-115F-AB20BC4940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BAB02-91B4-30FB-47BA-3DDB7A91EA8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ED5109-7BF7-7E6E-93A5-18A3B467C0CA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20C9D6-07C4-361C-943A-4AEF7D861B67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C9F606-47D2-F60D-C522-FCD86611451F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FC6472-6CED-8019-C4A6-3EFA21C88FC2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F6E0BB-7BF6-DD3E-B3B1-45E99387D8F0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5A4E6DE-9515-AE3A-E867-9249AAF92053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120EC2A-80A1-FF65-CDE1-5B06BCF46B4C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56FA9-052F-A4D3-27D3-9FC18508346B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0                   1                                 2                3                        4                        5                      6                        7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940066-C3A4-926E-6B61-88079C75A79A}"/>
              </a:ext>
            </a:extLst>
          </p:cNvPr>
          <p:cNvCxnSpPr>
            <a:cxnSpLocks/>
          </p:cNvCxnSpPr>
          <p:nvPr/>
        </p:nvCxnSpPr>
        <p:spPr>
          <a:xfrm flipV="1">
            <a:off x="311743" y="838293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8ADB39-CC50-0D05-A5B4-D518B653B8EE}"/>
              </a:ext>
            </a:extLst>
          </p:cNvPr>
          <p:cNvCxnSpPr>
            <a:cxnSpLocks/>
          </p:cNvCxnSpPr>
          <p:nvPr/>
        </p:nvCxnSpPr>
        <p:spPr>
          <a:xfrm flipV="1">
            <a:off x="209907" y="596038"/>
            <a:ext cx="4732483" cy="291392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858269-18BA-37F6-49A5-B9B036C50C78}"/>
              </a:ext>
            </a:extLst>
          </p:cNvPr>
          <p:cNvCxnSpPr>
            <a:cxnSpLocks/>
          </p:cNvCxnSpPr>
          <p:nvPr/>
        </p:nvCxnSpPr>
        <p:spPr>
          <a:xfrm flipV="1">
            <a:off x="430759" y="734784"/>
            <a:ext cx="5356583" cy="330520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A4568F-DB79-23E6-2B80-D6F6AF6CB8DA}"/>
              </a:ext>
            </a:extLst>
          </p:cNvPr>
          <p:cNvCxnSpPr>
            <a:cxnSpLocks/>
          </p:cNvCxnSpPr>
          <p:nvPr/>
        </p:nvCxnSpPr>
        <p:spPr>
          <a:xfrm flipV="1">
            <a:off x="430758" y="763173"/>
            <a:ext cx="6595075" cy="400533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9D7E1C3-F7D5-70BF-D4EE-726A678B8FD8}"/>
              </a:ext>
            </a:extLst>
          </p:cNvPr>
          <p:cNvSpPr txBox="1"/>
          <p:nvPr/>
        </p:nvSpPr>
        <p:spPr>
          <a:xfrm>
            <a:off x="8687159" y="-586646"/>
            <a:ext cx="4514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4963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5F478-9057-9252-F98E-DB24B0EB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EDA1-AFB2-7844-150D-67160D3C5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23276-5FB2-4A14-75E6-1E2514EC6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ACDC09-DF73-7A63-17D2-BA0E55033A2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196910-C2D7-9F25-3A15-3C34DB3D58C2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A8DD5B-E03C-CBD3-8B83-832C92271C62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C63420-3D20-8D38-4A56-1CFAE19BE8A0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C424D8-4F08-C84F-4295-AA55A2A4D5AC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444608-9938-8D0B-8FA5-7A5117B13AAF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4EAE6FC-6796-2A43-84C4-5607B5204ED7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D6794B2-8EA8-98CB-1BA9-A7388DE164A2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31FEA-5FBA-9BB4-DB67-F7769E43A10B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0                   1                                 2                3                        4                        5                      6                        7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F45C7-B88F-FACE-BAB7-6505F424D281}"/>
              </a:ext>
            </a:extLst>
          </p:cNvPr>
          <p:cNvCxnSpPr>
            <a:cxnSpLocks/>
          </p:cNvCxnSpPr>
          <p:nvPr/>
        </p:nvCxnSpPr>
        <p:spPr>
          <a:xfrm flipV="1">
            <a:off x="311743" y="838293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0FE680-F089-A375-3CD4-8695901DC1E3}"/>
              </a:ext>
            </a:extLst>
          </p:cNvPr>
          <p:cNvCxnSpPr>
            <a:cxnSpLocks/>
          </p:cNvCxnSpPr>
          <p:nvPr/>
        </p:nvCxnSpPr>
        <p:spPr>
          <a:xfrm flipV="1">
            <a:off x="209907" y="596038"/>
            <a:ext cx="4732483" cy="291392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95516A-63C5-9714-3BED-CB117FBFAE72}"/>
              </a:ext>
            </a:extLst>
          </p:cNvPr>
          <p:cNvCxnSpPr>
            <a:cxnSpLocks/>
          </p:cNvCxnSpPr>
          <p:nvPr/>
        </p:nvCxnSpPr>
        <p:spPr>
          <a:xfrm flipV="1">
            <a:off x="430759" y="734784"/>
            <a:ext cx="5356583" cy="330520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FB42E7-0114-B8C2-6C58-0225A8835DF3}"/>
              </a:ext>
            </a:extLst>
          </p:cNvPr>
          <p:cNvCxnSpPr>
            <a:cxnSpLocks/>
          </p:cNvCxnSpPr>
          <p:nvPr/>
        </p:nvCxnSpPr>
        <p:spPr>
          <a:xfrm flipV="1">
            <a:off x="430758" y="763173"/>
            <a:ext cx="6595075" cy="400533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BC090CD-1550-71C3-A3B6-D1C873071E54}"/>
              </a:ext>
            </a:extLst>
          </p:cNvPr>
          <p:cNvSpPr txBox="1"/>
          <p:nvPr/>
        </p:nvSpPr>
        <p:spPr>
          <a:xfrm>
            <a:off x="7126855" y="342899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2E11C2-FB50-327F-738E-7921312678B5}"/>
              </a:ext>
            </a:extLst>
          </p:cNvPr>
          <p:cNvSpPr txBox="1"/>
          <p:nvPr/>
        </p:nvSpPr>
        <p:spPr>
          <a:xfrm>
            <a:off x="8687159" y="-586646"/>
            <a:ext cx="4514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56205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83C9-D9EA-EF6F-1495-270496AA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8D80-C7F0-1479-D5C0-DDCC5BF3B6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E1010-653A-6CD4-7329-7E6F3E4DB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ED69DF-C47B-BA9A-743A-75870B745DF5}"/>
              </a:ext>
            </a:extLst>
          </p:cNvPr>
          <p:cNvSpPr/>
          <p:nvPr/>
        </p:nvSpPr>
        <p:spPr>
          <a:xfrm>
            <a:off x="-2760929" y="-792263"/>
            <a:ext cx="15814455" cy="88713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8F1AE-8B31-90D4-6186-5FBAFF740DC1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1EC472-68B1-A234-AB8F-C8641C8DFC9D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DB7946-4F14-A338-A0CA-729A24459AD4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A58262-2051-0F90-D50C-1CE54ACAE045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DE2170-5B87-4061-BE92-82AF42F3D58E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546AB62-5894-FDF9-9431-D3D264D9EECC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FA3377B-8315-1BA1-8815-14045C6E6C3D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4A41DF-0919-D886-E250-70D5D57080F8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0                   1                                 2                3                        4                        5                      6                        7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4BBC6F-402A-143B-0584-534B0AA1E9B7}"/>
              </a:ext>
            </a:extLst>
          </p:cNvPr>
          <p:cNvCxnSpPr>
            <a:cxnSpLocks/>
          </p:cNvCxnSpPr>
          <p:nvPr/>
        </p:nvCxnSpPr>
        <p:spPr>
          <a:xfrm flipV="1">
            <a:off x="311743" y="838293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7EF56C-5017-1B73-FC69-DE8EF4C7FC07}"/>
              </a:ext>
            </a:extLst>
          </p:cNvPr>
          <p:cNvCxnSpPr>
            <a:cxnSpLocks/>
          </p:cNvCxnSpPr>
          <p:nvPr/>
        </p:nvCxnSpPr>
        <p:spPr>
          <a:xfrm flipV="1">
            <a:off x="209907" y="596038"/>
            <a:ext cx="4732483" cy="291392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FC5084-C342-1AE3-3AAB-FB22CE9DE2D6}"/>
              </a:ext>
            </a:extLst>
          </p:cNvPr>
          <p:cNvCxnSpPr>
            <a:cxnSpLocks/>
          </p:cNvCxnSpPr>
          <p:nvPr/>
        </p:nvCxnSpPr>
        <p:spPr>
          <a:xfrm flipV="1">
            <a:off x="430759" y="734784"/>
            <a:ext cx="5356583" cy="330520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B27D7E-A741-B651-22ED-4AC1685AEB3B}"/>
              </a:ext>
            </a:extLst>
          </p:cNvPr>
          <p:cNvCxnSpPr>
            <a:cxnSpLocks/>
          </p:cNvCxnSpPr>
          <p:nvPr/>
        </p:nvCxnSpPr>
        <p:spPr>
          <a:xfrm flipV="1">
            <a:off x="430758" y="763173"/>
            <a:ext cx="6595075" cy="400533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B30876-B7BA-3AB1-AFF5-3A19AB74074C}"/>
              </a:ext>
            </a:extLst>
          </p:cNvPr>
          <p:cNvSpPr txBox="1"/>
          <p:nvPr/>
        </p:nvSpPr>
        <p:spPr>
          <a:xfrm>
            <a:off x="7126855" y="342899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2DA755-BE7A-2E35-E7A9-1E5096A2BF54}"/>
              </a:ext>
            </a:extLst>
          </p:cNvPr>
          <p:cNvCxnSpPr>
            <a:cxnSpLocks/>
          </p:cNvCxnSpPr>
          <p:nvPr/>
        </p:nvCxnSpPr>
        <p:spPr>
          <a:xfrm flipV="1">
            <a:off x="827649" y="1321452"/>
            <a:ext cx="9931734" cy="594374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6B49A58-1EA4-80F6-39C1-AA7AFB4785B8}"/>
              </a:ext>
            </a:extLst>
          </p:cNvPr>
          <p:cNvSpPr/>
          <p:nvPr/>
        </p:nvSpPr>
        <p:spPr>
          <a:xfrm>
            <a:off x="1524000" y="7092546"/>
            <a:ext cx="8623140" cy="529452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6433E1-A85B-7B80-4936-E2662B01F358}"/>
              </a:ext>
            </a:extLst>
          </p:cNvPr>
          <p:cNvSpPr txBox="1"/>
          <p:nvPr/>
        </p:nvSpPr>
        <p:spPr>
          <a:xfrm>
            <a:off x="1524000" y="7665897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1DEC8C-E7BC-BC05-C331-BC791B173E27}"/>
              </a:ext>
            </a:extLst>
          </p:cNvPr>
          <p:cNvCxnSpPr/>
          <p:nvPr/>
        </p:nvCxnSpPr>
        <p:spPr>
          <a:xfrm>
            <a:off x="2037144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D2D618-448C-46A7-60A1-0260386E00D6}"/>
              </a:ext>
            </a:extLst>
          </p:cNvPr>
          <p:cNvCxnSpPr/>
          <p:nvPr/>
        </p:nvCxnSpPr>
        <p:spPr>
          <a:xfrm>
            <a:off x="258965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A62C91-4B3C-B358-3A3B-E03AAA653B55}"/>
              </a:ext>
            </a:extLst>
          </p:cNvPr>
          <p:cNvCxnSpPr/>
          <p:nvPr/>
        </p:nvCxnSpPr>
        <p:spPr>
          <a:xfrm>
            <a:off x="310790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8C49FC-582A-3BBC-7681-606D251C35B6}"/>
              </a:ext>
            </a:extLst>
          </p:cNvPr>
          <p:cNvCxnSpPr/>
          <p:nvPr/>
        </p:nvCxnSpPr>
        <p:spPr>
          <a:xfrm>
            <a:off x="363069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BB57ECE-9940-F487-37B0-AFB571D0C9A2}"/>
              </a:ext>
            </a:extLst>
          </p:cNvPr>
          <p:cNvCxnSpPr/>
          <p:nvPr/>
        </p:nvCxnSpPr>
        <p:spPr>
          <a:xfrm>
            <a:off x="9649526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CF8E3B8-71D4-F46D-FB43-D2E875233C85}"/>
              </a:ext>
            </a:extLst>
          </p:cNvPr>
          <p:cNvSpPr txBox="1"/>
          <p:nvPr/>
        </p:nvSpPr>
        <p:spPr>
          <a:xfrm>
            <a:off x="2164466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ACD06F-C5FE-6594-048F-AF6C62C1B1FF}"/>
              </a:ext>
            </a:extLst>
          </p:cNvPr>
          <p:cNvSpPr txBox="1"/>
          <p:nvPr/>
        </p:nvSpPr>
        <p:spPr>
          <a:xfrm>
            <a:off x="2626680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7A94EA-15DF-C3E8-516F-813394910CD7}"/>
              </a:ext>
            </a:extLst>
          </p:cNvPr>
          <p:cNvSpPr txBox="1"/>
          <p:nvPr/>
        </p:nvSpPr>
        <p:spPr>
          <a:xfrm>
            <a:off x="3142158" y="7626485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1F5EA9-10B0-7FDF-9354-DDFF97DB3D36}"/>
              </a:ext>
            </a:extLst>
          </p:cNvPr>
          <p:cNvSpPr txBox="1"/>
          <p:nvPr/>
        </p:nvSpPr>
        <p:spPr>
          <a:xfrm>
            <a:off x="9565320" y="763941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14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7F2A8C-64E2-3994-17A5-114C969385E8}"/>
              </a:ext>
            </a:extLst>
          </p:cNvPr>
          <p:cNvSpPr txBox="1"/>
          <p:nvPr/>
        </p:nvSpPr>
        <p:spPr>
          <a:xfrm>
            <a:off x="8687159" y="-586646"/>
            <a:ext cx="4514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93919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F9E3-1068-306B-57CC-CD988897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F0C2-6B01-BA7F-0538-85EB5BAC30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25C1D-E301-27D4-7876-6095402282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5C2E4B-9856-1850-3144-3C644B63B48B}"/>
              </a:ext>
            </a:extLst>
          </p:cNvPr>
          <p:cNvSpPr/>
          <p:nvPr/>
        </p:nvSpPr>
        <p:spPr>
          <a:xfrm>
            <a:off x="-2760929" y="-792263"/>
            <a:ext cx="15814455" cy="88713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72D258-DF7E-0420-725C-2FF280228AF4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C45275-33F2-23C5-DD1E-C7765BA9BF70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851E473-CA17-3255-FF59-B76C8F55449C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E55F4A-78B4-38EE-A7EF-1E1E064C07BB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40D3CF8-FEDD-02AC-F9E6-B7F5CA3BFBA0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AB2083-F0D5-F3B5-1E5B-4D34DA21CF89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EE4FEE-59E5-5D47-DB7A-8054962B2BDA}"/>
              </a:ext>
            </a:extLst>
          </p:cNvPr>
          <p:cNvCxnSpPr>
            <a:cxnSpLocks/>
          </p:cNvCxnSpPr>
          <p:nvPr/>
        </p:nvCxnSpPr>
        <p:spPr>
          <a:xfrm flipV="1">
            <a:off x="311743" y="838293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BD9E1D-FE6A-F9ED-2983-4AB2F7D1DDC5}"/>
              </a:ext>
            </a:extLst>
          </p:cNvPr>
          <p:cNvCxnSpPr>
            <a:cxnSpLocks/>
          </p:cNvCxnSpPr>
          <p:nvPr/>
        </p:nvCxnSpPr>
        <p:spPr>
          <a:xfrm flipV="1">
            <a:off x="209907" y="596038"/>
            <a:ext cx="4732483" cy="291392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C70128-11F9-DB1C-9C8C-502D89784D1F}"/>
              </a:ext>
            </a:extLst>
          </p:cNvPr>
          <p:cNvCxnSpPr>
            <a:cxnSpLocks/>
          </p:cNvCxnSpPr>
          <p:nvPr/>
        </p:nvCxnSpPr>
        <p:spPr>
          <a:xfrm flipV="1">
            <a:off x="430759" y="734784"/>
            <a:ext cx="5356583" cy="330520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78D9DA-A6F0-9207-4BA7-DB3796E7BA23}"/>
              </a:ext>
            </a:extLst>
          </p:cNvPr>
          <p:cNvCxnSpPr>
            <a:cxnSpLocks/>
          </p:cNvCxnSpPr>
          <p:nvPr/>
        </p:nvCxnSpPr>
        <p:spPr>
          <a:xfrm flipV="1">
            <a:off x="430758" y="763173"/>
            <a:ext cx="6595075" cy="400533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485576-2CED-268F-8B49-024A3CF46929}"/>
              </a:ext>
            </a:extLst>
          </p:cNvPr>
          <p:cNvSpPr txBox="1"/>
          <p:nvPr/>
        </p:nvSpPr>
        <p:spPr>
          <a:xfrm>
            <a:off x="7126855" y="342899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B4121A-8041-B0EC-2777-A580C6A1C299}"/>
              </a:ext>
            </a:extLst>
          </p:cNvPr>
          <p:cNvCxnSpPr>
            <a:cxnSpLocks/>
          </p:cNvCxnSpPr>
          <p:nvPr/>
        </p:nvCxnSpPr>
        <p:spPr>
          <a:xfrm flipV="1">
            <a:off x="827649" y="1321452"/>
            <a:ext cx="9931734" cy="594374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FA221D9-37E3-04D6-496C-29790E1FB525}"/>
              </a:ext>
            </a:extLst>
          </p:cNvPr>
          <p:cNvSpPr/>
          <p:nvPr/>
        </p:nvSpPr>
        <p:spPr>
          <a:xfrm>
            <a:off x="1524000" y="7092546"/>
            <a:ext cx="8623140" cy="529452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CF610B-3218-25B7-4632-8DDE470B1F3E}"/>
              </a:ext>
            </a:extLst>
          </p:cNvPr>
          <p:cNvSpPr txBox="1"/>
          <p:nvPr/>
        </p:nvSpPr>
        <p:spPr>
          <a:xfrm>
            <a:off x="1524000" y="7665897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377D7-0626-A915-6145-C75E1BA259DB}"/>
              </a:ext>
            </a:extLst>
          </p:cNvPr>
          <p:cNvCxnSpPr/>
          <p:nvPr/>
        </p:nvCxnSpPr>
        <p:spPr>
          <a:xfrm>
            <a:off x="2037144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8B97C7-B75A-A72F-6965-BD6675DE00FD}"/>
              </a:ext>
            </a:extLst>
          </p:cNvPr>
          <p:cNvCxnSpPr/>
          <p:nvPr/>
        </p:nvCxnSpPr>
        <p:spPr>
          <a:xfrm>
            <a:off x="258965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E1903F-AFE2-79AA-E563-B3BEBA8C3687}"/>
              </a:ext>
            </a:extLst>
          </p:cNvPr>
          <p:cNvCxnSpPr/>
          <p:nvPr/>
        </p:nvCxnSpPr>
        <p:spPr>
          <a:xfrm>
            <a:off x="310790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C22CF0-187B-ECCC-8A0A-1BDFF1E9394A}"/>
              </a:ext>
            </a:extLst>
          </p:cNvPr>
          <p:cNvCxnSpPr/>
          <p:nvPr/>
        </p:nvCxnSpPr>
        <p:spPr>
          <a:xfrm>
            <a:off x="363069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C348790-EEAF-6D58-EE18-88313EED40C1}"/>
              </a:ext>
            </a:extLst>
          </p:cNvPr>
          <p:cNvCxnSpPr/>
          <p:nvPr/>
        </p:nvCxnSpPr>
        <p:spPr>
          <a:xfrm>
            <a:off x="9649526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2DC7C5-7CD2-CCC8-E7C2-361DEF01E381}"/>
              </a:ext>
            </a:extLst>
          </p:cNvPr>
          <p:cNvSpPr txBox="1"/>
          <p:nvPr/>
        </p:nvSpPr>
        <p:spPr>
          <a:xfrm>
            <a:off x="2164466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74262B-AAD2-D683-0A54-601E9928F5E3}"/>
              </a:ext>
            </a:extLst>
          </p:cNvPr>
          <p:cNvSpPr txBox="1"/>
          <p:nvPr/>
        </p:nvSpPr>
        <p:spPr>
          <a:xfrm>
            <a:off x="2626680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D3D6D4-052B-9F98-07F0-EE0CB438CFEF}"/>
              </a:ext>
            </a:extLst>
          </p:cNvPr>
          <p:cNvSpPr txBox="1"/>
          <p:nvPr/>
        </p:nvSpPr>
        <p:spPr>
          <a:xfrm>
            <a:off x="3142158" y="7626485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6114D5-5313-627B-40B5-72065FD97334}"/>
              </a:ext>
            </a:extLst>
          </p:cNvPr>
          <p:cNvSpPr txBox="1"/>
          <p:nvPr/>
        </p:nvSpPr>
        <p:spPr>
          <a:xfrm>
            <a:off x="9565320" y="763941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9C51B7-64B0-374A-53D8-4707549CDA9E}"/>
              </a:ext>
            </a:extLst>
          </p:cNvPr>
          <p:cNvSpPr txBox="1"/>
          <p:nvPr/>
        </p:nvSpPr>
        <p:spPr>
          <a:xfrm>
            <a:off x="4891726" y="480710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7A58378-4D17-2D0C-E861-93F8F003AF8E}"/>
              </a:ext>
            </a:extLst>
          </p:cNvPr>
          <p:cNvSpPr/>
          <p:nvPr/>
        </p:nvSpPr>
        <p:spPr>
          <a:xfrm>
            <a:off x="517284" y="4763024"/>
            <a:ext cx="473629" cy="500263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034C2C-3E82-8BD3-135C-FB8C92C2CE09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02518C-295E-D0C5-8FA6-920672063B2E}"/>
              </a:ext>
            </a:extLst>
          </p:cNvPr>
          <p:cNvSpPr/>
          <p:nvPr/>
        </p:nvSpPr>
        <p:spPr>
          <a:xfrm>
            <a:off x="4880617" y="741224"/>
            <a:ext cx="473629" cy="500263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A7B26C-0EFC-2DB9-AB5A-0E1019048817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0                   1                                 2                3                        4                        5                      6                        7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49BF26-E92F-54C4-0928-397036114D9D}"/>
              </a:ext>
            </a:extLst>
          </p:cNvPr>
          <p:cNvSpPr txBox="1"/>
          <p:nvPr/>
        </p:nvSpPr>
        <p:spPr>
          <a:xfrm>
            <a:off x="8687159" y="-586646"/>
            <a:ext cx="45141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    row + col =    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E1BCEB-52CB-4DB0-A9E1-F72A59779DF1}"/>
              </a:ext>
            </a:extLst>
          </p:cNvPr>
          <p:cNvSpPr txBox="1"/>
          <p:nvPr/>
        </p:nvSpPr>
        <p:spPr>
          <a:xfrm>
            <a:off x="11380923" y="16182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67374858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9B8C6-E2AE-EA8C-8CA5-06710E646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8988-57BD-6611-DAEF-F81DBF6B59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BBE22-B5E6-CA62-A355-283C49F6B7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B3080E-BFA9-9EC3-1F6F-FA6CEB1081EA}"/>
              </a:ext>
            </a:extLst>
          </p:cNvPr>
          <p:cNvSpPr/>
          <p:nvPr/>
        </p:nvSpPr>
        <p:spPr>
          <a:xfrm>
            <a:off x="-2760929" y="-792263"/>
            <a:ext cx="15814455" cy="88713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C90288-6968-0C19-48B4-687965E1B3E9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2EF5A-A631-222F-D4CE-A4A5D1FF7843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CCBEA8-BE31-906F-9933-B22AE5A72452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638B52A-6A60-CF9D-7A52-9118EDD31443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E995BA-BBE1-D219-565E-ACA4C05ABD8A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9F02DED-FBA4-8F0A-6192-F6E4FAB09B9A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359A08-F834-0F9D-D0DF-9DB9EE73EE7C}"/>
              </a:ext>
            </a:extLst>
          </p:cNvPr>
          <p:cNvCxnSpPr>
            <a:cxnSpLocks/>
          </p:cNvCxnSpPr>
          <p:nvPr/>
        </p:nvCxnSpPr>
        <p:spPr>
          <a:xfrm flipV="1">
            <a:off x="311743" y="838293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77B269-7FB8-9187-4510-5AE74A5D4820}"/>
              </a:ext>
            </a:extLst>
          </p:cNvPr>
          <p:cNvCxnSpPr>
            <a:cxnSpLocks/>
          </p:cNvCxnSpPr>
          <p:nvPr/>
        </p:nvCxnSpPr>
        <p:spPr>
          <a:xfrm flipV="1">
            <a:off x="209907" y="596038"/>
            <a:ext cx="4732483" cy="291392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4D67BC-95F8-A8C4-0B27-10F3C3B3345B}"/>
              </a:ext>
            </a:extLst>
          </p:cNvPr>
          <p:cNvCxnSpPr>
            <a:cxnSpLocks/>
          </p:cNvCxnSpPr>
          <p:nvPr/>
        </p:nvCxnSpPr>
        <p:spPr>
          <a:xfrm flipV="1">
            <a:off x="430759" y="734784"/>
            <a:ext cx="5356583" cy="330520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E24F25-B93C-6A4A-F433-DDBFE869C171}"/>
              </a:ext>
            </a:extLst>
          </p:cNvPr>
          <p:cNvCxnSpPr>
            <a:cxnSpLocks/>
          </p:cNvCxnSpPr>
          <p:nvPr/>
        </p:nvCxnSpPr>
        <p:spPr>
          <a:xfrm flipV="1">
            <a:off x="430758" y="763173"/>
            <a:ext cx="6595075" cy="400533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3F3F022-FD81-AF0C-7C12-C9FB63C13F26}"/>
              </a:ext>
            </a:extLst>
          </p:cNvPr>
          <p:cNvSpPr txBox="1"/>
          <p:nvPr/>
        </p:nvSpPr>
        <p:spPr>
          <a:xfrm>
            <a:off x="7126855" y="342899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47A71E-489F-3E65-9DBE-1CF894FF2020}"/>
              </a:ext>
            </a:extLst>
          </p:cNvPr>
          <p:cNvCxnSpPr>
            <a:cxnSpLocks/>
          </p:cNvCxnSpPr>
          <p:nvPr/>
        </p:nvCxnSpPr>
        <p:spPr>
          <a:xfrm flipV="1">
            <a:off x="827649" y="1321452"/>
            <a:ext cx="9931734" cy="594374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B9812B5-26F3-986A-46E0-39011EAF6CF9}"/>
              </a:ext>
            </a:extLst>
          </p:cNvPr>
          <p:cNvSpPr/>
          <p:nvPr/>
        </p:nvSpPr>
        <p:spPr>
          <a:xfrm>
            <a:off x="1524000" y="7092546"/>
            <a:ext cx="8623140" cy="529452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40232B-1CC8-E993-0AC0-5976B0E124FF}"/>
              </a:ext>
            </a:extLst>
          </p:cNvPr>
          <p:cNvSpPr txBox="1"/>
          <p:nvPr/>
        </p:nvSpPr>
        <p:spPr>
          <a:xfrm>
            <a:off x="1524000" y="7665897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51B7C9A-93E6-2B05-56CE-B1BB73607B78}"/>
              </a:ext>
            </a:extLst>
          </p:cNvPr>
          <p:cNvCxnSpPr/>
          <p:nvPr/>
        </p:nvCxnSpPr>
        <p:spPr>
          <a:xfrm>
            <a:off x="2037144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5F958D-02E9-48E4-ED95-6BB606015190}"/>
              </a:ext>
            </a:extLst>
          </p:cNvPr>
          <p:cNvCxnSpPr/>
          <p:nvPr/>
        </p:nvCxnSpPr>
        <p:spPr>
          <a:xfrm>
            <a:off x="258965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F6B33B-F6B9-61ED-2E4D-619B794969F4}"/>
              </a:ext>
            </a:extLst>
          </p:cNvPr>
          <p:cNvCxnSpPr/>
          <p:nvPr/>
        </p:nvCxnSpPr>
        <p:spPr>
          <a:xfrm>
            <a:off x="310790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CA8E2A-2B26-4464-63F2-ED5C0C01A7F6}"/>
              </a:ext>
            </a:extLst>
          </p:cNvPr>
          <p:cNvCxnSpPr/>
          <p:nvPr/>
        </p:nvCxnSpPr>
        <p:spPr>
          <a:xfrm>
            <a:off x="363069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400575-EF63-6854-0F83-EB2ABB9094E1}"/>
              </a:ext>
            </a:extLst>
          </p:cNvPr>
          <p:cNvCxnSpPr/>
          <p:nvPr/>
        </p:nvCxnSpPr>
        <p:spPr>
          <a:xfrm>
            <a:off x="9649526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6677198-870B-3474-D6D1-C8612690C67F}"/>
              </a:ext>
            </a:extLst>
          </p:cNvPr>
          <p:cNvSpPr txBox="1"/>
          <p:nvPr/>
        </p:nvSpPr>
        <p:spPr>
          <a:xfrm>
            <a:off x="2164466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3055E6-663B-AEF2-2738-5991179DF4CD}"/>
              </a:ext>
            </a:extLst>
          </p:cNvPr>
          <p:cNvSpPr txBox="1"/>
          <p:nvPr/>
        </p:nvSpPr>
        <p:spPr>
          <a:xfrm>
            <a:off x="2626680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5C5AA3-6BF7-DF94-7AD5-4398AE86FF9D}"/>
              </a:ext>
            </a:extLst>
          </p:cNvPr>
          <p:cNvSpPr txBox="1"/>
          <p:nvPr/>
        </p:nvSpPr>
        <p:spPr>
          <a:xfrm>
            <a:off x="3142158" y="7626485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3825C8-35DC-A15D-63A4-BE5B0718A939}"/>
              </a:ext>
            </a:extLst>
          </p:cNvPr>
          <p:cNvSpPr txBox="1"/>
          <p:nvPr/>
        </p:nvSpPr>
        <p:spPr>
          <a:xfrm>
            <a:off x="9565320" y="763941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2E8242-66A7-A720-DBD7-A9D5196C3A86}"/>
              </a:ext>
            </a:extLst>
          </p:cNvPr>
          <p:cNvSpPr txBox="1"/>
          <p:nvPr/>
        </p:nvSpPr>
        <p:spPr>
          <a:xfrm>
            <a:off x="4891726" y="480710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2ABBD2-6E85-E591-DC6A-E48F4E84F639}"/>
              </a:ext>
            </a:extLst>
          </p:cNvPr>
          <p:cNvSpPr/>
          <p:nvPr/>
        </p:nvSpPr>
        <p:spPr>
          <a:xfrm>
            <a:off x="517284" y="4763024"/>
            <a:ext cx="473629" cy="500263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D9E27-2208-BAC7-B79D-9FA04133F7B8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5CCC64E-A4DA-02A9-3176-8A9F1ABB6354}"/>
              </a:ext>
            </a:extLst>
          </p:cNvPr>
          <p:cNvSpPr/>
          <p:nvPr/>
        </p:nvSpPr>
        <p:spPr>
          <a:xfrm>
            <a:off x="4880617" y="741224"/>
            <a:ext cx="473629" cy="500263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86C9C-5D8C-5B95-1DEF-D2D6D09FF17A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0                   1                                 2                3                        4                        5                      6                        7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45CFF4D-9AFA-9F26-66CC-73D95636257F}"/>
              </a:ext>
            </a:extLst>
          </p:cNvPr>
          <p:cNvCxnSpPr/>
          <p:nvPr/>
        </p:nvCxnSpPr>
        <p:spPr>
          <a:xfrm>
            <a:off x="5375565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34D9BB9-3481-F7FB-9F8B-B45EFBB83EBC}"/>
              </a:ext>
            </a:extLst>
          </p:cNvPr>
          <p:cNvCxnSpPr/>
          <p:nvPr/>
        </p:nvCxnSpPr>
        <p:spPr>
          <a:xfrm>
            <a:off x="6002527" y="7109961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BFB46FF-D738-630D-6BAA-5FA851B61CB3}"/>
              </a:ext>
            </a:extLst>
          </p:cNvPr>
          <p:cNvSpPr txBox="1"/>
          <p:nvPr/>
        </p:nvSpPr>
        <p:spPr>
          <a:xfrm>
            <a:off x="5499535" y="7617464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DF6DA2-B7F2-96FB-651D-45C5AB835AA1}"/>
              </a:ext>
            </a:extLst>
          </p:cNvPr>
          <p:cNvSpPr txBox="1"/>
          <p:nvPr/>
        </p:nvSpPr>
        <p:spPr>
          <a:xfrm>
            <a:off x="8687159" y="-586646"/>
            <a:ext cx="45141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    row + col =    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A1B14C-CCFC-A464-4129-E95D02E8A107}"/>
              </a:ext>
            </a:extLst>
          </p:cNvPr>
          <p:cNvSpPr txBox="1"/>
          <p:nvPr/>
        </p:nvSpPr>
        <p:spPr>
          <a:xfrm>
            <a:off x="11380923" y="16182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3767679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3EEB-2019-6226-CB6D-BC30F8D5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4A5E-EB19-6337-F7D1-DE35D550F4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E792C-A734-D3E4-656C-B8F6B417C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587DC-3F5A-323F-2422-9708FEC583E8}"/>
              </a:ext>
            </a:extLst>
          </p:cNvPr>
          <p:cNvSpPr/>
          <p:nvPr/>
        </p:nvSpPr>
        <p:spPr>
          <a:xfrm>
            <a:off x="-2760929" y="-792263"/>
            <a:ext cx="15814455" cy="88713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5B3D93-AF7F-71B3-C6D9-6EE80297C65E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9366A5-FE66-4747-C0AD-D2B9EF44F198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327635-BE06-C14C-22B2-8E05E516EB34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7C30D9-B085-7424-CD43-9B30FA32C845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CF7E4C-4184-CDB4-85F0-81E73715FE41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44728C-C03E-8B92-33F4-2C403D7B8C14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686D18-309E-E93C-FE29-4B1DD0E9B9C7}"/>
              </a:ext>
            </a:extLst>
          </p:cNvPr>
          <p:cNvCxnSpPr>
            <a:cxnSpLocks/>
          </p:cNvCxnSpPr>
          <p:nvPr/>
        </p:nvCxnSpPr>
        <p:spPr>
          <a:xfrm flipV="1">
            <a:off x="311743" y="838293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9A998D-B2BB-918E-7B4F-6859F960CF8E}"/>
              </a:ext>
            </a:extLst>
          </p:cNvPr>
          <p:cNvCxnSpPr>
            <a:cxnSpLocks/>
          </p:cNvCxnSpPr>
          <p:nvPr/>
        </p:nvCxnSpPr>
        <p:spPr>
          <a:xfrm flipV="1">
            <a:off x="209907" y="596038"/>
            <a:ext cx="4732483" cy="291392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4AC3DC-0D53-1CC0-0F91-B340CC3BBDF9}"/>
              </a:ext>
            </a:extLst>
          </p:cNvPr>
          <p:cNvCxnSpPr>
            <a:cxnSpLocks/>
          </p:cNvCxnSpPr>
          <p:nvPr/>
        </p:nvCxnSpPr>
        <p:spPr>
          <a:xfrm flipV="1">
            <a:off x="430759" y="734784"/>
            <a:ext cx="5356583" cy="330520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E99016-6FC8-74FB-6D90-74FACC691671}"/>
              </a:ext>
            </a:extLst>
          </p:cNvPr>
          <p:cNvCxnSpPr>
            <a:cxnSpLocks/>
          </p:cNvCxnSpPr>
          <p:nvPr/>
        </p:nvCxnSpPr>
        <p:spPr>
          <a:xfrm flipV="1">
            <a:off x="430758" y="763173"/>
            <a:ext cx="6595075" cy="400533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4E96BC3-9486-04FB-A2FB-52726774A4E2}"/>
              </a:ext>
            </a:extLst>
          </p:cNvPr>
          <p:cNvSpPr txBox="1"/>
          <p:nvPr/>
        </p:nvSpPr>
        <p:spPr>
          <a:xfrm>
            <a:off x="7126855" y="342899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175AC1-AD8C-4AE9-A7B4-D4C4613180BF}"/>
              </a:ext>
            </a:extLst>
          </p:cNvPr>
          <p:cNvCxnSpPr>
            <a:cxnSpLocks/>
          </p:cNvCxnSpPr>
          <p:nvPr/>
        </p:nvCxnSpPr>
        <p:spPr>
          <a:xfrm flipV="1">
            <a:off x="827649" y="1321452"/>
            <a:ext cx="9931734" cy="594374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CC70066-1457-848B-BFD7-8E9B9DE12CAD}"/>
              </a:ext>
            </a:extLst>
          </p:cNvPr>
          <p:cNvSpPr/>
          <p:nvPr/>
        </p:nvSpPr>
        <p:spPr>
          <a:xfrm>
            <a:off x="1524000" y="7092546"/>
            <a:ext cx="8623140" cy="529452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670975-6783-12C0-D724-0BF08088DC98}"/>
              </a:ext>
            </a:extLst>
          </p:cNvPr>
          <p:cNvSpPr txBox="1"/>
          <p:nvPr/>
        </p:nvSpPr>
        <p:spPr>
          <a:xfrm>
            <a:off x="1524000" y="7665897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FDB9E7F-0D91-338E-B6A3-25487EC2CF0C}"/>
              </a:ext>
            </a:extLst>
          </p:cNvPr>
          <p:cNvCxnSpPr/>
          <p:nvPr/>
        </p:nvCxnSpPr>
        <p:spPr>
          <a:xfrm>
            <a:off x="2037144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455DF4-209C-E2BC-0AF6-F18F8E1CAFA3}"/>
              </a:ext>
            </a:extLst>
          </p:cNvPr>
          <p:cNvCxnSpPr/>
          <p:nvPr/>
        </p:nvCxnSpPr>
        <p:spPr>
          <a:xfrm>
            <a:off x="258965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7F1780-9CAA-2B44-A9FB-4E38C5121A0D}"/>
              </a:ext>
            </a:extLst>
          </p:cNvPr>
          <p:cNvCxnSpPr/>
          <p:nvPr/>
        </p:nvCxnSpPr>
        <p:spPr>
          <a:xfrm>
            <a:off x="310790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FF7F350-FB1D-0E53-C92B-028DAA261A67}"/>
              </a:ext>
            </a:extLst>
          </p:cNvPr>
          <p:cNvCxnSpPr/>
          <p:nvPr/>
        </p:nvCxnSpPr>
        <p:spPr>
          <a:xfrm>
            <a:off x="363069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0F6590-DC92-F170-AFA2-694F8A065BA9}"/>
              </a:ext>
            </a:extLst>
          </p:cNvPr>
          <p:cNvCxnSpPr/>
          <p:nvPr/>
        </p:nvCxnSpPr>
        <p:spPr>
          <a:xfrm>
            <a:off x="9649526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97A7EEB-7E8E-FA47-0D97-9951AC490A0E}"/>
              </a:ext>
            </a:extLst>
          </p:cNvPr>
          <p:cNvSpPr txBox="1"/>
          <p:nvPr/>
        </p:nvSpPr>
        <p:spPr>
          <a:xfrm>
            <a:off x="2164466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CD04CC-9F2B-1756-AB8C-6E032008A43D}"/>
              </a:ext>
            </a:extLst>
          </p:cNvPr>
          <p:cNvSpPr txBox="1"/>
          <p:nvPr/>
        </p:nvSpPr>
        <p:spPr>
          <a:xfrm>
            <a:off x="2626680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3C612A-D7C0-7505-AC49-4A6F02DF59A1}"/>
              </a:ext>
            </a:extLst>
          </p:cNvPr>
          <p:cNvSpPr txBox="1"/>
          <p:nvPr/>
        </p:nvSpPr>
        <p:spPr>
          <a:xfrm>
            <a:off x="3142158" y="7626485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B8F5D6-42F7-2E98-7A84-18972E660FD6}"/>
              </a:ext>
            </a:extLst>
          </p:cNvPr>
          <p:cNvSpPr txBox="1"/>
          <p:nvPr/>
        </p:nvSpPr>
        <p:spPr>
          <a:xfrm>
            <a:off x="9565320" y="763941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3421E4-3600-1812-8032-886B29A921FE}"/>
              </a:ext>
            </a:extLst>
          </p:cNvPr>
          <p:cNvSpPr txBox="1"/>
          <p:nvPr/>
        </p:nvSpPr>
        <p:spPr>
          <a:xfrm>
            <a:off x="4891726" y="480710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22E60A0-67D3-D252-77C6-A353F9D22353}"/>
              </a:ext>
            </a:extLst>
          </p:cNvPr>
          <p:cNvSpPr/>
          <p:nvPr/>
        </p:nvSpPr>
        <p:spPr>
          <a:xfrm>
            <a:off x="517284" y="4763024"/>
            <a:ext cx="473629" cy="500263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376DC7-031D-A8C6-421F-866DBD2E9C61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3F6A591-0784-D27D-1A4E-3460617B8923}"/>
              </a:ext>
            </a:extLst>
          </p:cNvPr>
          <p:cNvSpPr/>
          <p:nvPr/>
        </p:nvSpPr>
        <p:spPr>
          <a:xfrm>
            <a:off x="4880617" y="741224"/>
            <a:ext cx="473629" cy="500263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FBF50F-D195-1B4B-668D-1ABFA39708EA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0                   1                                 2                3                        4                        5                      6                        7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1C2C3BD-821E-D35C-8AFC-C546134C39D9}"/>
              </a:ext>
            </a:extLst>
          </p:cNvPr>
          <p:cNvCxnSpPr/>
          <p:nvPr/>
        </p:nvCxnSpPr>
        <p:spPr>
          <a:xfrm>
            <a:off x="5375565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3E714B-62D6-1FB8-16C3-B620A64A08E1}"/>
              </a:ext>
            </a:extLst>
          </p:cNvPr>
          <p:cNvCxnSpPr/>
          <p:nvPr/>
        </p:nvCxnSpPr>
        <p:spPr>
          <a:xfrm>
            <a:off x="6002527" y="7109961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DBA3CF3-0F55-E331-30F6-0218955696D3}"/>
              </a:ext>
            </a:extLst>
          </p:cNvPr>
          <p:cNvSpPr txBox="1"/>
          <p:nvPr/>
        </p:nvSpPr>
        <p:spPr>
          <a:xfrm>
            <a:off x="5499535" y="7617464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D801CF-2E3B-BBEA-8446-0C943F0D648B}"/>
              </a:ext>
            </a:extLst>
          </p:cNvPr>
          <p:cNvSpPr txBox="1"/>
          <p:nvPr/>
        </p:nvSpPr>
        <p:spPr>
          <a:xfrm>
            <a:off x="5443110" y="7160333"/>
            <a:ext cx="502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EB4986-52EF-854F-5536-DEFD308B6AD0}"/>
              </a:ext>
            </a:extLst>
          </p:cNvPr>
          <p:cNvSpPr txBox="1"/>
          <p:nvPr/>
        </p:nvSpPr>
        <p:spPr>
          <a:xfrm>
            <a:off x="8687159" y="-586646"/>
            <a:ext cx="4514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C27BBF-5385-434E-3F1B-D96DB9503563}"/>
              </a:ext>
            </a:extLst>
          </p:cNvPr>
          <p:cNvSpPr txBox="1"/>
          <p:nvPr/>
        </p:nvSpPr>
        <p:spPr>
          <a:xfrm>
            <a:off x="8687159" y="-586646"/>
            <a:ext cx="45141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    row + col =    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EA5ADA-547E-202D-9A50-9AC185C6B23F}"/>
              </a:ext>
            </a:extLst>
          </p:cNvPr>
          <p:cNvSpPr txBox="1"/>
          <p:nvPr/>
        </p:nvSpPr>
        <p:spPr>
          <a:xfrm>
            <a:off x="11380923" y="16182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398249266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7D1E1-B88E-D520-63E0-4F1DC54F5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FA43-E804-7605-4249-4365341E93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E1D52-B66B-68A6-CBBE-A4D04E70F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1D1945-8C31-D570-3687-5A24319493AA}"/>
              </a:ext>
            </a:extLst>
          </p:cNvPr>
          <p:cNvSpPr/>
          <p:nvPr/>
        </p:nvSpPr>
        <p:spPr>
          <a:xfrm>
            <a:off x="-2760929" y="-792263"/>
            <a:ext cx="15814455" cy="88713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DCAEFF-2419-719D-5957-9E819BC19CEC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001E75-0155-7FE4-0ABD-F1255D7BA23C}"/>
              </a:ext>
            </a:extLst>
          </p:cNvPr>
          <p:cNvSpPr/>
          <p:nvPr/>
        </p:nvSpPr>
        <p:spPr>
          <a:xfrm>
            <a:off x="-769350" y="-283580"/>
            <a:ext cx="2245489" cy="56715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 x C = 7 x 7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BCA6AF-1C34-2963-F147-0D58869666EB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62DDD3-912C-2DFB-8779-BD5683ED51C4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8CBD41E-8FA0-1B76-958E-A414636F762D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6BD3A94-96E1-15C4-472E-2EFB973ABA77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48F252-23BC-5117-1BD8-442E57DB88F6}"/>
              </a:ext>
            </a:extLst>
          </p:cNvPr>
          <p:cNvCxnSpPr>
            <a:cxnSpLocks/>
          </p:cNvCxnSpPr>
          <p:nvPr/>
        </p:nvCxnSpPr>
        <p:spPr>
          <a:xfrm flipV="1">
            <a:off x="311743" y="838293"/>
            <a:ext cx="2928395" cy="195903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7B020F-5809-815E-ACEF-A39A049A98E3}"/>
              </a:ext>
            </a:extLst>
          </p:cNvPr>
          <p:cNvCxnSpPr>
            <a:cxnSpLocks/>
          </p:cNvCxnSpPr>
          <p:nvPr/>
        </p:nvCxnSpPr>
        <p:spPr>
          <a:xfrm flipV="1">
            <a:off x="209907" y="596038"/>
            <a:ext cx="4732483" cy="291392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7A734D-62B7-CDF0-6D95-2A4D8168F77C}"/>
              </a:ext>
            </a:extLst>
          </p:cNvPr>
          <p:cNvCxnSpPr>
            <a:cxnSpLocks/>
          </p:cNvCxnSpPr>
          <p:nvPr/>
        </p:nvCxnSpPr>
        <p:spPr>
          <a:xfrm flipV="1">
            <a:off x="430759" y="734784"/>
            <a:ext cx="5356583" cy="330520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79EC65-DAA8-7DFF-50DD-097EF79E9197}"/>
              </a:ext>
            </a:extLst>
          </p:cNvPr>
          <p:cNvCxnSpPr>
            <a:cxnSpLocks/>
          </p:cNvCxnSpPr>
          <p:nvPr/>
        </p:nvCxnSpPr>
        <p:spPr>
          <a:xfrm flipV="1">
            <a:off x="430758" y="763173"/>
            <a:ext cx="6595075" cy="400533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3C57B7-8D24-BDE3-52E1-AEA747A37543}"/>
              </a:ext>
            </a:extLst>
          </p:cNvPr>
          <p:cNvSpPr txBox="1"/>
          <p:nvPr/>
        </p:nvSpPr>
        <p:spPr>
          <a:xfrm>
            <a:off x="7126855" y="342899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56364A-B3EE-FFEF-A881-CB3A9E580FC2}"/>
              </a:ext>
            </a:extLst>
          </p:cNvPr>
          <p:cNvCxnSpPr>
            <a:cxnSpLocks/>
          </p:cNvCxnSpPr>
          <p:nvPr/>
        </p:nvCxnSpPr>
        <p:spPr>
          <a:xfrm flipV="1">
            <a:off x="827649" y="1321452"/>
            <a:ext cx="9931734" cy="5943745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65C48E2-E268-EC1D-3E9E-23FB2F004048}"/>
              </a:ext>
            </a:extLst>
          </p:cNvPr>
          <p:cNvSpPr/>
          <p:nvPr/>
        </p:nvSpPr>
        <p:spPr>
          <a:xfrm>
            <a:off x="1524000" y="7092546"/>
            <a:ext cx="8623140" cy="529452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A367B8-E6CF-FE66-4E2C-0453A4E5A872}"/>
              </a:ext>
            </a:extLst>
          </p:cNvPr>
          <p:cNvSpPr txBox="1"/>
          <p:nvPr/>
        </p:nvSpPr>
        <p:spPr>
          <a:xfrm>
            <a:off x="1524000" y="7665897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2F8A7A-1E3D-AD5D-4DF3-5BAE255FC8EA}"/>
              </a:ext>
            </a:extLst>
          </p:cNvPr>
          <p:cNvCxnSpPr/>
          <p:nvPr/>
        </p:nvCxnSpPr>
        <p:spPr>
          <a:xfrm>
            <a:off x="2037144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6839F8D-D868-CA08-D9CE-69819B9B52B0}"/>
              </a:ext>
            </a:extLst>
          </p:cNvPr>
          <p:cNvCxnSpPr/>
          <p:nvPr/>
        </p:nvCxnSpPr>
        <p:spPr>
          <a:xfrm>
            <a:off x="258965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7917A71-6217-8D67-8EBB-CD11BA08DE4B}"/>
              </a:ext>
            </a:extLst>
          </p:cNvPr>
          <p:cNvCxnSpPr/>
          <p:nvPr/>
        </p:nvCxnSpPr>
        <p:spPr>
          <a:xfrm>
            <a:off x="310790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D6AC7FB-61A4-6493-C7B5-6B2455400BFE}"/>
              </a:ext>
            </a:extLst>
          </p:cNvPr>
          <p:cNvCxnSpPr/>
          <p:nvPr/>
        </p:nvCxnSpPr>
        <p:spPr>
          <a:xfrm>
            <a:off x="363069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4B20A9-6C7D-5042-58BD-FF9056533601}"/>
              </a:ext>
            </a:extLst>
          </p:cNvPr>
          <p:cNvCxnSpPr/>
          <p:nvPr/>
        </p:nvCxnSpPr>
        <p:spPr>
          <a:xfrm>
            <a:off x="9649526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918E654-F39C-7EE7-027A-474618BE19FB}"/>
              </a:ext>
            </a:extLst>
          </p:cNvPr>
          <p:cNvSpPr txBox="1"/>
          <p:nvPr/>
        </p:nvSpPr>
        <p:spPr>
          <a:xfrm>
            <a:off x="2164466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6B6FDC-E57C-2214-CD86-14F262506B0C}"/>
              </a:ext>
            </a:extLst>
          </p:cNvPr>
          <p:cNvSpPr txBox="1"/>
          <p:nvPr/>
        </p:nvSpPr>
        <p:spPr>
          <a:xfrm>
            <a:off x="2626680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CC03A2-425B-0238-7047-6FB801D06C82}"/>
              </a:ext>
            </a:extLst>
          </p:cNvPr>
          <p:cNvSpPr txBox="1"/>
          <p:nvPr/>
        </p:nvSpPr>
        <p:spPr>
          <a:xfrm>
            <a:off x="3142158" y="7626485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789A30-BD2F-A091-BB66-5F1FF1CF643C}"/>
              </a:ext>
            </a:extLst>
          </p:cNvPr>
          <p:cNvSpPr txBox="1"/>
          <p:nvPr/>
        </p:nvSpPr>
        <p:spPr>
          <a:xfrm>
            <a:off x="9565320" y="763941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962905-E1B4-B4B9-4AD7-3EEFC692BF5F}"/>
              </a:ext>
            </a:extLst>
          </p:cNvPr>
          <p:cNvSpPr txBox="1"/>
          <p:nvPr/>
        </p:nvSpPr>
        <p:spPr>
          <a:xfrm>
            <a:off x="4891726" y="4807109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5249CA-B8C2-4599-DFF8-C56C093A4A0C}"/>
              </a:ext>
            </a:extLst>
          </p:cNvPr>
          <p:cNvSpPr/>
          <p:nvPr/>
        </p:nvSpPr>
        <p:spPr>
          <a:xfrm>
            <a:off x="517284" y="3421829"/>
            <a:ext cx="473629" cy="500263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F16B9-3D76-52FE-CFCA-B7BA23457C6B}"/>
              </a:ext>
            </a:extLst>
          </p:cNvPr>
          <p:cNvSpPr txBox="1"/>
          <p:nvPr/>
        </p:nvSpPr>
        <p:spPr>
          <a:xfrm>
            <a:off x="608667" y="1271310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254205B-DEAE-7DF9-6936-FAEF7CF6DCCB}"/>
              </a:ext>
            </a:extLst>
          </p:cNvPr>
          <p:cNvSpPr/>
          <p:nvPr/>
        </p:nvSpPr>
        <p:spPr>
          <a:xfrm>
            <a:off x="7341453" y="716002"/>
            <a:ext cx="473629" cy="500263"/>
          </a:xfrm>
          <a:prstGeom prst="ellipse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CD69C-367D-6CE4-9A9A-848DA4C9F125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0                   1                                 2                3                        4                        5                      6                        7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B143CD-D03C-813C-89DD-73580E5558BA}"/>
              </a:ext>
            </a:extLst>
          </p:cNvPr>
          <p:cNvCxnSpPr/>
          <p:nvPr/>
        </p:nvCxnSpPr>
        <p:spPr>
          <a:xfrm>
            <a:off x="5375565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7D4C355-0F12-412E-5D0A-47CEADD1B527}"/>
              </a:ext>
            </a:extLst>
          </p:cNvPr>
          <p:cNvCxnSpPr/>
          <p:nvPr/>
        </p:nvCxnSpPr>
        <p:spPr>
          <a:xfrm>
            <a:off x="6002527" y="7109961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C93E3C-BAE3-7CE8-D101-67DEEA8059BF}"/>
              </a:ext>
            </a:extLst>
          </p:cNvPr>
          <p:cNvSpPr txBox="1"/>
          <p:nvPr/>
        </p:nvSpPr>
        <p:spPr>
          <a:xfrm>
            <a:off x="5499535" y="7617464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B3038A-B1E9-64F6-F1AC-3AC2ADB45633}"/>
              </a:ext>
            </a:extLst>
          </p:cNvPr>
          <p:cNvSpPr txBox="1"/>
          <p:nvPr/>
        </p:nvSpPr>
        <p:spPr>
          <a:xfrm>
            <a:off x="5443110" y="7160333"/>
            <a:ext cx="502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CF047B-D704-8E83-B42A-D5DB43D10D8A}"/>
              </a:ext>
            </a:extLst>
          </p:cNvPr>
          <p:cNvSpPr txBox="1"/>
          <p:nvPr/>
        </p:nvSpPr>
        <p:spPr>
          <a:xfrm>
            <a:off x="8687159" y="-586646"/>
            <a:ext cx="4514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5CA4DB-66B5-93FF-9AE2-34FBBCE07246}"/>
              </a:ext>
            </a:extLst>
          </p:cNvPr>
          <p:cNvSpPr txBox="1"/>
          <p:nvPr/>
        </p:nvSpPr>
        <p:spPr>
          <a:xfrm>
            <a:off x="8687159" y="-586646"/>
            <a:ext cx="45141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lowerDiagonal</a:t>
            </a:r>
          </a:p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    row + col =    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D60896-269C-F682-80BA-88AD3F1A379C}"/>
              </a:ext>
            </a:extLst>
          </p:cNvPr>
          <p:cNvSpPr txBox="1"/>
          <p:nvPr/>
        </p:nvSpPr>
        <p:spPr>
          <a:xfrm>
            <a:off x="11380923" y="16182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93314034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5EB8F-91BE-022A-0D73-0C7E2685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5CB9-CCCD-4752-5B63-B975A2AAA1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7ABD4-0837-920B-ECB1-0A52AF97F9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CF261-6F47-D02F-F2DE-21E99910675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228339-6EF4-7122-FF56-A5E349C02B31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743E6E-61E6-520A-CC0A-CB19833AC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007610"/>
              </p:ext>
            </p:extLst>
          </p:nvPr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CFB738-68CE-926D-4CDC-AEBD2DFC4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358196"/>
              </p:ext>
            </p:extLst>
          </p:nvPr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38D8D5-11CF-D612-8674-6C4A4FCDD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226567"/>
              </p:ext>
            </p:extLst>
          </p:nvPr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99E581-7074-875E-1573-FB8B8F404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438622"/>
              </p:ext>
            </p:extLst>
          </p:nvPr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F6F4DB8-8235-2E37-B094-5D7341ADBEBF}"/>
              </a:ext>
            </a:extLst>
          </p:cNvPr>
          <p:cNvSpPr txBox="1"/>
          <p:nvPr/>
        </p:nvSpPr>
        <p:spPr>
          <a:xfrm>
            <a:off x="387816" y="1289264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5CB5A-FA2F-7BCC-2A07-457F4C8A368C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0                   1                         2                      3                        4                        5                      6                        7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B0D14A-A287-4D9C-5E28-EDCFAB4408A1}"/>
              </a:ext>
            </a:extLst>
          </p:cNvPr>
          <p:cNvSpPr txBox="1"/>
          <p:nvPr/>
        </p:nvSpPr>
        <p:spPr>
          <a:xfrm>
            <a:off x="8687159" y="-586646"/>
            <a:ext cx="451412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upperDiagonal</a:t>
            </a:r>
          </a:p>
          <a:p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      n - 1 + col – row =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404B70-67E6-4ED8-E540-8E57186DD156}"/>
              </a:ext>
            </a:extLst>
          </p:cNvPr>
          <p:cNvSpPr txBox="1"/>
          <p:nvPr/>
        </p:nvSpPr>
        <p:spPr>
          <a:xfrm>
            <a:off x="11910791" y="-5788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18552868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2EBE-A1C8-15FE-A0B6-DCBF78E9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C43A-9836-0F38-B217-F557BF10E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9B810-2E95-0BEA-DEE9-5303D710CC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678BC-D6F0-4B71-1B19-3B4BC0E3087D}"/>
              </a:ext>
            </a:extLst>
          </p:cNvPr>
          <p:cNvSpPr/>
          <p:nvPr/>
        </p:nvSpPr>
        <p:spPr>
          <a:xfrm>
            <a:off x="-2760929" y="-792263"/>
            <a:ext cx="15814455" cy="91723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D05F0-766E-99A2-A62A-2C2CA70C7175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108872-296B-9221-F3DE-280CD040FFD3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BFC8E7B-F04F-17A6-E194-EB5CA4E3644F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D60857-4C4A-D9F1-37DA-6E4855C54385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1A0E36-557D-D277-032F-9FDEEEC16610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1837FFA-019C-5D3C-073C-334D24F183CA}"/>
              </a:ext>
            </a:extLst>
          </p:cNvPr>
          <p:cNvSpPr txBox="1"/>
          <p:nvPr/>
        </p:nvSpPr>
        <p:spPr>
          <a:xfrm>
            <a:off x="387816" y="1289264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2C16D-E6EB-4BDE-757F-3305C054915D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0                   1                         2                      3                        4                        5                      6                        7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A6938-DA2F-239D-ADE2-3725E50FDC5E}"/>
              </a:ext>
            </a:extLst>
          </p:cNvPr>
          <p:cNvSpPr txBox="1"/>
          <p:nvPr/>
        </p:nvSpPr>
        <p:spPr>
          <a:xfrm>
            <a:off x="8687159" y="-586646"/>
            <a:ext cx="451412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upperDiagonal</a:t>
            </a:r>
          </a:p>
          <a:p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      n - 1 + col – row =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0F845-F74F-F696-E85A-1E9E08AB48C9}"/>
              </a:ext>
            </a:extLst>
          </p:cNvPr>
          <p:cNvSpPr txBox="1"/>
          <p:nvPr/>
        </p:nvSpPr>
        <p:spPr>
          <a:xfrm>
            <a:off x="11910791" y="-5788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79085-FD3B-9D29-13E4-C7AF8F713431}"/>
              </a:ext>
            </a:extLst>
          </p:cNvPr>
          <p:cNvSpPr/>
          <p:nvPr/>
        </p:nvSpPr>
        <p:spPr>
          <a:xfrm>
            <a:off x="1524000" y="7092546"/>
            <a:ext cx="8623140" cy="529452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479C7-DB31-F380-FB1B-A71B6CA8328A}"/>
              </a:ext>
            </a:extLst>
          </p:cNvPr>
          <p:cNvSpPr txBox="1"/>
          <p:nvPr/>
        </p:nvSpPr>
        <p:spPr>
          <a:xfrm>
            <a:off x="1524000" y="7665897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DCDDBD-A174-F1F3-DB11-A7CF8370D6DA}"/>
              </a:ext>
            </a:extLst>
          </p:cNvPr>
          <p:cNvCxnSpPr/>
          <p:nvPr/>
        </p:nvCxnSpPr>
        <p:spPr>
          <a:xfrm>
            <a:off x="2037144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0C8866-41F2-5889-0E04-53AF1B3FB414}"/>
              </a:ext>
            </a:extLst>
          </p:cNvPr>
          <p:cNvCxnSpPr/>
          <p:nvPr/>
        </p:nvCxnSpPr>
        <p:spPr>
          <a:xfrm>
            <a:off x="258965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233244-F746-C3C7-4FD5-C8C10718BA73}"/>
              </a:ext>
            </a:extLst>
          </p:cNvPr>
          <p:cNvCxnSpPr/>
          <p:nvPr/>
        </p:nvCxnSpPr>
        <p:spPr>
          <a:xfrm>
            <a:off x="310790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00235-BBA5-63B7-0DB1-207794F1FC05}"/>
              </a:ext>
            </a:extLst>
          </p:cNvPr>
          <p:cNvCxnSpPr/>
          <p:nvPr/>
        </p:nvCxnSpPr>
        <p:spPr>
          <a:xfrm>
            <a:off x="363069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5D2040-6FFB-5F9F-03BA-5622BDD51365}"/>
              </a:ext>
            </a:extLst>
          </p:cNvPr>
          <p:cNvCxnSpPr/>
          <p:nvPr/>
        </p:nvCxnSpPr>
        <p:spPr>
          <a:xfrm>
            <a:off x="9649526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3E499F-97C3-B2CA-EDDA-C9AD4BD11085}"/>
              </a:ext>
            </a:extLst>
          </p:cNvPr>
          <p:cNvSpPr txBox="1"/>
          <p:nvPr/>
        </p:nvSpPr>
        <p:spPr>
          <a:xfrm>
            <a:off x="2164466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9DADCF-842D-885A-9E90-11ED0551D52A}"/>
              </a:ext>
            </a:extLst>
          </p:cNvPr>
          <p:cNvSpPr txBox="1"/>
          <p:nvPr/>
        </p:nvSpPr>
        <p:spPr>
          <a:xfrm>
            <a:off x="2626680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C1985A-7DE0-A6A3-3C53-12CEB97A1D33}"/>
              </a:ext>
            </a:extLst>
          </p:cNvPr>
          <p:cNvSpPr txBox="1"/>
          <p:nvPr/>
        </p:nvSpPr>
        <p:spPr>
          <a:xfrm>
            <a:off x="3142158" y="7626485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EFE941-964A-B4C7-2AFF-49C3623078D7}"/>
              </a:ext>
            </a:extLst>
          </p:cNvPr>
          <p:cNvSpPr txBox="1"/>
          <p:nvPr/>
        </p:nvSpPr>
        <p:spPr>
          <a:xfrm>
            <a:off x="9565320" y="763941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14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7FED86-F793-B642-129C-AAA528EAA7F4}"/>
              </a:ext>
            </a:extLst>
          </p:cNvPr>
          <p:cNvCxnSpPr/>
          <p:nvPr/>
        </p:nvCxnSpPr>
        <p:spPr>
          <a:xfrm>
            <a:off x="5375565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0C8FF4-59DD-483F-588E-543210C99022}"/>
              </a:ext>
            </a:extLst>
          </p:cNvPr>
          <p:cNvCxnSpPr/>
          <p:nvPr/>
        </p:nvCxnSpPr>
        <p:spPr>
          <a:xfrm>
            <a:off x="6002527" y="7109961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55A4B-9CFF-F794-B5D5-1BAC7A6D31D6}"/>
              </a:ext>
            </a:extLst>
          </p:cNvPr>
          <p:cNvSpPr txBox="1"/>
          <p:nvPr/>
        </p:nvSpPr>
        <p:spPr>
          <a:xfrm>
            <a:off x="4915736" y="350769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135151544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63B2-3297-1766-DA1B-3AF334A3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4CE4-77A0-09E3-3186-F6A1D4172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60574-F7DC-5F63-1037-B0DE4A43FB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FFD3AF-A0A5-D5B1-9D26-3FE5B758A284}"/>
              </a:ext>
            </a:extLst>
          </p:cNvPr>
          <p:cNvSpPr/>
          <p:nvPr/>
        </p:nvSpPr>
        <p:spPr>
          <a:xfrm>
            <a:off x="-2760929" y="-792263"/>
            <a:ext cx="15814455" cy="91723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6A9220-37D8-1D82-FB03-9EE11457945F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1AAB0F-A6D7-5247-C668-2F46A4D7FD94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20DA8F-9B93-5E21-157A-88F1E37BCF19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7AAB714-8ED2-C950-0659-E82C0F5BB07D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1E92E6-B1B6-3979-77BC-4B5A3D92648E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60387D4-CB99-EC51-2CEA-F4BBED35B6E8}"/>
              </a:ext>
            </a:extLst>
          </p:cNvPr>
          <p:cNvSpPr txBox="1"/>
          <p:nvPr/>
        </p:nvSpPr>
        <p:spPr>
          <a:xfrm>
            <a:off x="387816" y="1289264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78550E-58FF-3AA9-3546-53BF23412ACF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0                   1                         2                      3                        4                        5                      6                        7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128B6-1EB1-7196-DF10-751412C8C99D}"/>
              </a:ext>
            </a:extLst>
          </p:cNvPr>
          <p:cNvSpPr txBox="1"/>
          <p:nvPr/>
        </p:nvSpPr>
        <p:spPr>
          <a:xfrm>
            <a:off x="8687159" y="-586646"/>
            <a:ext cx="451412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upperDiagonal</a:t>
            </a:r>
          </a:p>
          <a:p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      n - 1 + col – row =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9A6C10-401E-D8B7-1C72-77E3D6D4056C}"/>
              </a:ext>
            </a:extLst>
          </p:cNvPr>
          <p:cNvSpPr txBox="1"/>
          <p:nvPr/>
        </p:nvSpPr>
        <p:spPr>
          <a:xfrm>
            <a:off x="11910791" y="-5788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B82F6-619B-CC4E-E18B-9D5FEE247584}"/>
              </a:ext>
            </a:extLst>
          </p:cNvPr>
          <p:cNvSpPr/>
          <p:nvPr/>
        </p:nvSpPr>
        <p:spPr>
          <a:xfrm>
            <a:off x="1524000" y="7092546"/>
            <a:ext cx="8623140" cy="529452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23F61-644A-7E5D-C431-AF137B8D6CA3}"/>
              </a:ext>
            </a:extLst>
          </p:cNvPr>
          <p:cNvSpPr txBox="1"/>
          <p:nvPr/>
        </p:nvSpPr>
        <p:spPr>
          <a:xfrm>
            <a:off x="1524000" y="7665897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ACA6E9-CBF4-3C85-F2B5-2D146F3346D4}"/>
              </a:ext>
            </a:extLst>
          </p:cNvPr>
          <p:cNvCxnSpPr/>
          <p:nvPr/>
        </p:nvCxnSpPr>
        <p:spPr>
          <a:xfrm>
            <a:off x="2037144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E65156-31B4-1015-F828-72B6A17AA1BE}"/>
              </a:ext>
            </a:extLst>
          </p:cNvPr>
          <p:cNvCxnSpPr/>
          <p:nvPr/>
        </p:nvCxnSpPr>
        <p:spPr>
          <a:xfrm>
            <a:off x="258965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2118A0-9D53-F57C-5BE5-1C1BC3376B6A}"/>
              </a:ext>
            </a:extLst>
          </p:cNvPr>
          <p:cNvCxnSpPr/>
          <p:nvPr/>
        </p:nvCxnSpPr>
        <p:spPr>
          <a:xfrm>
            <a:off x="310790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C5CF9D-4DC4-CB56-F178-DBB41FF3038C}"/>
              </a:ext>
            </a:extLst>
          </p:cNvPr>
          <p:cNvCxnSpPr/>
          <p:nvPr/>
        </p:nvCxnSpPr>
        <p:spPr>
          <a:xfrm>
            <a:off x="363069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382D6A-43CB-ECBF-DD8C-047551C384A8}"/>
              </a:ext>
            </a:extLst>
          </p:cNvPr>
          <p:cNvCxnSpPr/>
          <p:nvPr/>
        </p:nvCxnSpPr>
        <p:spPr>
          <a:xfrm>
            <a:off x="9649526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D59C05-C1DF-0873-B909-6EBC96431B07}"/>
              </a:ext>
            </a:extLst>
          </p:cNvPr>
          <p:cNvSpPr txBox="1"/>
          <p:nvPr/>
        </p:nvSpPr>
        <p:spPr>
          <a:xfrm>
            <a:off x="2164466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A8088-29B9-12D0-7208-A89C4A39AE40}"/>
              </a:ext>
            </a:extLst>
          </p:cNvPr>
          <p:cNvSpPr txBox="1"/>
          <p:nvPr/>
        </p:nvSpPr>
        <p:spPr>
          <a:xfrm>
            <a:off x="2626680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819E7C-3A00-C191-8D79-89C239ABE87F}"/>
              </a:ext>
            </a:extLst>
          </p:cNvPr>
          <p:cNvSpPr txBox="1"/>
          <p:nvPr/>
        </p:nvSpPr>
        <p:spPr>
          <a:xfrm>
            <a:off x="3142158" y="7626485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70FA11-6E44-77C4-8B6F-879D444E6078}"/>
              </a:ext>
            </a:extLst>
          </p:cNvPr>
          <p:cNvSpPr txBox="1"/>
          <p:nvPr/>
        </p:nvSpPr>
        <p:spPr>
          <a:xfrm>
            <a:off x="9565320" y="763941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14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167FBB-372E-F68F-3B86-00DC4A70166A}"/>
              </a:ext>
            </a:extLst>
          </p:cNvPr>
          <p:cNvCxnSpPr/>
          <p:nvPr/>
        </p:nvCxnSpPr>
        <p:spPr>
          <a:xfrm>
            <a:off x="5375565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6E67C7C-7745-CD13-9AD1-C67EBCCDE392}"/>
              </a:ext>
            </a:extLst>
          </p:cNvPr>
          <p:cNvCxnSpPr/>
          <p:nvPr/>
        </p:nvCxnSpPr>
        <p:spPr>
          <a:xfrm>
            <a:off x="6002527" y="7109961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3A5D0B5-473F-AA7B-2634-B45BE0797AF8}"/>
              </a:ext>
            </a:extLst>
          </p:cNvPr>
          <p:cNvSpPr txBox="1"/>
          <p:nvPr/>
        </p:nvSpPr>
        <p:spPr>
          <a:xfrm>
            <a:off x="4915736" y="350769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E49D12-72F3-7371-491A-AAD68E5670FD}"/>
              </a:ext>
            </a:extLst>
          </p:cNvPr>
          <p:cNvSpPr txBox="1"/>
          <p:nvPr/>
        </p:nvSpPr>
        <p:spPr>
          <a:xfrm>
            <a:off x="5388430" y="7057026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60970918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DA12A-6887-DBFA-193B-56C7EA3A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CD71-ADBE-189A-3509-CEDC3EE54E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2560A-C65E-9A4F-5EFA-C1F575D5B3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AC699-132A-D8A2-569C-AD6D94DC3538}"/>
              </a:ext>
            </a:extLst>
          </p:cNvPr>
          <p:cNvSpPr/>
          <p:nvPr/>
        </p:nvSpPr>
        <p:spPr>
          <a:xfrm>
            <a:off x="-2760929" y="-792263"/>
            <a:ext cx="15814455" cy="91723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A9619-FFB7-5A4C-C88C-FF9B35EA1A9B}"/>
              </a:ext>
            </a:extLst>
          </p:cNvPr>
          <p:cNvSpPr/>
          <p:nvPr/>
        </p:nvSpPr>
        <p:spPr>
          <a:xfrm>
            <a:off x="-2465408" y="-289367"/>
            <a:ext cx="1400537" cy="567159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851DBC-2E9B-99BB-928D-0FDE28D5E9AF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1271311"/>
          <a:ext cx="8128001" cy="415327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463203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334371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790215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049813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904377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5945809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83670255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08921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76498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11308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649264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6349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38772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5F4B6E-05C4-F440-5D1D-BD9D5D385142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1271311"/>
          <a:ext cx="1205761" cy="4153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538446582"/>
                    </a:ext>
                  </a:extLst>
                </a:gridCol>
              </a:tblGrid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64882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44821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89146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443893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160957"/>
                  </a:ext>
                </a:extLst>
              </a:tr>
              <a:tr h="692213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303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43FEE2-FB0A-6CCA-3D18-BF30FBE5FF29}"/>
              </a:ext>
            </a:extLst>
          </p:cNvPr>
          <p:cNvGraphicFramePr>
            <a:graphicFrameLocks noGrp="1"/>
          </p:cNvGraphicFramePr>
          <p:nvPr/>
        </p:nvGraphicFramePr>
        <p:xfrm>
          <a:off x="1082297" y="5424588"/>
          <a:ext cx="812800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1478545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6125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089454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430996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9527896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73398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61345600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12712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182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4550F72-3D57-CCF6-66DA-79FAC9706B22}"/>
              </a:ext>
            </a:extLst>
          </p:cNvPr>
          <p:cNvGraphicFramePr>
            <a:graphicFrameLocks noGrp="1"/>
          </p:cNvGraphicFramePr>
          <p:nvPr/>
        </p:nvGraphicFramePr>
        <p:xfrm>
          <a:off x="9210298" y="5424586"/>
          <a:ext cx="1205761" cy="1277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761">
                  <a:extLst>
                    <a:ext uri="{9D8B030D-6E8A-4147-A177-3AD203B41FA5}">
                      <a16:colId xmlns:a16="http://schemas.microsoft.com/office/drawing/2014/main" val="2952420138"/>
                    </a:ext>
                  </a:extLst>
                </a:gridCol>
              </a:tblGrid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965355"/>
                  </a:ext>
                </a:extLst>
              </a:tr>
              <a:tr h="638577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9373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08B5F2D-9FFE-16BC-1C22-3F486123D878}"/>
              </a:ext>
            </a:extLst>
          </p:cNvPr>
          <p:cNvSpPr txBox="1"/>
          <p:nvPr/>
        </p:nvSpPr>
        <p:spPr>
          <a:xfrm>
            <a:off x="387816" y="1289264"/>
            <a:ext cx="6944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1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2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3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4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5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6</a:t>
            </a:r>
          </a:p>
          <a:p>
            <a:endParaRPr lang="en-IN" b="1" dirty="0">
              <a:solidFill>
                <a:srgbClr val="FFC000"/>
              </a:solidFill>
            </a:endParaRPr>
          </a:p>
          <a:p>
            <a:r>
              <a:rPr lang="en-IN" b="1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667117-662C-A4C1-366C-C356FC2CC5F9}"/>
              </a:ext>
            </a:extLst>
          </p:cNvPr>
          <p:cNvSpPr txBox="1"/>
          <p:nvPr/>
        </p:nvSpPr>
        <p:spPr>
          <a:xfrm>
            <a:off x="1476139" y="809904"/>
            <a:ext cx="893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0                   1                         2                      3                        4                        5                      6                        7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B28DBB-B1E8-2A5D-DE11-F13BCD314417}"/>
              </a:ext>
            </a:extLst>
          </p:cNvPr>
          <p:cNvSpPr txBox="1"/>
          <p:nvPr/>
        </p:nvSpPr>
        <p:spPr>
          <a:xfrm>
            <a:off x="8687159" y="-586646"/>
            <a:ext cx="451412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upperDiagonal</a:t>
            </a:r>
          </a:p>
          <a:p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      n - 1 + col – row =</a:t>
            </a: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E8987E-E55D-C35D-5B2B-407BA0959D0D}"/>
              </a:ext>
            </a:extLst>
          </p:cNvPr>
          <p:cNvSpPr txBox="1"/>
          <p:nvPr/>
        </p:nvSpPr>
        <p:spPr>
          <a:xfrm>
            <a:off x="11910791" y="-5788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EA86A0-D42B-A2BD-4FF0-AE10B733BB09}"/>
              </a:ext>
            </a:extLst>
          </p:cNvPr>
          <p:cNvSpPr/>
          <p:nvPr/>
        </p:nvSpPr>
        <p:spPr>
          <a:xfrm>
            <a:off x="1524000" y="7092546"/>
            <a:ext cx="8623140" cy="529452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041FB-46E8-7B86-8602-4425CEC93A01}"/>
              </a:ext>
            </a:extLst>
          </p:cNvPr>
          <p:cNvSpPr txBox="1"/>
          <p:nvPr/>
        </p:nvSpPr>
        <p:spPr>
          <a:xfrm>
            <a:off x="1524000" y="7665897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1F5902-22A2-26C9-87EF-F9F3A40D4572}"/>
              </a:ext>
            </a:extLst>
          </p:cNvPr>
          <p:cNvCxnSpPr/>
          <p:nvPr/>
        </p:nvCxnSpPr>
        <p:spPr>
          <a:xfrm>
            <a:off x="2037144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4E6802-56B8-FCAB-5280-43A1489174F0}"/>
              </a:ext>
            </a:extLst>
          </p:cNvPr>
          <p:cNvCxnSpPr/>
          <p:nvPr/>
        </p:nvCxnSpPr>
        <p:spPr>
          <a:xfrm>
            <a:off x="258965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FC6238-FB11-992B-A19F-452AD67F53A0}"/>
              </a:ext>
            </a:extLst>
          </p:cNvPr>
          <p:cNvCxnSpPr/>
          <p:nvPr/>
        </p:nvCxnSpPr>
        <p:spPr>
          <a:xfrm>
            <a:off x="310790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976097-EF91-F2BC-547C-0DC41D6538D8}"/>
              </a:ext>
            </a:extLst>
          </p:cNvPr>
          <p:cNvCxnSpPr/>
          <p:nvPr/>
        </p:nvCxnSpPr>
        <p:spPr>
          <a:xfrm>
            <a:off x="3630691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9AB081-B04E-8DBD-AECE-47109F615C28}"/>
              </a:ext>
            </a:extLst>
          </p:cNvPr>
          <p:cNvCxnSpPr/>
          <p:nvPr/>
        </p:nvCxnSpPr>
        <p:spPr>
          <a:xfrm>
            <a:off x="9649526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FDE67A5-DF20-B082-59B9-BE0B6C419D10}"/>
              </a:ext>
            </a:extLst>
          </p:cNvPr>
          <p:cNvSpPr txBox="1"/>
          <p:nvPr/>
        </p:nvSpPr>
        <p:spPr>
          <a:xfrm>
            <a:off x="2164466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0F91ED-D4FD-1B0E-6744-287695E736B1}"/>
              </a:ext>
            </a:extLst>
          </p:cNvPr>
          <p:cNvSpPr txBox="1"/>
          <p:nvPr/>
        </p:nvSpPr>
        <p:spPr>
          <a:xfrm>
            <a:off x="2626680" y="764585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1398A8-7E3C-9873-07C1-C7B3BFC80E9A}"/>
              </a:ext>
            </a:extLst>
          </p:cNvPr>
          <p:cNvSpPr txBox="1"/>
          <p:nvPr/>
        </p:nvSpPr>
        <p:spPr>
          <a:xfrm>
            <a:off x="3142158" y="7626485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D8F367-4F1B-7FB7-70E5-81007F05111E}"/>
              </a:ext>
            </a:extLst>
          </p:cNvPr>
          <p:cNvSpPr txBox="1"/>
          <p:nvPr/>
        </p:nvSpPr>
        <p:spPr>
          <a:xfrm>
            <a:off x="9565320" y="7639413"/>
            <a:ext cx="64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 14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57C515-95A4-F386-CD75-9400EC74F04C}"/>
              </a:ext>
            </a:extLst>
          </p:cNvPr>
          <p:cNvCxnSpPr/>
          <p:nvPr/>
        </p:nvCxnSpPr>
        <p:spPr>
          <a:xfrm>
            <a:off x="5375565" y="7092546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EB5BD9C-C185-40BA-44CF-D8EA2178F9C9}"/>
              </a:ext>
            </a:extLst>
          </p:cNvPr>
          <p:cNvCxnSpPr/>
          <p:nvPr/>
        </p:nvCxnSpPr>
        <p:spPr>
          <a:xfrm>
            <a:off x="6002527" y="7109961"/>
            <a:ext cx="0" cy="52945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C4CDE45-2412-C307-2C8B-CD692583396B}"/>
              </a:ext>
            </a:extLst>
          </p:cNvPr>
          <p:cNvSpPr txBox="1"/>
          <p:nvPr/>
        </p:nvSpPr>
        <p:spPr>
          <a:xfrm>
            <a:off x="4915736" y="350769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9B3DC6-D43E-F528-82E7-5A06738278BF}"/>
              </a:ext>
            </a:extLst>
          </p:cNvPr>
          <p:cNvSpPr txBox="1"/>
          <p:nvPr/>
        </p:nvSpPr>
        <p:spPr>
          <a:xfrm>
            <a:off x="5388430" y="7057026"/>
            <a:ext cx="811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✔️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032893-9975-1B16-6949-8E2E1B40A2D0}"/>
              </a:ext>
            </a:extLst>
          </p:cNvPr>
          <p:cNvSpPr txBox="1"/>
          <p:nvPr/>
        </p:nvSpPr>
        <p:spPr>
          <a:xfrm>
            <a:off x="7221027" y="4840266"/>
            <a:ext cx="451413" cy="461665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5"/>
                </a:solidFill>
              </a:rPr>
              <a:t>♟️</a:t>
            </a:r>
          </a:p>
        </p:txBody>
      </p:sp>
    </p:spTree>
    <p:extLst>
      <p:ext uri="{BB962C8B-B14F-4D97-AF65-F5344CB8AC3E}">
        <p14:creationId xmlns:p14="http://schemas.microsoft.com/office/powerpoint/2010/main" val="2599391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7379</Words>
  <Application>Microsoft Office PowerPoint</Application>
  <PresentationFormat>Widescreen</PresentationFormat>
  <Paragraphs>4728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9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2</cp:revision>
  <dcterms:created xsi:type="dcterms:W3CDTF">2025-10-23T16:42:29Z</dcterms:created>
  <dcterms:modified xsi:type="dcterms:W3CDTF">2025-10-24T18:35:15Z</dcterms:modified>
</cp:coreProperties>
</file>