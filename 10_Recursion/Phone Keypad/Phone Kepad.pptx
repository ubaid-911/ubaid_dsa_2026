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5" r:id="rId4"/>
    <p:sldId id="264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55029-6BBD-498B-800E-F335E7DDA5BD}" v="196" dt="2025-11-12T10:29:43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1488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custSel addSld delSld modSld sldOrd">
      <pc:chgData name="UBAID QURESHI" userId="dd4ae95d8f7c04fe" providerId="LiveId" clId="{AF920071-46B6-4E4C-A6D8-3E93B456AF12}" dt="2025-11-12T10:30:28.390" v="706" actId="207"/>
      <pc:docMkLst>
        <pc:docMk/>
      </pc:docMkLst>
      <pc:sldChg chg="modSp mod">
        <pc:chgData name="UBAID QURESHI" userId="dd4ae95d8f7c04fe" providerId="LiveId" clId="{AF920071-46B6-4E4C-A6D8-3E93B456AF12}" dt="2025-11-12T09:07:40.058" v="57" actId="1076"/>
        <pc:sldMkLst>
          <pc:docMk/>
          <pc:sldMk cId="1988094245" sldId="257"/>
        </pc:sldMkLst>
        <pc:spChg chg="mod">
          <ac:chgData name="UBAID QURESHI" userId="dd4ae95d8f7c04fe" providerId="LiveId" clId="{AF920071-46B6-4E4C-A6D8-3E93B456AF12}" dt="2025-11-12T09:07:40.058" v="57" actId="1076"/>
          <ac:spMkLst>
            <pc:docMk/>
            <pc:sldMk cId="1988094245" sldId="257"/>
            <ac:spMk id="2" creationId="{4A9E710A-9124-93C5-534B-B251DBB522E3}"/>
          </ac:spMkLst>
        </pc:spChg>
      </pc:sldChg>
      <pc:sldChg chg="delSp modSp mod">
        <pc:chgData name="UBAID QURESHI" userId="dd4ae95d8f7c04fe" providerId="LiveId" clId="{AF920071-46B6-4E4C-A6D8-3E93B456AF12}" dt="2025-11-12T09:15:49.172" v="101" actId="1076"/>
        <pc:sldMkLst>
          <pc:docMk/>
          <pc:sldMk cId="2701535539" sldId="258"/>
        </pc:sldMkLst>
        <pc:spChg chg="mod">
          <ac:chgData name="UBAID QURESHI" userId="dd4ae95d8f7c04fe" providerId="LiveId" clId="{AF920071-46B6-4E4C-A6D8-3E93B456AF12}" dt="2025-11-12T09:15:49.172" v="101" actId="1076"/>
          <ac:spMkLst>
            <pc:docMk/>
            <pc:sldMk cId="2701535539" sldId="258"/>
            <ac:spMk id="6" creationId="{A3D8ED23-6E56-FD70-A25A-A07BD6303CAE}"/>
          </ac:spMkLst>
        </pc:spChg>
        <pc:spChg chg="del">
          <ac:chgData name="UBAID QURESHI" userId="dd4ae95d8f7c04fe" providerId="LiveId" clId="{AF920071-46B6-4E4C-A6D8-3E93B456AF12}" dt="2025-11-12T09:08:23.603" v="60" actId="478"/>
          <ac:spMkLst>
            <pc:docMk/>
            <pc:sldMk cId="2701535539" sldId="258"/>
            <ac:spMk id="11" creationId="{C3916B20-06DE-566D-B270-BEE5EF3E6213}"/>
          </ac:spMkLst>
        </pc:spChg>
        <pc:cxnChg chg="del">
          <ac:chgData name="UBAID QURESHI" userId="dd4ae95d8f7c04fe" providerId="LiveId" clId="{AF920071-46B6-4E4C-A6D8-3E93B456AF12}" dt="2025-11-12T09:08:20.390" v="59" actId="478"/>
          <ac:cxnSpMkLst>
            <pc:docMk/>
            <pc:sldMk cId="2701535539" sldId="258"/>
            <ac:cxnSpMk id="9" creationId="{F56D023E-7412-15BF-F29F-BA4ADA2AA722}"/>
          </ac:cxnSpMkLst>
        </pc:cxnChg>
      </pc:sldChg>
      <pc:sldChg chg="del">
        <pc:chgData name="UBAID QURESHI" userId="dd4ae95d8f7c04fe" providerId="LiveId" clId="{AF920071-46B6-4E4C-A6D8-3E93B456AF12}" dt="2025-11-12T09:12:50.425" v="75" actId="47"/>
        <pc:sldMkLst>
          <pc:docMk/>
          <pc:sldMk cId="1511442962" sldId="260"/>
        </pc:sldMkLst>
      </pc:sldChg>
      <pc:sldChg chg="addSp modSp del mod">
        <pc:chgData name="UBAID QURESHI" userId="dd4ae95d8f7c04fe" providerId="LiveId" clId="{AF920071-46B6-4E4C-A6D8-3E93B456AF12}" dt="2025-11-12T09:19:37.231" v="132" actId="47"/>
        <pc:sldMkLst>
          <pc:docMk/>
          <pc:sldMk cId="126159365" sldId="261"/>
        </pc:sldMkLst>
        <pc:spChg chg="mod">
          <ac:chgData name="UBAID QURESHI" userId="dd4ae95d8f7c04fe" providerId="LiveId" clId="{AF920071-46B6-4E4C-A6D8-3E93B456AF12}" dt="2025-11-11T12:24:54.010" v="40" actId="1076"/>
          <ac:spMkLst>
            <pc:docMk/>
            <pc:sldMk cId="126159365" sldId="261"/>
            <ac:spMk id="4" creationId="{59CC35D5-DFA6-9373-CF6B-F55D36FA3F3F}"/>
          </ac:spMkLst>
        </pc:spChg>
        <pc:spChg chg="add mod">
          <ac:chgData name="UBAID QURESHI" userId="dd4ae95d8f7c04fe" providerId="LiveId" clId="{AF920071-46B6-4E4C-A6D8-3E93B456AF12}" dt="2025-11-11T12:25:18.181" v="44" actId="207"/>
          <ac:spMkLst>
            <pc:docMk/>
            <pc:sldMk cId="126159365" sldId="261"/>
            <ac:spMk id="13" creationId="{44EC8165-DC94-ADF3-AC6C-74C1909A2D94}"/>
          </ac:spMkLst>
        </pc:spChg>
      </pc:sldChg>
      <pc:sldChg chg="addSp modSp del mod">
        <pc:chgData name="UBAID QURESHI" userId="dd4ae95d8f7c04fe" providerId="LiveId" clId="{AF920071-46B6-4E4C-A6D8-3E93B456AF12}" dt="2025-11-12T09:19:34.462" v="131" actId="47"/>
        <pc:sldMkLst>
          <pc:docMk/>
          <pc:sldMk cId="3742434632" sldId="262"/>
        </pc:sldMkLst>
        <pc:spChg chg="add mod">
          <ac:chgData name="UBAID QURESHI" userId="dd4ae95d8f7c04fe" providerId="LiveId" clId="{AF920071-46B6-4E4C-A6D8-3E93B456AF12}" dt="2025-11-11T12:22:40.186" v="8" actId="1076"/>
          <ac:spMkLst>
            <pc:docMk/>
            <pc:sldMk cId="3742434632" sldId="262"/>
            <ac:spMk id="16" creationId="{4A12B7C6-1632-0ADB-51E1-FDD49FD39746}"/>
          </ac:spMkLst>
        </pc:spChg>
        <pc:spChg chg="add mod">
          <ac:chgData name="UBAID QURESHI" userId="dd4ae95d8f7c04fe" providerId="LiveId" clId="{AF920071-46B6-4E4C-A6D8-3E93B456AF12}" dt="2025-11-11T12:22:50.510" v="10" actId="1076"/>
          <ac:spMkLst>
            <pc:docMk/>
            <pc:sldMk cId="3742434632" sldId="262"/>
            <ac:spMk id="17" creationId="{20B3B86A-6F3A-C397-E7FC-3A53E716868D}"/>
          </ac:spMkLst>
        </pc:spChg>
        <pc:spChg chg="add mod">
          <ac:chgData name="UBAID QURESHI" userId="dd4ae95d8f7c04fe" providerId="LiveId" clId="{AF920071-46B6-4E4C-A6D8-3E93B456AF12}" dt="2025-11-11T12:23:00.782" v="14" actId="14100"/>
          <ac:spMkLst>
            <pc:docMk/>
            <pc:sldMk cId="3742434632" sldId="262"/>
            <ac:spMk id="18" creationId="{EB9CF7EF-23E5-BD85-9F74-7ECF38751549}"/>
          </ac:spMkLst>
        </pc:spChg>
        <pc:spChg chg="add mod">
          <ac:chgData name="UBAID QURESHI" userId="dd4ae95d8f7c04fe" providerId="LiveId" clId="{AF920071-46B6-4E4C-A6D8-3E93B456AF12}" dt="2025-11-11T12:23:12.459" v="26" actId="20577"/>
          <ac:spMkLst>
            <pc:docMk/>
            <pc:sldMk cId="3742434632" sldId="262"/>
            <ac:spMk id="19" creationId="{3BF2E27E-4F71-732F-6D81-46574ACCAF6E}"/>
          </ac:spMkLst>
        </pc:spChg>
        <pc:cxnChg chg="add mod">
          <ac:chgData name="UBAID QURESHI" userId="dd4ae95d8f7c04fe" providerId="LiveId" clId="{AF920071-46B6-4E4C-A6D8-3E93B456AF12}" dt="2025-11-11T12:22:33.800" v="6" actId="14100"/>
          <ac:cxnSpMkLst>
            <pc:docMk/>
            <pc:sldMk cId="3742434632" sldId="262"/>
            <ac:cxnSpMk id="14" creationId="{2FCB3B01-0443-548C-DCC6-F81FCADE7ED8}"/>
          </ac:cxnSpMkLst>
        </pc:cxnChg>
      </pc:sldChg>
      <pc:sldChg chg="add del">
        <pc:chgData name="UBAID QURESHI" userId="dd4ae95d8f7c04fe" providerId="LiveId" clId="{AF920071-46B6-4E4C-A6D8-3E93B456AF12}" dt="2025-11-11T12:22:23.660" v="3"/>
        <pc:sldMkLst>
          <pc:docMk/>
          <pc:sldMk cId="663483720" sldId="263"/>
        </pc:sldMkLst>
      </pc:sldChg>
      <pc:sldChg chg="addSp delSp modSp add del mod">
        <pc:chgData name="UBAID QURESHI" userId="dd4ae95d8f7c04fe" providerId="LiveId" clId="{AF920071-46B6-4E4C-A6D8-3E93B456AF12}" dt="2025-11-12T09:21:43.650" v="148" actId="47"/>
        <pc:sldMkLst>
          <pc:docMk/>
          <pc:sldMk cId="940270561" sldId="263"/>
        </pc:sldMkLst>
        <pc:spChg chg="add del">
          <ac:chgData name="UBAID QURESHI" userId="dd4ae95d8f7c04fe" providerId="LiveId" clId="{AF920071-46B6-4E4C-A6D8-3E93B456AF12}" dt="2025-11-12T09:21:40.042" v="147" actId="478"/>
          <ac:spMkLst>
            <pc:docMk/>
            <pc:sldMk cId="940270561" sldId="263"/>
            <ac:spMk id="19" creationId="{4EA7939D-FA1B-DE22-C21E-673BABAD2100}"/>
          </ac:spMkLst>
        </pc:spChg>
        <pc:cxnChg chg="add del mod">
          <ac:chgData name="UBAID QURESHI" userId="dd4ae95d8f7c04fe" providerId="LiveId" clId="{AF920071-46B6-4E4C-A6D8-3E93B456AF12}" dt="2025-11-11T12:24:00.642" v="33" actId="478"/>
          <ac:cxnSpMkLst>
            <pc:docMk/>
            <pc:sldMk cId="940270561" sldId="263"/>
            <ac:cxnSpMk id="20" creationId="{B9C6CB77-A7F2-0EF6-E6B9-77274FE40B51}"/>
          </ac:cxnSpMkLst>
        </pc:cxnChg>
        <pc:cxnChg chg="add mod">
          <ac:chgData name="UBAID QURESHI" userId="dd4ae95d8f7c04fe" providerId="LiveId" clId="{AF920071-46B6-4E4C-A6D8-3E93B456AF12}" dt="2025-11-11T12:24:12.036" v="37" actId="14100"/>
          <ac:cxnSpMkLst>
            <pc:docMk/>
            <pc:sldMk cId="940270561" sldId="263"/>
            <ac:cxnSpMk id="22" creationId="{95E0090D-C0F8-1E7B-0F52-0D9C446B6DDF}"/>
          </ac:cxnSpMkLst>
        </pc:cxnChg>
      </pc:sldChg>
      <pc:sldChg chg="add del">
        <pc:chgData name="UBAID QURESHI" userId="dd4ae95d8f7c04fe" providerId="LiveId" clId="{AF920071-46B6-4E4C-A6D8-3E93B456AF12}" dt="2025-11-11T12:22:19.067" v="1" actId="47"/>
        <pc:sldMkLst>
          <pc:docMk/>
          <pc:sldMk cId="1692481161" sldId="263"/>
        </pc:sldMkLst>
      </pc:sldChg>
      <pc:sldChg chg="addSp delSp modSp add mod ord">
        <pc:chgData name="UBAID QURESHI" userId="dd4ae95d8f7c04fe" providerId="LiveId" clId="{AF920071-46B6-4E4C-A6D8-3E93B456AF12}" dt="2025-11-12T09:41:58.920" v="333" actId="255"/>
        <pc:sldMkLst>
          <pc:docMk/>
          <pc:sldMk cId="314495302" sldId="264"/>
        </pc:sldMkLst>
        <pc:spChg chg="mod">
          <ac:chgData name="UBAID QURESHI" userId="dd4ae95d8f7c04fe" providerId="LiveId" clId="{AF920071-46B6-4E4C-A6D8-3E93B456AF12}" dt="2025-11-12T09:16:44.550" v="107" actId="1076"/>
          <ac:spMkLst>
            <pc:docMk/>
            <pc:sldMk cId="314495302" sldId="264"/>
            <ac:spMk id="8" creationId="{D66D7F10-9D62-7193-FBD3-B4D05CBD1B12}"/>
          </ac:spMkLst>
        </pc:spChg>
        <pc:spChg chg="add mod">
          <ac:chgData name="UBAID QURESHI" userId="dd4ae95d8f7c04fe" providerId="LiveId" clId="{AF920071-46B6-4E4C-A6D8-3E93B456AF12}" dt="2025-11-12T09:11:28.307" v="71" actId="207"/>
          <ac:spMkLst>
            <pc:docMk/>
            <pc:sldMk cId="314495302" sldId="264"/>
            <ac:spMk id="10" creationId="{EC36744E-8D25-B07E-5F05-7A87B252D42B}"/>
          </ac:spMkLst>
        </pc:spChg>
        <pc:spChg chg="mod">
          <ac:chgData name="UBAID QURESHI" userId="dd4ae95d8f7c04fe" providerId="LiveId" clId="{AF920071-46B6-4E4C-A6D8-3E93B456AF12}" dt="2025-11-12T09:41:58.920" v="333" actId="255"/>
          <ac:spMkLst>
            <pc:docMk/>
            <pc:sldMk cId="314495302" sldId="264"/>
            <ac:spMk id="11" creationId="{97FFC182-6E72-E01C-F766-C3B58F7F5D3C}"/>
          </ac:spMkLst>
        </pc:spChg>
        <pc:spChg chg="add mod">
          <ac:chgData name="UBAID QURESHI" userId="dd4ae95d8f7c04fe" providerId="LiveId" clId="{AF920071-46B6-4E4C-A6D8-3E93B456AF12}" dt="2025-11-12T09:11:00.806" v="67"/>
          <ac:spMkLst>
            <pc:docMk/>
            <pc:sldMk cId="314495302" sldId="264"/>
            <ac:spMk id="12" creationId="{B173367E-E48D-5164-0BC3-C37FACBEABDD}"/>
          </ac:spMkLst>
        </pc:spChg>
        <pc:spChg chg="add del mod">
          <ac:chgData name="UBAID QURESHI" userId="dd4ae95d8f7c04fe" providerId="LiveId" clId="{AF920071-46B6-4E4C-A6D8-3E93B456AF12}" dt="2025-11-12T09:18:51.104" v="130" actId="1076"/>
          <ac:spMkLst>
            <pc:docMk/>
            <pc:sldMk cId="314495302" sldId="264"/>
            <ac:spMk id="18" creationId="{24DE510A-14BB-9F33-E0FE-7089EA0CE12C}"/>
          </ac:spMkLst>
        </pc:spChg>
        <pc:cxnChg chg="del mod">
          <ac:chgData name="UBAID QURESHI" userId="dd4ae95d8f7c04fe" providerId="LiveId" clId="{AF920071-46B6-4E4C-A6D8-3E93B456AF12}" dt="2025-11-12T09:10:36.481" v="66" actId="478"/>
          <ac:cxnSpMkLst>
            <pc:docMk/>
            <pc:sldMk cId="314495302" sldId="264"/>
            <ac:cxnSpMk id="9" creationId="{65413A3C-1615-00FD-E6CC-3EA6C3605C36}"/>
          </ac:cxnSpMkLst>
        </pc:cxnChg>
        <pc:cxnChg chg="add mod">
          <ac:chgData name="UBAID QURESHI" userId="dd4ae95d8f7c04fe" providerId="LiveId" clId="{AF920071-46B6-4E4C-A6D8-3E93B456AF12}" dt="2025-11-12T09:17:31.293" v="108" actId="14100"/>
          <ac:cxnSpMkLst>
            <pc:docMk/>
            <pc:sldMk cId="314495302" sldId="264"/>
            <ac:cxnSpMk id="13" creationId="{8AAE808A-125E-9EFA-62C2-498A04AA8D7D}"/>
          </ac:cxnSpMkLst>
        </pc:cxnChg>
        <pc:cxnChg chg="add mod">
          <ac:chgData name="UBAID QURESHI" userId="dd4ae95d8f7c04fe" providerId="LiveId" clId="{AF920071-46B6-4E4C-A6D8-3E93B456AF12}" dt="2025-11-12T09:16:34.611" v="105" actId="1076"/>
          <ac:cxnSpMkLst>
            <pc:docMk/>
            <pc:sldMk cId="314495302" sldId="264"/>
            <ac:cxnSpMk id="16" creationId="{B424D13B-933E-FB2F-6447-FDAFD062305F}"/>
          </ac:cxnSpMkLst>
        </pc:cxnChg>
      </pc:sldChg>
      <pc:sldChg chg="add del">
        <pc:chgData name="UBAID QURESHI" userId="dd4ae95d8f7c04fe" providerId="LiveId" clId="{AF920071-46B6-4E4C-A6D8-3E93B456AF12}" dt="2025-11-11T12:24:03.973" v="35"/>
        <pc:sldMkLst>
          <pc:docMk/>
          <pc:sldMk cId="2217585049" sldId="264"/>
        </pc:sldMkLst>
      </pc:sldChg>
      <pc:sldChg chg="delSp modSp add mod">
        <pc:chgData name="UBAID QURESHI" userId="dd4ae95d8f7c04fe" providerId="LiveId" clId="{AF920071-46B6-4E4C-A6D8-3E93B456AF12}" dt="2025-11-12T09:16:15.140" v="104" actId="1076"/>
        <pc:sldMkLst>
          <pc:docMk/>
          <pc:sldMk cId="1691226657" sldId="265"/>
        </pc:sldMkLst>
        <pc:spChg chg="mod">
          <ac:chgData name="UBAID QURESHI" userId="dd4ae95d8f7c04fe" providerId="LiveId" clId="{AF920071-46B6-4E4C-A6D8-3E93B456AF12}" dt="2025-11-12T09:16:07.070" v="102" actId="1076"/>
          <ac:spMkLst>
            <pc:docMk/>
            <pc:sldMk cId="1691226657" sldId="265"/>
            <ac:spMk id="6" creationId="{C2A9583B-8D93-AC3C-657A-9849068EFD64}"/>
          </ac:spMkLst>
        </pc:spChg>
        <pc:spChg chg="mod">
          <ac:chgData name="UBAID QURESHI" userId="dd4ae95d8f7c04fe" providerId="LiveId" clId="{AF920071-46B6-4E4C-A6D8-3E93B456AF12}" dt="2025-11-12T09:16:08.941" v="103" actId="1076"/>
          <ac:spMkLst>
            <pc:docMk/>
            <pc:sldMk cId="1691226657" sldId="265"/>
            <ac:spMk id="8" creationId="{B7E4233C-5156-47C6-2412-88929E3FD483}"/>
          </ac:spMkLst>
        </pc:spChg>
        <pc:spChg chg="mod">
          <ac:chgData name="UBAID QURESHI" userId="dd4ae95d8f7c04fe" providerId="LiveId" clId="{AF920071-46B6-4E4C-A6D8-3E93B456AF12}" dt="2025-11-12T09:16:15.140" v="104" actId="1076"/>
          <ac:spMkLst>
            <pc:docMk/>
            <pc:sldMk cId="1691226657" sldId="265"/>
            <ac:spMk id="11" creationId="{AC8BD198-53A7-AD4A-7391-7D2E6313AEF1}"/>
          </ac:spMkLst>
        </pc:spChg>
        <pc:cxnChg chg="del">
          <ac:chgData name="UBAID QURESHI" userId="dd4ae95d8f7c04fe" providerId="LiveId" clId="{AF920071-46B6-4E4C-A6D8-3E93B456AF12}" dt="2025-11-12T09:12:57.599" v="77" actId="478"/>
          <ac:cxnSpMkLst>
            <pc:docMk/>
            <pc:sldMk cId="1691226657" sldId="265"/>
            <ac:cxnSpMk id="13" creationId="{F5BAE9F7-DBA2-B086-C9E2-9B9713A4B3EC}"/>
          </ac:cxnSpMkLst>
        </pc:cxnChg>
      </pc:sldChg>
      <pc:sldChg chg="addSp modSp add mod">
        <pc:chgData name="UBAID QURESHI" userId="dd4ae95d8f7c04fe" providerId="LiveId" clId="{AF920071-46B6-4E4C-A6D8-3E93B456AF12}" dt="2025-11-12T09:21:01.709" v="142" actId="1076"/>
        <pc:sldMkLst>
          <pc:docMk/>
          <pc:sldMk cId="3817346505" sldId="266"/>
        </pc:sldMkLst>
        <pc:spChg chg="add mod">
          <ac:chgData name="UBAID QURESHI" userId="dd4ae95d8f7c04fe" providerId="LiveId" clId="{AF920071-46B6-4E4C-A6D8-3E93B456AF12}" dt="2025-11-12T09:20:09.337" v="138" actId="20577"/>
          <ac:spMkLst>
            <pc:docMk/>
            <pc:sldMk cId="3817346505" sldId="266"/>
            <ac:spMk id="5" creationId="{A781AAA0-8FDA-9185-CE51-107143D26350}"/>
          </ac:spMkLst>
        </pc:spChg>
        <pc:spChg chg="add mod">
          <ac:chgData name="UBAID QURESHI" userId="dd4ae95d8f7c04fe" providerId="LiveId" clId="{AF920071-46B6-4E4C-A6D8-3E93B456AF12}" dt="2025-11-12T09:20:48.087" v="140" actId="1076"/>
          <ac:spMkLst>
            <pc:docMk/>
            <pc:sldMk cId="3817346505" sldId="266"/>
            <ac:spMk id="7" creationId="{FDAAEAC7-6E59-E4E6-47AC-98102497BBAE}"/>
          </ac:spMkLst>
        </pc:spChg>
        <pc:spChg chg="add mod">
          <ac:chgData name="UBAID QURESHI" userId="dd4ae95d8f7c04fe" providerId="LiveId" clId="{AF920071-46B6-4E4C-A6D8-3E93B456AF12}" dt="2025-11-12T09:21:01.709" v="142" actId="1076"/>
          <ac:spMkLst>
            <pc:docMk/>
            <pc:sldMk cId="3817346505" sldId="266"/>
            <ac:spMk id="9" creationId="{1EF53754-4080-7EA9-9401-58C1EBE7167B}"/>
          </ac:spMkLst>
        </pc:spChg>
      </pc:sldChg>
      <pc:sldChg chg="modSp add mod">
        <pc:chgData name="UBAID QURESHI" userId="dd4ae95d8f7c04fe" providerId="LiveId" clId="{AF920071-46B6-4E4C-A6D8-3E93B456AF12}" dt="2025-11-12T09:21:22.126" v="144" actId="1076"/>
        <pc:sldMkLst>
          <pc:docMk/>
          <pc:sldMk cId="725347434" sldId="267"/>
        </pc:sldMkLst>
        <pc:spChg chg="mod">
          <ac:chgData name="UBAID QURESHI" userId="dd4ae95d8f7c04fe" providerId="LiveId" clId="{AF920071-46B6-4E4C-A6D8-3E93B456AF12}" dt="2025-11-12T09:21:22.126" v="144" actId="1076"/>
          <ac:spMkLst>
            <pc:docMk/>
            <pc:sldMk cId="725347434" sldId="267"/>
            <ac:spMk id="9" creationId="{2FEEEEDF-86BB-0F03-7B27-641FB25333C0}"/>
          </ac:spMkLst>
        </pc:spChg>
      </pc:sldChg>
      <pc:sldChg chg="addSp modSp add mod">
        <pc:chgData name="UBAID QURESHI" userId="dd4ae95d8f7c04fe" providerId="LiveId" clId="{AF920071-46B6-4E4C-A6D8-3E93B456AF12}" dt="2025-11-12T09:29:49.898" v="219" actId="1076"/>
        <pc:sldMkLst>
          <pc:docMk/>
          <pc:sldMk cId="3699317778" sldId="268"/>
        </pc:sldMkLst>
        <pc:spChg chg="mod">
          <ac:chgData name="UBAID QURESHI" userId="dd4ae95d8f7c04fe" providerId="LiveId" clId="{AF920071-46B6-4E4C-A6D8-3E93B456AF12}" dt="2025-11-12T09:29:49.898" v="219" actId="1076"/>
          <ac:spMkLst>
            <pc:docMk/>
            <pc:sldMk cId="3699317778" sldId="268"/>
            <ac:spMk id="9" creationId="{ED73A5D6-270D-39D4-4C85-A9ECB80975C1}"/>
          </ac:spMkLst>
        </pc:spChg>
        <pc:spChg chg="add mod">
          <ac:chgData name="UBAID QURESHI" userId="dd4ae95d8f7c04fe" providerId="LiveId" clId="{AF920071-46B6-4E4C-A6D8-3E93B456AF12}" dt="2025-11-12T09:22:48.376" v="156" actId="1076"/>
          <ac:spMkLst>
            <pc:docMk/>
            <pc:sldMk cId="3699317778" sldId="268"/>
            <ac:spMk id="14" creationId="{FB289E5D-D56D-8B87-EA96-C8E18A8E4F23}"/>
          </ac:spMkLst>
        </pc:spChg>
        <pc:spChg chg="add mod">
          <ac:chgData name="UBAID QURESHI" userId="dd4ae95d8f7c04fe" providerId="LiveId" clId="{AF920071-46B6-4E4C-A6D8-3E93B456AF12}" dt="2025-11-12T09:23:03.256" v="158" actId="1076"/>
          <ac:spMkLst>
            <pc:docMk/>
            <pc:sldMk cId="3699317778" sldId="268"/>
            <ac:spMk id="15" creationId="{351CE621-E57C-8346-C6E2-EB992864D74F}"/>
          </ac:spMkLst>
        </pc:spChg>
      </pc:sldChg>
      <pc:sldChg chg="addSp modSp add mod">
        <pc:chgData name="UBAID QURESHI" userId="dd4ae95d8f7c04fe" providerId="LiveId" clId="{AF920071-46B6-4E4C-A6D8-3E93B456AF12}" dt="2025-11-12T09:24:10.788" v="166" actId="1076"/>
        <pc:sldMkLst>
          <pc:docMk/>
          <pc:sldMk cId="2496578799" sldId="269"/>
        </pc:sldMkLst>
        <pc:spChg chg="add mod">
          <ac:chgData name="UBAID QURESHI" userId="dd4ae95d8f7c04fe" providerId="LiveId" clId="{AF920071-46B6-4E4C-A6D8-3E93B456AF12}" dt="2025-11-12T09:24:10.788" v="166" actId="1076"/>
          <ac:spMkLst>
            <pc:docMk/>
            <pc:sldMk cId="2496578799" sldId="269"/>
            <ac:spMk id="20" creationId="{2FD935A6-848D-3983-BF7E-9CB72A14E4EF}"/>
          </ac:spMkLst>
        </pc:spChg>
        <pc:cxnChg chg="add mod">
          <ac:chgData name="UBAID QURESHI" userId="dd4ae95d8f7c04fe" providerId="LiveId" clId="{AF920071-46B6-4E4C-A6D8-3E93B456AF12}" dt="2025-11-12T09:23:39.525" v="162" actId="14100"/>
          <ac:cxnSpMkLst>
            <pc:docMk/>
            <pc:sldMk cId="2496578799" sldId="269"/>
            <ac:cxnSpMk id="17" creationId="{6DCA1A7C-27B9-0B34-3E4A-26AC5238D9D5}"/>
          </ac:cxnSpMkLst>
        </pc:cxnChg>
      </pc:sldChg>
      <pc:sldChg chg="addSp modSp add mod">
        <pc:chgData name="UBAID QURESHI" userId="dd4ae95d8f7c04fe" providerId="LiveId" clId="{AF920071-46B6-4E4C-A6D8-3E93B456AF12}" dt="2025-11-12T09:28:30.531" v="201" actId="207"/>
        <pc:sldMkLst>
          <pc:docMk/>
          <pc:sldMk cId="4178280935" sldId="270"/>
        </pc:sldMkLst>
        <pc:spChg chg="mod">
          <ac:chgData name="UBAID QURESHI" userId="dd4ae95d8f7c04fe" providerId="LiveId" clId="{AF920071-46B6-4E4C-A6D8-3E93B456AF12}" dt="2025-11-12T09:25:47.641" v="180" actId="1076"/>
          <ac:spMkLst>
            <pc:docMk/>
            <pc:sldMk cId="4178280935" sldId="270"/>
            <ac:spMk id="9" creationId="{EB646FBC-879E-96B1-844A-2DECCFC7F532}"/>
          </ac:spMkLst>
        </pc:spChg>
        <pc:spChg chg="add mod">
          <ac:chgData name="UBAID QURESHI" userId="dd4ae95d8f7c04fe" providerId="LiveId" clId="{AF920071-46B6-4E4C-A6D8-3E93B456AF12}" dt="2025-11-12T09:28:30.531" v="201" actId="207"/>
          <ac:spMkLst>
            <pc:docMk/>
            <pc:sldMk cId="4178280935" sldId="270"/>
            <ac:spMk id="19" creationId="{05687A37-ABB9-15B3-8096-5E174C244795}"/>
          </ac:spMkLst>
        </pc:spChg>
        <pc:spChg chg="add mod">
          <ac:chgData name="UBAID QURESHI" userId="dd4ae95d8f7c04fe" providerId="LiveId" clId="{AF920071-46B6-4E4C-A6D8-3E93B456AF12}" dt="2025-11-12T09:25:40.840" v="179" actId="1076"/>
          <ac:spMkLst>
            <pc:docMk/>
            <pc:sldMk cId="4178280935" sldId="270"/>
            <ac:spMk id="21" creationId="{893DCC15-C50D-1942-0B0D-A56F7431FD81}"/>
          </ac:spMkLst>
        </pc:spChg>
        <pc:spChg chg="add mod">
          <ac:chgData name="UBAID QURESHI" userId="dd4ae95d8f7c04fe" providerId="LiveId" clId="{AF920071-46B6-4E4C-A6D8-3E93B456AF12}" dt="2025-11-12T09:26:06.313" v="182" actId="1076"/>
          <ac:spMkLst>
            <pc:docMk/>
            <pc:sldMk cId="4178280935" sldId="270"/>
            <ac:spMk id="22" creationId="{ED88C2DD-2F22-FB2A-37A2-51AA8698B6E0}"/>
          </ac:spMkLst>
        </pc:spChg>
      </pc:sldChg>
      <pc:sldChg chg="modSp add mod">
        <pc:chgData name="UBAID QURESHI" userId="dd4ae95d8f7c04fe" providerId="LiveId" clId="{AF920071-46B6-4E4C-A6D8-3E93B456AF12}" dt="2025-11-12T09:28:36.059" v="202" actId="207"/>
        <pc:sldMkLst>
          <pc:docMk/>
          <pc:sldMk cId="2958399363" sldId="271"/>
        </pc:sldMkLst>
        <pc:spChg chg="mod">
          <ac:chgData name="UBAID QURESHI" userId="dd4ae95d8f7c04fe" providerId="LiveId" clId="{AF920071-46B6-4E4C-A6D8-3E93B456AF12}" dt="2025-11-12T09:26:57.052" v="187" actId="1076"/>
          <ac:spMkLst>
            <pc:docMk/>
            <pc:sldMk cId="2958399363" sldId="271"/>
            <ac:spMk id="9" creationId="{945EB0C2-B2DE-8B76-4A41-15497A60C9A2}"/>
          </ac:spMkLst>
        </pc:spChg>
        <pc:spChg chg="mod">
          <ac:chgData name="UBAID QURESHI" userId="dd4ae95d8f7c04fe" providerId="LiveId" clId="{AF920071-46B6-4E4C-A6D8-3E93B456AF12}" dt="2025-11-12T09:28:36.059" v="202" actId="207"/>
          <ac:spMkLst>
            <pc:docMk/>
            <pc:sldMk cId="2958399363" sldId="271"/>
            <ac:spMk id="19" creationId="{5E43A858-7164-3337-0348-624FD37E313D}"/>
          </ac:spMkLst>
        </pc:spChg>
      </pc:sldChg>
      <pc:sldChg chg="addSp modSp add del">
        <pc:chgData name="UBAID QURESHI" userId="dd4ae95d8f7c04fe" providerId="LiveId" clId="{AF920071-46B6-4E4C-A6D8-3E93B456AF12}" dt="2025-11-12T09:26:16.848" v="183" actId="47"/>
        <pc:sldMkLst>
          <pc:docMk/>
          <pc:sldMk cId="3310887743" sldId="271"/>
        </pc:sldMkLst>
        <pc:spChg chg="add mod">
          <ac:chgData name="UBAID QURESHI" userId="dd4ae95d8f7c04fe" providerId="LiveId" clId="{AF920071-46B6-4E4C-A6D8-3E93B456AF12}" dt="2025-11-12T09:25:19.167" v="175"/>
          <ac:spMkLst>
            <pc:docMk/>
            <pc:sldMk cId="3310887743" sldId="271"/>
            <ac:spMk id="21" creationId="{910445F8-1904-A44F-E07B-6151FC43FDD0}"/>
          </ac:spMkLst>
        </pc:spChg>
      </pc:sldChg>
      <pc:sldChg chg="addSp delSp modSp add mod">
        <pc:chgData name="UBAID QURESHI" userId="dd4ae95d8f7c04fe" providerId="LiveId" clId="{AF920071-46B6-4E4C-A6D8-3E93B456AF12}" dt="2025-11-12T09:31:11.248" v="225" actId="20577"/>
        <pc:sldMkLst>
          <pc:docMk/>
          <pc:sldMk cId="3106995214" sldId="272"/>
        </pc:sldMkLst>
        <pc:spChg chg="mod">
          <ac:chgData name="UBAID QURESHI" userId="dd4ae95d8f7c04fe" providerId="LiveId" clId="{AF920071-46B6-4E4C-A6D8-3E93B456AF12}" dt="2025-11-12T09:28:41.726" v="203" actId="207"/>
          <ac:spMkLst>
            <pc:docMk/>
            <pc:sldMk cId="3106995214" sldId="272"/>
            <ac:spMk id="19" creationId="{734BC7B7-5D94-3D7A-34CD-1E8F73B7D6AE}"/>
          </ac:spMkLst>
        </pc:spChg>
        <pc:spChg chg="del">
          <ac:chgData name="UBAID QURESHI" userId="dd4ae95d8f7c04fe" providerId="LiveId" clId="{AF920071-46B6-4E4C-A6D8-3E93B456AF12}" dt="2025-11-12T09:31:00.995" v="222" actId="478"/>
          <ac:spMkLst>
            <pc:docMk/>
            <pc:sldMk cId="3106995214" sldId="272"/>
            <ac:spMk id="22" creationId="{AD09147B-2A80-CEE3-82E4-E7363A303C1C}"/>
          </ac:spMkLst>
        </pc:spChg>
        <pc:spChg chg="add mod">
          <ac:chgData name="UBAID QURESHI" userId="dd4ae95d8f7c04fe" providerId="LiveId" clId="{AF920071-46B6-4E4C-A6D8-3E93B456AF12}" dt="2025-11-12T09:31:11.248" v="225" actId="20577"/>
          <ac:spMkLst>
            <pc:docMk/>
            <pc:sldMk cId="3106995214" sldId="272"/>
            <ac:spMk id="26" creationId="{8A69EAF4-403F-A767-AFB6-FA5B5E338F53}"/>
          </ac:spMkLst>
        </pc:spChg>
        <pc:cxnChg chg="add mod">
          <ac:chgData name="UBAID QURESHI" userId="dd4ae95d8f7c04fe" providerId="LiveId" clId="{AF920071-46B6-4E4C-A6D8-3E93B456AF12}" dt="2025-11-12T09:27:50.504" v="199" actId="1076"/>
          <ac:cxnSpMkLst>
            <pc:docMk/>
            <pc:sldMk cId="3106995214" sldId="272"/>
            <ac:cxnSpMk id="23" creationId="{B464660E-7B57-72D0-DDCF-4256064BFB6F}"/>
          </ac:cxnSpMkLst>
        </pc:cxnChg>
      </pc:sldChg>
      <pc:sldChg chg="addSp modSp add mod">
        <pc:chgData name="UBAID QURESHI" userId="dd4ae95d8f7c04fe" providerId="LiveId" clId="{AF920071-46B6-4E4C-A6D8-3E93B456AF12}" dt="2025-11-12T09:32:39.820" v="236" actId="20577"/>
        <pc:sldMkLst>
          <pc:docMk/>
          <pc:sldMk cId="1781948915" sldId="273"/>
        </pc:sldMkLst>
        <pc:spChg chg="add mod">
          <ac:chgData name="UBAID QURESHI" userId="dd4ae95d8f7c04fe" providerId="LiveId" clId="{AF920071-46B6-4E4C-A6D8-3E93B456AF12}" dt="2025-11-12T09:32:39.820" v="236" actId="20577"/>
          <ac:spMkLst>
            <pc:docMk/>
            <pc:sldMk cId="1781948915" sldId="273"/>
            <ac:spMk id="29" creationId="{B070E90D-E93E-8803-793E-C5239F33523A}"/>
          </ac:spMkLst>
        </pc:spChg>
        <pc:cxnChg chg="add mod">
          <ac:chgData name="UBAID QURESHI" userId="dd4ae95d8f7c04fe" providerId="LiveId" clId="{AF920071-46B6-4E4C-A6D8-3E93B456AF12}" dt="2025-11-12T09:31:57.307" v="229" actId="14100"/>
          <ac:cxnSpMkLst>
            <pc:docMk/>
            <pc:sldMk cId="1781948915" sldId="273"/>
            <ac:cxnSpMk id="22" creationId="{80F70959-AFC8-E054-3442-5AEB93401E74}"/>
          </ac:cxnSpMkLst>
        </pc:cxnChg>
        <pc:cxnChg chg="add mod">
          <ac:chgData name="UBAID QURESHI" userId="dd4ae95d8f7c04fe" providerId="LiveId" clId="{AF920071-46B6-4E4C-A6D8-3E93B456AF12}" dt="2025-11-12T09:32:14.562" v="233" actId="14100"/>
          <ac:cxnSpMkLst>
            <pc:docMk/>
            <pc:sldMk cId="1781948915" sldId="273"/>
            <ac:cxnSpMk id="25" creationId="{54030B61-D00A-3DD3-7700-5D29F60463AE}"/>
          </ac:cxnSpMkLst>
        </pc:cxnChg>
      </pc:sldChg>
      <pc:sldChg chg="addSp modSp add mod">
        <pc:chgData name="UBAID QURESHI" userId="dd4ae95d8f7c04fe" providerId="LiveId" clId="{AF920071-46B6-4E4C-A6D8-3E93B456AF12}" dt="2025-11-12T09:38:51.713" v="291"/>
        <pc:sldMkLst>
          <pc:docMk/>
          <pc:sldMk cId="2984538171" sldId="274"/>
        </pc:sldMkLst>
        <pc:spChg chg="add mod">
          <ac:chgData name="UBAID QURESHI" userId="dd4ae95d8f7c04fe" providerId="LiveId" clId="{AF920071-46B6-4E4C-A6D8-3E93B456AF12}" dt="2025-11-12T09:33:15.281" v="242" actId="14100"/>
          <ac:spMkLst>
            <pc:docMk/>
            <pc:sldMk cId="2984538171" sldId="274"/>
            <ac:spMk id="24" creationId="{036B55FF-3C12-4F31-7006-E34814B35197}"/>
          </ac:spMkLst>
        </pc:spChg>
        <pc:spChg chg="add mod">
          <ac:chgData name="UBAID QURESHI" userId="dd4ae95d8f7c04fe" providerId="LiveId" clId="{AF920071-46B6-4E4C-A6D8-3E93B456AF12}" dt="2025-11-12T09:33:52.328" v="244" actId="1076"/>
          <ac:spMkLst>
            <pc:docMk/>
            <pc:sldMk cId="2984538171" sldId="274"/>
            <ac:spMk id="27" creationId="{85EAD5F6-E667-C155-D9BD-AF97BAEC230B}"/>
          </ac:spMkLst>
        </pc:spChg>
        <pc:spChg chg="add mod">
          <ac:chgData name="UBAID QURESHI" userId="dd4ae95d8f7c04fe" providerId="LiveId" clId="{AF920071-46B6-4E4C-A6D8-3E93B456AF12}" dt="2025-11-12T09:34:12.280" v="246" actId="1076"/>
          <ac:spMkLst>
            <pc:docMk/>
            <pc:sldMk cId="2984538171" sldId="274"/>
            <ac:spMk id="28" creationId="{1B88E280-36DA-7347-C64F-51885DBC0AA6}"/>
          </ac:spMkLst>
        </pc:spChg>
        <pc:spChg chg="add mod">
          <ac:chgData name="UBAID QURESHI" userId="dd4ae95d8f7c04fe" providerId="LiveId" clId="{AF920071-46B6-4E4C-A6D8-3E93B456AF12}" dt="2025-11-12T09:38:51.713" v="291"/>
          <ac:spMkLst>
            <pc:docMk/>
            <pc:sldMk cId="2984538171" sldId="274"/>
            <ac:spMk id="30" creationId="{DF811351-CE8E-8EFF-B36A-59AD64FB6CBB}"/>
          </ac:spMkLst>
        </pc:spChg>
      </pc:sldChg>
      <pc:sldChg chg="addSp delSp modSp add mod">
        <pc:chgData name="UBAID QURESHI" userId="dd4ae95d8f7c04fe" providerId="LiveId" clId="{AF920071-46B6-4E4C-A6D8-3E93B456AF12}" dt="2025-11-12T09:34:49.832" v="251" actId="207"/>
        <pc:sldMkLst>
          <pc:docMk/>
          <pc:sldMk cId="3036593913" sldId="275"/>
        </pc:sldMkLst>
        <pc:spChg chg="mod">
          <ac:chgData name="UBAID QURESHI" userId="dd4ae95d8f7c04fe" providerId="LiveId" clId="{AF920071-46B6-4E4C-A6D8-3E93B456AF12}" dt="2025-11-12T09:34:49.832" v="251" actId="207"/>
          <ac:spMkLst>
            <pc:docMk/>
            <pc:sldMk cId="3036593913" sldId="275"/>
            <ac:spMk id="24" creationId="{BCD3DB86-B0ED-EA92-7988-7C91D6B6784C}"/>
          </ac:spMkLst>
        </pc:spChg>
        <pc:spChg chg="del">
          <ac:chgData name="UBAID QURESHI" userId="dd4ae95d8f7c04fe" providerId="LiveId" clId="{AF920071-46B6-4E4C-A6D8-3E93B456AF12}" dt="2025-11-12T09:34:22.445" v="248" actId="478"/>
          <ac:spMkLst>
            <pc:docMk/>
            <pc:sldMk cId="3036593913" sldId="275"/>
            <ac:spMk id="28" creationId="{8DE87E7C-5C59-A1B4-386C-60036306689E}"/>
          </ac:spMkLst>
        </pc:spChg>
        <pc:spChg chg="add mod">
          <ac:chgData name="UBAID QURESHI" userId="dd4ae95d8f7c04fe" providerId="LiveId" clId="{AF920071-46B6-4E4C-A6D8-3E93B456AF12}" dt="2025-11-12T09:34:32.594" v="250" actId="1076"/>
          <ac:spMkLst>
            <pc:docMk/>
            <pc:sldMk cId="3036593913" sldId="275"/>
            <ac:spMk id="30" creationId="{887FBCA1-BC25-76B6-2A6F-192CAFD1A1ED}"/>
          </ac:spMkLst>
        </pc:spChg>
      </pc:sldChg>
      <pc:sldChg chg="addSp modSp add mod">
        <pc:chgData name="UBAID QURESHI" userId="dd4ae95d8f7c04fe" providerId="LiveId" clId="{AF920071-46B6-4E4C-A6D8-3E93B456AF12}" dt="2025-11-12T09:37:25.375" v="277" actId="20577"/>
        <pc:sldMkLst>
          <pc:docMk/>
          <pc:sldMk cId="279376201" sldId="276"/>
        </pc:sldMkLst>
        <pc:spChg chg="mod">
          <ac:chgData name="UBAID QURESHI" userId="dd4ae95d8f7c04fe" providerId="LiveId" clId="{AF920071-46B6-4E4C-A6D8-3E93B456AF12}" dt="2025-11-12T09:37:25.375" v="277" actId="20577"/>
          <ac:spMkLst>
            <pc:docMk/>
            <pc:sldMk cId="279376201" sldId="276"/>
            <ac:spMk id="26" creationId="{D839E794-71A0-1103-E648-CF207F751705}"/>
          </ac:spMkLst>
        </pc:spChg>
        <pc:cxnChg chg="add mod">
          <ac:chgData name="UBAID QURESHI" userId="dd4ae95d8f7c04fe" providerId="LiveId" clId="{AF920071-46B6-4E4C-A6D8-3E93B456AF12}" dt="2025-11-12T09:35:30.406" v="256" actId="14100"/>
          <ac:cxnSpMkLst>
            <pc:docMk/>
            <pc:sldMk cId="279376201" sldId="276"/>
            <ac:cxnSpMk id="28" creationId="{0A6B8DDB-F125-D4DF-89C0-2600694F10E2}"/>
          </ac:cxnSpMkLst>
        </pc:cxnChg>
        <pc:cxnChg chg="add mod">
          <ac:chgData name="UBAID QURESHI" userId="dd4ae95d8f7c04fe" providerId="LiveId" clId="{AF920071-46B6-4E4C-A6D8-3E93B456AF12}" dt="2025-11-12T09:36:05.900" v="265" actId="1076"/>
          <ac:cxnSpMkLst>
            <pc:docMk/>
            <pc:sldMk cId="279376201" sldId="276"/>
            <ac:cxnSpMk id="32" creationId="{C537AA16-0CCA-F0E0-758A-2FD2769B4D98}"/>
          </ac:cxnSpMkLst>
        </pc:cxnChg>
      </pc:sldChg>
      <pc:sldChg chg="addSp modSp add mod">
        <pc:chgData name="UBAID QURESHI" userId="dd4ae95d8f7c04fe" providerId="LiveId" clId="{AF920071-46B6-4E4C-A6D8-3E93B456AF12}" dt="2025-11-12T09:37:56.025" v="282" actId="20577"/>
        <pc:sldMkLst>
          <pc:docMk/>
          <pc:sldMk cId="327408228" sldId="277"/>
        </pc:sldMkLst>
        <pc:spChg chg="mod">
          <ac:chgData name="UBAID QURESHI" userId="dd4ae95d8f7c04fe" providerId="LiveId" clId="{AF920071-46B6-4E4C-A6D8-3E93B456AF12}" dt="2025-11-12T09:37:30.233" v="279" actId="20577"/>
          <ac:spMkLst>
            <pc:docMk/>
            <pc:sldMk cId="327408228" sldId="277"/>
            <ac:spMk id="26" creationId="{47AC39B9-1A34-253C-1FCF-CCFF80548E45}"/>
          </ac:spMkLst>
        </pc:spChg>
        <pc:spChg chg="add mod">
          <ac:chgData name="UBAID QURESHI" userId="dd4ae95d8f7c04fe" providerId="LiveId" clId="{AF920071-46B6-4E4C-A6D8-3E93B456AF12}" dt="2025-11-12T09:37:56.025" v="282" actId="20577"/>
          <ac:spMkLst>
            <pc:docMk/>
            <pc:sldMk cId="327408228" sldId="277"/>
            <ac:spMk id="37" creationId="{F5A15C64-EE58-5762-D660-D79E644D24CF}"/>
          </ac:spMkLst>
        </pc:spChg>
        <pc:cxnChg chg="mod">
          <ac:chgData name="UBAID QURESHI" userId="dd4ae95d8f7c04fe" providerId="LiveId" clId="{AF920071-46B6-4E4C-A6D8-3E93B456AF12}" dt="2025-11-12T09:36:41.090" v="268" actId="1076"/>
          <ac:cxnSpMkLst>
            <pc:docMk/>
            <pc:sldMk cId="327408228" sldId="277"/>
            <ac:cxnSpMk id="25" creationId="{EA5F72A4-EE8B-6336-7CC0-0A929921FAD3}"/>
          </ac:cxnSpMkLst>
        </pc:cxnChg>
        <pc:cxnChg chg="add mod">
          <ac:chgData name="UBAID QURESHI" userId="dd4ae95d8f7c04fe" providerId="LiveId" clId="{AF920071-46B6-4E4C-A6D8-3E93B456AF12}" dt="2025-11-12T09:37:03.919" v="274" actId="14100"/>
          <ac:cxnSpMkLst>
            <pc:docMk/>
            <pc:sldMk cId="327408228" sldId="277"/>
            <ac:cxnSpMk id="31" creationId="{7F801F23-81C6-F6A8-3135-D564CA9CB86F}"/>
          </ac:cxnSpMkLst>
        </pc:cxnChg>
        <pc:cxnChg chg="add mod">
          <ac:chgData name="UBAID QURESHI" userId="dd4ae95d8f7c04fe" providerId="LiveId" clId="{AF920071-46B6-4E4C-A6D8-3E93B456AF12}" dt="2025-11-12T09:37:11.961" v="275" actId="14100"/>
          <ac:cxnSpMkLst>
            <pc:docMk/>
            <pc:sldMk cId="327408228" sldId="277"/>
            <ac:cxnSpMk id="34" creationId="{8FFB4AAA-0BAF-CD43-BEC7-02821D9EBAFE}"/>
          </ac:cxnSpMkLst>
        </pc:cxnChg>
      </pc:sldChg>
      <pc:sldChg chg="addSp modSp add mod">
        <pc:chgData name="UBAID QURESHI" userId="dd4ae95d8f7c04fe" providerId="LiveId" clId="{AF920071-46B6-4E4C-A6D8-3E93B456AF12}" dt="2025-11-12T09:39:11.356" v="293" actId="1076"/>
        <pc:sldMkLst>
          <pc:docMk/>
          <pc:sldMk cId="4213734688" sldId="278"/>
        </pc:sldMkLst>
        <pc:spChg chg="add mod">
          <ac:chgData name="UBAID QURESHI" userId="dd4ae95d8f7c04fe" providerId="LiveId" clId="{AF920071-46B6-4E4C-A6D8-3E93B456AF12}" dt="2025-11-12T09:38:32.250" v="288" actId="14100"/>
          <ac:spMkLst>
            <pc:docMk/>
            <pc:sldMk cId="4213734688" sldId="278"/>
            <ac:spMk id="33" creationId="{F7E0BB46-5774-882F-63CE-9DDD62E5C6D6}"/>
          </ac:spMkLst>
        </pc:spChg>
        <pc:spChg chg="add mod">
          <ac:chgData name="UBAID QURESHI" userId="dd4ae95d8f7c04fe" providerId="LiveId" clId="{AF920071-46B6-4E4C-A6D8-3E93B456AF12}" dt="2025-11-12T09:38:41.613" v="290" actId="1076"/>
          <ac:spMkLst>
            <pc:docMk/>
            <pc:sldMk cId="4213734688" sldId="278"/>
            <ac:spMk id="35" creationId="{645005C2-B189-48A5-75A1-621F80A212F2}"/>
          </ac:spMkLst>
        </pc:spChg>
        <pc:spChg chg="add mod">
          <ac:chgData name="UBAID QURESHI" userId="dd4ae95d8f7c04fe" providerId="LiveId" clId="{AF920071-46B6-4E4C-A6D8-3E93B456AF12}" dt="2025-11-12T09:39:11.356" v="293" actId="1076"/>
          <ac:spMkLst>
            <pc:docMk/>
            <pc:sldMk cId="4213734688" sldId="278"/>
            <ac:spMk id="36" creationId="{68BE9613-74A1-53E4-13A0-666CA21A8E3F}"/>
          </ac:spMkLst>
        </pc:spChg>
      </pc:sldChg>
      <pc:sldChg chg="addSp delSp modSp add mod">
        <pc:chgData name="UBAID QURESHI" userId="dd4ae95d8f7c04fe" providerId="LiveId" clId="{AF920071-46B6-4E4C-A6D8-3E93B456AF12}" dt="2025-11-12T09:39:41.166" v="298" actId="207"/>
        <pc:sldMkLst>
          <pc:docMk/>
          <pc:sldMk cId="106824766" sldId="279"/>
        </pc:sldMkLst>
        <pc:spChg chg="mod">
          <ac:chgData name="UBAID QURESHI" userId="dd4ae95d8f7c04fe" providerId="LiveId" clId="{AF920071-46B6-4E4C-A6D8-3E93B456AF12}" dt="2025-11-12T09:39:41.166" v="298" actId="207"/>
          <ac:spMkLst>
            <pc:docMk/>
            <pc:sldMk cId="106824766" sldId="279"/>
            <ac:spMk id="33" creationId="{A6AAA32F-7A40-7B71-AE0F-E14A83473116}"/>
          </ac:spMkLst>
        </pc:spChg>
        <pc:spChg chg="del">
          <ac:chgData name="UBAID QURESHI" userId="dd4ae95d8f7c04fe" providerId="LiveId" clId="{AF920071-46B6-4E4C-A6D8-3E93B456AF12}" dt="2025-11-12T09:39:23.554" v="295" actId="478"/>
          <ac:spMkLst>
            <pc:docMk/>
            <pc:sldMk cId="106824766" sldId="279"/>
            <ac:spMk id="36" creationId="{E7462C4C-5F9C-B74F-B5F2-7269351972A6}"/>
          </ac:spMkLst>
        </pc:spChg>
        <pc:spChg chg="add mod">
          <ac:chgData name="UBAID QURESHI" userId="dd4ae95d8f7c04fe" providerId="LiveId" clId="{AF920071-46B6-4E4C-A6D8-3E93B456AF12}" dt="2025-11-12T09:39:33.214" v="297" actId="1076"/>
          <ac:spMkLst>
            <pc:docMk/>
            <pc:sldMk cId="106824766" sldId="279"/>
            <ac:spMk id="38" creationId="{50114098-F45F-E780-DB9E-5874CE63E77E}"/>
          </ac:spMkLst>
        </pc:spChg>
      </pc:sldChg>
      <pc:sldChg chg="addSp modSp add mod">
        <pc:chgData name="UBAID QURESHI" userId="dd4ae95d8f7c04fe" providerId="LiveId" clId="{AF920071-46B6-4E4C-A6D8-3E93B456AF12}" dt="2025-11-12T09:40:40.619" v="313" actId="14100"/>
        <pc:sldMkLst>
          <pc:docMk/>
          <pc:sldMk cId="778853376" sldId="280"/>
        </pc:sldMkLst>
        <pc:spChg chg="mod">
          <ac:chgData name="UBAID QURESHI" userId="dd4ae95d8f7c04fe" providerId="LiveId" clId="{AF920071-46B6-4E4C-A6D8-3E93B456AF12}" dt="2025-11-12T09:40:13.877" v="304" actId="255"/>
          <ac:spMkLst>
            <pc:docMk/>
            <pc:sldMk cId="778853376" sldId="280"/>
            <ac:spMk id="26" creationId="{AC678269-60B6-0A9F-B689-7377BD070D2C}"/>
          </ac:spMkLst>
        </pc:spChg>
        <pc:cxnChg chg="add mod">
          <ac:chgData name="UBAID QURESHI" userId="dd4ae95d8f7c04fe" providerId="LiveId" clId="{AF920071-46B6-4E4C-A6D8-3E93B456AF12}" dt="2025-11-12T09:40:25.985" v="306" actId="14100"/>
          <ac:cxnSpMkLst>
            <pc:docMk/>
            <pc:sldMk cId="778853376" sldId="280"/>
            <ac:cxnSpMk id="36" creationId="{4349E073-4E25-79DA-B52B-290BF9F9F558}"/>
          </ac:cxnSpMkLst>
        </pc:cxnChg>
        <pc:cxnChg chg="add mod">
          <ac:chgData name="UBAID QURESHI" userId="dd4ae95d8f7c04fe" providerId="LiveId" clId="{AF920071-46B6-4E4C-A6D8-3E93B456AF12}" dt="2025-11-12T09:40:40.619" v="313" actId="14100"/>
          <ac:cxnSpMkLst>
            <pc:docMk/>
            <pc:sldMk cId="778853376" sldId="280"/>
            <ac:cxnSpMk id="40" creationId="{06899B10-B670-831E-5819-1F78D3A7F871}"/>
          </ac:cxnSpMkLst>
        </pc:cxnChg>
      </pc:sldChg>
      <pc:sldChg chg="addSp delSp modSp add mod">
        <pc:chgData name="UBAID QURESHI" userId="dd4ae95d8f7c04fe" providerId="LiveId" clId="{AF920071-46B6-4E4C-A6D8-3E93B456AF12}" dt="2025-11-12T09:42:37.030" v="335"/>
        <pc:sldMkLst>
          <pc:docMk/>
          <pc:sldMk cId="2949709217" sldId="281"/>
        </pc:sldMkLst>
        <pc:spChg chg="del">
          <ac:chgData name="UBAID QURESHI" userId="dd4ae95d8f7c04fe" providerId="LiveId" clId="{AF920071-46B6-4E4C-A6D8-3E93B456AF12}" dt="2025-11-12T09:42:36.461" v="334" actId="478"/>
          <ac:spMkLst>
            <pc:docMk/>
            <pc:sldMk cId="2949709217" sldId="281"/>
            <ac:spMk id="11" creationId="{E4111A4E-49EE-1578-3DB8-3783CD8CAB4D}"/>
          </ac:spMkLst>
        </pc:spChg>
        <pc:spChg chg="del">
          <ac:chgData name="UBAID QURESHI" userId="dd4ae95d8f7c04fe" providerId="LiveId" clId="{AF920071-46B6-4E4C-A6D8-3E93B456AF12}" dt="2025-11-12T09:41:04.158" v="315" actId="478"/>
          <ac:spMkLst>
            <pc:docMk/>
            <pc:sldMk cId="2949709217" sldId="281"/>
            <ac:spMk id="26" creationId="{494A93B5-27E0-C84A-A342-3B5BDAAE51DF}"/>
          </ac:spMkLst>
        </pc:spChg>
        <pc:spChg chg="add mod">
          <ac:chgData name="UBAID QURESHI" userId="dd4ae95d8f7c04fe" providerId="LiveId" clId="{AF920071-46B6-4E4C-A6D8-3E93B456AF12}" dt="2025-11-12T09:41:12.827" v="317" actId="1076"/>
          <ac:spMkLst>
            <pc:docMk/>
            <pc:sldMk cId="2949709217" sldId="281"/>
            <ac:spMk id="39" creationId="{64B1FAF8-3096-40EE-CDD9-8B20E36B0F4F}"/>
          </ac:spMkLst>
        </pc:spChg>
        <pc:spChg chg="add mod">
          <ac:chgData name="UBAID QURESHI" userId="dd4ae95d8f7c04fe" providerId="LiveId" clId="{AF920071-46B6-4E4C-A6D8-3E93B456AF12}" dt="2025-11-12T09:42:37.030" v="335"/>
          <ac:spMkLst>
            <pc:docMk/>
            <pc:sldMk cId="2949709217" sldId="281"/>
            <ac:spMk id="41" creationId="{A79B4E6B-5AC0-E875-F2CA-2BAB04A84C78}"/>
          </ac:spMkLst>
        </pc:spChg>
      </pc:sldChg>
      <pc:sldChg chg="addSp modSp add mod">
        <pc:chgData name="UBAID QURESHI" userId="dd4ae95d8f7c04fe" providerId="LiveId" clId="{AF920071-46B6-4E4C-A6D8-3E93B456AF12}" dt="2025-11-12T09:43:36.171" v="346" actId="14100"/>
        <pc:sldMkLst>
          <pc:docMk/>
          <pc:sldMk cId="2878493258" sldId="282"/>
        </pc:sldMkLst>
        <pc:cxnChg chg="add mod">
          <ac:chgData name="UBAID QURESHI" userId="dd4ae95d8f7c04fe" providerId="LiveId" clId="{AF920071-46B6-4E4C-A6D8-3E93B456AF12}" dt="2025-11-12T09:43:11.464" v="341" actId="1076"/>
          <ac:cxnSpMkLst>
            <pc:docMk/>
            <pc:sldMk cId="2878493258" sldId="282"/>
            <ac:cxnSpMk id="11" creationId="{524C1E5F-B941-9B3B-6A6F-ACDAF1937D0B}"/>
          </ac:cxnSpMkLst>
        </pc:cxnChg>
        <pc:cxnChg chg="add mod">
          <ac:chgData name="UBAID QURESHI" userId="dd4ae95d8f7c04fe" providerId="LiveId" clId="{AF920071-46B6-4E4C-A6D8-3E93B456AF12}" dt="2025-11-12T09:43:36.171" v="346" actId="14100"/>
          <ac:cxnSpMkLst>
            <pc:docMk/>
            <pc:sldMk cId="2878493258" sldId="282"/>
            <ac:cxnSpMk id="43" creationId="{6CC0DC95-3021-AE6B-E206-C56212C27286}"/>
          </ac:cxnSpMkLst>
        </pc:cxnChg>
      </pc:sldChg>
      <pc:sldChg chg="modSp add mod">
        <pc:chgData name="UBAID QURESHI" userId="dd4ae95d8f7c04fe" providerId="LiveId" clId="{AF920071-46B6-4E4C-A6D8-3E93B456AF12}" dt="2025-11-12T09:44:41.654" v="348" actId="20577"/>
        <pc:sldMkLst>
          <pc:docMk/>
          <pc:sldMk cId="956007704" sldId="283"/>
        </pc:sldMkLst>
        <pc:spChg chg="mod">
          <ac:chgData name="UBAID QURESHI" userId="dd4ae95d8f7c04fe" providerId="LiveId" clId="{AF920071-46B6-4E4C-A6D8-3E93B456AF12}" dt="2025-11-12T09:44:41.654" v="348" actId="20577"/>
          <ac:spMkLst>
            <pc:docMk/>
            <pc:sldMk cId="956007704" sldId="283"/>
            <ac:spMk id="41" creationId="{C3BB0D5A-553A-9EE1-D48A-D48008A46606}"/>
          </ac:spMkLst>
        </pc:spChg>
      </pc:sldChg>
      <pc:sldChg chg="addSp modSp add mod">
        <pc:chgData name="UBAID QURESHI" userId="dd4ae95d8f7c04fe" providerId="LiveId" clId="{AF920071-46B6-4E4C-A6D8-3E93B456AF12}" dt="2025-11-12T09:45:51.431" v="363" actId="20577"/>
        <pc:sldMkLst>
          <pc:docMk/>
          <pc:sldMk cId="1154531765" sldId="284"/>
        </pc:sldMkLst>
        <pc:spChg chg="mod">
          <ac:chgData name="UBAID QURESHI" userId="dd4ae95d8f7c04fe" providerId="LiveId" clId="{AF920071-46B6-4E4C-A6D8-3E93B456AF12}" dt="2025-11-12T09:45:44.161" v="359" actId="1076"/>
          <ac:spMkLst>
            <pc:docMk/>
            <pc:sldMk cId="1154531765" sldId="284"/>
            <ac:spMk id="4" creationId="{0883466A-0424-EA0E-BFF2-002D1D080010}"/>
          </ac:spMkLst>
        </pc:spChg>
        <pc:spChg chg="add mod">
          <ac:chgData name="UBAID QURESHI" userId="dd4ae95d8f7c04fe" providerId="LiveId" clId="{AF920071-46B6-4E4C-A6D8-3E93B456AF12}" dt="2025-11-12T09:45:51.431" v="363" actId="20577"/>
          <ac:spMkLst>
            <pc:docMk/>
            <pc:sldMk cId="1154531765" sldId="284"/>
            <ac:spMk id="42" creationId="{1F08A3AA-A293-545F-D32C-11657A0E3DCC}"/>
          </ac:spMkLst>
        </pc:spChg>
        <pc:cxnChg chg="add mod">
          <ac:chgData name="UBAID QURESHI" userId="dd4ae95d8f7c04fe" providerId="LiveId" clId="{AF920071-46B6-4E4C-A6D8-3E93B456AF12}" dt="2025-11-12T09:45:22.210" v="353" actId="208"/>
          <ac:cxnSpMkLst>
            <pc:docMk/>
            <pc:sldMk cId="1154531765" sldId="284"/>
            <ac:cxnSpMk id="26" creationId="{5007D804-F5AF-31C6-DC55-D7EC74054CB1}"/>
          </ac:cxnSpMkLst>
        </pc:cxnChg>
      </pc:sldChg>
      <pc:sldChg chg="addSp delSp modSp add mod">
        <pc:chgData name="UBAID QURESHI" userId="dd4ae95d8f7c04fe" providerId="LiveId" clId="{AF920071-46B6-4E4C-A6D8-3E93B456AF12}" dt="2025-11-12T09:47:24.469" v="381" actId="1076"/>
        <pc:sldMkLst>
          <pc:docMk/>
          <pc:sldMk cId="3775512060" sldId="285"/>
        </pc:sldMkLst>
        <pc:spChg chg="add del">
          <ac:chgData name="UBAID QURESHI" userId="dd4ae95d8f7c04fe" providerId="LiveId" clId="{AF920071-46B6-4E4C-A6D8-3E93B456AF12}" dt="2025-11-12T09:46:50.283" v="377" actId="21"/>
          <ac:spMkLst>
            <pc:docMk/>
            <pc:sldMk cId="3775512060" sldId="285"/>
            <ac:spMk id="7" creationId="{84F16C95-6029-719E-3E65-AE3AF27AF783}"/>
          </ac:spMkLst>
        </pc:spChg>
        <pc:spChg chg="add mod">
          <ac:chgData name="UBAID QURESHI" userId="dd4ae95d8f7c04fe" providerId="LiveId" clId="{AF920071-46B6-4E4C-A6D8-3E93B456AF12}" dt="2025-11-12T09:46:40.822" v="373" actId="1076"/>
          <ac:spMkLst>
            <pc:docMk/>
            <pc:sldMk cId="3775512060" sldId="285"/>
            <ac:spMk id="44" creationId="{C2F4B9DE-70F0-5048-670E-D71DC98D7182}"/>
          </ac:spMkLst>
        </pc:spChg>
        <pc:spChg chg="add mod">
          <ac:chgData name="UBAID QURESHI" userId="dd4ae95d8f7c04fe" providerId="LiveId" clId="{AF920071-46B6-4E4C-A6D8-3E93B456AF12}" dt="2025-11-12T09:46:59.064" v="379" actId="1076"/>
          <ac:spMkLst>
            <pc:docMk/>
            <pc:sldMk cId="3775512060" sldId="285"/>
            <ac:spMk id="45" creationId="{F1FECE47-FF4E-B59A-ECFC-86FA488459BB}"/>
          </ac:spMkLst>
        </pc:spChg>
        <pc:spChg chg="add mod">
          <ac:chgData name="UBAID QURESHI" userId="dd4ae95d8f7c04fe" providerId="LiveId" clId="{AF920071-46B6-4E4C-A6D8-3E93B456AF12}" dt="2025-11-12T09:47:24.469" v="381" actId="1076"/>
          <ac:spMkLst>
            <pc:docMk/>
            <pc:sldMk cId="3775512060" sldId="285"/>
            <ac:spMk id="46" creationId="{23848BD8-F2CA-85D7-4D30-E5DE5210F8D7}"/>
          </ac:spMkLst>
        </pc:spChg>
      </pc:sldChg>
      <pc:sldChg chg="modSp add mod">
        <pc:chgData name="UBAID QURESHI" userId="dd4ae95d8f7c04fe" providerId="LiveId" clId="{AF920071-46B6-4E4C-A6D8-3E93B456AF12}" dt="2025-11-12T09:47:33.259" v="383" actId="1076"/>
        <pc:sldMkLst>
          <pc:docMk/>
          <pc:sldMk cId="2441940485" sldId="286"/>
        </pc:sldMkLst>
        <pc:spChg chg="mod">
          <ac:chgData name="UBAID QURESHI" userId="dd4ae95d8f7c04fe" providerId="LiveId" clId="{AF920071-46B6-4E4C-A6D8-3E93B456AF12}" dt="2025-11-12T09:47:33.259" v="383" actId="1076"/>
          <ac:spMkLst>
            <pc:docMk/>
            <pc:sldMk cId="2441940485" sldId="286"/>
            <ac:spMk id="46" creationId="{E9385BCD-9BCD-C01D-494C-85EC0ACE7EEB}"/>
          </ac:spMkLst>
        </pc:spChg>
      </pc:sldChg>
      <pc:sldChg chg="addSp delSp modSp add mod">
        <pc:chgData name="UBAID QURESHI" userId="dd4ae95d8f7c04fe" providerId="LiveId" clId="{AF920071-46B6-4E4C-A6D8-3E93B456AF12}" dt="2025-11-12T09:48:11.157" v="388" actId="20577"/>
        <pc:sldMkLst>
          <pc:docMk/>
          <pc:sldMk cId="439740735" sldId="287"/>
        </pc:sldMkLst>
        <pc:spChg chg="del">
          <ac:chgData name="UBAID QURESHI" userId="dd4ae95d8f7c04fe" providerId="LiveId" clId="{AF920071-46B6-4E4C-A6D8-3E93B456AF12}" dt="2025-11-12T09:47:54.820" v="385" actId="478"/>
          <ac:spMkLst>
            <pc:docMk/>
            <pc:sldMk cId="439740735" sldId="287"/>
            <ac:spMk id="46" creationId="{B6190A84-3B21-B02E-CEC8-D60090D12A98}"/>
          </ac:spMkLst>
        </pc:spChg>
        <pc:spChg chg="add mod">
          <ac:chgData name="UBAID QURESHI" userId="dd4ae95d8f7c04fe" providerId="LiveId" clId="{AF920071-46B6-4E4C-A6D8-3E93B456AF12}" dt="2025-11-12T09:48:11.157" v="388" actId="20577"/>
          <ac:spMkLst>
            <pc:docMk/>
            <pc:sldMk cId="439740735" sldId="287"/>
            <ac:spMk id="47" creationId="{FF1084C9-355E-86A6-93C0-FF03244372C7}"/>
          </ac:spMkLst>
        </pc:spChg>
      </pc:sldChg>
      <pc:sldChg chg="addSp modSp add mod">
        <pc:chgData name="UBAID QURESHI" userId="dd4ae95d8f7c04fe" providerId="LiveId" clId="{AF920071-46B6-4E4C-A6D8-3E93B456AF12}" dt="2025-11-12T09:50:29.364" v="410" actId="1076"/>
        <pc:sldMkLst>
          <pc:docMk/>
          <pc:sldMk cId="2675154507" sldId="288"/>
        </pc:sldMkLst>
        <pc:spChg chg="mod">
          <ac:chgData name="UBAID QURESHI" userId="dd4ae95d8f7c04fe" providerId="LiveId" clId="{AF920071-46B6-4E4C-A6D8-3E93B456AF12}" dt="2025-11-12T09:48:59.912" v="396" actId="1076"/>
          <ac:spMkLst>
            <pc:docMk/>
            <pc:sldMk cId="2675154507" sldId="288"/>
            <ac:spMk id="4" creationId="{034997E5-68EF-2BEB-F7C9-63E43D493BA3}"/>
          </ac:spMkLst>
        </pc:spChg>
        <pc:spChg chg="add mod">
          <ac:chgData name="UBAID QURESHI" userId="dd4ae95d8f7c04fe" providerId="LiveId" clId="{AF920071-46B6-4E4C-A6D8-3E93B456AF12}" dt="2025-11-12T09:49:06.410" v="398" actId="20577"/>
          <ac:spMkLst>
            <pc:docMk/>
            <pc:sldMk cId="2675154507" sldId="288"/>
            <ac:spMk id="49" creationId="{03819D76-4A59-B594-7D02-5B33106DCFB1}"/>
          </ac:spMkLst>
        </pc:spChg>
        <pc:spChg chg="add mod">
          <ac:chgData name="UBAID QURESHI" userId="dd4ae95d8f7c04fe" providerId="LiveId" clId="{AF920071-46B6-4E4C-A6D8-3E93B456AF12}" dt="2025-11-12T09:50:05.614" v="407" actId="1076"/>
          <ac:spMkLst>
            <pc:docMk/>
            <pc:sldMk cId="2675154507" sldId="288"/>
            <ac:spMk id="50" creationId="{9D4FFDA4-BFB2-6CD0-5147-927D70558477}"/>
          </ac:spMkLst>
        </pc:spChg>
        <pc:spChg chg="add mod">
          <ac:chgData name="UBAID QURESHI" userId="dd4ae95d8f7c04fe" providerId="LiveId" clId="{AF920071-46B6-4E4C-A6D8-3E93B456AF12}" dt="2025-11-12T09:50:08.735" v="408" actId="1076"/>
          <ac:spMkLst>
            <pc:docMk/>
            <pc:sldMk cId="2675154507" sldId="288"/>
            <ac:spMk id="51" creationId="{29883992-5689-462A-900D-6229793CD93B}"/>
          </ac:spMkLst>
        </pc:spChg>
        <pc:spChg chg="add mod">
          <ac:chgData name="UBAID QURESHI" userId="dd4ae95d8f7c04fe" providerId="LiveId" clId="{AF920071-46B6-4E4C-A6D8-3E93B456AF12}" dt="2025-11-12T09:50:29.364" v="410" actId="1076"/>
          <ac:spMkLst>
            <pc:docMk/>
            <pc:sldMk cId="2675154507" sldId="288"/>
            <ac:spMk id="52" creationId="{5F694AC3-57F8-0725-5169-3949D81D3432}"/>
          </ac:spMkLst>
        </pc:spChg>
        <pc:cxnChg chg="add mod">
          <ac:chgData name="UBAID QURESHI" userId="dd4ae95d8f7c04fe" providerId="LiveId" clId="{AF920071-46B6-4E4C-A6D8-3E93B456AF12}" dt="2025-11-12T09:48:41.834" v="392" actId="14100"/>
          <ac:cxnSpMkLst>
            <pc:docMk/>
            <pc:sldMk cId="2675154507" sldId="288"/>
            <ac:cxnSpMk id="47" creationId="{F5639C37-A162-E337-880A-EE7CCC7B856E}"/>
          </ac:cxnSpMkLst>
        </pc:cxnChg>
      </pc:sldChg>
      <pc:sldChg chg="addSp delSp modSp add mod">
        <pc:chgData name="UBAID QURESHI" userId="dd4ae95d8f7c04fe" providerId="LiveId" clId="{AF920071-46B6-4E4C-A6D8-3E93B456AF12}" dt="2025-11-12T09:50:56.037" v="415" actId="207"/>
        <pc:sldMkLst>
          <pc:docMk/>
          <pc:sldMk cId="2524645763" sldId="289"/>
        </pc:sldMkLst>
        <pc:spChg chg="add mod">
          <ac:chgData name="UBAID QURESHI" userId="dd4ae95d8f7c04fe" providerId="LiveId" clId="{AF920071-46B6-4E4C-A6D8-3E93B456AF12}" dt="2025-11-12T09:50:47.301" v="414" actId="1076"/>
          <ac:spMkLst>
            <pc:docMk/>
            <pc:sldMk cId="2524645763" sldId="289"/>
            <ac:spMk id="48" creationId="{B15BDC97-4D74-F470-D402-1C926667EBD4}"/>
          </ac:spMkLst>
        </pc:spChg>
        <pc:spChg chg="mod">
          <ac:chgData name="UBAID QURESHI" userId="dd4ae95d8f7c04fe" providerId="LiveId" clId="{AF920071-46B6-4E4C-A6D8-3E93B456AF12}" dt="2025-11-12T09:50:56.037" v="415" actId="207"/>
          <ac:spMkLst>
            <pc:docMk/>
            <pc:sldMk cId="2524645763" sldId="289"/>
            <ac:spMk id="50" creationId="{79D2A1D9-59AE-4096-331C-6F23C7BF088E}"/>
          </ac:spMkLst>
        </pc:spChg>
        <pc:spChg chg="del">
          <ac:chgData name="UBAID QURESHI" userId="dd4ae95d8f7c04fe" providerId="LiveId" clId="{AF920071-46B6-4E4C-A6D8-3E93B456AF12}" dt="2025-11-12T09:50:38.649" v="412" actId="478"/>
          <ac:spMkLst>
            <pc:docMk/>
            <pc:sldMk cId="2524645763" sldId="289"/>
            <ac:spMk id="52" creationId="{30C77B10-F966-49F4-53E5-32400D6DE7EB}"/>
          </ac:spMkLst>
        </pc:spChg>
      </pc:sldChg>
      <pc:sldChg chg="addSp delSp modSp add mod">
        <pc:chgData name="UBAID QURESHI" userId="dd4ae95d8f7c04fe" providerId="LiveId" clId="{AF920071-46B6-4E4C-A6D8-3E93B456AF12}" dt="2025-11-12T09:52:00.100" v="423" actId="1076"/>
        <pc:sldMkLst>
          <pc:docMk/>
          <pc:sldMk cId="1478019559" sldId="290"/>
        </pc:sldMkLst>
        <pc:spChg chg="del">
          <ac:chgData name="UBAID QURESHI" userId="dd4ae95d8f7c04fe" providerId="LiveId" clId="{AF920071-46B6-4E4C-A6D8-3E93B456AF12}" dt="2025-11-12T09:51:47.053" v="420" actId="478"/>
          <ac:spMkLst>
            <pc:docMk/>
            <pc:sldMk cId="1478019559" sldId="290"/>
            <ac:spMk id="46" creationId="{1F8085B6-15F9-F6C4-0009-65BB12ABD526}"/>
          </ac:spMkLst>
        </pc:spChg>
        <pc:spChg chg="add mod">
          <ac:chgData name="UBAID QURESHI" userId="dd4ae95d8f7c04fe" providerId="LiveId" clId="{AF920071-46B6-4E4C-A6D8-3E93B456AF12}" dt="2025-11-12T09:52:00.100" v="423" actId="1076"/>
          <ac:spMkLst>
            <pc:docMk/>
            <pc:sldMk cId="1478019559" sldId="290"/>
            <ac:spMk id="54" creationId="{5D4155EE-CC1C-2A45-2B24-B6EE348575A6}"/>
          </ac:spMkLst>
        </pc:spChg>
        <pc:cxnChg chg="add mod">
          <ac:chgData name="UBAID QURESHI" userId="dd4ae95d8f7c04fe" providerId="LiveId" clId="{AF920071-46B6-4E4C-A6D8-3E93B456AF12}" dt="2025-11-12T09:51:20.743" v="419" actId="14100"/>
          <ac:cxnSpMkLst>
            <pc:docMk/>
            <pc:sldMk cId="1478019559" sldId="290"/>
            <ac:cxnSpMk id="52" creationId="{0231C86C-B0A2-B495-B989-2605D2189153}"/>
          </ac:cxnSpMkLst>
        </pc:cxnChg>
      </pc:sldChg>
      <pc:sldChg chg="addSp modSp add mod">
        <pc:chgData name="UBAID QURESHI" userId="dd4ae95d8f7c04fe" providerId="LiveId" clId="{AF920071-46B6-4E4C-A6D8-3E93B456AF12}" dt="2025-11-12T09:53:24.694" v="431" actId="20577"/>
        <pc:sldMkLst>
          <pc:docMk/>
          <pc:sldMk cId="3199599303" sldId="291"/>
        </pc:sldMkLst>
        <pc:spChg chg="add mod">
          <ac:chgData name="UBAID QURESHI" userId="dd4ae95d8f7c04fe" providerId="LiveId" clId="{AF920071-46B6-4E4C-A6D8-3E93B456AF12}" dt="2025-11-12T09:53:24.694" v="431" actId="20577"/>
          <ac:spMkLst>
            <pc:docMk/>
            <pc:sldMk cId="3199599303" sldId="291"/>
            <ac:spMk id="56" creationId="{71CCD14D-01C2-22F9-2727-5E0E6E2BCB1D}"/>
          </ac:spMkLst>
        </pc:spChg>
        <pc:cxnChg chg="add mod">
          <ac:chgData name="UBAID QURESHI" userId="dd4ae95d8f7c04fe" providerId="LiveId" clId="{AF920071-46B6-4E4C-A6D8-3E93B456AF12}" dt="2025-11-12T09:53:02.418" v="428" actId="14100"/>
          <ac:cxnSpMkLst>
            <pc:docMk/>
            <pc:sldMk cId="3199599303" sldId="291"/>
            <ac:cxnSpMk id="46" creationId="{8D591CFA-F055-9B40-F7FC-01F4F590F8EB}"/>
          </ac:cxnSpMkLst>
        </pc:cxnChg>
        <pc:cxnChg chg="add mod">
          <ac:chgData name="UBAID QURESHI" userId="dd4ae95d8f7c04fe" providerId="LiveId" clId="{AF920071-46B6-4E4C-A6D8-3E93B456AF12}" dt="2025-11-12T09:52:51.773" v="427" actId="208"/>
          <ac:cxnSpMkLst>
            <pc:docMk/>
            <pc:sldMk cId="3199599303" sldId="291"/>
            <ac:cxnSpMk id="53" creationId="{74B7468E-4A1F-553E-A0DC-D7AA606D8160}"/>
          </ac:cxnSpMkLst>
        </pc:cxnChg>
      </pc:sldChg>
      <pc:sldChg chg="addSp modSp add mod">
        <pc:chgData name="UBAID QURESHI" userId="dd4ae95d8f7c04fe" providerId="LiveId" clId="{AF920071-46B6-4E4C-A6D8-3E93B456AF12}" dt="2025-11-12T09:54:49.555" v="443" actId="1076"/>
        <pc:sldMkLst>
          <pc:docMk/>
          <pc:sldMk cId="3104099844" sldId="292"/>
        </pc:sldMkLst>
        <pc:spChg chg="add mod">
          <ac:chgData name="UBAID QURESHI" userId="dd4ae95d8f7c04fe" providerId="LiveId" clId="{AF920071-46B6-4E4C-A6D8-3E93B456AF12}" dt="2025-11-12T09:54:00.203" v="438" actId="14100"/>
          <ac:spMkLst>
            <pc:docMk/>
            <pc:sldMk cId="3104099844" sldId="292"/>
            <ac:spMk id="55" creationId="{0EFAB2D8-6C39-68D7-5E72-7D3110513684}"/>
          </ac:spMkLst>
        </pc:spChg>
        <pc:spChg chg="add mod">
          <ac:chgData name="UBAID QURESHI" userId="dd4ae95d8f7c04fe" providerId="LiveId" clId="{AF920071-46B6-4E4C-A6D8-3E93B456AF12}" dt="2025-11-12T09:54:25.549" v="441" actId="1076"/>
          <ac:spMkLst>
            <pc:docMk/>
            <pc:sldMk cId="3104099844" sldId="292"/>
            <ac:spMk id="57" creationId="{3CED2FE0-05BA-D319-116C-E1BC6961FBA8}"/>
          </ac:spMkLst>
        </pc:spChg>
        <pc:spChg chg="add mod">
          <ac:chgData name="UBAID QURESHI" userId="dd4ae95d8f7c04fe" providerId="LiveId" clId="{AF920071-46B6-4E4C-A6D8-3E93B456AF12}" dt="2025-11-12T09:54:49.555" v="443" actId="1076"/>
          <ac:spMkLst>
            <pc:docMk/>
            <pc:sldMk cId="3104099844" sldId="292"/>
            <ac:spMk id="58" creationId="{F7D553D2-F22E-E336-2CDF-154FBCC4F0BB}"/>
          </ac:spMkLst>
        </pc:spChg>
      </pc:sldChg>
      <pc:sldChg chg="addSp delSp modSp add mod">
        <pc:chgData name="UBAID QURESHI" userId="dd4ae95d8f7c04fe" providerId="LiveId" clId="{AF920071-46B6-4E4C-A6D8-3E93B456AF12}" dt="2025-11-12T09:55:22.422" v="448" actId="207"/>
        <pc:sldMkLst>
          <pc:docMk/>
          <pc:sldMk cId="4128519605" sldId="293"/>
        </pc:sldMkLst>
        <pc:spChg chg="mod">
          <ac:chgData name="UBAID QURESHI" userId="dd4ae95d8f7c04fe" providerId="LiveId" clId="{AF920071-46B6-4E4C-A6D8-3E93B456AF12}" dt="2025-11-12T09:55:22.422" v="448" actId="207"/>
          <ac:spMkLst>
            <pc:docMk/>
            <pc:sldMk cId="4128519605" sldId="293"/>
            <ac:spMk id="55" creationId="{2B401B26-6CE8-E420-D0C2-5E7019F13AEA}"/>
          </ac:spMkLst>
        </pc:spChg>
        <pc:spChg chg="del">
          <ac:chgData name="UBAID QURESHI" userId="dd4ae95d8f7c04fe" providerId="LiveId" clId="{AF920071-46B6-4E4C-A6D8-3E93B456AF12}" dt="2025-11-12T09:55:05.913" v="445" actId="478"/>
          <ac:spMkLst>
            <pc:docMk/>
            <pc:sldMk cId="4128519605" sldId="293"/>
            <ac:spMk id="58" creationId="{C67F1D03-193D-56E2-82D2-F6B573925E76}"/>
          </ac:spMkLst>
        </pc:spChg>
        <pc:spChg chg="add mod">
          <ac:chgData name="UBAID QURESHI" userId="dd4ae95d8f7c04fe" providerId="LiveId" clId="{AF920071-46B6-4E4C-A6D8-3E93B456AF12}" dt="2025-11-12T09:55:14.351" v="447" actId="1076"/>
          <ac:spMkLst>
            <pc:docMk/>
            <pc:sldMk cId="4128519605" sldId="293"/>
            <ac:spMk id="59" creationId="{FDE5C876-7094-4844-10B2-C0CCF4B744F7}"/>
          </ac:spMkLst>
        </pc:spChg>
      </pc:sldChg>
      <pc:sldChg chg="addSp modSp add mod">
        <pc:chgData name="UBAID QURESHI" userId="dd4ae95d8f7c04fe" providerId="LiveId" clId="{AF920071-46B6-4E4C-A6D8-3E93B456AF12}" dt="2025-11-12T09:56:04.344" v="455" actId="14100"/>
        <pc:sldMkLst>
          <pc:docMk/>
          <pc:sldMk cId="1805058322" sldId="294"/>
        </pc:sldMkLst>
        <pc:cxnChg chg="add mod">
          <ac:chgData name="UBAID QURESHI" userId="dd4ae95d8f7c04fe" providerId="LiveId" clId="{AF920071-46B6-4E4C-A6D8-3E93B456AF12}" dt="2025-11-12T09:55:48.012" v="452" actId="14100"/>
          <ac:cxnSpMkLst>
            <pc:docMk/>
            <pc:sldMk cId="1805058322" sldId="294"/>
            <ac:cxnSpMk id="58" creationId="{A8D156D9-D0D5-BC24-4783-6B3A79E58823}"/>
          </ac:cxnSpMkLst>
        </pc:cxnChg>
        <pc:cxnChg chg="add mod">
          <ac:chgData name="UBAID QURESHI" userId="dd4ae95d8f7c04fe" providerId="LiveId" clId="{AF920071-46B6-4E4C-A6D8-3E93B456AF12}" dt="2025-11-12T09:56:04.344" v="455" actId="14100"/>
          <ac:cxnSpMkLst>
            <pc:docMk/>
            <pc:sldMk cId="1805058322" sldId="294"/>
            <ac:cxnSpMk id="61" creationId="{D09AD707-1E16-40CE-A7CB-BE203AFAB301}"/>
          </ac:cxnSpMkLst>
        </pc:cxnChg>
      </pc:sldChg>
      <pc:sldChg chg="modSp add mod">
        <pc:chgData name="UBAID QURESHI" userId="dd4ae95d8f7c04fe" providerId="LiveId" clId="{AF920071-46B6-4E4C-A6D8-3E93B456AF12}" dt="2025-11-12T09:57:15.507" v="458" actId="20577"/>
        <pc:sldMkLst>
          <pc:docMk/>
          <pc:sldMk cId="3331668743" sldId="295"/>
        </pc:sldMkLst>
        <pc:spChg chg="mod">
          <ac:chgData name="UBAID QURESHI" userId="dd4ae95d8f7c04fe" providerId="LiveId" clId="{AF920071-46B6-4E4C-A6D8-3E93B456AF12}" dt="2025-11-12T09:57:15.507" v="458" actId="20577"/>
          <ac:spMkLst>
            <pc:docMk/>
            <pc:sldMk cId="3331668743" sldId="295"/>
            <ac:spMk id="54" creationId="{3160F7DB-D9D8-454B-28EF-15531EAF4666}"/>
          </ac:spMkLst>
        </pc:spChg>
      </pc:sldChg>
      <pc:sldChg chg="addSp modSp add mod">
        <pc:chgData name="UBAID QURESHI" userId="dd4ae95d8f7c04fe" providerId="LiveId" clId="{AF920071-46B6-4E4C-A6D8-3E93B456AF12}" dt="2025-11-12T09:59:32.941" v="478" actId="1076"/>
        <pc:sldMkLst>
          <pc:docMk/>
          <pc:sldMk cId="1990481586" sldId="296"/>
        </pc:sldMkLst>
        <pc:spChg chg="add mod">
          <ac:chgData name="UBAID QURESHI" userId="dd4ae95d8f7c04fe" providerId="LiveId" clId="{AF920071-46B6-4E4C-A6D8-3E93B456AF12}" dt="2025-11-12T09:58:28.595" v="469" actId="20577"/>
          <ac:spMkLst>
            <pc:docMk/>
            <pc:sldMk cId="1990481586" sldId="296"/>
            <ac:spMk id="66" creationId="{B6DADB87-E5FA-0F62-B95A-A6BB5B0D0377}"/>
          </ac:spMkLst>
        </pc:spChg>
        <pc:spChg chg="add mod">
          <ac:chgData name="UBAID QURESHI" userId="dd4ae95d8f7c04fe" providerId="LiveId" clId="{AF920071-46B6-4E4C-A6D8-3E93B456AF12}" dt="2025-11-12T09:58:56.909" v="474" actId="14100"/>
          <ac:spMkLst>
            <pc:docMk/>
            <pc:sldMk cId="1990481586" sldId="296"/>
            <ac:spMk id="67" creationId="{5C1403BE-9EB3-85C4-31A1-8FE468835BBE}"/>
          </ac:spMkLst>
        </pc:spChg>
        <pc:spChg chg="add mod">
          <ac:chgData name="UBAID QURESHI" userId="dd4ae95d8f7c04fe" providerId="LiveId" clId="{AF920071-46B6-4E4C-A6D8-3E93B456AF12}" dt="2025-11-12T09:59:12.102" v="476" actId="1076"/>
          <ac:spMkLst>
            <pc:docMk/>
            <pc:sldMk cId="1990481586" sldId="296"/>
            <ac:spMk id="68" creationId="{736DB27B-FB19-7DDB-C07C-836D6E43F0A4}"/>
          </ac:spMkLst>
        </pc:spChg>
        <pc:spChg chg="add mod">
          <ac:chgData name="UBAID QURESHI" userId="dd4ae95d8f7c04fe" providerId="LiveId" clId="{AF920071-46B6-4E4C-A6D8-3E93B456AF12}" dt="2025-11-12T09:59:32.941" v="478" actId="1076"/>
          <ac:spMkLst>
            <pc:docMk/>
            <pc:sldMk cId="1990481586" sldId="296"/>
            <ac:spMk id="69" creationId="{9589A2E6-BF0E-2BD3-54D4-77DF63FBD5C9}"/>
          </ac:spMkLst>
        </pc:spChg>
        <pc:cxnChg chg="add mod">
          <ac:chgData name="UBAID QURESHI" userId="dd4ae95d8f7c04fe" providerId="LiveId" clId="{AF920071-46B6-4E4C-A6D8-3E93B456AF12}" dt="2025-11-12T09:57:40.986" v="462" actId="14100"/>
          <ac:cxnSpMkLst>
            <pc:docMk/>
            <pc:sldMk cId="1990481586" sldId="296"/>
            <ac:cxnSpMk id="60" creationId="{7785DF9C-3CCA-575F-DE93-A16414F44527}"/>
          </ac:cxnSpMkLst>
        </pc:cxnChg>
        <pc:cxnChg chg="add mod">
          <ac:chgData name="UBAID QURESHI" userId="dd4ae95d8f7c04fe" providerId="LiveId" clId="{AF920071-46B6-4E4C-A6D8-3E93B456AF12}" dt="2025-11-12T09:58:12.103" v="466" actId="14100"/>
          <ac:cxnSpMkLst>
            <pc:docMk/>
            <pc:sldMk cId="1990481586" sldId="296"/>
            <ac:cxnSpMk id="63" creationId="{1FE52CC4-6D74-8511-2146-7A0BB6ABEA90}"/>
          </ac:cxnSpMkLst>
        </pc:cxnChg>
      </pc:sldChg>
      <pc:sldChg chg="addSp delSp modSp add mod">
        <pc:chgData name="UBAID QURESHI" userId="dd4ae95d8f7c04fe" providerId="LiveId" clId="{AF920071-46B6-4E4C-A6D8-3E93B456AF12}" dt="2025-11-12T09:59:56.568" v="483" actId="207"/>
        <pc:sldMkLst>
          <pc:docMk/>
          <pc:sldMk cId="2114562768" sldId="297"/>
        </pc:sldMkLst>
        <pc:spChg chg="add mod">
          <ac:chgData name="UBAID QURESHI" userId="dd4ae95d8f7c04fe" providerId="LiveId" clId="{AF920071-46B6-4E4C-A6D8-3E93B456AF12}" dt="2025-11-12T09:59:53.750" v="482" actId="1076"/>
          <ac:spMkLst>
            <pc:docMk/>
            <pc:sldMk cId="2114562768" sldId="297"/>
            <ac:spMk id="62" creationId="{9766DCE3-0A5A-E67E-DE66-B1603F1A4802}"/>
          </ac:spMkLst>
        </pc:spChg>
        <pc:spChg chg="mod">
          <ac:chgData name="UBAID QURESHI" userId="dd4ae95d8f7c04fe" providerId="LiveId" clId="{AF920071-46B6-4E4C-A6D8-3E93B456AF12}" dt="2025-11-12T09:59:56.568" v="483" actId="207"/>
          <ac:spMkLst>
            <pc:docMk/>
            <pc:sldMk cId="2114562768" sldId="297"/>
            <ac:spMk id="67" creationId="{EF33D519-42D3-A4BB-84F1-8CD4E9FA5B3D}"/>
          </ac:spMkLst>
        </pc:spChg>
        <pc:spChg chg="del">
          <ac:chgData name="UBAID QURESHI" userId="dd4ae95d8f7c04fe" providerId="LiveId" clId="{AF920071-46B6-4E4C-A6D8-3E93B456AF12}" dt="2025-11-12T09:59:42.726" v="480" actId="478"/>
          <ac:spMkLst>
            <pc:docMk/>
            <pc:sldMk cId="2114562768" sldId="297"/>
            <ac:spMk id="69" creationId="{1041A219-72E5-222E-BBE1-2472281FCAE8}"/>
          </ac:spMkLst>
        </pc:spChg>
      </pc:sldChg>
      <pc:sldChg chg="addSp modSp add mod">
        <pc:chgData name="UBAID QURESHI" userId="dd4ae95d8f7c04fe" providerId="LiveId" clId="{AF920071-46B6-4E4C-A6D8-3E93B456AF12}" dt="2025-11-12T10:01:13.525" v="498" actId="1076"/>
        <pc:sldMkLst>
          <pc:docMk/>
          <pc:sldMk cId="1647960556" sldId="298"/>
        </pc:sldMkLst>
        <pc:spChg chg="mod">
          <ac:chgData name="UBAID QURESHI" userId="dd4ae95d8f7c04fe" providerId="LiveId" clId="{AF920071-46B6-4E4C-A6D8-3E93B456AF12}" dt="2025-11-12T10:01:13.525" v="498" actId="1076"/>
          <ac:spMkLst>
            <pc:docMk/>
            <pc:sldMk cId="1647960556" sldId="298"/>
            <ac:spMk id="54" creationId="{5485B38C-AF8F-A8EE-ED4E-BE301C49746D}"/>
          </ac:spMkLst>
        </pc:spChg>
        <pc:cxnChg chg="add mod">
          <ac:chgData name="UBAID QURESHI" userId="dd4ae95d8f7c04fe" providerId="LiveId" clId="{AF920071-46B6-4E4C-A6D8-3E93B456AF12}" dt="2025-11-12T10:00:19.628" v="487" actId="14100"/>
          <ac:cxnSpMkLst>
            <pc:docMk/>
            <pc:sldMk cId="1647960556" sldId="298"/>
            <ac:cxnSpMk id="64" creationId="{009F71EE-08DF-4C7D-6B50-21483AA426A6}"/>
          </ac:cxnSpMkLst>
        </pc:cxnChg>
        <pc:cxnChg chg="add mod">
          <ac:chgData name="UBAID QURESHI" userId="dd4ae95d8f7c04fe" providerId="LiveId" clId="{AF920071-46B6-4E4C-A6D8-3E93B456AF12}" dt="2025-11-12T10:00:23.912" v="488"/>
          <ac:cxnSpMkLst>
            <pc:docMk/>
            <pc:sldMk cId="1647960556" sldId="298"/>
            <ac:cxnSpMk id="69" creationId="{96CAB344-442F-0F5C-9EFD-9A968695CA42}"/>
          </ac:cxnSpMkLst>
        </pc:cxnChg>
        <pc:cxnChg chg="add mod">
          <ac:chgData name="UBAID QURESHI" userId="dd4ae95d8f7c04fe" providerId="LiveId" clId="{AF920071-46B6-4E4C-A6D8-3E93B456AF12}" dt="2025-11-12T10:00:36.527" v="491" actId="14100"/>
          <ac:cxnSpMkLst>
            <pc:docMk/>
            <pc:sldMk cId="1647960556" sldId="298"/>
            <ac:cxnSpMk id="70" creationId="{F6BCD8B0-A5B1-8491-7CAD-3A2B05613CBC}"/>
          </ac:cxnSpMkLst>
        </pc:cxnChg>
      </pc:sldChg>
      <pc:sldChg chg="addSp delSp modSp add mod">
        <pc:chgData name="UBAID QURESHI" userId="dd4ae95d8f7c04fe" providerId="LiveId" clId="{AF920071-46B6-4E4C-A6D8-3E93B456AF12}" dt="2025-11-12T10:01:41.550" v="502" actId="1076"/>
        <pc:sldMkLst>
          <pc:docMk/>
          <pc:sldMk cId="984861552" sldId="299"/>
        </pc:sldMkLst>
        <pc:spChg chg="del">
          <ac:chgData name="UBAID QURESHI" userId="dd4ae95d8f7c04fe" providerId="LiveId" clId="{AF920071-46B6-4E4C-A6D8-3E93B456AF12}" dt="2025-11-12T10:01:32.246" v="500" actId="478"/>
          <ac:spMkLst>
            <pc:docMk/>
            <pc:sldMk cId="984861552" sldId="299"/>
            <ac:spMk id="54" creationId="{10B9A060-0B6D-410B-DB28-9DE7AF9517B7}"/>
          </ac:spMkLst>
        </pc:spChg>
        <pc:spChg chg="add mod">
          <ac:chgData name="UBAID QURESHI" userId="dd4ae95d8f7c04fe" providerId="LiveId" clId="{AF920071-46B6-4E4C-A6D8-3E93B456AF12}" dt="2025-11-12T10:01:41.550" v="502" actId="1076"/>
          <ac:spMkLst>
            <pc:docMk/>
            <pc:sldMk cId="984861552" sldId="299"/>
            <ac:spMk id="65" creationId="{BD77E1CE-1DD5-BC9D-C031-DF41CAC47915}"/>
          </ac:spMkLst>
        </pc:spChg>
      </pc:sldChg>
      <pc:sldChg chg="addSp delSp modSp add mod">
        <pc:chgData name="UBAID QURESHI" userId="dd4ae95d8f7c04fe" providerId="LiveId" clId="{AF920071-46B6-4E4C-A6D8-3E93B456AF12}" dt="2025-11-12T10:02:22.147" v="508" actId="478"/>
        <pc:sldMkLst>
          <pc:docMk/>
          <pc:sldMk cId="1563351688" sldId="300"/>
        </pc:sldMkLst>
        <pc:cxnChg chg="add mod">
          <ac:chgData name="UBAID QURESHI" userId="dd4ae95d8f7c04fe" providerId="LiveId" clId="{AF920071-46B6-4E4C-A6D8-3E93B456AF12}" dt="2025-11-12T10:02:02.570" v="505" actId="1076"/>
          <ac:cxnSpMkLst>
            <pc:docMk/>
            <pc:sldMk cId="1563351688" sldId="300"/>
            <ac:cxnSpMk id="54" creationId="{A56EEA07-63B6-E964-23C4-466474FE17B3}"/>
          </ac:cxnSpMkLst>
        </pc:cxnChg>
        <pc:cxnChg chg="add del mod">
          <ac:chgData name="UBAID QURESHI" userId="dd4ae95d8f7c04fe" providerId="LiveId" clId="{AF920071-46B6-4E4C-A6D8-3E93B456AF12}" dt="2025-11-12T10:02:22.147" v="508" actId="478"/>
          <ac:cxnSpMkLst>
            <pc:docMk/>
            <pc:sldMk cId="1563351688" sldId="300"/>
            <ac:cxnSpMk id="69" creationId="{F696D6FA-30DD-B8FB-FB23-B25CB01D5160}"/>
          </ac:cxnSpMkLst>
        </pc:cxnChg>
      </pc:sldChg>
      <pc:sldChg chg="modSp add mod">
        <pc:chgData name="UBAID QURESHI" userId="dd4ae95d8f7c04fe" providerId="LiveId" clId="{AF920071-46B6-4E4C-A6D8-3E93B456AF12}" dt="2025-11-12T10:02:45.275" v="510" actId="20577"/>
        <pc:sldMkLst>
          <pc:docMk/>
          <pc:sldMk cId="821595237" sldId="301"/>
        </pc:sldMkLst>
        <pc:spChg chg="mod">
          <ac:chgData name="UBAID QURESHI" userId="dd4ae95d8f7c04fe" providerId="LiveId" clId="{AF920071-46B6-4E4C-A6D8-3E93B456AF12}" dt="2025-11-12T10:02:45.275" v="510" actId="20577"/>
          <ac:spMkLst>
            <pc:docMk/>
            <pc:sldMk cId="821595237" sldId="301"/>
            <ac:spMk id="41" creationId="{EEAE8CDD-FEA4-0090-4455-81E9C24EBC1A}"/>
          </ac:spMkLst>
        </pc:spChg>
      </pc:sldChg>
      <pc:sldChg chg="addSp modSp add mod">
        <pc:chgData name="UBAID QURESHI" userId="dd4ae95d8f7c04fe" providerId="LiveId" clId="{AF920071-46B6-4E4C-A6D8-3E93B456AF12}" dt="2025-11-12T10:04:30.972" v="529" actId="20577"/>
        <pc:sldMkLst>
          <pc:docMk/>
          <pc:sldMk cId="284694852" sldId="302"/>
        </pc:sldMkLst>
        <pc:spChg chg="mod">
          <ac:chgData name="UBAID QURESHI" userId="dd4ae95d8f7c04fe" providerId="LiveId" clId="{AF920071-46B6-4E4C-A6D8-3E93B456AF12}" dt="2025-11-12T10:04:19.745" v="527" actId="1076"/>
          <ac:spMkLst>
            <pc:docMk/>
            <pc:sldMk cId="284694852" sldId="302"/>
            <ac:spMk id="4" creationId="{8ECB2004-FF40-BAE4-6920-318C1D0F30F0}"/>
          </ac:spMkLst>
        </pc:spChg>
        <pc:spChg chg="add mod">
          <ac:chgData name="UBAID QURESHI" userId="dd4ae95d8f7c04fe" providerId="LiveId" clId="{AF920071-46B6-4E4C-A6D8-3E93B456AF12}" dt="2025-11-12T10:04:30.972" v="529" actId="20577"/>
          <ac:spMkLst>
            <pc:docMk/>
            <pc:sldMk cId="284694852" sldId="302"/>
            <ac:spMk id="75" creationId="{03C8AF02-BE47-D43D-8CE8-14AE7409D68C}"/>
          </ac:spMkLst>
        </pc:spChg>
        <pc:cxnChg chg="add mod">
          <ac:chgData name="UBAID QURESHI" userId="dd4ae95d8f7c04fe" providerId="LiveId" clId="{AF920071-46B6-4E4C-A6D8-3E93B456AF12}" dt="2025-11-12T10:04:08.922" v="524" actId="1076"/>
          <ac:cxnSpMkLst>
            <pc:docMk/>
            <pc:sldMk cId="284694852" sldId="302"/>
            <ac:cxnSpMk id="69" creationId="{67AB2F21-1F6F-9433-D4ED-0B54081E0B9C}"/>
          </ac:cxnSpMkLst>
        </pc:cxnChg>
        <pc:cxnChg chg="add mod">
          <ac:chgData name="UBAID QURESHI" userId="dd4ae95d8f7c04fe" providerId="LiveId" clId="{AF920071-46B6-4E4C-A6D8-3E93B456AF12}" dt="2025-11-12T10:04:02.615" v="522" actId="208"/>
          <ac:cxnSpMkLst>
            <pc:docMk/>
            <pc:sldMk cId="284694852" sldId="302"/>
            <ac:cxnSpMk id="71" creationId="{0F3E79C1-E871-7789-5BDE-CE3C5101D590}"/>
          </ac:cxnSpMkLst>
        </pc:cxnChg>
      </pc:sldChg>
      <pc:sldChg chg="addSp modSp add mod">
        <pc:chgData name="UBAID QURESHI" userId="dd4ae95d8f7c04fe" providerId="LiveId" clId="{AF920071-46B6-4E4C-A6D8-3E93B456AF12}" dt="2025-11-12T10:10:09.064" v="538" actId="1076"/>
        <pc:sldMkLst>
          <pc:docMk/>
          <pc:sldMk cId="4077698858" sldId="303"/>
        </pc:sldMkLst>
        <pc:spChg chg="add mod">
          <ac:chgData name="UBAID QURESHI" userId="dd4ae95d8f7c04fe" providerId="LiveId" clId="{AF920071-46B6-4E4C-A6D8-3E93B456AF12}" dt="2025-11-12T10:08:46.888" v="534" actId="20577"/>
          <ac:spMkLst>
            <pc:docMk/>
            <pc:sldMk cId="4077698858" sldId="303"/>
            <ac:spMk id="72" creationId="{844B5E25-48FA-ED22-4121-4257D382A5A5}"/>
          </ac:spMkLst>
        </pc:spChg>
        <pc:spChg chg="add mod">
          <ac:chgData name="UBAID QURESHI" userId="dd4ae95d8f7c04fe" providerId="LiveId" clId="{AF920071-46B6-4E4C-A6D8-3E93B456AF12}" dt="2025-11-12T10:09:01.364" v="536" actId="1076"/>
          <ac:spMkLst>
            <pc:docMk/>
            <pc:sldMk cId="4077698858" sldId="303"/>
            <ac:spMk id="73" creationId="{7A5CF7D2-AA34-7EF6-07AE-B6B44C25156C}"/>
          </ac:spMkLst>
        </pc:spChg>
        <pc:spChg chg="add mod">
          <ac:chgData name="UBAID QURESHI" userId="dd4ae95d8f7c04fe" providerId="LiveId" clId="{AF920071-46B6-4E4C-A6D8-3E93B456AF12}" dt="2025-11-12T10:10:09.064" v="538" actId="1076"/>
          <ac:spMkLst>
            <pc:docMk/>
            <pc:sldMk cId="4077698858" sldId="303"/>
            <ac:spMk id="74" creationId="{C79E7C5E-DD5F-D4EA-5340-A24157B3A1D7}"/>
          </ac:spMkLst>
        </pc:spChg>
      </pc:sldChg>
      <pc:sldChg chg="modSp add mod">
        <pc:chgData name="UBAID QURESHI" userId="dd4ae95d8f7c04fe" providerId="LiveId" clId="{AF920071-46B6-4E4C-A6D8-3E93B456AF12}" dt="2025-11-12T10:10:22.445" v="540" actId="1076"/>
        <pc:sldMkLst>
          <pc:docMk/>
          <pc:sldMk cId="1366881699" sldId="304"/>
        </pc:sldMkLst>
        <pc:spChg chg="mod">
          <ac:chgData name="UBAID QURESHI" userId="dd4ae95d8f7c04fe" providerId="LiveId" clId="{AF920071-46B6-4E4C-A6D8-3E93B456AF12}" dt="2025-11-12T10:10:22.445" v="540" actId="1076"/>
          <ac:spMkLst>
            <pc:docMk/>
            <pc:sldMk cId="1366881699" sldId="304"/>
            <ac:spMk id="74" creationId="{5DDEECE4-1EF8-0E20-BB43-1386B41F17CF}"/>
          </ac:spMkLst>
        </pc:spChg>
      </pc:sldChg>
      <pc:sldChg chg="addSp delSp modSp add mod">
        <pc:chgData name="UBAID QURESHI" userId="dd4ae95d8f7c04fe" providerId="LiveId" clId="{AF920071-46B6-4E4C-A6D8-3E93B456AF12}" dt="2025-11-12T10:10:49.031" v="545" actId="20577"/>
        <pc:sldMkLst>
          <pc:docMk/>
          <pc:sldMk cId="2922212799" sldId="305"/>
        </pc:sldMkLst>
        <pc:spChg chg="del">
          <ac:chgData name="UBAID QURESHI" userId="dd4ae95d8f7c04fe" providerId="LiveId" clId="{AF920071-46B6-4E4C-A6D8-3E93B456AF12}" dt="2025-11-12T10:10:33.621" v="542" actId="478"/>
          <ac:spMkLst>
            <pc:docMk/>
            <pc:sldMk cId="2922212799" sldId="305"/>
            <ac:spMk id="74" creationId="{A70244F7-DC1D-0E1E-3CED-D600785AEA43}"/>
          </ac:spMkLst>
        </pc:spChg>
        <pc:spChg chg="add mod">
          <ac:chgData name="UBAID QURESHI" userId="dd4ae95d8f7c04fe" providerId="LiveId" clId="{AF920071-46B6-4E4C-A6D8-3E93B456AF12}" dt="2025-11-12T10:10:49.031" v="545" actId="20577"/>
          <ac:spMkLst>
            <pc:docMk/>
            <pc:sldMk cId="2922212799" sldId="305"/>
            <ac:spMk id="76" creationId="{9CC62332-44C6-010D-4DFD-C06DFC95EEAD}"/>
          </ac:spMkLst>
        </pc:spChg>
      </pc:sldChg>
      <pc:sldChg chg="addSp modSp add mod">
        <pc:chgData name="UBAID QURESHI" userId="dd4ae95d8f7c04fe" providerId="LiveId" clId="{AF920071-46B6-4E4C-A6D8-3E93B456AF12}" dt="2025-11-12T10:11:40.778" v="552" actId="20577"/>
        <pc:sldMkLst>
          <pc:docMk/>
          <pc:sldMk cId="1006571857" sldId="306"/>
        </pc:sldMkLst>
        <pc:spChg chg="add mod">
          <ac:chgData name="UBAID QURESHI" userId="dd4ae95d8f7c04fe" providerId="LiveId" clId="{AF920071-46B6-4E4C-A6D8-3E93B456AF12}" dt="2025-11-12T10:11:40.778" v="552" actId="20577"/>
          <ac:spMkLst>
            <pc:docMk/>
            <pc:sldMk cId="1006571857" sldId="306"/>
            <ac:spMk id="78" creationId="{3C38CD01-1686-2F60-F434-3F94DC6D5837}"/>
          </ac:spMkLst>
        </pc:spChg>
        <pc:cxnChg chg="add mod">
          <ac:chgData name="UBAID QURESHI" userId="dd4ae95d8f7c04fe" providerId="LiveId" clId="{AF920071-46B6-4E4C-A6D8-3E93B456AF12}" dt="2025-11-12T10:11:09.714" v="549" actId="14100"/>
          <ac:cxnSpMkLst>
            <pc:docMk/>
            <pc:sldMk cId="1006571857" sldId="306"/>
            <ac:cxnSpMk id="74" creationId="{07D0D916-9D4A-3507-1D4A-49EF13C97159}"/>
          </ac:cxnSpMkLst>
        </pc:cxnChg>
      </pc:sldChg>
      <pc:sldChg chg="addSp modSp add mod">
        <pc:chgData name="UBAID QURESHI" userId="dd4ae95d8f7c04fe" providerId="LiveId" clId="{AF920071-46B6-4E4C-A6D8-3E93B456AF12}" dt="2025-11-12T10:13:12.961" v="563" actId="1076"/>
        <pc:sldMkLst>
          <pc:docMk/>
          <pc:sldMk cId="2007535426" sldId="307"/>
        </pc:sldMkLst>
        <pc:spChg chg="add mod">
          <ac:chgData name="UBAID QURESHI" userId="dd4ae95d8f7c04fe" providerId="LiveId" clId="{AF920071-46B6-4E4C-A6D8-3E93B456AF12}" dt="2025-11-12T10:12:31.577" v="559" actId="14100"/>
          <ac:spMkLst>
            <pc:docMk/>
            <pc:sldMk cId="2007535426" sldId="307"/>
            <ac:spMk id="77" creationId="{BD727E1D-D57E-7DFD-CD00-C45DDE75E6F9}"/>
          </ac:spMkLst>
        </pc:spChg>
        <pc:spChg chg="add mod">
          <ac:chgData name="UBAID QURESHI" userId="dd4ae95d8f7c04fe" providerId="LiveId" clId="{AF920071-46B6-4E4C-A6D8-3E93B456AF12}" dt="2025-11-12T10:12:45.749" v="561" actId="1076"/>
          <ac:spMkLst>
            <pc:docMk/>
            <pc:sldMk cId="2007535426" sldId="307"/>
            <ac:spMk id="79" creationId="{C1EE9842-17D1-DEFC-D9BE-EDE1BE0B0A72}"/>
          </ac:spMkLst>
        </pc:spChg>
        <pc:spChg chg="add mod">
          <ac:chgData name="UBAID QURESHI" userId="dd4ae95d8f7c04fe" providerId="LiveId" clId="{AF920071-46B6-4E4C-A6D8-3E93B456AF12}" dt="2025-11-12T10:13:12.961" v="563" actId="1076"/>
          <ac:spMkLst>
            <pc:docMk/>
            <pc:sldMk cId="2007535426" sldId="307"/>
            <ac:spMk id="80" creationId="{F07F2671-A378-4663-90B3-97DDF78FB8CD}"/>
          </ac:spMkLst>
        </pc:spChg>
      </pc:sldChg>
      <pc:sldChg chg="addSp delSp modSp add mod">
        <pc:chgData name="UBAID QURESHI" userId="dd4ae95d8f7c04fe" providerId="LiveId" clId="{AF920071-46B6-4E4C-A6D8-3E93B456AF12}" dt="2025-11-12T10:13:54.586" v="568" actId="207"/>
        <pc:sldMkLst>
          <pc:docMk/>
          <pc:sldMk cId="456170276" sldId="308"/>
        </pc:sldMkLst>
        <pc:spChg chg="mod">
          <ac:chgData name="UBAID QURESHI" userId="dd4ae95d8f7c04fe" providerId="LiveId" clId="{AF920071-46B6-4E4C-A6D8-3E93B456AF12}" dt="2025-11-12T10:13:54.586" v="568" actId="207"/>
          <ac:spMkLst>
            <pc:docMk/>
            <pc:sldMk cId="456170276" sldId="308"/>
            <ac:spMk id="77" creationId="{41ADD681-A8D9-B1FD-21FF-3D6B540F8A5D}"/>
          </ac:spMkLst>
        </pc:spChg>
        <pc:spChg chg="del">
          <ac:chgData name="UBAID QURESHI" userId="dd4ae95d8f7c04fe" providerId="LiveId" clId="{AF920071-46B6-4E4C-A6D8-3E93B456AF12}" dt="2025-11-12T10:13:25.590" v="565" actId="478"/>
          <ac:spMkLst>
            <pc:docMk/>
            <pc:sldMk cId="456170276" sldId="308"/>
            <ac:spMk id="80" creationId="{AE462767-CD85-240F-93BC-06E2C3C3D400}"/>
          </ac:spMkLst>
        </pc:spChg>
        <pc:spChg chg="add mod">
          <ac:chgData name="UBAID QURESHI" userId="dd4ae95d8f7c04fe" providerId="LiveId" clId="{AF920071-46B6-4E4C-A6D8-3E93B456AF12}" dt="2025-11-12T10:13:40.788" v="567" actId="1076"/>
          <ac:spMkLst>
            <pc:docMk/>
            <pc:sldMk cId="456170276" sldId="308"/>
            <ac:spMk id="81" creationId="{674D94A7-64AB-9F5C-340F-396AAD96AE0B}"/>
          </ac:spMkLst>
        </pc:spChg>
      </pc:sldChg>
      <pc:sldChg chg="addSp modSp add mod">
        <pc:chgData name="UBAID QURESHI" userId="dd4ae95d8f7c04fe" providerId="LiveId" clId="{AF920071-46B6-4E4C-A6D8-3E93B456AF12}" dt="2025-11-12T10:14:46.061" v="574" actId="20577"/>
        <pc:sldMkLst>
          <pc:docMk/>
          <pc:sldMk cId="2854973923" sldId="309"/>
        </pc:sldMkLst>
        <pc:spChg chg="mod">
          <ac:chgData name="UBAID QURESHI" userId="dd4ae95d8f7c04fe" providerId="LiveId" clId="{AF920071-46B6-4E4C-A6D8-3E93B456AF12}" dt="2025-11-12T10:14:46.061" v="574" actId="20577"/>
          <ac:spMkLst>
            <pc:docMk/>
            <pc:sldMk cId="2854973923" sldId="309"/>
            <ac:spMk id="76" creationId="{B67D8C79-57BD-9072-025B-A7D89D693BF9}"/>
          </ac:spMkLst>
        </pc:spChg>
        <pc:cxnChg chg="add mod">
          <ac:chgData name="UBAID QURESHI" userId="dd4ae95d8f7c04fe" providerId="LiveId" clId="{AF920071-46B6-4E4C-A6D8-3E93B456AF12}" dt="2025-11-12T10:14:20.795" v="573" actId="1076"/>
          <ac:cxnSpMkLst>
            <pc:docMk/>
            <pc:sldMk cId="2854973923" sldId="309"/>
            <ac:cxnSpMk id="80" creationId="{A1DF0877-69CC-7B8B-6B7F-7D5F93334C32}"/>
          </ac:cxnSpMkLst>
        </pc:cxnChg>
      </pc:sldChg>
      <pc:sldChg chg="addSp modSp add mod">
        <pc:chgData name="UBAID QURESHI" userId="dd4ae95d8f7c04fe" providerId="LiveId" clId="{AF920071-46B6-4E4C-A6D8-3E93B456AF12}" dt="2025-11-12T10:15:38.576" v="582" actId="20577"/>
        <pc:sldMkLst>
          <pc:docMk/>
          <pc:sldMk cId="2176663867" sldId="310"/>
        </pc:sldMkLst>
        <pc:spChg chg="add mod">
          <ac:chgData name="UBAID QURESHI" userId="dd4ae95d8f7c04fe" providerId="LiveId" clId="{AF920071-46B6-4E4C-A6D8-3E93B456AF12}" dt="2025-11-12T10:15:38.576" v="582" actId="20577"/>
          <ac:spMkLst>
            <pc:docMk/>
            <pc:sldMk cId="2176663867" sldId="310"/>
            <ac:spMk id="84" creationId="{E892A005-934F-7CFA-34E2-138E9CB04042}"/>
          </ac:spMkLst>
        </pc:spChg>
        <pc:cxnChg chg="add mod">
          <ac:chgData name="UBAID QURESHI" userId="dd4ae95d8f7c04fe" providerId="LiveId" clId="{AF920071-46B6-4E4C-A6D8-3E93B456AF12}" dt="2025-11-12T10:15:12.064" v="578" actId="208"/>
          <ac:cxnSpMkLst>
            <pc:docMk/>
            <pc:sldMk cId="2176663867" sldId="310"/>
            <ac:cxnSpMk id="82" creationId="{DEAE4FB7-9629-816B-6464-FE84BC78FE38}"/>
          </ac:cxnSpMkLst>
        </pc:cxnChg>
        <pc:cxnChg chg="add mod">
          <ac:chgData name="UBAID QURESHI" userId="dd4ae95d8f7c04fe" providerId="LiveId" clId="{AF920071-46B6-4E4C-A6D8-3E93B456AF12}" dt="2025-11-12T10:15:12.064" v="578" actId="208"/>
          <ac:cxnSpMkLst>
            <pc:docMk/>
            <pc:sldMk cId="2176663867" sldId="310"/>
            <ac:cxnSpMk id="83" creationId="{890EA474-429B-B35E-9FAB-446CF24F5DDC}"/>
          </ac:cxnSpMkLst>
        </pc:cxnChg>
      </pc:sldChg>
      <pc:sldChg chg="addSp modSp add mod">
        <pc:chgData name="UBAID QURESHI" userId="dd4ae95d8f7c04fe" providerId="LiveId" clId="{AF920071-46B6-4E4C-A6D8-3E93B456AF12}" dt="2025-11-12T10:17:53.473" v="592" actId="1076"/>
        <pc:sldMkLst>
          <pc:docMk/>
          <pc:sldMk cId="846982723" sldId="311"/>
        </pc:sldMkLst>
        <pc:spChg chg="add mod">
          <ac:chgData name="UBAID QURESHI" userId="dd4ae95d8f7c04fe" providerId="LiveId" clId="{AF920071-46B6-4E4C-A6D8-3E93B456AF12}" dt="2025-11-12T10:16:34.077" v="588" actId="14100"/>
          <ac:spMkLst>
            <pc:docMk/>
            <pc:sldMk cId="846982723" sldId="311"/>
            <ac:spMk id="85" creationId="{140E38FD-247E-8797-24F5-07D9795C9486}"/>
          </ac:spMkLst>
        </pc:spChg>
        <pc:spChg chg="add mod">
          <ac:chgData name="UBAID QURESHI" userId="dd4ae95d8f7c04fe" providerId="LiveId" clId="{AF920071-46B6-4E4C-A6D8-3E93B456AF12}" dt="2025-11-12T10:17:24.052" v="590" actId="1076"/>
          <ac:spMkLst>
            <pc:docMk/>
            <pc:sldMk cId="846982723" sldId="311"/>
            <ac:spMk id="86" creationId="{D0D1AEF9-CD75-60D1-69AE-CA5B7175C32A}"/>
          </ac:spMkLst>
        </pc:spChg>
        <pc:spChg chg="add mod">
          <ac:chgData name="UBAID QURESHI" userId="dd4ae95d8f7c04fe" providerId="LiveId" clId="{AF920071-46B6-4E4C-A6D8-3E93B456AF12}" dt="2025-11-12T10:17:53.473" v="592" actId="1076"/>
          <ac:spMkLst>
            <pc:docMk/>
            <pc:sldMk cId="846982723" sldId="311"/>
            <ac:spMk id="87" creationId="{F142D9A6-6604-065C-F976-E21DBA6B3017}"/>
          </ac:spMkLst>
        </pc:spChg>
      </pc:sldChg>
      <pc:sldChg chg="addSp delSp modSp add mod">
        <pc:chgData name="UBAID QURESHI" userId="dd4ae95d8f7c04fe" providerId="LiveId" clId="{AF920071-46B6-4E4C-A6D8-3E93B456AF12}" dt="2025-11-12T10:18:35.979" v="597" actId="207"/>
        <pc:sldMkLst>
          <pc:docMk/>
          <pc:sldMk cId="4078417820" sldId="312"/>
        </pc:sldMkLst>
        <pc:spChg chg="mod">
          <ac:chgData name="UBAID QURESHI" userId="dd4ae95d8f7c04fe" providerId="LiveId" clId="{AF920071-46B6-4E4C-A6D8-3E93B456AF12}" dt="2025-11-12T10:18:35.979" v="597" actId="207"/>
          <ac:spMkLst>
            <pc:docMk/>
            <pc:sldMk cId="4078417820" sldId="312"/>
            <ac:spMk id="85" creationId="{1685B875-774C-35B2-4E6B-DACF1A065EC9}"/>
          </ac:spMkLst>
        </pc:spChg>
        <pc:spChg chg="del">
          <ac:chgData name="UBAID QURESHI" userId="dd4ae95d8f7c04fe" providerId="LiveId" clId="{AF920071-46B6-4E4C-A6D8-3E93B456AF12}" dt="2025-11-12T10:18:07.666" v="594" actId="478"/>
          <ac:spMkLst>
            <pc:docMk/>
            <pc:sldMk cId="4078417820" sldId="312"/>
            <ac:spMk id="87" creationId="{8236608D-D712-17DC-D108-AE678603C288}"/>
          </ac:spMkLst>
        </pc:spChg>
        <pc:spChg chg="add mod">
          <ac:chgData name="UBAID QURESHI" userId="dd4ae95d8f7c04fe" providerId="LiveId" clId="{AF920071-46B6-4E4C-A6D8-3E93B456AF12}" dt="2025-11-12T10:18:17.394" v="596" actId="1076"/>
          <ac:spMkLst>
            <pc:docMk/>
            <pc:sldMk cId="4078417820" sldId="312"/>
            <ac:spMk id="88" creationId="{50AC3155-A694-29C9-849E-6D65B7F09B35}"/>
          </ac:spMkLst>
        </pc:spChg>
      </pc:sldChg>
      <pc:sldChg chg="addSp modSp add mod">
        <pc:chgData name="UBAID QURESHI" userId="dd4ae95d8f7c04fe" providerId="LiveId" clId="{AF920071-46B6-4E4C-A6D8-3E93B456AF12}" dt="2025-11-12T10:19:38.541" v="608" actId="20577"/>
        <pc:sldMkLst>
          <pc:docMk/>
          <pc:sldMk cId="2005642603" sldId="313"/>
        </pc:sldMkLst>
        <pc:spChg chg="mod">
          <ac:chgData name="UBAID QURESHI" userId="dd4ae95d8f7c04fe" providerId="LiveId" clId="{AF920071-46B6-4E4C-A6D8-3E93B456AF12}" dt="2025-11-12T10:19:38.541" v="608" actId="20577"/>
          <ac:spMkLst>
            <pc:docMk/>
            <pc:sldMk cId="2005642603" sldId="313"/>
            <ac:spMk id="76" creationId="{A90F6504-A035-3747-31F7-44ADA9657353}"/>
          </ac:spMkLst>
        </pc:spChg>
        <pc:cxnChg chg="add mod">
          <ac:chgData name="UBAID QURESHI" userId="dd4ae95d8f7c04fe" providerId="LiveId" clId="{AF920071-46B6-4E4C-A6D8-3E93B456AF12}" dt="2025-11-12T10:18:56.736" v="601" actId="14100"/>
          <ac:cxnSpMkLst>
            <pc:docMk/>
            <pc:sldMk cId="2005642603" sldId="313"/>
            <ac:cxnSpMk id="87" creationId="{55DA1AAA-9171-FE9A-9415-7CA5E30251D6}"/>
          </ac:cxnSpMkLst>
        </pc:cxnChg>
        <pc:cxnChg chg="add mod">
          <ac:chgData name="UBAID QURESHI" userId="dd4ae95d8f7c04fe" providerId="LiveId" clId="{AF920071-46B6-4E4C-A6D8-3E93B456AF12}" dt="2025-11-12T10:19:22.895" v="607" actId="1076"/>
          <ac:cxnSpMkLst>
            <pc:docMk/>
            <pc:sldMk cId="2005642603" sldId="313"/>
            <ac:cxnSpMk id="90" creationId="{E9337ADA-8039-2925-A3DF-F36B07AC852E}"/>
          </ac:cxnSpMkLst>
        </pc:cxnChg>
      </pc:sldChg>
      <pc:sldChg chg="addSp modSp add mod">
        <pc:chgData name="UBAID QURESHI" userId="dd4ae95d8f7c04fe" providerId="LiveId" clId="{AF920071-46B6-4E4C-A6D8-3E93B456AF12}" dt="2025-11-12T10:21:25.841" v="622" actId="20577"/>
        <pc:sldMkLst>
          <pc:docMk/>
          <pc:sldMk cId="2522748576" sldId="314"/>
        </pc:sldMkLst>
        <pc:spChg chg="add mod">
          <ac:chgData name="UBAID QURESHI" userId="dd4ae95d8f7c04fe" providerId="LiveId" clId="{AF920071-46B6-4E4C-A6D8-3E93B456AF12}" dt="2025-11-12T10:21:25.841" v="622" actId="20577"/>
          <ac:spMkLst>
            <pc:docMk/>
            <pc:sldMk cId="2522748576" sldId="314"/>
            <ac:spMk id="96" creationId="{085A31F7-9175-A404-3459-896766EA1BDE}"/>
          </ac:spMkLst>
        </pc:spChg>
        <pc:cxnChg chg="add mod">
          <ac:chgData name="UBAID QURESHI" userId="dd4ae95d8f7c04fe" providerId="LiveId" clId="{AF920071-46B6-4E4C-A6D8-3E93B456AF12}" dt="2025-11-12T10:21:03.423" v="619" actId="14100"/>
          <ac:cxnSpMkLst>
            <pc:docMk/>
            <pc:sldMk cId="2522748576" sldId="314"/>
            <ac:cxnSpMk id="89" creationId="{A70D3380-E1CA-9F31-64CB-73531A14D443}"/>
          </ac:cxnSpMkLst>
        </pc:cxnChg>
        <pc:cxnChg chg="add mod">
          <ac:chgData name="UBAID QURESHI" userId="dd4ae95d8f7c04fe" providerId="LiveId" clId="{AF920071-46B6-4E4C-A6D8-3E93B456AF12}" dt="2025-11-12T10:20:51.825" v="618" actId="1076"/>
          <ac:cxnSpMkLst>
            <pc:docMk/>
            <pc:sldMk cId="2522748576" sldId="314"/>
            <ac:cxnSpMk id="92" creationId="{89DC3B4C-4F9D-80F4-2C59-EBACCC1973B7}"/>
          </ac:cxnSpMkLst>
        </pc:cxnChg>
      </pc:sldChg>
      <pc:sldChg chg="addSp modSp add mod">
        <pc:chgData name="UBAID QURESHI" userId="dd4ae95d8f7c04fe" providerId="LiveId" clId="{AF920071-46B6-4E4C-A6D8-3E93B456AF12}" dt="2025-11-12T10:22:36.193" v="631" actId="1076"/>
        <pc:sldMkLst>
          <pc:docMk/>
          <pc:sldMk cId="260729556" sldId="315"/>
        </pc:sldMkLst>
        <pc:spChg chg="add mod">
          <ac:chgData name="UBAID QURESHI" userId="dd4ae95d8f7c04fe" providerId="LiveId" clId="{AF920071-46B6-4E4C-A6D8-3E93B456AF12}" dt="2025-11-12T10:22:05.642" v="627" actId="14100"/>
          <ac:spMkLst>
            <pc:docMk/>
            <pc:sldMk cId="260729556" sldId="315"/>
            <ac:spMk id="91" creationId="{E09FCEDE-C4F2-3F7B-ECFA-4E985DD135FE}"/>
          </ac:spMkLst>
        </pc:spChg>
        <pc:spChg chg="add mod">
          <ac:chgData name="UBAID QURESHI" userId="dd4ae95d8f7c04fe" providerId="LiveId" clId="{AF920071-46B6-4E4C-A6D8-3E93B456AF12}" dt="2025-11-12T10:22:15.636" v="629" actId="1076"/>
          <ac:spMkLst>
            <pc:docMk/>
            <pc:sldMk cId="260729556" sldId="315"/>
            <ac:spMk id="93" creationId="{794F3163-2D30-AA38-9010-2F140804055E}"/>
          </ac:spMkLst>
        </pc:spChg>
        <pc:spChg chg="add mod">
          <ac:chgData name="UBAID QURESHI" userId="dd4ae95d8f7c04fe" providerId="LiveId" clId="{AF920071-46B6-4E4C-A6D8-3E93B456AF12}" dt="2025-11-12T10:22:36.193" v="631" actId="1076"/>
          <ac:spMkLst>
            <pc:docMk/>
            <pc:sldMk cId="260729556" sldId="315"/>
            <ac:spMk id="94" creationId="{8389C363-E090-5670-4ACF-B63D6A8B484E}"/>
          </ac:spMkLst>
        </pc:spChg>
      </pc:sldChg>
      <pc:sldChg chg="addSp delSp modSp add mod">
        <pc:chgData name="UBAID QURESHI" userId="dd4ae95d8f7c04fe" providerId="LiveId" clId="{AF920071-46B6-4E4C-A6D8-3E93B456AF12}" dt="2025-11-12T10:23:49.767" v="637" actId="207"/>
        <pc:sldMkLst>
          <pc:docMk/>
          <pc:sldMk cId="4058308012" sldId="316"/>
        </pc:sldMkLst>
        <pc:spChg chg="mod">
          <ac:chgData name="UBAID QURESHI" userId="dd4ae95d8f7c04fe" providerId="LiveId" clId="{AF920071-46B6-4E4C-A6D8-3E93B456AF12}" dt="2025-11-12T10:23:49.767" v="637" actId="207"/>
          <ac:spMkLst>
            <pc:docMk/>
            <pc:sldMk cId="4058308012" sldId="316"/>
            <ac:spMk id="91" creationId="{AAFA3DAA-72FB-5D36-FC12-050FD355A3AE}"/>
          </ac:spMkLst>
        </pc:spChg>
        <pc:spChg chg="del">
          <ac:chgData name="UBAID QURESHI" userId="dd4ae95d8f7c04fe" providerId="LiveId" clId="{AF920071-46B6-4E4C-A6D8-3E93B456AF12}" dt="2025-11-12T10:23:33.849" v="633" actId="478"/>
          <ac:spMkLst>
            <pc:docMk/>
            <pc:sldMk cId="4058308012" sldId="316"/>
            <ac:spMk id="94" creationId="{FBA5C7A1-45B7-4588-2894-B9642B5A3CB8}"/>
          </ac:spMkLst>
        </pc:spChg>
        <pc:spChg chg="add mod">
          <ac:chgData name="UBAID QURESHI" userId="dd4ae95d8f7c04fe" providerId="LiveId" clId="{AF920071-46B6-4E4C-A6D8-3E93B456AF12}" dt="2025-11-12T10:23:42.904" v="636" actId="1076"/>
          <ac:spMkLst>
            <pc:docMk/>
            <pc:sldMk cId="4058308012" sldId="316"/>
            <ac:spMk id="95" creationId="{A4222F34-1517-3E1C-CAD0-1C539AB37111}"/>
          </ac:spMkLst>
        </pc:spChg>
      </pc:sldChg>
      <pc:sldChg chg="addSp modSp add mod">
        <pc:chgData name="UBAID QURESHI" userId="dd4ae95d8f7c04fe" providerId="LiveId" clId="{AF920071-46B6-4E4C-A6D8-3E93B456AF12}" dt="2025-11-12T10:24:44.102" v="648" actId="20577"/>
        <pc:sldMkLst>
          <pc:docMk/>
          <pc:sldMk cId="236301885" sldId="317"/>
        </pc:sldMkLst>
        <pc:spChg chg="mod">
          <ac:chgData name="UBAID QURESHI" userId="dd4ae95d8f7c04fe" providerId="LiveId" clId="{AF920071-46B6-4E4C-A6D8-3E93B456AF12}" dt="2025-11-12T10:24:44.102" v="648" actId="20577"/>
          <ac:spMkLst>
            <pc:docMk/>
            <pc:sldMk cId="236301885" sldId="317"/>
            <ac:spMk id="76" creationId="{5340B4D4-B485-E114-6466-83D82AA981AA}"/>
          </ac:spMkLst>
        </pc:spChg>
        <pc:cxnChg chg="add mod">
          <ac:chgData name="UBAID QURESHI" userId="dd4ae95d8f7c04fe" providerId="LiveId" clId="{AF920071-46B6-4E4C-A6D8-3E93B456AF12}" dt="2025-11-12T10:24:21.296" v="641" actId="14100"/>
          <ac:cxnSpMkLst>
            <pc:docMk/>
            <pc:sldMk cId="236301885" sldId="317"/>
            <ac:cxnSpMk id="94" creationId="{677D88D1-752B-4F0F-581C-497696DE21DC}"/>
          </ac:cxnSpMkLst>
        </pc:cxnChg>
        <pc:cxnChg chg="add mod">
          <ac:chgData name="UBAID QURESHI" userId="dd4ae95d8f7c04fe" providerId="LiveId" clId="{AF920071-46B6-4E4C-A6D8-3E93B456AF12}" dt="2025-11-12T10:24:34.732" v="645" actId="14100"/>
          <ac:cxnSpMkLst>
            <pc:docMk/>
            <pc:sldMk cId="236301885" sldId="317"/>
            <ac:cxnSpMk id="98" creationId="{391A1131-163D-BB93-3D0C-0734FC0C8D6B}"/>
          </ac:cxnSpMkLst>
        </pc:cxnChg>
      </pc:sldChg>
      <pc:sldChg chg="addSp delSp modSp add mod">
        <pc:chgData name="UBAID QURESHI" userId="dd4ae95d8f7c04fe" providerId="LiveId" clId="{AF920071-46B6-4E4C-A6D8-3E93B456AF12}" dt="2025-11-12T10:25:04.903" v="652" actId="1076"/>
        <pc:sldMkLst>
          <pc:docMk/>
          <pc:sldMk cId="1230261050" sldId="318"/>
        </pc:sldMkLst>
        <pc:spChg chg="del">
          <ac:chgData name="UBAID QURESHI" userId="dd4ae95d8f7c04fe" providerId="LiveId" clId="{AF920071-46B6-4E4C-A6D8-3E93B456AF12}" dt="2025-11-12T10:24:54.963" v="650" actId="478"/>
          <ac:spMkLst>
            <pc:docMk/>
            <pc:sldMk cId="1230261050" sldId="318"/>
            <ac:spMk id="76" creationId="{80DD569C-DB26-5DCA-0AAA-BD1CED730827}"/>
          </ac:spMkLst>
        </pc:spChg>
        <pc:spChg chg="add mod">
          <ac:chgData name="UBAID QURESHI" userId="dd4ae95d8f7c04fe" providerId="LiveId" clId="{AF920071-46B6-4E4C-A6D8-3E93B456AF12}" dt="2025-11-12T10:25:04.903" v="652" actId="1076"/>
          <ac:spMkLst>
            <pc:docMk/>
            <pc:sldMk cId="1230261050" sldId="318"/>
            <ac:spMk id="97" creationId="{16BC064D-3C0E-E777-D151-C2FDEECAFD61}"/>
          </ac:spMkLst>
        </pc:spChg>
      </pc:sldChg>
      <pc:sldChg chg="addSp modSp add mod">
        <pc:chgData name="UBAID QURESHI" userId="dd4ae95d8f7c04fe" providerId="LiveId" clId="{AF920071-46B6-4E4C-A6D8-3E93B456AF12}" dt="2025-11-12T10:25:47.001" v="656" actId="20577"/>
        <pc:sldMkLst>
          <pc:docMk/>
          <pc:sldMk cId="3178815883" sldId="319"/>
        </pc:sldMkLst>
        <pc:spChg chg="mod">
          <ac:chgData name="UBAID QURESHI" userId="dd4ae95d8f7c04fe" providerId="LiveId" clId="{AF920071-46B6-4E4C-A6D8-3E93B456AF12}" dt="2025-11-12T10:25:47.001" v="656" actId="20577"/>
          <ac:spMkLst>
            <pc:docMk/>
            <pc:sldMk cId="3178815883" sldId="319"/>
            <ac:spMk id="41" creationId="{ABF289EF-2A4F-5159-9C4A-BB2304D07CCF}"/>
          </ac:spMkLst>
        </pc:spChg>
        <pc:cxnChg chg="add mod">
          <ac:chgData name="UBAID QURESHI" userId="dd4ae95d8f7c04fe" providerId="LiveId" clId="{AF920071-46B6-4E4C-A6D8-3E93B456AF12}" dt="2025-11-12T10:25:41.217" v="655" actId="1076"/>
          <ac:cxnSpMkLst>
            <pc:docMk/>
            <pc:sldMk cId="3178815883" sldId="319"/>
            <ac:cxnSpMk id="76" creationId="{F321E80D-C435-1867-A9AE-1494301FB018}"/>
          </ac:cxnSpMkLst>
        </pc:cxnChg>
      </pc:sldChg>
      <pc:sldChg chg="addSp delSp modSp add mod">
        <pc:chgData name="UBAID QURESHI" userId="dd4ae95d8f7c04fe" providerId="LiveId" clId="{AF920071-46B6-4E4C-A6D8-3E93B456AF12}" dt="2025-11-12T10:26:14.323" v="660" actId="1076"/>
        <pc:sldMkLst>
          <pc:docMk/>
          <pc:sldMk cId="2463099742" sldId="320"/>
        </pc:sldMkLst>
        <pc:spChg chg="del">
          <ac:chgData name="UBAID QURESHI" userId="dd4ae95d8f7c04fe" providerId="LiveId" clId="{AF920071-46B6-4E4C-A6D8-3E93B456AF12}" dt="2025-11-12T10:26:03.387" v="658" actId="478"/>
          <ac:spMkLst>
            <pc:docMk/>
            <pc:sldMk cId="2463099742" sldId="320"/>
            <ac:spMk id="41" creationId="{7B69D827-546D-7D7A-65ED-6D045F02604B}"/>
          </ac:spMkLst>
        </pc:spChg>
        <pc:spChg chg="add mod">
          <ac:chgData name="UBAID QURESHI" userId="dd4ae95d8f7c04fe" providerId="LiveId" clId="{AF920071-46B6-4E4C-A6D8-3E93B456AF12}" dt="2025-11-12T10:26:14.323" v="660" actId="1076"/>
          <ac:spMkLst>
            <pc:docMk/>
            <pc:sldMk cId="2463099742" sldId="320"/>
            <ac:spMk id="99" creationId="{497252FB-FE58-38F7-8221-3AEA473A9691}"/>
          </ac:spMkLst>
        </pc:spChg>
      </pc:sldChg>
      <pc:sldChg chg="addSp modSp add mod">
        <pc:chgData name="UBAID QURESHI" userId="dd4ae95d8f7c04fe" providerId="LiveId" clId="{AF920071-46B6-4E4C-A6D8-3E93B456AF12}" dt="2025-11-12T10:30:28.390" v="706" actId="207"/>
        <pc:sldMkLst>
          <pc:docMk/>
          <pc:sldMk cId="3581002103" sldId="321"/>
        </pc:sldMkLst>
        <pc:spChg chg="mod">
          <ac:chgData name="UBAID QURESHI" userId="dd4ae95d8f7c04fe" providerId="LiveId" clId="{AF920071-46B6-4E4C-A6D8-3E93B456AF12}" dt="2025-11-12T10:27:46.884" v="677" actId="208"/>
          <ac:spMkLst>
            <pc:docMk/>
            <pc:sldMk cId="3581002103" sldId="321"/>
            <ac:spMk id="4" creationId="{0F52AF39-B07D-1139-1EB7-5B2E8B2A759C}"/>
          </ac:spMkLst>
        </pc:spChg>
        <pc:spChg chg="add mod">
          <ac:chgData name="UBAID QURESHI" userId="dd4ae95d8f7c04fe" providerId="LiveId" clId="{AF920071-46B6-4E4C-A6D8-3E93B456AF12}" dt="2025-11-12T10:27:40.816" v="676" actId="20577"/>
          <ac:spMkLst>
            <pc:docMk/>
            <pc:sldMk cId="3581002103" sldId="321"/>
            <ac:spMk id="41" creationId="{F56BD1AC-D93C-0911-F2F8-01FC5A85B026}"/>
          </ac:spMkLst>
        </pc:spChg>
        <pc:spChg chg="add mod">
          <ac:chgData name="UBAID QURESHI" userId="dd4ae95d8f7c04fe" providerId="LiveId" clId="{AF920071-46B6-4E4C-A6D8-3E93B456AF12}" dt="2025-11-12T10:29:59.348" v="696" actId="207"/>
          <ac:spMkLst>
            <pc:docMk/>
            <pc:sldMk cId="3581002103" sldId="321"/>
            <ac:spMk id="100" creationId="{4568FBCB-9C95-2049-219B-A35E755D1894}"/>
          </ac:spMkLst>
        </pc:spChg>
        <pc:spChg chg="add mod">
          <ac:chgData name="UBAID QURESHI" userId="dd4ae95d8f7c04fe" providerId="LiveId" clId="{AF920071-46B6-4E4C-A6D8-3E93B456AF12}" dt="2025-11-12T10:30:07.803" v="699" actId="207"/>
          <ac:spMkLst>
            <pc:docMk/>
            <pc:sldMk cId="3581002103" sldId="321"/>
            <ac:spMk id="101" creationId="{6CD80C0D-719B-AF59-D90D-6E3AD92D3B83}"/>
          </ac:spMkLst>
        </pc:spChg>
        <pc:spChg chg="add mod">
          <ac:chgData name="UBAID QURESHI" userId="dd4ae95d8f7c04fe" providerId="LiveId" clId="{AF920071-46B6-4E4C-A6D8-3E93B456AF12}" dt="2025-11-12T10:30:10.557" v="700" actId="207"/>
          <ac:spMkLst>
            <pc:docMk/>
            <pc:sldMk cId="3581002103" sldId="321"/>
            <ac:spMk id="102" creationId="{065E5377-DA7F-E59D-7F0A-58FCC5A6692D}"/>
          </ac:spMkLst>
        </pc:spChg>
        <pc:spChg chg="add mod">
          <ac:chgData name="UBAID QURESHI" userId="dd4ae95d8f7c04fe" providerId="LiveId" clId="{AF920071-46B6-4E4C-A6D8-3E93B456AF12}" dt="2025-11-12T10:30:13.467" v="701" actId="207"/>
          <ac:spMkLst>
            <pc:docMk/>
            <pc:sldMk cId="3581002103" sldId="321"/>
            <ac:spMk id="103" creationId="{DA1CEA87-30CD-2F3F-6B6E-64EF50C92E0D}"/>
          </ac:spMkLst>
        </pc:spChg>
        <pc:spChg chg="add mod">
          <ac:chgData name="UBAID QURESHI" userId="dd4ae95d8f7c04fe" providerId="LiveId" clId="{AF920071-46B6-4E4C-A6D8-3E93B456AF12}" dt="2025-11-12T10:30:15.946" v="702" actId="207"/>
          <ac:spMkLst>
            <pc:docMk/>
            <pc:sldMk cId="3581002103" sldId="321"/>
            <ac:spMk id="104" creationId="{6A234716-5BE9-6CE0-5775-6F46658058A3}"/>
          </ac:spMkLst>
        </pc:spChg>
        <pc:spChg chg="add mod">
          <ac:chgData name="UBAID QURESHI" userId="dd4ae95d8f7c04fe" providerId="LiveId" clId="{AF920071-46B6-4E4C-A6D8-3E93B456AF12}" dt="2025-11-12T10:30:18.273" v="703" actId="207"/>
          <ac:spMkLst>
            <pc:docMk/>
            <pc:sldMk cId="3581002103" sldId="321"/>
            <ac:spMk id="105" creationId="{E5ACA013-F0B8-04A3-3C14-44AF35839662}"/>
          </ac:spMkLst>
        </pc:spChg>
        <pc:spChg chg="add mod">
          <ac:chgData name="UBAID QURESHI" userId="dd4ae95d8f7c04fe" providerId="LiveId" clId="{AF920071-46B6-4E4C-A6D8-3E93B456AF12}" dt="2025-11-12T10:30:21.445" v="704" actId="207"/>
          <ac:spMkLst>
            <pc:docMk/>
            <pc:sldMk cId="3581002103" sldId="321"/>
            <ac:spMk id="106" creationId="{649F637B-F54C-6CC8-615F-579A48C67DBD}"/>
          </ac:spMkLst>
        </pc:spChg>
        <pc:spChg chg="add mod">
          <ac:chgData name="UBAID QURESHI" userId="dd4ae95d8f7c04fe" providerId="LiveId" clId="{AF920071-46B6-4E4C-A6D8-3E93B456AF12}" dt="2025-11-12T10:30:24.507" v="705" actId="207"/>
          <ac:spMkLst>
            <pc:docMk/>
            <pc:sldMk cId="3581002103" sldId="321"/>
            <ac:spMk id="107" creationId="{29838F88-F1CB-93B5-B7F1-3698EC0E843D}"/>
          </ac:spMkLst>
        </pc:spChg>
        <pc:spChg chg="add mod">
          <ac:chgData name="UBAID QURESHI" userId="dd4ae95d8f7c04fe" providerId="LiveId" clId="{AF920071-46B6-4E4C-A6D8-3E93B456AF12}" dt="2025-11-12T10:30:28.390" v="706" actId="207"/>
          <ac:spMkLst>
            <pc:docMk/>
            <pc:sldMk cId="3581002103" sldId="321"/>
            <ac:spMk id="108" creationId="{FB1C6AC4-A9E1-4DA0-2555-68282B31621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DFA9-D354-D320-619E-F7F8B23F0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6A29C-5B9B-C672-418F-13AC1B12E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67191-38C7-C31B-9106-8AF1A18B8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B7B07-E9B1-44DA-BCA1-0A47F47446C0}" type="datetimeFigureOut">
              <a:rPr lang="en-IN" smtClean="0"/>
              <a:t>12-11-2025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5F28C-E8C3-B21D-71D9-7D0EA06FD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BF9A7-FA8F-E23C-5AE3-370ECE07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AD0-BF09-4613-948D-C1F88257F59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237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F38D8-F94B-88BD-C80E-3DFBA630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F0CBA-8B96-B899-344A-E38DCF435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EB48A-4AEB-EE68-B5E4-D039512F8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B7B07-E9B1-44DA-BCA1-0A47F47446C0}" type="datetimeFigureOut">
              <a:rPr lang="en-IN" smtClean="0"/>
              <a:t>12-11-2025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23FB5-6117-D27E-B668-3DA050B29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D48AA-B2E1-0A73-AE03-E6E73DB4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AD0-BF09-4613-948D-C1F88257F59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3107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F216-6393-1A08-D45A-7C0BC96B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2CDCB-89A4-B7FB-AAE3-7086A1A26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DEEBA-86DE-B492-DF58-D046B8C03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B7B07-E9B1-44DA-BCA1-0A47F47446C0}" type="datetimeFigureOut">
              <a:rPr lang="en-IN" smtClean="0"/>
              <a:t>12-11-2025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1F2F8-D624-58DC-BDE9-1F4CCBDCB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B77CE-70E8-649A-C009-42A7B70F1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AD0-BF09-4613-948D-C1F88257F59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1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E130-9204-09F4-D6CC-7B49727C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4C826-A25F-18B9-CCFE-6C6150B88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8CC48-2ED3-4762-7386-C6A46C66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020EA-1059-7F77-26B9-ECB58691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B7B07-E9B1-44DA-BCA1-0A47F47446C0}" type="datetimeFigureOut">
              <a:rPr lang="en-IN" smtClean="0"/>
              <a:t>12-11-2025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8571A-24C1-67C7-3615-313EE944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B848B-AEC2-9817-1053-A30324B1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AD0-BF09-4613-948D-C1F88257F59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825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86F3-8CDC-216C-655B-1B3D77C38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FB27A-1972-06DF-86BE-FE52522CB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75CAA-E42D-8DD0-87CE-4B36C49FD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C87CD3-BF35-D8DF-366F-A8E21B825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BD5405-9E05-0CE2-CED2-7D407226C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FD894-C5CF-FBA2-033F-228186B7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B7B07-E9B1-44DA-BCA1-0A47F47446C0}" type="datetimeFigureOut">
              <a:rPr lang="en-IN" smtClean="0"/>
              <a:t>12-11-2025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A47C37-EB21-8068-2569-7A799D62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0D1C4-6DED-B774-BBD8-1A81AA34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AD0-BF09-4613-948D-C1F88257F59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1216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08584-05F8-A3C0-9C0F-F32F6E2D8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4A073A-579B-6812-C74E-5DE4717B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B7B07-E9B1-44DA-BCA1-0A47F47446C0}" type="datetimeFigureOut">
              <a:rPr lang="en-IN" smtClean="0"/>
              <a:t>12-11-2025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AE3C9-C780-23E7-394E-7DAEC3F9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D84E5-7631-423C-D1F7-223594C1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AD0-BF09-4613-948D-C1F88257F59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643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F520F-3869-3B64-45D6-1EC4372CF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B7B07-E9B1-44DA-BCA1-0A47F47446C0}" type="datetimeFigureOut">
              <a:rPr lang="en-IN" smtClean="0"/>
              <a:t>12-11-2025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C8C251-41F4-29A7-8561-51544E6F2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B3DD0-0DD1-B76A-1F8E-37BD123C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AD0-BF09-4613-948D-C1F88257F59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586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F80D-9386-8C57-314A-225193834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165CE-7A15-CBA8-396B-45875D14F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8D2E1-80FA-D156-DD49-0428E9D41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858BD-0366-3727-B1CF-4E7485A00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B7B07-E9B1-44DA-BCA1-0A47F47446C0}" type="datetimeFigureOut">
              <a:rPr lang="en-IN" smtClean="0"/>
              <a:t>12-11-2025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1EA27-5B30-2F52-BDB8-BB1B68076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579D7-9D23-9534-6D0B-A1260AAF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AD0-BF09-4613-948D-C1F88257F59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764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563B-236F-CBD5-EDF7-E3574EA7F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7B602-1B9C-A99F-61D7-F4AE47A9F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C0DB5-D058-068D-F713-7F61E02F4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49587-680B-726E-0FEE-3ACBC7989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B7B07-E9B1-44DA-BCA1-0A47F47446C0}" type="datetimeFigureOut">
              <a:rPr lang="en-IN" smtClean="0"/>
              <a:t>12-11-2025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89201-9983-7D46-5DCE-A6176860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C60BD-355C-213D-DB33-E6D9BF2B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AD0-BF09-4613-948D-C1F88257F59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45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4F21-5FCA-6A1E-BA04-9E78B65D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864D0-D6A3-C9A7-DE66-F3F56117E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B0540-D765-E60D-A058-6E143F64F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B7B07-E9B1-44DA-BCA1-0A47F47446C0}" type="datetimeFigureOut">
              <a:rPr lang="en-IN" smtClean="0"/>
              <a:t>12-11-2025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BF3FA-F7E2-2DB4-412D-D8F0D2414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CF55A-768B-9197-2D44-D8FBE0D0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AD0-BF09-4613-948D-C1F88257F59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430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D447F0-14CD-385E-D2BA-977FE4D1E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CDEAC-48E8-EFE8-8F7A-C47CE8F05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C56FC-E09D-9D25-0447-0CC401F01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B7B07-E9B1-44DA-BCA1-0A47F47446C0}" type="datetimeFigureOut">
              <a:rPr lang="en-IN" smtClean="0"/>
              <a:t>12-11-2025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8E917-BC8B-D74D-9EA7-3E556FAFA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1D79-71B8-19E1-4287-C5510AD4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7AD0-BF09-4613-948D-C1F88257F59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418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3D97C2-C01B-61B0-F045-039FF95C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A2529-2552-D848-9A81-E39BCF3AE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249FF-FE74-7D32-0E30-B23CC5A81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B7B07-E9B1-44DA-BCA1-0A47F47446C0}" type="datetimeFigureOut">
              <a:rPr lang="en-IN" smtClean="0"/>
              <a:t>12-11-2025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C0E0E-B7B5-E67B-B877-01E3C2C09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BF4FB-FC16-0CCA-7167-322EB556E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A07AD0-BF09-4613-948D-C1F88257F59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02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C1822-EBD6-9960-8E6A-7377E84D4D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E710A-9124-93C5-534B-B251DBB522E3}"/>
              </a:ext>
            </a:extLst>
          </p:cNvPr>
          <p:cNvSpPr txBox="1"/>
          <p:nvPr/>
        </p:nvSpPr>
        <p:spPr>
          <a:xfrm>
            <a:off x="2681140" y="2705725"/>
            <a:ext cx="140921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Phone KeyPad</a:t>
            </a:r>
            <a:endParaRPr lang="en-IN" sz="8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09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7800A-F044-275C-C9A6-1D9FC2FA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9EC8-7A77-9108-72F4-3C10A77C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5585A-763B-7DB3-EAE9-8D4542BA4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AAFCE7-B063-E3AD-63B4-7362406BD4D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3D8ED23-6E56-FD70-A25A-A07BD6303CAE}"/>
              </a:ext>
            </a:extLst>
          </p:cNvPr>
          <p:cNvSpPr/>
          <p:nvPr/>
        </p:nvSpPr>
        <p:spPr>
          <a:xfrm>
            <a:off x="4603471" y="-25331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CFC4A72A-B7C4-DD6F-ACCF-B95A333002E5}"/>
              </a:ext>
            </a:extLst>
          </p:cNvPr>
          <p:cNvSpPr/>
          <p:nvPr/>
        </p:nvSpPr>
        <p:spPr>
          <a:xfrm>
            <a:off x="5884236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</p:spTree>
    <p:extLst>
      <p:ext uri="{BB962C8B-B14F-4D97-AF65-F5344CB8AC3E}">
        <p14:creationId xmlns:p14="http://schemas.microsoft.com/office/powerpoint/2010/main" val="270153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6D17E-5A68-27E7-A1F8-53476581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4B734-C505-04A6-6056-F802817420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9DB30-00A9-3E4F-3B91-D73EA74D41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A49813-1757-7EF1-DF76-D1A53D2C9FE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C2A9583B-8D93-AC3C-657A-9849068EFD64}"/>
              </a:ext>
            </a:extLst>
          </p:cNvPr>
          <p:cNvSpPr/>
          <p:nvPr/>
        </p:nvSpPr>
        <p:spPr>
          <a:xfrm>
            <a:off x="4603471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B7E4233C-5156-47C6-2412-88929E3FD483}"/>
              </a:ext>
            </a:extLst>
          </p:cNvPr>
          <p:cNvSpPr/>
          <p:nvPr/>
        </p:nvSpPr>
        <p:spPr>
          <a:xfrm>
            <a:off x="5899091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8BD198-53A7-AD4A-7391-7D2E6313AEF1}"/>
              </a:ext>
            </a:extLst>
          </p:cNvPr>
          <p:cNvSpPr/>
          <p:nvPr/>
        </p:nvSpPr>
        <p:spPr>
          <a:xfrm>
            <a:off x="4721152" y="-62264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964B6412-DA43-D18B-8DD5-AF4BBE64EF6F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AF76C4-0303-4DF2-84FD-8443A6E1BAFB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</p:spTree>
    <p:extLst>
      <p:ext uri="{BB962C8B-B14F-4D97-AF65-F5344CB8AC3E}">
        <p14:creationId xmlns:p14="http://schemas.microsoft.com/office/powerpoint/2010/main" val="169122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EF7D7-C322-2FCE-9FB2-DAF7CCA0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1DD4-C755-6B8B-C494-47D665E3B8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F3731-A517-F65C-3208-64532F6728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6829EB-41D2-95B9-055C-F25DAABB174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5E1E1078-B9A2-C5DC-5E10-84F778A4EFC9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D66D7F10-9D62-7193-FBD3-B4D05CBD1B12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FFC182-6E72-E01C-F766-C3B58F7F5D3C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0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EC36744E-8D25-B07E-5F05-7A87B252D42B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3367E-E48D-5164-0BC3-C37FACBEABDD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AE808A-125E-9EFA-62C2-498A04AA8D7D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24D13B-933E-FB2F-6447-FDAFD062305F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4DE510A-14BB-9F33-E0FE-7089EA0CE12C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</p:spTree>
    <p:extLst>
      <p:ext uri="{BB962C8B-B14F-4D97-AF65-F5344CB8AC3E}">
        <p14:creationId xmlns:p14="http://schemas.microsoft.com/office/powerpoint/2010/main" val="31449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0CE35-61CD-F139-15EA-1CD32E073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39D5-0006-3B04-40E2-B049E398BE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1D5DE7-4BCC-08A7-A957-5AC62621F9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BC196C-253F-96C1-8491-AB1B6B5471C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0FD04FAD-1F6E-555F-031F-51D78C68B1C1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A619E746-FE54-CC38-F08C-69AA317AF38E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D15E89-CB00-C32A-A581-B96A26FB038A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A53DF56E-6BA9-01C0-E8FE-58B79C7B31E5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D9DBE1-7343-7F2F-7AC2-7CA0EA60F01F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4D2EBD-F02C-2E9A-911D-23A3877C180E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BFAF94-4EAF-EE37-3129-C20217604DD5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5AD03BC-8DDD-8948-3500-60F4D68D9673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A781AAA0-8FDA-9185-CE51-107143D26350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FDAAEAC7-6E59-E4E6-47AC-98102497BBAE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F53754-4080-7EA9-9401-58C1EBE7167B}"/>
              </a:ext>
            </a:extLst>
          </p:cNvPr>
          <p:cNvSpPr/>
          <p:nvPr/>
        </p:nvSpPr>
        <p:spPr>
          <a:xfrm>
            <a:off x="-2667364" y="76088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817346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6D66F-8182-8D51-2467-BF7A36365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3951-83A3-7123-608E-EF63E8B667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8EE68-AC08-468D-2F03-89F4BB549E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8A364-3FED-E43D-1612-698DC4D3BCE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0619778E-F8A9-0166-8C48-D66943A80D9C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BA7DE93-97B4-76DF-428A-7FD4D77CC04E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8159A3-E0E8-5578-FAC0-FF7079B80FA5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9A00EEE2-B110-5B30-F2B8-282106B8EDF6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B2C14B-2EB5-93E1-9750-1610E6360F50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64EC9-079D-837C-EE1F-872F20A906A8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BCE945-024A-7FD1-FE3C-0C0275B01872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A7FCBB3-75D8-ED00-9A6D-6A1FE4484D4E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96801DE3-E64D-296D-8029-B4BF281FD411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9D897F07-3D2D-71E5-374D-6867D59867F3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EEEEDF-86BB-0F03-7B27-641FB25333C0}"/>
              </a:ext>
            </a:extLst>
          </p:cNvPr>
          <p:cNvSpPr/>
          <p:nvPr/>
        </p:nvSpPr>
        <p:spPr>
          <a:xfrm>
            <a:off x="-2145166" y="76088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725347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439FC-05AF-9F7F-8517-A71BED7F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2120-07DB-82A6-9857-CB75D8EA2E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88045-4FA9-9F3D-BB3C-30B583CC67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C73542-454D-78F7-F612-3CDDA3BF591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B6E080B-79CE-A421-C13E-4736008140A0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3F1D613-044D-A917-AC6B-FA8064857138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571C84-FAD2-560E-ED81-7AF0D65DF1E4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6734C12C-13F6-CADE-59AE-5350832487D2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879D30-5EE2-4572-EEEC-8516F1787D62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1CF7D7-8D57-C94C-9F30-755362C76E9B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5E1388-7BF3-0194-62A3-4CAB6C4A7F39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343F0D0-756F-BF9E-8039-BD973A6CFD09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2A1B17DD-A1DB-029D-C58C-3E772BC053A5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36D8FC4A-7AEB-A65F-E63E-D3B55B5FC022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73A5D6-270D-39D4-4C85-A9ECB80975C1}"/>
              </a:ext>
            </a:extLst>
          </p:cNvPr>
          <p:cNvSpPr/>
          <p:nvPr/>
        </p:nvSpPr>
        <p:spPr>
          <a:xfrm>
            <a:off x="-2434314" y="927865"/>
            <a:ext cx="890811" cy="194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0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FB289E5D-D56D-8B87-EA96-C8E18A8E4F23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CE621-E57C-8346-C6E2-EB992864D74F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</p:spTree>
    <p:extLst>
      <p:ext uri="{BB962C8B-B14F-4D97-AF65-F5344CB8AC3E}">
        <p14:creationId xmlns:p14="http://schemas.microsoft.com/office/powerpoint/2010/main" val="3699317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1D9A-EA85-8849-397B-D31A2A6DC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8508-1B10-19E8-3C9F-218B46FFB5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35183-9CDA-A793-49F6-8968A1A98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29D868-56C5-99AF-EF25-BFEF81B53A5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B6D0C63B-A0E0-0541-DBAB-F6E2C7FB1834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2CE98DCA-7DA8-2118-033E-3F58ED5AFCEF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225804-136D-1A77-0E89-8FCBEC371E74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D186A915-C6FC-77BF-CEF2-BBB1A779218F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39DB02-2E75-3B9B-4127-9D1CC7F60C1C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1064F5-1EDF-FCAA-9BE2-96E85C56F7FC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C13E3C-63E1-D4F6-09CA-6E3A4AA78124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2CBCDAD-5577-7233-FDED-C7036FD3C5F9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86DD5E9B-AD9D-9021-A989-A5859A2E5454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A8D26223-99D1-A0EE-5D04-E4010EAAE4B0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216E49-4BB5-BCAE-CDBA-F21CF87A49D4}"/>
              </a:ext>
            </a:extLst>
          </p:cNvPr>
          <p:cNvSpPr/>
          <p:nvPr/>
        </p:nvSpPr>
        <p:spPr>
          <a:xfrm>
            <a:off x="-2145166" y="76088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FEF988BB-9CE4-99F4-508E-F0BD4CE471BB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B34C59-9D9B-7AEB-C7B6-FA0BAC5D804F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CA1A7C-27B9-0B34-3E4A-26AC5238D9D5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FD935A6-848D-3983-BF7E-9CB72A14E4EF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</p:spTree>
    <p:extLst>
      <p:ext uri="{BB962C8B-B14F-4D97-AF65-F5344CB8AC3E}">
        <p14:creationId xmlns:p14="http://schemas.microsoft.com/office/powerpoint/2010/main" val="2496578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33BA8-95D1-77AA-CC31-A2E39C733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5A0C-A69D-2E8C-DB72-F270E20197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1686B-8129-CECB-5F75-6C40C695CB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447673-F10D-91FF-BAE5-C0E787C596D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D3E1C91B-47D8-E899-2B10-778C2CA6E24C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B1CE5E0F-9E3F-6E05-9BDB-CE015B85772A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7D104C-DDB4-9CD0-766B-2E88C89AA932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EFE6D537-ADFF-4FAB-BE59-DA24A7A48C47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AF9C5A-D578-8F02-F19B-9507633D84EB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732FC4-86B9-4E9C-97BD-950B26C7A047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2F379F-BA64-8AE2-3048-E1F1D34B0D63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8026D3C-8ABC-725B-4628-137D3EAD5EBA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9D958CE3-755B-ED40-5A74-739443CB1BA2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132A6EAB-551F-0DAF-3EAF-64FD2521430F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646FBC-879E-96B1-844A-2DECCFC7F532}"/>
              </a:ext>
            </a:extLst>
          </p:cNvPr>
          <p:cNvSpPr/>
          <p:nvPr/>
        </p:nvSpPr>
        <p:spPr>
          <a:xfrm>
            <a:off x="-2145166" y="255428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1C1CA335-E8F7-B277-772B-5AA804B88246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D8A3C3-1999-333C-A94B-162EE3466A4E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A252A6-69E3-A26B-80DB-C7B18D1523B0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C885E72-B585-E638-5262-0320244F0583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05687A37-ABB9-15B3-8096-5E174C244795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893DCC15-C50D-1942-0B0D-A56F7431FD81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8C2DD-2F22-FB2A-37A2-51AA8698B6E0}"/>
              </a:ext>
            </a:extLst>
          </p:cNvPr>
          <p:cNvSpPr/>
          <p:nvPr/>
        </p:nvSpPr>
        <p:spPr>
          <a:xfrm>
            <a:off x="-2135161" y="79328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178280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183F6-109A-557F-5228-FABA4EC4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B4F7-02FC-B5B6-100C-E86A350FC0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02557-D9E9-819D-B786-9F64B5EEE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139CA4-2D26-3FE1-5581-A967FE6FB90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468EF6FF-4FB2-A5A5-7705-26BE27FE4325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72BF652-1CC9-E876-E0B7-59178351928C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A29D5D-05ED-655E-37F5-3728C8A48690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71E4242B-C24E-BF86-7936-B20DC91F8B82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70FC01-8636-CD6F-4E74-4A90B7B6BDE5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E3CAB0-8788-08D5-5D37-85859C7BCB97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430C5E-2629-C3CA-1ACD-B8CB561C537B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8E3C803-9786-FDA4-4F57-880818BC911E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50A410EA-572E-1F78-D85A-9FC944F3D123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E3A3725D-0144-2AE3-AF1C-F374EC552C52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5EB0C2-B2DE-8B76-4A41-15497A60C9A2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2467C9A2-A103-7FB0-0468-E16063E9C490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C4D4A-E62F-7917-4FC9-0ADEDF868592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A66393-4182-8D90-73BD-FF9949A2F63B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046F4E3-5A7F-ECF9-B0CD-1DF44842EE26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5E43A858-7164-3337-0348-624FD37E313D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3E934A42-4788-D178-A8AC-6CC5F87B0508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C882C6-2255-75EE-BA2A-12E566E0024F}"/>
              </a:ext>
            </a:extLst>
          </p:cNvPr>
          <p:cNvSpPr/>
          <p:nvPr/>
        </p:nvSpPr>
        <p:spPr>
          <a:xfrm>
            <a:off x="-2135161" y="79328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958399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AEA2-2AEC-FE7E-2728-F9DCA60A1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C99D-255B-1C71-C1A3-319F1DB83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5A776-D9E0-642D-2E11-8943D713CD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87C57-8EE0-6332-1ED8-17A5FB2B670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CD48369F-7A15-1E43-D884-5A678A21154E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9B1D6A66-9004-6442-74C2-64AE2BEBF88D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C95828-312A-8AAD-A46D-3F76AC0D019C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7FC29FF8-B4CB-8385-23DB-7B9A0DD3D8A8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ADAA7A-558E-DF47-E1FB-03F552237003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4B66AF-146C-269E-4516-5A8DC2999431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B1CBEB-5CC4-A247-FD53-D8860126168E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2978DAE-9BD7-EDBE-4EA8-D5FCED5D39E8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2DEBCBCD-558B-B685-B206-01422BBCE30A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3D3FF6B6-A3F8-496E-90C9-41725C16C968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4EF215-52AB-62CE-A5C0-444763F70384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8F6D9C75-54D0-9254-0273-79C639C2D00E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1C8909-CB95-A9CD-2E93-B4FDF5040018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4D5E518-42DA-93D3-99B1-4760BF82DF3D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D675321-8AD2-4246-16CC-C7BBB1AF7B46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734BC7B7-5D94-3D7A-34CD-1E8F73B7D6AE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52DD9F62-0148-057B-E839-2F322B9268FA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464660E-7B57-72D0-DDCF-4256064BFB6F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A69EAF4-403F-A767-AFB6-FA5B5E338F53}"/>
              </a:ext>
            </a:extLst>
          </p:cNvPr>
          <p:cNvSpPr/>
          <p:nvPr/>
        </p:nvSpPr>
        <p:spPr>
          <a:xfrm>
            <a:off x="-2396849" y="935765"/>
            <a:ext cx="890811" cy="194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</p:spTree>
    <p:extLst>
      <p:ext uri="{BB962C8B-B14F-4D97-AF65-F5344CB8AC3E}">
        <p14:creationId xmlns:p14="http://schemas.microsoft.com/office/powerpoint/2010/main" val="3106995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6FC39-1ACB-1D9B-DA27-37AA54EE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9B1A1-508E-F294-11F3-E819D1B672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9BDA0-7121-29B4-8BF2-6B58A2414A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E6E7E0-C093-6C63-F554-62D74668652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BC42A25B-FF4A-9212-BDA8-3A827EC42B5D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947A4DFD-FDE7-9584-BABA-9C7F6D1C1FC7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211EE8-A44E-5DAA-3706-70F2D5F8C1DE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57A141D9-0A27-D698-4816-D3A260D7072F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E2A41C-C0C4-84D5-3FD2-A430ECEA2E0F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F6E6A4-B94D-C78D-A301-989CCD881597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9282A4-27E5-96C3-87D5-292B50D19779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2155556-224D-3720-62AC-355920B07D63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297AA558-F919-8C1A-32A5-C17553AFF876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F94B2A2D-DA1D-5A07-A978-56D961AD1DE6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11832F-27F9-A35E-3E71-8BA983E476B8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AE900698-FCD8-E7A0-8562-A97667A77E82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6AB88C-4563-89BD-CD7E-0BDC51B96CBC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6DCE8A-7390-8E5E-9356-0A67794EA561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E930BEF-D78C-4D00-64B6-CE3EBF39C8BD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FB0BB5EB-6521-621F-1EDE-4680BA60147A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6179D605-890E-BD98-CE31-BA7F0F12153D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0F5B94-848F-51A9-ABAC-8262E48E51A2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934C6D7-9CF7-DD20-034B-D555561A0845}"/>
              </a:ext>
            </a:extLst>
          </p:cNvPr>
          <p:cNvSpPr/>
          <p:nvPr/>
        </p:nvSpPr>
        <p:spPr>
          <a:xfrm>
            <a:off x="-2396849" y="935765"/>
            <a:ext cx="890811" cy="194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F70959-AFC8-E054-3442-5AEB93401E74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030B61-D00A-3DD3-7700-5D29F60463AE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070E90D-E93E-8803-793E-C5239F33523A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</p:spTree>
    <p:extLst>
      <p:ext uri="{BB962C8B-B14F-4D97-AF65-F5344CB8AC3E}">
        <p14:creationId xmlns:p14="http://schemas.microsoft.com/office/powerpoint/2010/main" val="178194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4D2B-E8AC-D7F1-6B97-2A8EF823F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0C746-6B21-B6D0-084C-0B36B1D204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F1DBA-EA8D-8DC1-78E5-2CDA34AF05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463370-CD43-55E7-0B42-7CD13726AB0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6021673D-B1C2-2928-D56C-F06D62A66026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3EF23D6E-5D7C-4CD5-D24E-0931679C0F6F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1EFE8E-FFE8-E407-F16F-6EEECC93F998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76DC7D28-FE9C-239E-06F7-4EDB338FCA9B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8C9CFF-53F2-C039-917B-E0DE01473837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1D719B-4761-E73F-4031-F76D075C9B45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FE4879-2283-F6D4-4F66-F11F629D93C2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DB29927-A0DF-D3DA-FC15-E2EB0F34A8A1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E5082E0A-DD0E-C4D2-9B26-DD81A37EE0AB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9D124BBE-FA88-85D9-B37C-7E8094B9B17C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2CE456-7D64-519B-6382-1380070C3D38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B90A6A02-5F54-2A98-B72E-8B639354880B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E19221-F0D0-97F3-0CAD-840EBAA7CE98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A17747-39E7-83DA-840B-9B72AC41E706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9D67873-0B29-EEC0-1241-D6BD3C913E13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5F1994D7-B6D2-72A4-318E-1D66A97C8CA2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1470524E-BB9E-8948-A451-0716466E8960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AB28EC-C205-E6C7-4A57-6E5CA9AEA134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91BB6DEF-7D85-D3F2-8DAF-4355C6C43459}"/>
              </a:ext>
            </a:extLst>
          </p:cNvPr>
          <p:cNvSpPr/>
          <p:nvPr/>
        </p:nvSpPr>
        <p:spPr>
          <a:xfrm>
            <a:off x="-2396849" y="935765"/>
            <a:ext cx="890811" cy="194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7D973D-57E7-271E-B596-1CD85AF745B3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D96D0BA-3620-A22E-80EF-841790BE3B6A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748A3D4-933A-3E98-66EA-47DBFFCFA220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036B55FF-3C12-4F31-7006-E34814B35197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85EAD5F6-E667-C155-D9BD-AF97BAEC230B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88E280-36DA-7347-C64F-51885DBC0AA6}"/>
              </a:ext>
            </a:extLst>
          </p:cNvPr>
          <p:cNvSpPr/>
          <p:nvPr/>
        </p:nvSpPr>
        <p:spPr>
          <a:xfrm>
            <a:off x="-1174042" y="413544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984538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A377E-EEB6-AF5F-088A-7C4D7C83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2907-8C50-4718-A023-B7FAD450B3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D2694-0AA5-BACB-D1B3-9866F8D01B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89637B-1463-B090-4873-32E859392D2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E21D60A-EB6F-F96B-960E-9C645AE9355A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EB4EC0D-C0D9-F999-2B2B-C775E5B6DFC9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0D83FE-B4AE-91A2-A7E4-8E50DCE4FEF3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8E12334D-D96F-F59B-DA79-2F78DD1BFEC2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73B10A-BFAD-B0D2-7038-2732B3D30549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3DECB8-1AD2-D4F0-6F70-57DAEC62BFAE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3577537-634E-A3F0-38FE-72C0E5365148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A87F2D1-4927-CE42-8C6F-B85A89147FDB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3CF5DE7D-1036-ED7C-3A75-A0876D4E8731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94FAEA32-1EF8-F41B-5439-05A72E641262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64981E-5E29-477C-4498-07C7C03DD895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AB9B77C6-6A83-5476-EB95-C6382B88BA21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905225-16DD-FEA9-756F-79D56F9AD5DF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6AB531-4343-5464-E924-A509D0B9C55A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B93025D-8B69-B2F8-6456-F2AA03EE0790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DA10F08C-9DCE-C9DA-C5D9-D8AAD8848B64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93D84666-0AD7-8FAD-D220-67BC6B3224C8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727748-128D-6E93-EAD6-3FA26D068217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36C33E5-3840-B4D7-38A6-C1463C34DDF9}"/>
              </a:ext>
            </a:extLst>
          </p:cNvPr>
          <p:cNvSpPr/>
          <p:nvPr/>
        </p:nvSpPr>
        <p:spPr>
          <a:xfrm>
            <a:off x="-2396849" y="935765"/>
            <a:ext cx="890811" cy="194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FC095C-0BE3-70ED-6C7E-8B55D6B0B3DE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913CCD-3F6C-BEC4-B87C-78B97CE763E2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044CD36-69E3-953A-69FA-CA79F1893801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BCD3DB86-B0ED-EA92-7988-7C91D6B6784C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D9C73151-68E3-4996-09B3-509AEDAE3380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7FBCA1-BC25-76B6-2A6F-192CAFD1A1ED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036593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E04C-AFCA-9CB8-A137-F9F2E51C3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DC9AF-7330-DA14-7E92-3934ABC5E2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5F50B-950C-7785-4DA2-9A4096975D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3258F-1A42-5F35-9E43-D75EA30DEF4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E068D66B-8569-EF59-A778-03870727065D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90E249B7-0727-A19D-E684-85D86D5D16C2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905460-F70E-09DC-3D1C-AF75F976FFB8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56B17B24-1971-3EA5-D832-5EEFFEE340CC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3A8CAB-0250-F93E-B963-31429DF05CC2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29E70A-8D3F-C576-C3B4-E1837228DE2B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389531-C9B1-2506-E5DB-890AA267EBA0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35075-50EA-3DC2-F621-595E6BA1ABE5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A53ECA40-C821-8A5D-9DA0-B8CD4B484798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37C1F116-28B1-03B9-3FB5-426E7FDEF924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46361C-2F9B-609E-F25E-1DEBB9190B1F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D9B9D139-2B1D-5B3C-0B0D-4C97BE3E3065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FDE4E0-F859-596A-F723-E88A14563EB6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042D3E-D18B-144E-759D-3AA18F15EDF1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1BD5260-F7CC-3C73-35CD-E2D80E7FC1F9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4649D6AF-4279-95FA-5505-C78E66853372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FA1BFCD7-283E-0D33-2D98-DFB5714FA10E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D4FAA3B-9F53-316D-D138-FF83409C9E24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839E794-71A0-1103-E648-CF207F751705}"/>
              </a:ext>
            </a:extLst>
          </p:cNvPr>
          <p:cNvSpPr/>
          <p:nvPr/>
        </p:nvSpPr>
        <p:spPr>
          <a:xfrm>
            <a:off x="-2396849" y="935765"/>
            <a:ext cx="890811" cy="194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4A3F2D-00D1-2F6F-0444-14417BBBB963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8B8061F-2C6E-8751-177A-54CE6366486A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5C85579-5F20-D727-8770-0D738EEE3EBF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0629EEC4-D723-BD74-37E1-F5528956D003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439FF0A6-AA9F-3257-6961-F797373D0BFA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F0471A6-422E-A10B-DE28-9514ECFBBE20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A6B8DDB-F125-D4DF-89C0-2600694F10E2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537AA16-0CCA-F0E0-758A-2FD2769B4D98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76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36797-7700-4A5E-03BF-10B07FE4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2C4C-FE54-7EB5-79B4-2DBD2EA15C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4E0F0B-641B-9622-802B-CFD5A550D0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93BC30-23BA-2585-88CB-CE153C35740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EF563BD-7CF2-1CBC-6198-E2F6B4E572D0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CBC5F52D-264E-2C29-E7F9-E1E28C48D821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032A75-3B17-9604-81D6-59533D7FA97A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8D322F55-6193-4823-E28B-1B21452399FC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540C3-6FA3-77CF-42C3-50B9E0298A30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D38048-DF30-7C87-244F-F9776C3F4346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B99D32-DF3E-41BB-7541-E63A994ECC64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36F4698-7EE6-CAC3-6B8E-B9186A437CBA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0DC31964-BC4E-A20C-6CF0-D3B8C3E6D5AF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6ADDC9B-38F3-D5D8-2B94-96C30672C293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3D8F53-2E1D-7247-E1F6-2DBE4A1FA5ED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96A6CD21-8BEB-3406-20F6-8BAB8F7DD7F2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B9A4F-B932-7B28-536F-5EA5642157A2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6653B4F-D80E-DBCE-6160-A1417FFBEED6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3A06279-296A-A7A3-0D67-945E2754EE16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A37D8913-1CFD-3BE5-F6DA-F6EF00FF31AD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A4BE50FD-BD93-1C15-B687-B3B56E1439CA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F3F344-7B5F-E47B-D6D9-23638DBAD839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7AC39B9-1A34-253C-1FCF-CCFF80548E45}"/>
              </a:ext>
            </a:extLst>
          </p:cNvPr>
          <p:cNvSpPr/>
          <p:nvPr/>
        </p:nvSpPr>
        <p:spPr>
          <a:xfrm>
            <a:off x="-2396849" y="935765"/>
            <a:ext cx="890811" cy="194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A6BD004-A524-EC62-E5F5-9CBB6EE94C0B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A5F72A4-EE8B-6336-7CC0-0A929921FAD3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100B16C-7249-70A5-95B1-20002660AE1F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135BAAFA-B48C-C0D9-150B-D66F8D039A1C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B7EA9026-F4AF-175A-C1B8-2CF72DD51C40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E1845C-8ACF-ED2C-76D9-3D6C19658148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0A458E-0C4E-86CE-53A3-328264314279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BD77BE5-3019-88BA-BC4F-5AFE89EF7EB6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801F23-81C6-F6A8-3135-D564CA9CB86F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FFB4AAA-0BAF-CD43-BEC7-02821D9EBAFE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5A15C64-EE58-5762-D660-D79E644D24CF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</p:spTree>
    <p:extLst>
      <p:ext uri="{BB962C8B-B14F-4D97-AF65-F5344CB8AC3E}">
        <p14:creationId xmlns:p14="http://schemas.microsoft.com/office/powerpoint/2010/main" val="327408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8CC33-694C-F7C6-EF52-8A2BA369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D2E0F-4044-E8ED-5630-FB615D095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D5F-6225-5DCF-B888-5DBADE9F7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1FEDA-44DF-C48F-2356-7756D50ABB3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8AE3F3BA-9062-AEAD-8A9D-B524AF387208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808E6438-C526-DFF0-641D-D97D450CC4FB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F3232B-3AE2-1C39-242E-CC2D0C92E1D4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67D61B0-F142-5C1D-6A00-59DD698BDB0D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FBB809-0463-AB62-2011-59B7E9B42A00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DECC4B-058A-CC37-9D67-61747FE7FBB5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BB10D6-B9FD-3AD5-C7C3-FDDD876F2A38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DF9205D-4493-79EF-5635-6A53D08414C1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D5ADDE33-F8E5-DB25-BCA5-701175277B77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A6559638-8F32-5199-ED8C-D1ECA7166B36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DDA94-546D-3EA0-0A3D-04FBC174F8EA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079B2AFC-7745-6F92-CF31-9B2B40E73C34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56C164-CCF7-3441-C149-4DA2B5FB343A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CD3C8C-14D5-7A7F-04B6-00AB1A12CBEF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65819-4D9B-974A-EED7-FDDC25DFD301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14F15921-EABE-923C-23C2-87C953B41ABB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19BE4135-CFE7-B06B-A018-72C3A03E65E6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BCC94D7-5D1E-F797-DB01-06364AD4DE8F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A076AD22-9FDE-9518-4D50-647333440472}"/>
              </a:ext>
            </a:extLst>
          </p:cNvPr>
          <p:cNvSpPr/>
          <p:nvPr/>
        </p:nvSpPr>
        <p:spPr>
          <a:xfrm>
            <a:off x="-2396849" y="935765"/>
            <a:ext cx="890811" cy="194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80AD55-CAAA-36B4-DFC6-07569893DACD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3036FF-DA5E-E2F5-B691-6BB810531E4B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7AAD2A9-C1F5-8397-22CA-A79B7C40B409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4EA404D4-F87A-8957-BE99-C70096A7FC53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9899D7DD-4A2D-3CBC-C2E3-F9C208FB3EC7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FB7C33-5DF0-CCF1-7D36-D889D96A7EE6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D21BE53-C3FC-6993-D76C-835FE83E2F67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49F0FD0-33C4-8C6F-E744-21EEC09492F6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CE2048B-E3C1-B830-4975-BCB6FCCEAAC3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D8004D-5223-E76C-0CF4-B8403155DFE3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2A094E5-4ABC-BEDA-E576-666DC7B52055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F7E0BB46-5774-882F-63CE-9DDD62E5C6D6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645005C2-B189-48A5-75A1-621F80A212F2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BE9613-74A1-53E4-13A0-666CA21A8E3F}"/>
              </a:ext>
            </a:extLst>
          </p:cNvPr>
          <p:cNvSpPr/>
          <p:nvPr/>
        </p:nvSpPr>
        <p:spPr>
          <a:xfrm>
            <a:off x="-163776" y="5716646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213734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8FDAB-8BBD-D5F3-E512-1B0931442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1B45-E92B-9076-D7C8-8BD291BED6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915DD-5ECC-96B7-B2C8-72F32633AF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50CE22-90D4-D6A5-13C7-294D36521F0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336CFB0-DF51-F17F-F247-C1204D145F21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31CAD35D-4036-E9F4-9D6D-5152ED599C47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C3731C-93A7-A593-B988-EEB3EE17DD02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12F7B1C6-0156-0D46-61B3-87E23105C131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824C87-C094-C133-4425-8A2762AD4AFC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6BB931-08E9-3CF8-992D-23EB04E6F75E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252638-1F86-FE6E-A61D-B7C80B8A6F5B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B383746-2B67-7604-B052-2BCBB3B06F57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FDA350CE-E726-9FE3-5084-1733C62615BF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C433A7B5-8008-D406-9504-790B509AA993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E6DDF2-92D3-8033-34D0-91563B82C1C3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B53E59A2-3111-FDB3-2F3F-D12B233038A3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0E5B7C-F30E-093E-D869-D6E8CD64C71B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4BDD24-891A-E0AE-FF7B-C50966414C26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018E9DA-2AC3-0C82-313E-F6F36DB03314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DA6B468D-B57E-7343-6542-A662ABD79C3C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050D5C09-F621-98FA-3610-778487998C0E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348B88-1738-78DE-FA20-81425DD9E3A0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7770BD7-5EDF-769E-A0E1-70A4DD2A4A9E}"/>
              </a:ext>
            </a:extLst>
          </p:cNvPr>
          <p:cNvSpPr/>
          <p:nvPr/>
        </p:nvSpPr>
        <p:spPr>
          <a:xfrm>
            <a:off x="-2396849" y="935765"/>
            <a:ext cx="890811" cy="194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73081D-073A-6808-2504-9BCBC8712CFC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DC2CD15-5388-0311-3516-6F9079E1760D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8EDDC00-9CE2-6D93-DFAD-2A3FB7B920C3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560B7E76-CA56-2119-58DF-6D8C64A88435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46F1B354-7B74-CC63-8CE0-F14CD3725BD7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1A5B57-3510-EFE2-E61B-3F0457EEC027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BDE708-84C4-7E35-2165-CC3CBA99FC49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D39E4BB-9FE3-2959-A867-E79459121459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F8DDEB-7B6D-B428-026E-7CA16FF889DD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3992105-643C-8FFC-1EED-0CD3F77192E9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82D941E-A613-BFEF-1FCD-77C8A005C1ED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A6AAA32F-7A40-7B71-AE0F-E14A83473116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192E74B5-16D8-48F1-49BC-AF078312A9F0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0114098-F45F-E780-DB9E-5874CE63E77E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06824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A8834-6EE2-59E7-CC59-679DE7B86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DAB4F-803C-A925-7C81-6B51D642A5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8E83D-E8C3-9726-D51A-FF3E5B432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7FCC3A-A26E-5B1F-2548-CBC429D6283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4AF8B1C9-36B4-4F57-B4E7-29F3765C3731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DD409BA-0097-64CD-9510-8E47E09DF06E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25BB0D-A420-E368-85DA-4C2A10C30A9C}"/>
              </a:ext>
            </a:extLst>
          </p:cNvPr>
          <p:cNvSpPr/>
          <p:nvPr/>
        </p:nvSpPr>
        <p:spPr>
          <a:xfrm>
            <a:off x="4563451" y="-68285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74B3AA26-C49D-141D-679A-B45DF5ADD504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C0EC5-3E79-C582-C649-9A9753EFC2AB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673AFC-1CC4-669B-D974-B63D47371B28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41C689-3D2B-1CBB-94DB-E9B359A75AF3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708880D-6ED7-5D84-0CFA-ECD23EEE1E80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AB45D300-79F4-F9A0-F925-9113E92DA69B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CB0B301A-B990-277E-D2C7-5FB3C8622672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92E7A3-056D-832E-048A-21CC1CF4D07F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C04DE021-975B-69F5-52D1-8C2D5951336C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8BF596-7874-481A-6A25-A6D6C0D1E80E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D265AF-F3C6-531D-0C0F-B2394389185C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FA70E95-027D-67D1-321B-5D4CEB083F0D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C02964CE-9BE8-A345-7E47-A0B243788A2A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181E56E4-2025-8CB5-9B80-58170FD10BFD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835ECB-9423-4531-EAD7-AF8247C4ED5C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AC678269-60B6-0A9F-B689-7377BD070D2C}"/>
              </a:ext>
            </a:extLst>
          </p:cNvPr>
          <p:cNvSpPr/>
          <p:nvPr/>
        </p:nvSpPr>
        <p:spPr>
          <a:xfrm>
            <a:off x="-2396849" y="935765"/>
            <a:ext cx="890811" cy="1944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i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0E58650-8666-AD09-08C1-2A010039215F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CAEBFD-76C2-3D51-E2E0-79307DA65442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6CE50AB-150D-1F7E-035D-3B8C00450182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4B621870-5D6F-2CA7-C647-29392B18588C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467F8E55-6AF4-14F1-1E89-BA4574D81A69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6AD98F-F913-F322-147E-317A47EFE07D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616F059-2142-9697-88D8-5214603650EE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C0A980A-FD2A-A171-45E4-0A9B7CFEBCE5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C8D6F94-A9F3-05E0-89E2-40849FD1FE44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33D800-67BB-B6A0-9EB5-D08DDEA01F2D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A892F3C-1532-6299-27D4-E32D34CE987C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FDDFD7EE-E9FF-91D3-15A8-141795DCE01D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73D393C1-84CD-CC94-19B2-F96ACC85135E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18384C-0D6A-D626-2A6C-385D68C7D321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49E073-4E25-79DA-B52B-290BF9F9F558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6899B10-B670-831E-5819-1F78D3A7F871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853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19D02-7528-B8E8-1910-713DE5330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8DF0D-20DB-3024-280B-614F44EFBE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F883A-3F3A-437D-5FCE-426B05107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2E7B7A-AF98-57D4-F368-BB337C7C0E6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5969DEE7-B470-3742-699D-7C47C76C437D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69275A7D-0F8C-142E-042A-B4A6CE24346A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50AE95D2-209D-6778-8C09-6C2902867895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BEEFD-B41E-4A37-7463-53481461D8B2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7EC184-F9DB-67F0-C2F4-77D0CCBB2998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D55404-DAA1-FD6B-13AF-B29342537D36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790C15B-DF03-4933-1644-D32AB1041F2C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9CADA544-44CB-9AF9-A319-106802C4937A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373C98A1-6548-9803-2FCB-0DB09D54BD3A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5984E3-42D8-45F8-1307-864BF32840F9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AF26DCF5-7FA3-C6F0-8C10-BEC1B6F4ECB7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CE3D22-8765-9C64-7CCF-379A0F8316D0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03492A-6CCB-2BBE-34D2-B0BA47730A16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50B5E38-9FBA-D869-602C-1C39533E4863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25A9DE88-314A-0867-11FF-7E7E1D0D9537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E57CB608-1D9D-C8BE-6298-E73A4371739B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F54451-1CAE-2E5D-8331-482068234068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049CC8-DF83-EEBC-129A-04BB2AE5DB5A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019B6A5-4227-2856-6018-D4135C9B0CEF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AD83590-4E0D-342F-CEA8-70DE2D2E06CC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51967C01-FF54-C4D9-5A66-16BC08439C2B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5E06526D-2A40-3A9A-4D20-D39438950220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923D9D-330C-40B6-D597-E7F1D2F5A795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EF0847-369F-0E3E-DFD6-60A708F698D4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8122AFF-6FED-E654-F646-60B5038C0577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8733D28-DCF3-7F80-AFD2-E4607BC401C5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477C9B-DF3C-650D-3F6F-E7A1BE11923E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54BE2D9-CF85-1CDB-B61C-76950BEBEDB4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63BAD2C7-37FD-32AF-A198-E0978F4E553D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86707FAF-05BE-3E41-E771-B05A9C1BCAC1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FFF4A7-A0A6-FAFC-9910-817B376B7E4C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BC2EFDA-E0A2-51F9-DF3A-BB3D19BCA5B9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C077174-5B78-2FF9-3A5F-43D24F556833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4B1FAF8-3096-40EE-CDD9-8B20E36B0F4F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9B4E6B-5AC0-E875-F2CA-2BAB04A84C78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0</a:t>
            </a:r>
          </a:p>
        </p:txBody>
      </p:sp>
    </p:spTree>
    <p:extLst>
      <p:ext uri="{BB962C8B-B14F-4D97-AF65-F5344CB8AC3E}">
        <p14:creationId xmlns:p14="http://schemas.microsoft.com/office/powerpoint/2010/main" val="2949709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DC964-3D19-97A2-DAF5-38208188B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ABC8-CC7E-C0F2-BFDD-994B283DCA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DBE53-C9EE-43A8-00CC-6EE7174C72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DFB14-D230-F1D5-1E99-1E864F1C421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19F43E45-9217-4F94-38CB-0DF8D734F12F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C2231B29-CC41-83A6-0747-4ED447ADB481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7D64B382-250F-0A3D-A209-74003BC22A9B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04FA0F-8A5B-328A-6677-950A244FF406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DAF906-1EEF-942F-5C62-A20779FA19FA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8E3BC3-DF61-C55A-9CFD-309CF58B91EC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C43FF78-1BF0-45B5-8DD7-CECFE918245F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5B6344E9-1CFF-9E81-3AE5-9D07976E2B9C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D08A5C66-E7BB-844D-75E4-E4EB89B4B087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6CDC6A-3681-68DF-B94E-32F6EA8F0A0B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887CD815-4D39-37FD-859B-F632D1A1A574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9D1011-CD6B-0221-74BC-0678CD189134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1296B9E-9E7C-BB07-EF10-AE8D483921E3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09E984E-A2AA-7375-0BB7-8FD031C9B157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CCA7DD5B-FFDC-7A07-A399-316DEB2B4526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9247E4C2-85A8-3C46-0FDE-384802C036C2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B4CC729-FCB8-EC91-3CC6-4909818316BE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42BEF57-CD94-0B25-46CF-F6160399EC06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2953783-22D7-43CA-D76D-7323BCD87AE0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6507A96-1058-53F6-3BB2-7C236DD55F4F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7FA4F16D-236B-6D80-473C-AE2AB96E1678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11E5BB59-DF4E-436A-E9A5-DC24FBC62C8F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FCDC11-E34A-9829-44D1-69268FA832EB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D49DD98-5C6A-0811-8B97-028F99942919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1526D58-C111-6399-EE34-CE6625876E71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CCF158C-1E56-218E-E4E7-1AF8531F8CC4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4B750F7-A44A-7582-F8EE-3B8AB2AD018E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286249C-9D7D-88E2-48C7-B2539440B82D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6AFABB68-EA98-6EC5-57D3-4AB134D15E37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97120264-F669-B28B-963E-DF84FDB008E5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3A2A61-7725-4906-9945-2DA67D14793B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CE9BA42-F257-19B4-C17D-68F57F3CF297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881C8A-EC89-72F2-6112-01B1EFF0116E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3926027-57BC-AEE7-CB2B-E575EAEF9C85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EB69B03-F7C3-574F-CFA7-1CC6ACB06109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4C1E5F-B941-9B3B-6A6F-ACDAF1937D0B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CC0DC95-3021-AE6B-E206-C56212C27286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493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F05CA-8E4A-B386-720D-2AC001E70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ED28-4EA2-A974-C90D-88F1959A5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C8E6F-4150-9CED-56F7-E3CCB67EB2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33C866-B09E-270F-C39E-D397580A826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74A562ED-F22E-C2BA-AC76-FE6C473942DC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C664ABF1-A773-32DF-D002-F1376E69154E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5404A407-492B-B18B-FD03-4AC198352E9E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8A7D3D-8F33-155B-8820-DB7842924438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836D5A-6D2C-A98B-6BA4-96F28EBADE55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8389C41-A7AB-718F-F60D-515F19D75E83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5A8EE8C-DFD8-106B-960B-B6B7E643A35F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26573E10-4582-786E-4DDF-4853D81A7533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B3C9D0AE-DF4C-2F15-D613-298DA4103A31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348EDF-F1D5-E40E-F50C-754E56BDF465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482DC675-D863-CAF7-A13B-B8174534816B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51AC16-30A0-2873-48FF-E3C9D0275BBD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992A8D-0B76-656B-44D7-8A3D1C999CE1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537CED1-5BE2-A342-03E3-2069376ED06E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C34CA42B-61F3-8779-44B0-42A422EA6BBF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45A628D5-EC78-601F-A291-19B82A464FE9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C8D4BA-60D8-87E8-58ED-FCC7837D92C9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4B1B06F-A658-E1AA-8784-74E834A9CD28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662CD3A-BF29-FA56-F5E7-1F6E9E19E7CC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19F30F7-9048-8C52-3D20-9C38A7269439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40CFD93D-785A-9E65-BB09-61D4AE06BDB7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48E0646C-67DB-3116-7031-0681B37E6231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0A4ADD-73BD-C452-6118-F86C9608E193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E9B6A4F-AB8F-D18E-2234-2E21610F1B29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EBD764B-F9F4-66C0-C8C5-3595A8D7CE8E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6BC9843-B500-6B4F-6E43-F2092A56FA6E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31D938F-F0BB-6586-EA4C-189C70BFA5E1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13C8FDE-9D8A-C510-068E-0DD3F416A69A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EEB3C3E8-6263-74F4-439C-0A44C92BD3B6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ABF7E950-9307-7D6A-C7E5-DDD3F5C95FE0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C1B2E1-AC05-3498-F95F-D72E03342025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2F99875-A038-07D9-82EE-4D97EAC79A07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DBD3B93-CABA-5A29-D611-FAD418C2930B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F16E2DA-F7AE-4E36-31C2-B435AF6C57D9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BB0D5A-553A-9EE1-D48A-D48008A46606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212BC5-603F-8EA9-9A92-E11118D8734C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A89D11B-9722-748A-CC04-8D8B2D1F8B7B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007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47D66-DE7D-834A-8118-DD27CBB8F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603F-5CC8-3B25-5B24-5B7660078B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45F47-136F-82FC-3D04-B0A12C3E7D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83466A-0424-EA0E-BFF2-002D1D08001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F0D006E8-87C6-0D4E-5AFE-D84D328DBAA4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A14C9C8-6F87-7291-3783-4E998EC587DC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163C59F9-10E1-7EF2-6BDF-86909D95B84E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922E4A-F12B-4417-B7C8-52A3E334EB69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54F12F-41E8-F725-D427-CCD7B9AD7908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78C8F1-5BD1-B9E6-A69F-04E1CBE47E2A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63322D4-D01B-14C0-A580-B3B8CAD3C8C8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2460DECD-C329-89DF-2523-1E1F1D963113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4C96542A-AEA9-6674-F8C2-2F3DC9BE5E0C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A22F12-15B7-D7DE-EF9B-B31A98A6BF07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64851650-ECDD-A2D6-82C7-82D2516882F7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543BA0-9AEC-9CDF-DF1D-52FEE427C46C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BA2F94-5D17-DA12-E0A2-1FA22F7572A7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D62B39F-E678-2D45-9AE5-4601E9D3BEB0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1A2A19F9-242B-63D7-A4C5-50F783742170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98C0F04B-16AF-DACB-A6DF-2937186B6F92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D615333-BEB2-BD31-BFD6-270F6A3A7485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82F61F2-4B76-55CA-182A-C5171D0ABE72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B79942-4F99-3AE2-0F22-286FA8D1F73B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ED8F1AA-D240-2EE8-4C79-83BB1A4DB6F8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C66D8643-847E-8C1F-02E7-4E07465C5793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DF74138F-DDEF-35AB-48B5-205ADC710767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91F3A3-CD8A-D376-B6B1-58E848B4B6FA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1370DC-829D-4474-773B-56FA9BBD4A86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2286C0-BC6D-BDC3-10A1-8141F7DCEC67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513CBBB-99E8-1153-36FB-983F8F14BE25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5BE766B-B163-C6AD-BBB3-A4C2565DDBD2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086C-5FE6-68DF-DA45-592FAB4A3CEA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4BC198C3-15FA-5F40-2027-74AD88D67521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F23A5676-5F16-B6F6-F0A6-5E7646EE430E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9A3E32-136F-8213-FEF6-7E45D89F407B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92637E4-FA43-B2D8-B008-635E92440779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668CE27-6F2E-18AB-B426-E71D54E5EA66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1647575-7BFF-71E7-DC0F-C441B94060D8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E9351A5-2A8C-FE95-C1AD-F2EB0101DF47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AF6C2A-80B9-68BB-922F-451D7287F95B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C9E16EA-C211-DBF1-AAE8-BB62F1C29F6E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07D804-F5AF-31C6-DC55-D7EC74054CB1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F08A3AA-A293-545F-D32C-11657A0E3DCC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</p:spTree>
    <p:extLst>
      <p:ext uri="{BB962C8B-B14F-4D97-AF65-F5344CB8AC3E}">
        <p14:creationId xmlns:p14="http://schemas.microsoft.com/office/powerpoint/2010/main" val="1154531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9DE9-0210-B2EE-5CC1-CF5F98365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7EB1C-6BE6-0968-4532-E45E51E0C5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28304-3588-BBA5-27FA-FFD8A43594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9280B6-1917-2B85-D479-570A8AE4E8B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FB32F269-6364-B8D3-3EAE-5F2EFD223F51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01779F1C-F3B6-19E0-A6C2-E189459BFFB9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9E2EB010-E3CD-A246-5D7D-70603F16908B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9D27D7-54C4-A4E4-1313-59EB96AD3EA6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8BB226-CBFB-2B6B-E7BA-B53DBA8CC2DD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021E8A-88B3-7B67-671C-5F27C2B9B0EF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C27393D-46A9-A748-DD47-FE2E9928C125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657A0416-BCF1-13F1-F8E4-4EB9E6A11D1D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4F16C95-6029-719E-3E65-AE3AF27AF783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D66D53-3DC0-5741-643A-E0AEF5201DA5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21AEDA7F-9690-8523-9FAA-68DBEC79D949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6810CC-A198-6426-F10C-76ABD31C4F56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3A2CD3-DCCE-AB99-7B7A-11DC340B5A1B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D4E6E2C-9621-56AB-C200-D36E65CD6DB8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16AA8012-F722-9EE3-608D-0562644A1B0C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B5D48D45-3789-C4E8-FAD2-E78D3D6D4F01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AB8BA01-A76C-DAD6-8C9F-EF521D19E902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A3FBDA8-1580-79B6-1DFA-924ECE69B4C7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F6B6971-9899-FCD8-E071-6C7C6FDF5B3C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02F8FBB-4C5F-DAD9-0F74-E2538DA3F692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6640D4A5-CDFA-A4FD-DE59-C983199F76A5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20948502-7E8C-4BC9-D416-A01390C2762D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AC056B-E582-0178-E62E-2B0822D9D31C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F27E723-3AE5-79D8-3C7B-506369767531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3F8D234-03D7-1D61-A496-2E0550FD31D1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D218680-43A9-8BFE-34EE-7087C581E707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F19B946-0D3A-58B1-32C3-946C674199FE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98A2E21-711F-C395-4DB5-1DADA397BCB5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1695EE94-F8DC-8AAB-C4E1-57B707F0C8D6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5912D7DF-13EB-DACD-0773-7E0CD05E00DC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0DA8B9-6E5B-EE4D-1254-47A2FA02387E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972BA4A-40B6-909B-EB12-7D056BA87846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0D490BB-67F9-D00D-E86A-EC4703EEBE90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C44742C-8DEB-8785-CE29-25DCA34F07C3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4313943-700B-E9AB-73C0-79CD1E855BDA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74C0E8-C83F-B308-008D-42EB6F328BE5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0500D30-587A-A3A7-A32E-404F819980B9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99D50B4-DAFA-8732-9082-F77F5EDF626A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181ED7F-6CD3-A1E5-BB78-B483773D7E5E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C2F4B9DE-70F0-5048-670E-D71DC98D7182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F1FECE47-FF4E-B59A-ECFC-86FA488459BB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3848BD8-F2CA-85D7-4D30-E5DE5210F8D7}"/>
              </a:ext>
            </a:extLst>
          </p:cNvPr>
          <p:cNvSpPr/>
          <p:nvPr/>
        </p:nvSpPr>
        <p:spPr>
          <a:xfrm>
            <a:off x="3286240" y="1062638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775512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5B5A5-411D-EF51-2D30-6179FDBB4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550A1-B772-CD69-6464-9C64229ECC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DD7C2-67DC-690A-9E43-73A6E020DE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114F74-A9FF-F0DE-695B-4C616D80932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1EE68AE1-01CF-0C17-825E-9E23DC1CBFB6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BA34599-B16C-9B1A-B8E1-6866C348C941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A82E556A-9272-4676-6F3E-BBAD13743CF2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BD27FA-AAAE-E8D0-8FD9-5F86BD9D26AB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24EDC3-20A6-E2CD-5E5F-69393AD8B6AF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0D22CF-8CD2-E035-C3C4-F2BEC803BD09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3B3B798-EF1F-962B-58FE-FA4EC897EEA0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AC3E1A3D-1ACE-16A3-2F8C-E5BBCE33A87E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638A8C6-9A25-AEA3-E1B6-9B9C95FFCD80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68188F-1B0F-8434-D813-18544258781C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3679A3BE-CFAD-25E7-96CA-6568AD06F7FF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C75C52-AE20-18A1-F0AE-74594B95CDD8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7323C96-CC61-ECD1-FFFF-04ADF4B0658E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BDECDA5-ECA9-49EB-47BC-AEE616FE36F5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87EE27A3-830F-7AEC-9F4E-38CA8092A05E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287A484E-2591-972D-3062-21D7C3649615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5EA507-7D00-6ADE-4547-176034D8AAEE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A5D5D5-DC58-9F16-920C-D8B7FC3DED5E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F12CB3B-1439-7BCB-5296-71BDCEA66026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6B7DD87-8B18-67B1-81AF-98E732260AC1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E41BBEA3-E2E7-5143-CAA5-0B3C95E26EF0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659F1150-E0D4-E5B6-C926-9689338D6C92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4C19F2-5245-4E79-F28E-272A54F881DF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15AEF5B-E872-9FD6-3A22-8BD7371CD9A9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D82351E-D0D8-533C-64DB-0014C596E24E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7677482-E53E-A751-A4CE-041CDF5115AC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67E4A3D-D7DA-F2DF-3A87-EB80541564B2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2920DA9-EE80-0CE4-F079-E831BC2EB07A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F89CA1D8-D74C-9098-EA52-2B9541DA9D80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F008B221-8280-59D3-AC55-67DAD962C808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B34907-36E0-D9A2-1D67-1DAF0D7C8783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745D4ED-8144-0578-B85E-B099EDC2CE1F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7562727-B608-662A-655B-615A2F0E504C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9683D91-CA87-7EFC-CC91-90467FCEBCE1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21ECA54-3346-594B-E51F-1B29D61109CE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B6210B-41A8-16B2-DD0F-3AF96179ADAA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E9A3EEE-77CF-FB1A-CD15-465536E66BE5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75FB88E-1AF7-706D-6BFB-5D2ED7C4599D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A4B02A5-9A0C-FE7B-432B-774CF38055BF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8B613F78-EF42-4CCD-74D1-710830E1DC26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5CA74E6D-F0D9-2192-2B9E-E94DD27A50C5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9385BCD-9BCD-C01D-494C-85EC0ACE7EEB}"/>
              </a:ext>
            </a:extLst>
          </p:cNvPr>
          <p:cNvSpPr/>
          <p:nvPr/>
        </p:nvSpPr>
        <p:spPr>
          <a:xfrm>
            <a:off x="3732563" y="1036373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41940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2E6B6-EFA8-6C2E-695E-C953F702C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DC47D-0417-F9FF-E560-B9622892B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7A157-139E-5E15-721C-FC0475CFEF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2D1D73-25E7-C41D-C97D-DE35F4A5802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76F82699-CD24-9315-B572-538DB00F28F1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D7675510-77FB-9B06-14C3-09CA60693987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5D736F04-B7A2-2081-3177-BE64E4875A66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658685-FDB3-BF72-0B9F-3C2CA735D400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A981F9-2C1C-DB53-A6FF-C2AE1DCF04C8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D049EF-46B0-4355-E579-5D5EEC00DBDF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7A8F8EB-FD56-89A8-9420-0057973854E8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9D7684A7-C939-1271-429D-E49D04EC7EC3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EBC3F26B-25A1-E098-6A32-EB462A596BD0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3FB192-C48B-4306-EC68-02C8B21B6556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35400609-2687-848D-3629-22FA3824724C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CC29DA-DC0A-09BD-5E1B-EE5F6A76AE41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F4890A-AF80-2694-1C11-7DA9A30C91AD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D949D64-DB39-C9B5-B5CE-2B47AF58E49C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6415FB45-BEB5-0498-545F-0902A431BA77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BB8429BB-8E6A-9234-C8CD-D48333C33CA3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05D22A-9817-A1FE-59FE-2CF3C9BF0962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B1C227-3C33-7D20-1C92-C9063C59F318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93BC6B9-06B1-F53C-2CF2-92E8735600D0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64F6000-1891-8486-4AA4-0CEBFFEB2FD7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23B54156-10D2-65B4-961C-01F70F819A1E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44FC7705-80CF-6B97-AF36-A67FEF766CB3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540043-30C6-A2FD-C5AD-7F27846FAC8B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5954D7-4E8B-2C65-1C7F-AA3FF413BF80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C63738-73E0-7E7B-AF42-B0DA6CB0BC16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9F84E1C-1378-A4D5-0C2E-C601F28B89FF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953597B-199F-9678-9CC4-50B2460A78C5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3030D1E-D975-A069-BA82-52F24AB38222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BCA041BE-14F6-C6CD-6D01-6F2E9891316D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1C17CF9E-FFB4-4B05-68E8-47A32F8FB227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41078D9-C23C-9ED5-356B-F176AEE9459E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53F5CEF-3536-BF71-6F70-1BDD59C936F4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0CD75BA-418F-2DF6-6CA5-F60A01015984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474812C-0CD6-2258-9C62-6978A914BAC4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8E415B-2231-70CE-F542-616D721820AF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BED1AF-82EC-B644-7044-F1506231F457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28EDA72-C8E5-339E-EF33-724C6D87CB41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A2D1A0A-B91D-8AB9-5236-6D675C24A909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7643C186-385B-3DF2-4528-6726FEEC0ED5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3554562F-9FBA-6229-1A42-87C404189429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8ED293B6-A061-85D2-ABEB-9E969807D1A9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1084C9-355E-86A6-93C0-FF03244372C7}"/>
              </a:ext>
            </a:extLst>
          </p:cNvPr>
          <p:cNvSpPr/>
          <p:nvPr/>
        </p:nvSpPr>
        <p:spPr>
          <a:xfrm>
            <a:off x="3376891" y="120355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0</a:t>
            </a:r>
          </a:p>
        </p:txBody>
      </p:sp>
    </p:spTree>
    <p:extLst>
      <p:ext uri="{BB962C8B-B14F-4D97-AF65-F5344CB8AC3E}">
        <p14:creationId xmlns:p14="http://schemas.microsoft.com/office/powerpoint/2010/main" val="439740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9C5BA-060E-7419-E500-F4649128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812BD-D2C6-8314-2698-7D37B2E33A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5919E-0E80-A327-2B8B-650886DD44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4997E5-68EF-2BEB-F7C9-63E43D493BA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EFF135F-EACF-AEED-E849-FCC61AD95A09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009E63F5-794E-474D-2CDA-C214E239E951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34F294B4-3D57-4738-855A-E2A979FD382A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A0B8C-63B0-46B1-59D3-BDC5698B096F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797BA9-028E-D74E-BCB0-010FCA4C542C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8B17F6-1D33-B4C3-8B80-FD5AB281D01A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AC79D70-73C9-3509-D268-AF798646F39D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8B14CFE3-2BCE-F8CB-7864-224492E13919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9805AC2D-324B-A2B5-A91A-BC8CDE8F7253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323A99-5DD0-6837-D1D4-36386B28E3C5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E8218687-D785-B564-3C99-C06F22F98CFA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B54197-C7C6-7459-05E1-5F3FA4CAA243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F5FDDE-AF89-B666-7826-A0DDD76D13F6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2473067-00DB-DF59-6D9E-33FD3ADFE70E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92D54E55-A5C5-F92D-4593-E14700E6D86C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78E37916-8BCE-C8FF-6868-5584872E746A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861832-6B3C-6069-9D3E-FA79FB850549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9A2619-9CC5-0A31-55FB-02E49FFC6C15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5E8437-E5B7-4C5A-7D23-18DCAF804879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48D23AD-3B98-DACA-4DD8-FDA550A97025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4B16D2F8-B76C-3351-503C-41D368EDAEAE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FC090D3D-B317-0C04-7475-79020DCD8466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D8CB60-C634-8ED6-16E5-C100AB569CCB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9FADFA0-6B56-2878-BFFC-FAE39C796856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74EB7D-51A2-5EAE-78A7-A1B83D2B33C2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20D2040-7783-4FF2-5085-064B191FC09B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40863E-83EB-156B-4BD7-4A7978930641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1D39CDF-8F76-3480-3DE4-9E9C7979944D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993FB84E-C4AE-31AD-4C8C-B1255F2428A4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D4C1F84B-BA2F-A1A5-83C0-2BE195788BBB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D2531B-F3A1-9E80-E249-3354B95D5F71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888C38B-B167-E2BA-8AF0-2CE0B026E613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4906752-3AB9-7E4F-BB93-E30B7E65B44C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AAA2003-E5B8-6EE2-E559-80F3FEDE94F2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7031254-375A-9F2F-23DC-69BEDB7060F4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08ACC9-C7B1-BE4A-A5C3-1AA22B4DE171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3DE3F1-4609-8422-96AD-A9CE0FF6B175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F02101-140D-4780-99D3-06F590A80E5F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BFEFAF5-2645-881E-7C7E-7ADB7E2990A8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340253D5-434C-B3B7-5F15-B5405F64AB1C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1EE60F8B-25CB-0090-F6AC-234A82462519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2F9EFF1-CF0E-5B78-EFD8-40DEDC2C6DCF}"/>
              </a:ext>
            </a:extLst>
          </p:cNvPr>
          <p:cNvSpPr/>
          <p:nvPr/>
        </p:nvSpPr>
        <p:spPr>
          <a:xfrm>
            <a:off x="3732563" y="1036373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5639C37-A162-E337-880A-EE7CCC7B856E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3819D76-4A59-B594-7D02-5B33106DCFB1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9D4FFDA4-BFB2-6CD0-5147-927D70558477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29883992-5689-462A-900D-6229793CD93B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694AC3-57F8-0725-5169-3949D81D3432}"/>
              </a:ext>
            </a:extLst>
          </p:cNvPr>
          <p:cNvSpPr/>
          <p:nvPr/>
        </p:nvSpPr>
        <p:spPr>
          <a:xfrm>
            <a:off x="3565171" y="250767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675154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A65D6-1286-2EEB-D726-462DDC536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7317-2F0F-E564-05DB-2F2FC1372E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B13B7-C722-A3D1-244B-1CEAB54AE3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8F876C-D6AA-595B-9AF2-5F2B558059A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2E7DF85-C6E8-DC0A-B926-2E69BF1BC987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33539FA-92EE-BC5A-EF6D-16B167A92967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D31B475-D716-A0A7-68B5-BA8FD8D38818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A380C8-E018-A93F-E2EE-FFD98A31DFFD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E4AD7-094B-FEF1-A4DA-408320C4D5D6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320F8E-D16C-0F22-1948-81582AE3C977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531674A-896E-7004-4914-ACA40854577F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D441C82C-D5C0-CE0A-0D1D-32C895A57E4B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A950CC3-DC77-D8DA-5841-B1A9709F5542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56C6B0-42FE-30DF-E8B9-44F4512C95A2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8A9CCC14-D60C-6D7E-BCD3-028CD8BE6E55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D7D76D-1A59-7EA7-1B8F-71164DC0111F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E07CC11-BBD1-16E3-C5CB-4B07EBABEB60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99CD0E8-02F5-F1AE-000E-643A4E41CEB4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03EA39D3-1F97-8C32-9061-E09357C25C5E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0B16E7EE-007B-0AB7-2D9C-62654BA07193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5801DC1-4641-5355-01E9-3A7A604E7C33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A4BE91-CFBC-1D60-8F98-7A181F1B9C14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107C0A7-1EEB-82D9-8467-7CE01834A8EA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2029FC0-854B-7045-FA33-07F2C5717298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D451C2EC-4E7B-5803-0A65-C6E811C5AFD3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77D86910-B2F6-C42C-1E7F-28FCAA3B673F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4F2047-E028-1B46-4490-5B262D633298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DB8890-0F73-0BDD-D010-D11E70DE680E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D747A7-1479-D696-128D-F06CE687AC4F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694F7AE-D233-BB5D-6A8F-BFEC0929FF27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D59F2A7-3D72-BF41-22A8-AB9C9CFE3EC4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474911E-D821-86A9-9967-4DC4DB55BEB4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4D8D0FF3-B70A-990A-8601-6AF7E305C14D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FF00207E-D7AC-7DDA-0D41-9E98A687CA58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43F823-880C-E3DE-988E-96F7B3CEBAFA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431EF54-B77D-1699-AE6E-E1A82BC7B70F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562EA68-41A0-030E-09EA-881CD9354681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50516994-7AEE-5E8C-732E-7F6628405885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AC7AE8A-677E-CEEE-A110-6385B77A4F9A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1137BA-F787-5075-C48A-1B200C44E8FA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DA11319-928F-524D-A644-726CBD6BB245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927CB4B-2B02-F320-3A37-D77D2C4F44D8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96E8140-91FF-D4BF-37B0-C3A10633D1E4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ED7D6759-DA31-FE61-5695-02DCB0B3422D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C430B4ED-4E24-3A1C-3999-EF272A35AF01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080469E-8218-3AE2-45AE-9C6CF1DB8B98}"/>
              </a:ext>
            </a:extLst>
          </p:cNvPr>
          <p:cNvSpPr/>
          <p:nvPr/>
        </p:nvSpPr>
        <p:spPr>
          <a:xfrm>
            <a:off x="3732563" y="1036373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524EEF-BCC0-38FC-9771-BFA6D03E85A7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65EF3F6C-C697-94C4-319F-DE829BDCC24B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79D2A1D9-59AE-4096-331C-6F23C7BF088E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B55403F3-2A57-9C7E-F2F0-83B1446BC4D7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15BDC97-4D74-F470-D402-1C926667EBD4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524645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6685-10B2-5681-5AC9-D3CDD21E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4440-1B34-AB41-69ED-254A7F3D1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B3498-D8F8-78CA-B15D-A36E52028B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3AE1A9-9DB3-BC74-BEA1-3C801AF11F4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F1E7791B-B49D-583D-D97A-AE3A46C16EC0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2107CB64-9E23-AA22-378B-D3DD735D31FC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5AE630D5-6998-78C5-6AAF-38AE6B311D99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A99523-005E-7C5F-920E-E8EA4151DA81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515548-9665-2936-E00C-EDFE40EE5023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7A92CC-06EB-99C9-1BB6-08EF74351593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7F47E8E-E953-4DBD-BF37-6146F53AF911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B7100989-1251-24B0-37F7-2500650C3C1B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B23B0805-8D12-329C-F3EF-79A276A5B44D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A0350E-0D68-19F2-E785-00F6409E0D4E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F4E3C5D6-92FB-3968-E4FE-49F7E68506DA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649A1F-09F5-C275-B46D-757633C7FB50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3B8D884-7FBD-2F22-B35F-02BB1B71D3B6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78231D5-BD41-A407-2561-0461F4748CF3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5AC574D1-F3AD-61C4-E284-6F8BFA42AC3C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EF31FF58-384E-1689-5EFF-BC83DC137880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C47E67-815B-5778-AAD2-44959C7C3C3F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C8ACA36-F441-643A-5627-A7481DBD9376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5F7E4B-13FC-99D6-FF5C-4D7ABCDE2E87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C052402-3FDE-5C07-6685-9CE09A3CE2CA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E76DB0AA-5489-DA17-FCBB-A582957306FC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711F5D41-F1F1-3167-8938-8B398D774C50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7C1F51-6A48-275C-6258-A2D62D4021F3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A95B9A4-9785-4440-A65F-F374461A8E5E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249C22-5642-A436-42BD-2482C82CA856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895E9C9-B7CA-7A5F-29D7-FB0C9B71550A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A53BA1-AEC7-2842-4663-397D34FB9D51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EE8EDE5-2061-BD4D-9BF4-772B9300AD3C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834B87DC-F92E-F440-6295-C3D037453CC7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03BE893F-2DA0-3FBF-C166-20D7FC431CBB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402494-93ED-9FA7-0835-11A679D0C33A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C85A5FE-48E0-37E4-1F71-1714726D0080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AAEE491-5D90-2F3D-C4F8-5ABE25B37710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6AFD305-7651-7D6F-039B-F7202FDC55F6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D6C40F-9D8E-5E2B-E0EF-680DEE6DAB01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B4CAC6-3ECB-6D49-5B92-723E356A4037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9E2BE7A-2C08-8305-9038-62516DFE0540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EBB2AFB-146C-0F04-673D-45696D97B472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494C14A-8DDE-F6DF-6971-7BF5F6831A58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31197C3D-C993-A89F-1E3D-1F9F9DC9AEC9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A6A5A6FB-F49F-65D2-EBD1-E95397916E12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E931FC5-8E30-5158-EE46-37559D827C74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891129E-63C4-A076-E639-443A478718CB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E6B34821-91D2-68F3-4AE4-BC3BEBE703B7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491ADA28-C331-0900-43E8-37B01045D65B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668C3EE-0CD3-5FE1-40DC-10F0EC4BEDFB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231C86C-B0A2-B495-B989-2605D2189153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5D4155EE-CC1C-2A45-2B24-B6EE348575A6}"/>
              </a:ext>
            </a:extLst>
          </p:cNvPr>
          <p:cNvSpPr/>
          <p:nvPr/>
        </p:nvSpPr>
        <p:spPr>
          <a:xfrm>
            <a:off x="3402253" y="1202846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</p:spTree>
    <p:extLst>
      <p:ext uri="{BB962C8B-B14F-4D97-AF65-F5344CB8AC3E}">
        <p14:creationId xmlns:p14="http://schemas.microsoft.com/office/powerpoint/2010/main" val="1478019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6BA50-A519-64D5-DB8D-57869A7AA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DB17-D242-4004-7A21-97C2238F4D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67DFA-F84C-A342-3F27-217C482878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23FAFF-4970-F658-E42E-059E7D5CFD3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FC07C0E7-08C1-1927-B603-EEEAB30540E5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08F97329-B8D8-7092-DE80-3A20519052F7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A6CE817B-2B55-B7CF-59AA-A6412B49F67E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0FD1AC-62AC-CD23-02B4-CCADBAB52554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6BD2B8-19EF-20C7-19BB-D21934EA53D9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A8F4C8-EEA5-F2CE-985E-62A7ECEFEF3E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5EF7DD4-1219-8B2B-D24D-33D80578A56D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A05231D4-6C38-BB75-F2D3-E6191B7F1B2E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4575558D-6FE6-9AB1-BF68-A81685240ECD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57A7BF-28BE-7B9E-3145-12A41A436562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A741EA8C-1823-2347-FF31-019E6C785FA6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A3824B-3F12-B8E8-51A7-75C2416FDAA0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AE1793-ED82-A4B0-09C5-284700BA2D1E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F3980FE-4F23-8298-D872-0C9571530E88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C50EC61E-EAF6-9B48-D7AD-AA4F1771FA0A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E6209C37-B419-64D1-C9B4-5A52735C3BE8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62EF74-4747-2BCD-5A3F-B3A20E2E6BB3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CCC159-D74B-5500-82FE-E86A0AB71643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634F639-5AB8-70DE-D8A3-D88361633B3C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6F2DAC0-5C6F-13FC-D3E5-69AF3686771F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0410DEF6-2B1E-D965-E182-25D02FA2D25F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A21E02AC-93EE-CE9B-D77F-8F5DB523D1DA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24EA68-9D5C-CE5D-75FA-02574F13D947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139AB90-8C64-D7BC-EF89-FF4FB7737D07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A6FFB4-3C09-63D0-29CF-E50BE00FC0EB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58D9850-9F56-88A8-6307-97B2D736CD6E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C36EF1C-A52E-DEEA-3741-01BE09DD3311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9F7364F-074F-BC3D-A9EA-A1195062B62F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EF58093E-5A88-0543-0F0E-A46C1F00964C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4B4DE4DB-6291-870C-A5F3-09627F20A6F5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C0B11FD-46DF-1BAA-41E8-0542B6623C14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39290B-A775-A552-6862-829D985DA31D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2152C93-5228-7753-6C67-A20579C0BC97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13C7BA7-0714-C78D-D95B-6B5181F3279B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83D4466-B9F5-7132-04DE-5F951C647462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C86C19-AE12-23E7-CF11-3E888290780F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8A5D223-2682-2BC2-8EBB-936332521827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31AB2E1-F9C9-50A4-0CA4-37E146FA09BE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ACD6A9D-C6EF-2606-4485-6210F63D7053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35B19DE3-DCC0-891D-04F5-30E36297448F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64E07799-D1F7-5869-3743-2AD63DA6993B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F3F476C-5F1D-AD55-C2C4-038B710AFBD4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313B07FE-F3C0-BAB4-2E9B-29249F6039CE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FCE2687B-7168-BF22-27F5-DA77EC3F3DA9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3DD86841-C779-93E4-6858-DCB5658C9A27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9ECE4C-D7A3-277A-A4CB-076DE8BC803A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A801A2C-A388-CA05-1FEC-C89C3886AD25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FD3B3853-DBD6-BBDE-C33B-1277EB475EFA}"/>
              </a:ext>
            </a:extLst>
          </p:cNvPr>
          <p:cNvSpPr/>
          <p:nvPr/>
        </p:nvSpPr>
        <p:spPr>
          <a:xfrm>
            <a:off x="3402253" y="1202846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D591CFA-F055-9B40-F7FC-01F4F590F8EB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4B7468E-4A1F-553E-A0DC-D7AA606D8160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71CCD14D-01C2-22F9-2727-5E0E6E2BCB1D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</p:spTree>
    <p:extLst>
      <p:ext uri="{BB962C8B-B14F-4D97-AF65-F5344CB8AC3E}">
        <p14:creationId xmlns:p14="http://schemas.microsoft.com/office/powerpoint/2010/main" val="3199599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01A1D-475F-E0C5-F8A7-9FB058F8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C112D-164F-2310-3592-3BF7E1641B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7D5FC-9F61-CF1D-85A6-3FB6DEB07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73DB0D-E235-6B51-9DD1-A7C469427B2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F36AB2F1-ACC4-175E-997B-63380ED3AA4E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F2C4A8C3-4D31-BA14-288B-83B4D7C8F532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24CD88AD-7927-D7B8-40C1-35AB542D7F17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E63B8-88CB-6AD3-1B93-B1C09F978139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B93545-AC04-08DE-40E6-79F039A6528C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044B6D-385D-5C0A-8B2A-40F8E9385804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70FEB38-5BE2-F744-F209-2424477022E0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4B97DA2F-63BC-0EB7-E132-79D3AE375736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E3AB1EEF-64B7-0DBA-615F-7F056FA09856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64D0D3-EBEC-C145-A35C-D21F8077AFCD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F1960B11-8522-5091-CB09-9EC923FAA5A6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6F4EC7-D676-309B-12B6-50C307857C39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6562BA4-F8CD-6A11-4F1B-4CB152C6C878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3A93A98-FC79-7D10-87F4-72B46D24F6D7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86F59585-A5A5-4EE0-A179-54784CA67053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B255E835-D2A2-DA59-3CBB-A6EAC187A56D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16211D-D2BC-20F1-84B4-1C7F9BC29D6E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AED2DF-BA9C-682B-3497-179BFC62C683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4E7D75-D6A1-5CA0-4A00-F1F4DEAD834D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58B468F-1A40-0F46-DB16-3694ADE7F80B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B61B7BBA-D23B-E036-286A-A3B8148D86A8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FA7063B8-A2EA-6171-E7A1-9760AB27C0F0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60CFA0-BB46-D7B3-2ACC-5EF27C32620F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A5E9067-04D3-0400-ED5C-FF8245A6B5D0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81CCEE-0595-A6C5-3085-6BA53CA90EA2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DE7639D-C5DA-2977-36E1-02474358C6A9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D34AA13-FFAD-DBE7-8A9A-C9F19BD531FE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4C18688-513D-B1D9-3AB8-177B96361F71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4ACC10D2-CD54-6FD0-1806-BEA91ADC4D7E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A5B26D1D-65DA-B566-E445-0B5A89C4FEC0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3BDF875-21F1-E8B2-3428-05D7E010B0DC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DD70442-5B1F-43EE-A762-E4B468941D23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79E5D3-DEFE-7AFC-20BA-710BBE603A49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5BFDC222-5BF3-FC1E-EA4F-C690413AEF30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F6664D-4C1E-2527-E676-67DF9E9640C8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C61FF6-4625-6C3D-EDF5-CACA72AA8ADC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A0D34A0-BE2D-6A68-4A96-809BD09A71C2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FEBE61-3DB5-382C-A1B0-8E46F6DFD82F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D5169AA-BB29-23D6-2138-13D5F710283F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281C205A-68EE-6874-DEBA-CA9634F53DCF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EEA9FD7C-A5FF-7EF2-972C-1486E52DAD7A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82F806C-340B-B6A5-5B9B-20A13199F133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69DCE658-5CA9-52B8-6C64-084AE70CA3AE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FF77E141-857B-947A-FA9F-B1F4D442F6FF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C2C128CC-8258-02CA-6C94-54B26C8A905E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36A70B6-9A69-809D-E202-7173A0182475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6F7B818-7F47-AE7B-4444-06BC0FB17BA0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497E4D5C-7961-B7E4-CED1-46F672A49BD0}"/>
              </a:ext>
            </a:extLst>
          </p:cNvPr>
          <p:cNvSpPr/>
          <p:nvPr/>
        </p:nvSpPr>
        <p:spPr>
          <a:xfrm>
            <a:off x="3402253" y="1202846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F275AB7-33C3-EE9B-A574-84F6A09C04F5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3A7E6DD-7DA9-43D9-0C61-7D59725F1709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18ACB9B-A271-7E5F-94ED-18EA2F33D078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0EFAB2D8-6C39-68D7-5E72-7D3110513684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3CED2FE0-05BA-D319-116C-E1BC6961FBA8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7D553D2-F22E-E336-2CDF-154FBCC4F0BB}"/>
              </a:ext>
            </a:extLst>
          </p:cNvPr>
          <p:cNvSpPr/>
          <p:nvPr/>
        </p:nvSpPr>
        <p:spPr>
          <a:xfrm>
            <a:off x="4275651" y="388880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104099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0661-E4C5-8DB9-D8F5-CEF7F174C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4640-D6AD-0CA6-BD86-724A548871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FFF0F-AAC5-6AA3-E38D-E398924BBD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BF5260-E701-8F18-C63C-A513C8EAF86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0AE60BF-24FC-F8FD-E3F4-68DB1D6AF970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E49D8ED1-FAD4-B474-1387-20E1467B7932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B43ED97-F47C-C76F-4EFC-8DD60AB4A1E8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4A53CB-C6BF-2A8C-4E0C-0EA1B7452A87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706D7B-5096-86F6-2F1D-69FA350BDE2E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3A4C1A-E709-CD72-A440-4601999ECB05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459F444-90A9-277C-C2A9-E780D414E9F3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0D9EBF44-14AD-2F99-71F0-1C109E6C8376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DB0384D8-450B-DC1D-BF5C-4D243221E227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066AB5-A55D-AEE7-535A-6F84E88DB28A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773EEEF5-6B1E-9482-D52D-253E6A49B930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D5353B-5765-A35F-7711-A065DE1E0D05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F84A9E-B789-0D8F-DA7F-E8FF5BBBFE6F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F4DACDC-BD0C-D66B-EA9C-0A573D767A28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36DF259C-89EA-7F2E-599D-48D0EB293EFE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F8B15340-FD83-9992-A662-6E3860460B70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4D4187-16CF-9AE3-958C-1BD2DB7874E3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291F5D-204D-2D79-873B-4D22645E02D1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F735D8-2ACA-530D-418B-80A86D91BF67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8D71E-C1B3-A07C-9615-B362954B48A8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5964789F-7D49-AFAD-4321-15324A6DDA57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EE6007C2-E6BF-6869-E8BF-567BEAA39EC6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9C2712A-E45E-64D9-E44B-87C8B3382255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E22EEB4-4D93-D93C-54D9-2C8521B6849A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8B1784-62F9-F16E-634B-178291003083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88EE0C2-4B64-0179-E4CE-F68CE699DF25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CB56117-34CF-1CAF-8E69-498F5C64CFB5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EC162B7-C6D6-35F4-6C77-9821CFCB96DB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FCE917F8-ACEB-AA0C-8C90-1B3AD6C0319A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6AC91164-C701-8C27-3EC0-BFF0F6DAD1FB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509D30-7E3C-B94E-F48B-6BBFA742DFBB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9F05127-529B-FC99-1FED-36A2ED12552B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E676C54-B0C0-E384-15F3-CC85B75AF1B0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924C656-D7DB-37EB-85E0-119A3A1B7DD9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E7F785-1FEA-8339-10E7-03F887F1E656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AF34FE6-C49A-9285-F717-293F014A2DEF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B2774F-0503-21C3-81CC-F27B18D61B54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CAF7356-06E9-F52D-1D1E-9566EEFFC139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F3AF722-1AD5-5A2D-A3CC-777DD6847FE0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C7603310-6A90-7C74-713C-5EDBAF424B60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E1CBCEEC-065C-23AD-1E98-706EF854DEF1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93F8E45-C0AF-920B-3A70-BA579A3110E8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3FE0A1F-E432-BC2E-5A55-0729AF4DF793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A4CDF1A2-F228-552A-2603-DAF5A60428C4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1EEEB649-91BC-4E75-DE55-8BB4092B9ECF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4B16AA0-B313-96C5-069B-6FCC1370F99B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ABBD25E-E8F1-6FF2-1284-0BA3DFA55E27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72489A81-630B-8CBD-0871-6CB7A4A9A669}"/>
              </a:ext>
            </a:extLst>
          </p:cNvPr>
          <p:cNvSpPr/>
          <p:nvPr/>
        </p:nvSpPr>
        <p:spPr>
          <a:xfrm>
            <a:off x="3402253" y="1202846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99F040E-9A07-DB80-6E9E-67BBCB0351AF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481B9E7-4E99-C342-66ED-463C7172E766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4373397-50EE-2B50-01C4-DFBE13E5FAE7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2B401B26-6CE8-E420-D0C2-5E7019F13AEA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2058D826-7D98-A1AE-743E-3A8E75044E55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DE5C876-7094-4844-10B2-C0CCF4B744F7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128519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BE620-CD97-F1A9-8FE3-B62713AEB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31CEE-E9F6-0775-4E1B-993F87F2D8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7BBE0-22B4-8151-B3C6-A271C367A3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23E4D9-453F-FFF9-44F2-CCFF1AADB25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DB840445-3FF5-0768-9A40-54DF8DB5ABD0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4D39372B-4BEC-69DA-907F-B9538314715F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6A7C895E-07D9-5371-716E-3F25F1792867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C18CF-6BA6-E97C-FBF8-3DB25BFC2581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7AA342-FD09-829D-C62D-5F6A3DF75759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49F63B-771E-AFFD-D5CC-90D4C206A8AF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EF51D17-8B35-43F9-2D66-92058B440CC8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00E8DA17-9A11-4836-6758-601C4741295B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3EF60E05-75BF-26DC-AA22-6EECD1A3F527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DD075F-3C20-AE3F-FB4D-8C04892B5450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C4978AA7-BED0-A010-9CE3-F8C2E66C181B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84C002-12AC-BB6A-8AF9-6340666520C3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35AFF08-7201-9492-2426-94F72BC0333A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36A5C81-2574-9A87-42FD-9CD1E2B0CEF2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8EF32171-9563-49CC-AD5B-0C84767847DF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45F8FBA2-84EB-5BE9-F5D7-9FCED570FFD7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1B6C1B-6BA2-FF7A-9B15-A745FEC7C66F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B190A9-8847-0BE1-DF19-A70480D1C7D1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05A5C92-7E12-A79D-77BA-6C90078ACE5F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28C7B04-E283-7279-DABB-41BCFE10B15A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3CE167A8-37F5-BA7C-54B6-580125DC67BB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AD859316-CAFF-5EDF-A1FD-6E4E3D301A11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EC2026-96DA-7342-8ADB-11EFDD9B968F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0B7F16-FBF7-6FFB-A6D4-5CCC505DAE10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8D2D93F-13F6-9DCE-F4FD-0B2AB920D023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046CFF-4AD0-1139-8A4E-5857D0010F46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0DE515-EA35-62DD-0833-FDA8C3763A67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BAB1FED-8B0B-9369-2421-AA7886C8B575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9AC15CEF-244C-9731-245E-72F442016E16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9282D845-5D28-58F1-AB7A-7A234D2E636B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70FA48-EBF2-9DA3-2CB3-51613B31002C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804E87B-68CF-627A-DCAE-722C6CA93481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31ABB32-1E7D-F58F-C6A0-8342AB2AF71A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348371B-1403-11E8-5EED-6E07E16CADD7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A3719C-9963-98E5-7607-6C3F1DF3C193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6213C6-A25E-9E2E-ABF8-CB46B24408A3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1DACBB9-EBF4-1925-7612-0216BC29F550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F8E3B1-F579-7181-65DD-2B65998918B0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72CD9C00-2F54-314D-C085-B370EB5F01FB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CEE5D0A2-F648-B2EA-1F99-BA7B45322EDA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BE149936-9DA0-DAA9-D4E1-AAC18A56E350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9CFE2F7-CEB9-E2F1-03D6-2DC16EEE1E67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835BBAF-F5BB-22C0-7D18-6E123D6F258A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5CE2DA55-559A-3285-7451-78C912529BD6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DD64DB71-5A95-339B-AEAA-6A798AB62475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3D32072-5D3A-8A76-9008-0E46B876D8CB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9A8A5E3-84BB-55B6-4D22-37D296AD5B14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D62BFD3E-5EA4-F310-BA20-7AF6929E1A36}"/>
              </a:ext>
            </a:extLst>
          </p:cNvPr>
          <p:cNvSpPr/>
          <p:nvPr/>
        </p:nvSpPr>
        <p:spPr>
          <a:xfrm>
            <a:off x="3402253" y="1202846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84C52DC-610F-1665-AAD8-1ECDC22C2BC2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D490094-28B9-0CB2-5E97-1E879E7462CA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72DAFDC-8243-7E42-D0F2-DB23896C855D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145886A2-08F8-6DCF-E531-747C8DC14BDD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83487870-38BA-A040-E8B1-C1FD35C1ABDE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E288798-213D-9F24-DED3-ACFCBF804309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8D156D9-D0D5-BC24-4783-6B3A79E58823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09AD707-1E16-40CE-A7CB-BE203AFAB301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058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D57DA-C15F-8245-1602-03D063213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F203-21A7-6CDE-7479-A3FD1F5195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15779-4D37-EAA3-1A42-F3B705C88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1478E8-6C26-6C44-34F2-40F84E7D134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6182AA5A-62CA-AE3D-08C9-56EA56CA957C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275A9605-DB2E-1F53-FE5B-ECE4883B9116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7386A3C4-7856-B21B-034E-C37F29EB2DA9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5117A5-54AF-6CB0-D8E4-A757B5006ECD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4F7AFD-9AB7-DD6B-B55D-197D05C526B1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4D60E1-86A5-47A1-BD5A-CBAA408F006A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A0FC801-2419-AC1B-00BD-F673F1133932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8E396B6E-24EC-28EB-73BA-C0A56B60192D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AA8F8D31-329E-9D7A-174C-A59862282F87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CDD43C-36A7-44FB-4BB8-5CEDAAC025B6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D7C315ED-C9D7-5A12-03DE-46B5E6BDD7DB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0A05F-3381-5101-4AA0-B950FFA40665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6C40512-0A5D-D473-EE58-7842C790E374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2FA4A5E-9141-2C47-2A14-6827462D31DC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C4CE582D-978E-8126-B9BD-E9EF93E020B1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C4BB9952-C581-B2B4-EFFE-6ECFFF815D92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169C4A5-6D2D-F4F9-0ACB-138EC380F3ED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FEF648F-DB1F-BB0F-EAF5-B8EDDEE19343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E73192F-A759-5E6D-4618-6AF7FA286659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F32B83C-3B27-513D-D412-9EBF705AFD4F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8569FEE5-B067-5919-DC7C-851D6D982709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55942950-5D6F-505C-DD7B-264738AB7F16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650DB6-3E8B-92A9-882A-0E6368D7BFC9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0D89BF-C97D-9042-44BC-CBB985EB1FAA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C15013D-3BCA-17EB-E293-93C1492EB062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0FCFC1-5B78-A382-BFA9-3C342A48B414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094D06C-196E-5D1B-39AD-ABCE1A3A9D3C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FF49021-92FB-9945-F843-1327ED430EC0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801C4F70-C266-5301-BA62-32030BA854DC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E3AB5760-E8C6-EC2F-B921-CE6A4B520AD5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B8BD59-2E58-DDC0-9205-4028F6A230CF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37E85E-27FF-98AD-641E-B68B89EC3BDB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52BDFBA-146F-0C95-5149-9F171D109C65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138537E-DBEC-0E90-903F-08F53A368B8B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F4C283-C44F-4289-9E91-79007955F959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99451B-BCE9-F878-DC29-AC2336E025C1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8ADFD17-0F0B-EDD9-725E-7BCEF8E9317A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E4A145B-2A5D-0BE8-23F7-961EF41BE02A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728B609-6F3F-3DFA-481E-79333A517EFF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0FA33E1C-0B91-5EC4-5CC8-6F64157B7786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A41D1360-8826-E6FC-782A-E4E79AFA78EB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3F4324E-615D-A3D8-E3C9-3E52C4EF9F7F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BDEABB5-6353-52EE-702D-C30270C70046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D1D2E079-AA6F-F30F-FEF6-56F30ADBF26D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3E649950-ED9F-63F5-58A9-E070D3F760BA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BFBB59-58ED-921A-05D6-30B88B5AC8D1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2D2F231-3D93-4F91-D6DC-50A1E037128D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3160F7DB-D9D8-454B-28EF-15531EAF4666}"/>
              </a:ext>
            </a:extLst>
          </p:cNvPr>
          <p:cNvSpPr/>
          <p:nvPr/>
        </p:nvSpPr>
        <p:spPr>
          <a:xfrm>
            <a:off x="3402253" y="1202846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5960D7E-8CD7-5B1A-F6AD-31453777C170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61F02D0-D237-FD0D-FA00-C92CC0C44509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C260476-933B-0E14-1134-222A5575525E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7B8EC93D-3E2A-D9CA-628F-C3127A862841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D34F5716-2FF3-877C-D46E-E226799E0D22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B6F6FD0-DB7F-8C18-F268-3704EDD6A26A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D54A54E-D157-8809-42D4-2E9CD6A9A848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DA707AB-79D0-DF63-8EC4-95C0508F9333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668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D3CDB-2C3A-653E-436C-DB11BEE9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FF7F-69E5-1F84-C2D5-49B717586F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160A9-112C-7E52-2136-41D76A2576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C2CABE-0CB5-3255-56C1-E308028366F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553799C8-477A-6121-661D-FE1B577553AB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7C6D3E57-E6C3-0875-1F10-AB1FC8884796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C7F1E045-AAE2-29D2-B4ED-C28DE8A191C4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F62FAD-F1C4-BB90-CBCC-CE21F836E917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2590DC-8145-917C-F548-20D27628C682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89BC25-B072-9199-195D-FD4746CEAFFD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046E9D9-DC04-29C0-2C1A-26168A93D734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DEF7DA09-FDEE-A3CB-8EC4-549CC57C250A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4811ABE5-B22F-61B5-810E-DDE08F4A2781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4702DB-DB04-04FA-1915-C1892689E271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E179A09C-A2F7-4C50-906A-1C097E80747D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6C5E43-6B68-1C64-5967-8ACE6135EA73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F34CCDA-ACE1-A2B2-2B93-6270EF578A7B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CF06B02-257C-8864-C437-F975E15AF26F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2D106A48-1700-D4A9-C6E8-6074696A617E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907B4553-A384-6A02-3035-95DC51E2AC9F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28BAC8-228B-FEFB-4E38-776F32256FCD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F681CC-C10C-4001-BBD9-F681C71DDAE4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29DD16-7E46-2298-99EB-BB0CC0FC11DB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287F647-A230-C18E-8729-73E3D0CC0106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E56E5D86-D76F-9F40-6D32-74D6BE650930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449A667C-9437-F303-9E9F-A346292D9A1B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95BDA3-CC5B-B801-5211-7F7E2470D40A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B1763BF-ACEE-BB31-E778-059DFD56F189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7CFB938-019C-C975-8F68-ACA8FBA80663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C1B741-4052-0CF5-7944-DD6A7E980A19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07E3E88-3D69-A15E-AC11-B423ACF33F10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894AAF0-A5CF-AAE8-C968-94CF21538B57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57F76335-C5AD-59FA-AD07-8083208D70EF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11421F77-BDF5-432E-D3C9-13C9877182D9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F1025F-88AB-4631-4F93-95764C5E38DF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0948BCF-6655-A128-5E2C-E891D07FC824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3971223-7A16-0AB4-7BDC-739709019C69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91BA946-B3A3-815D-5B8C-511409C3563A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18C2B5-C65A-4B41-BA56-7A3E18DC3739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293166-418E-BB0E-7EA1-D0CAE99214ED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5B26831-2B4C-6216-6371-AE9055530329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7E7962-4C2E-8093-CB45-437D1395C88F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576BABE-2C9B-BE1E-B67A-1391609EC984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1277AB19-1569-0814-7A3A-C5BD53C8297F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63AA6A7F-1483-FEC7-2ED7-18854BE2F909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B3CFEBB-1B35-10F6-A95C-52DC69C9E4CB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721FA09-3AA6-901E-204F-D650FAC066E0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8C00AC47-460D-E906-E6F1-A2B3E4DA7C1D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20D3E255-127F-C826-7695-70B15A2F290D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6615B48-C548-E0D4-1A59-44A494B8B2DD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5D7DBC-949A-8FFC-EBDA-EE795F305D4B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8AD8F87-3906-98A4-D2C7-617CC8B6A550}"/>
              </a:ext>
            </a:extLst>
          </p:cNvPr>
          <p:cNvSpPr/>
          <p:nvPr/>
        </p:nvSpPr>
        <p:spPr>
          <a:xfrm>
            <a:off x="3402253" y="1202846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BC8A06E-4152-B2F3-38F8-F9F9AB1B7721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B1B2D55-849A-C598-1CD4-C8F91E5FF989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5057D6BB-56EF-B36F-657E-33E8A071852A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EFBD09B0-325A-93B0-B6B4-1383F2EA6FCD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8186F4FC-728F-4B2C-D7F6-AA9170CC46C8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0FABC09-5B0B-189A-2721-9EC9C416E9FC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BAE6B57-314C-1A2E-7231-B3144FD0CE37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A25060D-C102-B8D8-A0F0-B8138C8BC5C5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785DF9C-3CCA-575F-DE93-A16414F44527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FE52CC4-6D74-8511-2146-7A0BB6ABEA90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B6DADB87-E5FA-0F62-B95A-A6BB5B0D0377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5C1403BE-9EB3-85C4-31A1-8FE468835BBE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736DB27B-FB19-7DDB-C07C-836D6E43F0A4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89A2E6-BF0E-2BD3-54D4-77DF63FBD5C9}"/>
              </a:ext>
            </a:extLst>
          </p:cNvPr>
          <p:cNvSpPr/>
          <p:nvPr/>
        </p:nvSpPr>
        <p:spPr>
          <a:xfrm>
            <a:off x="5089452" y="5385428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9904815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2829-A85C-8EF6-CD0C-2202D5C0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B655-4D4B-175F-CEB9-075394384D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A60C2-1342-56B4-3360-C4C20EEC15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A99605-1131-4939-4A2E-720CAEAC227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660AD44-AB2D-BE62-8484-17D2F5AE6E60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951F4F42-7B15-3EA2-4947-6F29ED8C9D35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220A65CE-9A52-2F45-2ECF-DF079014C6DB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CDB30-E05A-CB79-19B6-4A53C8525A2E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4EDCAB-9F9F-A75F-7244-4C6DA917025C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F8C202-7438-C2AD-5E6C-C1E4A5F30BEC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A28F8CA-F97D-BDF7-A393-9517426EAB24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C878A0B5-5C5E-F556-50DE-1ECBB4C1A357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568AF9EC-AE46-C387-C391-682826FF45B4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4FD370-1DFE-9F11-DE09-7CD42EDBD290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653DB3BF-B4A3-EFE9-167E-E158CBA0964A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4C7CFF-635D-B17B-EA07-C8DCBA798E38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03D483-C189-579C-E6AF-19272E7EE348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2001A80-1263-3CAA-CD0F-0C9D39E19156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BAB48EEC-FFC4-5AE5-8584-3CD125E45E33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0717A6A7-9A08-1510-C49F-11B98C726F54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D21A2F-24A7-1DE3-86C4-A50D26C739C1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AB7AB9C-388B-D333-0059-A3902E1141D0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D86F31-6E03-89F4-6B07-AB10865E6BF7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D15167F-C4AA-B474-1D28-892C279865B0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B32BD093-6019-8ADB-9236-0B29D171ADD6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99E1EBD3-EDD6-D8CC-E243-2B3F8AD63817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15B062-81E3-93F7-55C4-6290B4B35A6D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F04400C-CA66-B754-8630-B19904470FA6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BFEF86F-AF60-49F1-9B98-F705711ACBE7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E545AF-ACEA-0D9E-E1C1-F441AFD36311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4B1D3F0-22A7-07A9-A356-7F087990620E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BEE9BF4-9876-9019-738D-7D491B1E3A76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78AE01DC-F9C0-4C49-022C-7A5609381B27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78341DD8-0A36-A1F4-46CB-BA2FBF1F136D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51C915-883A-6DAE-A052-67A4E0A9C7B4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49CF855-4ABE-8302-AAC8-7F74F46763DA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3C8757A-B660-717B-40F3-AD2F5E429C9F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030196A-EB6B-500B-F931-1AE037A800E8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CA8748-DC89-C0FE-1F34-8D88CAC6673B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A0DA11-B5A1-BF3F-5075-C46B1FDCA2D8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C5A72FC-5DEC-798F-7FA6-8D8AF8A01118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821DE0C-B80F-B615-85F9-719BAA0C29B8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2B9A8C87-FB38-B760-1C30-D994F72CB5B4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A3274E6C-EDD2-6B80-C15B-FB7FD348D87A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976C0176-1337-951C-FCA9-FDEC077C65E0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351FCB3-42E3-5813-F8AA-4A16F1499A04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61FC19C5-4C0A-5BF6-96D7-2E163FB748F7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92BE932C-5387-848D-8801-D5CCD674BA59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661854B0-F2AF-874F-151E-F287F292F545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086B0FE-1C20-8C31-6D1D-D66D407E0737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B935A93-FC4D-DC72-3991-53C008ECA191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9CA6E24E-DD31-EB93-662F-7A4A9C953AD0}"/>
              </a:ext>
            </a:extLst>
          </p:cNvPr>
          <p:cNvSpPr/>
          <p:nvPr/>
        </p:nvSpPr>
        <p:spPr>
          <a:xfrm>
            <a:off x="3402253" y="1202846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9442DE2-CF83-C66F-6C54-B9007E8B5C29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3EF4772-DCE6-490C-FDAF-72524B4E6B12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255F45A-9B35-4948-F34E-1069D628CD5A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FD56301E-0800-B255-A49B-D680C19E4481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A6800C4E-9B8C-2464-DBCC-734A4CDA2998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511DB90-00EA-640B-704F-81729A455679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16EC6C-0E67-55E2-95A0-6A81B1F27AD6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7FFE591-3950-AE34-CB29-319AF79C05D0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04B1AA7-E4C6-E90F-7BF1-8D0DB1BCA344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6954238-4001-F24C-15EC-EDAD072F4BC3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0EEDC9AC-25EF-EE83-DB9A-EBE866547115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EF33D519-42D3-A4BB-84F1-8CD4E9FA5B3D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7FA1AAEA-D3E7-0141-D35D-6F1F2D8EB661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766DCE3-0A5A-E67E-DE66-B1603F1A4802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145627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AB2E1-C336-9B19-2CF2-C5A7A811A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5158-05A4-C2B3-ACD6-8C9A923922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775B7-B23A-80A6-8B4E-39FEDB5C51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405F19-68CE-4C48-B6D5-F3B1799E28D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D1ED4CC7-7F84-BD8C-2FBE-6D12178D9111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02453283-A163-7B7A-5AEF-90ED7618BFD1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F20C17F6-7B53-21F9-9B3C-87F224FECB50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8CE700-8832-29B7-EEE8-2FA7ABD41A19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419253-C6E7-30E6-29C3-B23119C0EB90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8D9CED1-56F3-8BFC-8A98-DD02C2578897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C8B7F67-4615-D2B4-E425-FFD0438354D5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93151F54-B934-B825-9105-4F7E8A037D74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33B055CE-5047-6734-2A85-F98CB14A305B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FD0AE6-DD96-B801-CC14-723AA2045F3E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DF92D8E3-D1D8-DC22-CC01-EE7EC7C4EB17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C22169-F648-87DA-F80B-CF358FC24BD7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93740E-32D0-C345-40DC-DAD5DD78CB9F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69C9E72-2587-6D53-4F69-E16E0E546D51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B339FADB-89C1-13AA-099B-A1BC75AE87D0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04FD5AD2-9CCF-DD89-3777-8515B743408A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6BE224-28D3-F746-26F4-64309CFAEACB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9240EF7-EEE0-7267-8115-6A857E4E6F3F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AE0D681-5C06-363A-A3C4-F0AA6F4E1C63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F2EDA4A-63EE-3491-CC93-E416756DD9BB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66F30538-3820-0D41-3687-6F2E072B23FF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E484937D-4293-E752-7BBB-2A09E3E5DDDB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3D558C-E120-AD91-3920-9627239A8BFF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96D83E8-91AC-F88A-3773-25328978895D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E291072-44E8-8C4B-0541-B92FA8B98706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2DE8364-F2CF-B3AE-3D91-02305E2A708B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42D8B5-11CB-2213-B8ED-884830BF6297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5B5486A-C548-EFE5-8EEB-8DF61ED636D4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7D0C35DD-954E-452C-197E-0E705B453A04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41D968F4-45A0-8C4D-AB4F-9B8F96274119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F90B8C-152E-490C-BEE5-C2131882077F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A571FF3-3056-853C-AAB9-EB6A1F3F3432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4180515-41F1-3C28-D72A-F345CF44CC1A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4F481A5-9176-8D86-FB14-348503FBE56E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C04545-A65A-94B7-69DA-F9A83F476C00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154C7C-42A0-816E-2027-B0959521E880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E0C836A-E9FC-0B1D-0AEE-A3984EE584F0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A55EB07-3A48-35E4-442E-C509EA7D7EB0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E9D9D74-508E-6D66-5351-A26D812F8BD2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CB4B65B8-255B-FBBD-CFFF-197E0666D26D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F6FD986B-38CC-4212-1D14-FCE61C19CA91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1B728E7-E0C8-FB53-20B9-70621D3ADF47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ADDFB03-28ED-75A8-D6E9-F04C361831DA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4688D04C-2768-4CF6-AFA3-DA150BB62CF5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FC66948E-6DE9-558D-1611-71FAAB48C727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5D1C0D2-A38D-8E26-1303-6F2CB12E234A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6F012D6-7969-F7E7-1E59-26D8373AC074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5485B38C-AF8F-A8EE-ED4E-BE301C49746D}"/>
              </a:ext>
            </a:extLst>
          </p:cNvPr>
          <p:cNvSpPr/>
          <p:nvPr/>
        </p:nvSpPr>
        <p:spPr>
          <a:xfrm>
            <a:off x="3651634" y="1143885"/>
            <a:ext cx="456250" cy="2149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 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6CF56F5-25A3-AA95-B16F-C613C041FEB7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FCD6C62-759C-4365-8614-DC7D27821299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3A4B54E5-4530-39E2-C83F-D89815918FCC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E41F55A1-C848-B577-FBDF-2137ABF27946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6C72F17D-EEC2-ABA8-1532-185BC554933B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1E720D7-E699-01CD-0F10-8E63DABB7995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4832F0F-322A-10A8-4042-F5A8B6B084C3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5B5367D-A8F1-569C-A864-A3B01068B543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9B11C41-1A37-28CD-47A8-CD00BF2A4D8C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BC9F950-32AB-CF44-F98D-1D00236BDDA1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B4E49CEA-FF65-ABA8-A185-4721794BF5AD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1ED29A9A-950D-3F56-7934-6D72FE239FB8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A59AAAC0-F2CA-2DC2-7E9F-6C5FB50AC5D2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E8D9817-B7A6-9369-1ED3-299B456E6E09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09F71EE-08DF-4C7D-6B50-21483AA426A6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6BCD8B0-A5B1-8491-7CAD-3A2B05613CBC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9605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8ECD1-8BB1-628C-C0EB-ABBDC20F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34F11-6A5C-BF3A-E518-58B27D65EB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90FAF-34A9-BB18-5421-96883231DD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90ED3B-8F7C-E8B1-2767-19F30534453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19D84351-1777-E2C8-B4F6-DDFD854963E0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615C6B62-E506-C108-1924-5CEF19761CCE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D0B9207E-F173-D537-8202-01D1587C7032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5E1342-DBAD-203C-1F3F-31D08F2DC703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B07704-4C51-CCD9-441C-0269C5D53469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8EB09C-7652-6F3B-5EA2-B586143E88D0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5E38AE8-29E8-AE90-6220-1B31E64E48A1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62F6ABFA-B59F-012C-5B06-A945ADCC32AA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36678C89-F6C3-748A-1BB4-789CA2D8E60A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D797F4-06CA-2017-1DD4-6E75087F9A46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BD9CF5AC-3571-6366-DC9C-E563BE806AF4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2BBCD3-9705-8CA5-23B4-1C857DBED3E3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0151A5-3F23-0950-860B-F51A09D12411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C073671-33D0-3DE0-5D3A-B982E02C82DC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4F099BC0-13FE-8526-5761-C27655AD8E2C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8D4305C5-2972-FCCB-8CA3-15DBCDF50890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5B7FB9C-C8D5-2CFD-9157-43DA4AC61530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BA2BE60-5066-EB52-5CF4-03CC5CA8F107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A4C24E6-3994-E547-32B0-573072A75BEF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2F93B57-9C08-BD65-DCA5-58B636B249CE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82CE1D64-CC41-7691-50E9-4A0C722197B1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70D34EEB-860F-8477-068D-7F71912B346C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F9B2BF-536A-D9F4-7326-74EE04E9EE7F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23B02E6-D69F-2A57-6B90-08034B837FFC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165570-BDCC-9A66-F619-202B56C23666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05D5BB1-3AD5-ACD5-3DC0-497ACEC10938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93C0C0D-0210-4498-0DE2-56FD5BD35279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18BCC82-CD8E-7470-C4E0-0FA6936E1B06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6B04E74B-A79D-434F-D2FA-69FE8B5A7A8D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C95D262D-9A54-9756-73CC-C3B3419014C9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D80A4C5-DD0F-1B8E-403F-4C0E17607C88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D489752-C417-4E95-3FEA-EF348600906A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93491E8-2225-66AD-476B-84E2936C909E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A85C222-F142-2222-30BF-0F5B943B2E0F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F4E6AA-5574-3E51-280F-20D9DCC0446B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417F4D-90D8-2EE0-88DC-10B17F1681FA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69A7B1-0DB3-0D33-B425-4B33CA64BF28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F43AA9-613C-B9E5-E7BE-A03240FACC5C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DE663B3-1487-5E19-783C-70C0BEECFCF7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A9EA9432-1F7C-1528-3C68-7667EDA2D171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F9777095-2691-0E96-4D1E-8E8FB53B0A02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C6D4D9-8533-7EEE-A37D-BD147A4D853C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190191B-94AF-B99F-4BA5-67C00CF04512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F8B392F2-C7E4-5688-6B83-09815C419A02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57DD0D8A-399A-ED69-49F4-E05227CA14DD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B3DB966-86B9-DAA3-EF48-CA5448C055DA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E077055-AB19-AD17-05FC-E3FD77DB56E5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C5C13E6-FC9B-C553-6D24-D9551895E795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6DB31AF-BF99-F0C2-3104-C76788C47E56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570D9B1D-C1A5-89AE-9E87-3E4AA1468DA6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078E6D87-BBE3-5943-6F46-8152AD03245B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606CFE14-CAA2-E2E8-49A8-48D2576CB554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1F6F8FA-27C9-F7EE-BE88-368BF08C88DC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CACCDE0-4C7C-F4C9-6CCC-A2659BCEC86A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40897C6-0283-06F2-F9B9-C85A1613005B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8E2C901-0434-39F5-7FFB-F71A58C169CE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36A5F2E-FFEA-9A1A-7A9E-173338A6C213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1EC07CB9-4BDD-EE32-B996-77B50B7226D3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EAA3D897-587F-D9C0-254F-635F10A7E608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344236AD-7F7C-5A13-00C7-CB0602859887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8EF63E5-7374-9FEB-512B-4C189683FB00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88E20E0-5B50-A9E4-1C69-F08ADB4613F8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88D146E-A44E-FE0E-EDED-C5912A71A60A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BD77E1CE-1DD5-BC9D-C031-DF41CAC47915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984861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923A-387D-54D5-3161-34DAECDFA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8AB6-A131-1431-1E3D-6DA4699EDF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1F215-946F-85E1-6F74-B7EC560E96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0FAC27-00CA-0BC4-1BD7-526871F2020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137EDB7-7727-D550-799C-A148503581FC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D6A1438F-480D-4B69-7E0E-7C0EC67903AE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60156E00-58D0-978E-3FBC-F796504C2ECE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EBDBCF-9FE7-AF83-2068-C70088A5A52C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5E6784-002C-7670-BA2E-415DC26C8130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9A37C8-6850-6C92-F393-DE21920AA8F0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6F3A712-31F7-9C0A-B363-809FACCC71B1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449A6C91-B4E4-E332-1B81-E7648279BA92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CF13ED5B-D76D-2DB2-617D-ED40290D23D9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0F2C57-E69C-0CC6-9826-7B756A68EEAE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CDCC51BD-0F67-0785-6E16-5A95EFD83FF5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07627-5573-8A80-1F1B-7FD1D99E0BED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308AC14-5487-D3A7-890B-2B01E89C1710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0EA9088-487F-7E75-330F-9397389F16E2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6C9A8A91-FD0F-784B-EB8B-660FE2F27466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D8096684-7E6A-3F81-A370-F775F690878C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78FE71E-283D-5264-72FE-BDA27264D5DC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F598E29-EA97-7F20-063B-8D0CE886EDE7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1029A6-A56C-4B3E-1917-8A21ADD61DF8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E0BB407-8074-3F18-B732-A6B14C765436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D35DE598-EEF5-1ADF-027D-35BC16FD9C3B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867B952A-C17D-96C3-2B41-228CB50F2AFE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07ED8F-93E5-E1AE-33E4-41ACDA1ADD75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8217F9-95D4-04D1-3A61-9D733D63E6AF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42ED5C-108D-3C93-FD1E-474DB1C25C9C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393A001-1E27-0B0C-ADCC-DDDABFD02B88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9BCAB6-8459-494F-2BFC-B95DBB4E781A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6B46E00-C00F-2066-9DB8-FB76476B28E1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6062081E-A0B6-3C8F-0240-7CD7442A3D80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BEB56701-63F9-B44F-4D6F-5C577DD810BD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CCBF8D-32A1-768A-7071-F3000BE37090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D23536-76B4-1D34-5C0A-B5D2ACBB8A87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F51547D-2B66-095F-8122-3142390E6B4E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3065079-3FA9-3888-5C60-2BB8EB381F9E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4F1665-5F95-CBA1-9D7D-EE8D93F9998F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513A42-2EB2-1B57-93CA-AF336B4DFFCF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5E79C70-D4B9-3162-0517-9AF898388017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E5675D9-3B91-554C-8663-DD175D0146D8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4EFA9AC-BD68-BCE6-C243-88F90ECBC157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2EA2D4D5-BE75-F4DB-78F6-CB56E9774ACE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FB0C39F2-1A18-556C-5D00-3BD51127585E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BF0645D-5AF5-2A46-05B3-092E86A561CC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697FECB9-81EE-8A7E-3995-538EFC11D28B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2C88C4CB-72B2-9676-5577-C651C804CD84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43C7176C-3064-4ABE-447A-9D23E6B05772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98172C-FA53-C859-537B-A229C60233AD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562FE29-EF6C-4659-83A3-9252DD523D2E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EE834D5-F146-4271-BDEB-F9408B77F80B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58538E3-3934-2530-3C4C-BC5BE215FC17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3E12A8C-E8CE-0251-8A8B-932F4C6835AC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DF2BF91E-2AF1-B36A-6997-7FF8F5A5404C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56D57567-917F-3913-7E80-03FA959BFBD2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90A8716-9B13-F4E8-2D0D-F789950C4973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74281D2-A5A8-C693-168C-C2BFF01F6CD9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34BDE07-9B0D-5B0F-6149-76F7D8209BDC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E53F96B-D3CA-8DE9-EDAC-2A1E1A4B05D7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D3E9858-5DDB-4E68-C2C7-FA3D2B5AA3B8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8BF123F6-2ED2-AEB6-8F2F-F0C35A137767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AA213351-5288-4E5F-3358-3CED850BD9AA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E5F4882E-2930-4126-A015-73B09D4AAD93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D9AF9FF-D532-4E2A-FFF3-ABB047BBA690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4A17-80DA-6936-F9D4-D23A38F14591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8FAE4CE-D517-3D6C-5836-6245D4825A8D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72C7303B-BCE0-A64B-1CB4-B9AE89EA4DAB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56EEA07-63B6-E964-23C4-466474FE17B3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351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D5895-BD7E-3BBC-D0D3-38B911DB2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DB21F-3E48-BECA-6518-C25E44BBC3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9B831-7307-6C9B-4384-9814C76267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41D148-835D-A286-3C42-D8A34959A73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D8FF04A-004E-114B-2C60-8FDFA2762DE6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8D1A3541-48E5-BA76-E731-1973FE0BBCAF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EBFC1AFA-384C-E7A0-1878-5DB07AC6EFF7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DAC2DE-C33B-3AE6-E617-34DA0A9A4C0C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B5968A-B742-7682-A9E8-80A8CD7B0B4A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43C547-4683-7D9C-26AA-27C8E21E424C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2360E1C-9B1C-AB46-083E-33F88718D156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FB47C274-E038-40B2-F283-578E61DE8780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956353CD-7B61-122F-E7C4-5A1A9C75D098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A14C6E-03DE-5FE5-1685-7D696E819896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716CF972-7F1F-F35D-B665-D7DD83E2D354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D6C7A8-D845-B123-E2C2-4455BA7AB049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DF9AD5-9BDB-606A-AF3A-CD9ABA19E8EF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D18506E-CF99-3F17-1EAF-716A8A3C6D85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C4363D21-628B-316F-ADB8-E1932217CA61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A04F5863-98F8-BB0A-A5FD-632403A0E0CA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728E89F-832E-4D3E-8346-18025F6BE254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05C2B7-33DF-0E1A-ECD8-17399A5693AB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A5C994-D0B4-AAF2-E2E2-3D62D46778E6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BA0C939-07AA-17CF-4906-FD2CE17B842D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C2AD5E98-982E-4B92-52A7-F5F400AC539C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A4EA8904-C52A-DE9D-6754-372CF305DD15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CA0247-8C22-4CDE-6DAC-CDA1F35060C8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BD5E73-E3BC-17E9-A4DE-EEE367228075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4020DF-0834-33E7-BB7B-9DB77AFF1167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F3005BF-A443-90D9-A1C5-DA7B9FD4D420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8D54A7F-33E6-B85D-74B6-F58043EE07E8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60AB349-EE2A-DBF1-101A-95135FCAB5E2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7274CE8B-955A-7EDA-E1F5-4997AB1BD9E3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0474EE63-D94F-4731-6135-07951E37513B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471CA11-96DB-366A-CCA8-06DBFD0AE802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364E620-B581-F70F-D465-E8BA5C49E671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F42AFB6-E6C5-E9FB-58D5-A00478D2CD00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6DB9198-A282-8092-1644-8E917DBC625A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AE8CDD-FEA4-0090-4455-81E9C24EBC1A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D39AEE-BA8E-3D11-E2B9-A872A28C1397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D2CB580-45A3-DB23-64EC-9FBF0904EA78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C9CE03E-E7EA-F03C-A816-BD8104ED87FF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39CA7DDF-9F89-8922-BCA3-BAE2CDF904EF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E8B65A4F-B886-CE02-AD4C-6DB9F54C87ED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FCAF1723-A08A-00F9-2C0B-8B4F5FE95FED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51CEEEB-315B-4A5A-5D7B-3F04C9907AB2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E4776A3-FBC5-C306-6A7F-91CF84D4AD8D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2BFA1CBD-7846-9D02-FF9B-A35D46E890B2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D26838F9-4648-32A4-8E04-5EBFEA7F021E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6967899-8D48-B7A4-9ECF-42126C5B2987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66B4D4D-0FBC-00C2-203C-72CDE8A000FC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709BAA4-A879-26AC-ADFD-EFB1E33B61D4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BD8ECE3-2336-D553-E2D5-2991E64830A4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4A5E92BC-BE7D-9295-C61B-01FE694BD0DF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0C88EB69-12E8-1338-EF7A-56537492D140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759F0C16-9CF2-884B-ACA0-EB649890CA1C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BB2A2AE-4AAA-D1A7-ADC9-C838850B1FE4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9FF451C-52EC-7A20-FD35-E04845A42D30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DED592-428E-92A9-63CD-1EEF3454C219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3FD0357-5B52-5A4D-FC29-82BA474899C7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FD761F0-EB85-DADF-B295-41FBF2EBBC9E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81928869-1AA6-C643-853A-7C924086570F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690D94E6-2D5F-8F3F-5E46-B7A28A7CA172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52D4B37D-C8B6-8641-D49D-9748CA0B0F0C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E9A562A-82A4-6378-DFCB-421F93250CCB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0BC2804-2C82-B2B6-A8AF-A7D8002EC908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115E7FD-5E0F-EBDE-C346-B60563CD76EE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8F930733-2AD3-1290-8BBE-79720C75D560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5BD93C9-9144-3E30-9488-5D9554A859CB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5952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76A36-4148-F3EC-C3CF-F3EA9C312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A21A-87B9-2A5D-59D5-61BD709073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14A23-7573-1675-C851-DE6F1D8151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CB2004-FF40-BAE4-6920-318C1D0F30F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5F3F618-7DCB-FFC0-E660-3D422D6D9022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8C0C7C58-BB94-6765-0A4A-9D3437666A6A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A16751E8-F1C6-4FCC-D09D-55177038B76D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56DEF8-155A-57D3-D3BF-8E8F4D43DC93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EA2ABF-A3AC-ED54-A5D7-DDB65FAF0EF9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CF5663-4D98-90C6-5CD2-F15FAFE03DFB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0FE9AA2-A6F1-DA9F-BC05-EB38BCCD0505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956BDED3-247B-8942-7038-2BA0028C9BCE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E0A8C1DC-E342-A826-1F1D-42C168706BC9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06D167-20A2-C2ED-79A1-F6565204B9C3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16A8610F-26F2-4DD8-2F49-2009BD823118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529DEA-2562-07D6-A7D6-751C673F781C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AC3447-500B-8279-E5B8-8F4F11AB97FE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F50F3BD-B100-2302-F254-94C85CE90F60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AADCBC3B-4CB9-BF32-453E-1C7D66D0F076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324FE5CB-A6DA-8CB3-D7E1-ACD7B785BD55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FD10122-CB4F-2B26-92C4-D4581283CCA9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AAF7FB-BFEF-28B2-615B-5A5CC7EE1F1C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9467ED-BF79-29AB-F1F2-DE2FC218094B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D56AB1B-30D3-340A-81E3-0B4E88770D21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EDF85D79-1A19-4D98-82CD-A5ED8CF4554C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12F03F54-DC2C-DE6F-8348-E765A203C649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F108EB-EE83-CE0F-3A04-258FE6F172E3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464D56F-9904-7161-2AB0-627CB3829EBA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BF3490D-4D6A-0A35-7CC0-0FC0F8A9DED3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47E252-C07A-2FEB-30B0-EC267BAEAF8A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41BB4C-5104-E90C-9529-8C6B656056AE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DDE2DD2-1561-D510-0961-D3E416A67F84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175A80B2-6C8F-0759-CDED-FAD714AAF658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E5826BB6-3775-3592-B34D-15089759C9DF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E555DA0-DA34-7B2C-740E-AA3CA3721ECB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15D0AD6-B996-1103-0F67-53C0EDC28756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954A2F5-FC0B-7266-2DE5-870C1F7727B8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5214BA8-43A4-49FA-6C9D-65CF27F6BCC3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E1026D-29C8-7BC7-328A-4C88B86D3633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21BEB7-18EA-15CA-E053-3FF580CF9CB1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35F3281-A136-F41F-DC7C-676A11ECCE2D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98622D3-FF20-16AB-A0C8-BF023E12D889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79435C89-76D8-4A18-83A5-45FB5BBE2036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155F5FA8-9F6C-5B49-DD75-8E7DF328A0FF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E233570C-04D7-902E-531F-AC263CC467A1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82FE911-78BD-6AFF-E07D-2171365102AF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55F1BD47-4B4A-11CF-6855-78E1612F4880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169D81A9-F250-EF04-2C6E-8E56BC7FFE9F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93C80C7E-3695-3714-1EED-D2CAAD6EBB01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28893E-F60E-14F4-AFEC-B054E167F4B0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CBEF609-008F-C8B2-3B02-5B9CB4F42834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957B006-6FE6-1363-C288-09DF049F6AE3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A5C4D31-519C-3D78-9FEC-3A135CCBEDB3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DED07313-43DD-0767-5930-22F253084050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0CA34FEE-0C6E-BE13-6139-F72C7D5A6DEF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3E9A52E0-EFA9-5E5C-488E-C0E56476672B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C2AAEF9-27F0-B1D6-D67B-FF8D317B5354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A2C4B61-41A3-7395-A3B6-30F4785D024D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9EF7127-833D-247E-B1B3-7E4F3DA73830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B98D619-38E1-377E-33A0-AAD332218AC1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CA2520-973E-6B6B-85B3-3C669D8D3E45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B45ACFB-47D3-821A-E942-E819F7AFE698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D694C24D-B676-AEBF-FA02-2713EE2A7501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4937536F-B26C-5510-AAAA-3ABF53702C82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96885E2-54E1-0606-85ED-2B7CE1AC31E0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242B17F-1AB6-EB1A-9239-1B7324D9D74F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D61CAAC-C77E-FB8A-130E-322FB071A37C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A61DFD70-E145-CAAD-4896-36E24E84E4C9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28C2ECA-F9D4-1EE0-C3EE-FCD09DFA4DAF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7AB2F21-1F6F-9433-D4ED-0B54081E0B9C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F3E79C1-E871-7789-5BDE-CE3C5101D590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8AF02-BE47-D43D-8CE8-14AE7409D68C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</p:spTree>
    <p:extLst>
      <p:ext uri="{BB962C8B-B14F-4D97-AF65-F5344CB8AC3E}">
        <p14:creationId xmlns:p14="http://schemas.microsoft.com/office/powerpoint/2010/main" val="2846948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0540-1F72-7B00-6216-BD276784D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D9C23-E44D-DE28-D9D7-EFED2B488C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ABD33-9D25-2842-03A0-68BE038A25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DE0933-B3BA-A838-9490-F00BA144615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E33A9E9-E12E-9F33-85F2-71B75E4B20F6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38FEEBF2-A4C0-596C-C18E-2D230AD1CE3E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2C5EFD5-0CE7-2DF9-89AB-669DB0247038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B43EA7-00F1-4E47-A3C4-67C72A754BC9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5643D61-B668-F7EC-31F1-824E7F8460BD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101A33-E147-68EE-8B64-3D49F613DF0C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21DCC7F-712B-81FF-8953-B91415CBF83E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D353FE20-4CAC-A313-9CED-1AD6B0FBE5E2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2AA53D1A-F00B-5D42-962E-D32B8CB85302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C50CF7-C9F1-86DF-6330-7D343B1D8761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90E1F78A-01EC-DF96-2ABF-93D949BDEEC8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59FC85-C94B-C768-72B8-0EFE125DAD9D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A43CDB-F57D-8A3A-92B2-F58B2CE2B453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E353006-E52C-836D-B3DB-A96B98B02B35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31DDAED0-7B04-544C-0024-E702264FB92B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89FC7218-E060-8767-35BF-0FD7A6E07B9B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D539A7-8E4F-DA50-BC81-EC6330D6B223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09239B-3EC6-9295-CE98-C7C44B1E9871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CF7449-62E3-1BF8-1A41-1C2EC4B1BF67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3B33F05-B698-7779-CEC8-20F08F8761C2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05A48FAE-662D-7589-5A7D-9B0808F73678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40A441DF-6E0E-591F-24FC-EE798D12E89C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B36ACC-5950-C7EB-D50D-9272614D24EB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C5C02AA-7166-EE85-6E58-7EBBC201BDB8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623270-3C34-48EC-C5B6-588740DD839F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F2F04A-BDED-4060-EBD1-A1F4053D4D66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2170F57-BEA1-4C81-B948-903F54E90A5A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383D43A-3651-FE21-AD22-CF9276C3D321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9097C298-CB18-AC73-EFED-7A47B0DBC992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7DF0295A-9094-F0B7-5D4D-6130ECAC9535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B15922-2893-74DC-3E9D-6E091C42340D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941D7BF-BC4C-F34F-13FF-D2F4492CB129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46AF52-E50A-C2A8-19ED-3FFE0C9B22AD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73569FE-D96F-3393-FCCD-266949A08D5D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92A109-0F9D-3FCC-1686-E4C839F31E34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2D9A83-8D90-E262-78E1-F38A83F36F76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90E7B96-0C05-FC70-6A9E-3E664D20311F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4407D41-66A0-F926-BF02-8165044B6DA6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F877A46-7BB0-75B8-954C-DB3F1EC6E324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FAC3827A-E11C-DAFA-E361-3F19348DB19C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F69CA1B9-4DEB-39CD-32DA-9D112DBAA164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FA2AFFE-B119-FD86-4C18-3853D01CD988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FDF0A95F-D179-F3C8-FC17-ECF14A485941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BB313918-6C59-12DE-0003-5952715029D3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C3582A73-EF1A-FB06-2605-CDBA151CA48F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71A5FAB-F128-441A-5EB3-69FAD48AC570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A043458-2B1D-6003-EEFD-E9EAB9ABF3D7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2D02255-B5AE-57BA-5F0C-46D0C7953AE9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285EBB2-EDB7-D391-A1B3-B24CF509C453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0FFE01A-302B-7225-6AD2-7C20A5EF999F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217BCDF9-4D5F-3AF9-2060-E24ABB087D2C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4FF9EBC5-7E66-C51A-3917-F2ED8FEA4D22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F2932CD-9409-B087-0482-D9944DAE56BB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24050B0-0D41-A622-CFDC-4BA6DC7055A4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C4C4DF9-57A4-C52E-BF19-B5ABBCA59125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BBAC2BD-33A3-EAED-DFD0-69B8429B8C82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64AAE12-EE3D-7795-E82F-5DA9FB5F1404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9578DBF-A9C9-D4EE-F4F2-66E17518A499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4341C323-DA52-7202-9D48-CF58D09F6E8B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CD6B562A-3882-0641-BED1-2222EC369F84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52D2B28-4182-6D58-1B94-858EF91FF2DF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38730A2-8194-B5A3-639D-5380D2809A40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6EE822B-468C-DBB4-7126-3B2BD5DD233F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E101B809-A108-2395-B0A9-8A5C99911791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8B636FA-CC44-38BD-A165-7F2C7FDAE94A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3E51641-861C-4032-FA97-B0F4D1D33764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9A9294E-A794-B911-CC68-A7B6A2B96686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68C6D4C9-AB38-1C45-48E3-DB96AE5103FB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844B5E25-48FA-ED22-4121-4257D382A5A5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7A5CF7D2-AA34-7EF6-07AE-B6B44C25156C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79E7C5E-DD5F-D4EA-5340-A24157B3A1D7}"/>
              </a:ext>
            </a:extLst>
          </p:cNvPr>
          <p:cNvSpPr/>
          <p:nvPr/>
        </p:nvSpPr>
        <p:spPr>
          <a:xfrm>
            <a:off x="8046663" y="1185328"/>
            <a:ext cx="456250" cy="2149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 </a:t>
            </a:r>
          </a:p>
        </p:txBody>
      </p:sp>
    </p:spTree>
    <p:extLst>
      <p:ext uri="{BB962C8B-B14F-4D97-AF65-F5344CB8AC3E}">
        <p14:creationId xmlns:p14="http://schemas.microsoft.com/office/powerpoint/2010/main" val="40776988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91379-9C5B-8B89-C92D-72C5EF4F8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E9DC8-3412-FFC6-4E41-E37E8C746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BE0334-D798-592B-27B0-1BC84B4C91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A0A9E2-8CB2-D478-DB85-02D4426CB5E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C2F1BE5F-7CC6-5FDC-3A79-2C17B51FAC06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F8634FE1-9868-9DAA-EA64-F8F42B4A1B2F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5D19B769-B125-3AEB-BA02-7F5A70E22C85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5295C4-D7AC-3F58-3C8E-956C13CBE65F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8FB9D5-0FC6-1F04-9004-951B1226AA23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669240-B64F-EA40-2128-568FD41E9A6E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EF447F2-F0D6-6C1E-B3BE-7A231D5E0F09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22E20F6F-8C89-49DB-1BB1-111ABA4B8239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660985E6-E791-3DC7-F217-8C57EF7CB395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1367EF-F7C7-03F8-B928-5AA8C4813193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2D7F31AC-4AD6-D1F4-F7E5-2530C6A9DBDB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9A2FEF-7935-7EF9-DFD7-AC1B54208D95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E73C46-0402-A256-1F3D-EDF967E1BA5D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E5D3703-6357-6C8E-9292-B9DA7D3784F0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9420DAD6-EC62-429D-51F0-AFE309153E22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CD71BADC-4C6E-37D8-D30D-3C58FC5AA45D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52A7A1-D1F8-3CFB-F1F3-DA372FA3B8C0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92CCE7-11D5-23CB-1E6C-0E233A12145B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5B5E583-570B-8BA0-398A-A9DF16DB6670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D112FB5-ECB5-45F6-7915-145E9949EBFA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238EDFF5-4065-1CB9-688D-222732213FB5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CC17920B-8A61-558F-6CD6-11D1F4E65B15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CC6525-AF63-407C-DA77-684E3D8613B9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43A89BC-0D89-C266-D66F-C5DBCE301BC2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BACE2C-9632-FABC-9DEF-9191CBB486A6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0FC4CB-46E0-34F2-8C49-EAB65364EF95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79A39B8-E606-2799-D79E-EB647D153D3C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15D7BAC-06DE-B30B-FFEC-666E8836AAC2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AA3AE751-5067-9AFC-B6BB-6D41F72CD68A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1F1DEA57-20D1-D7A9-725C-ED7D9671A8B0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A4497E5-AACD-89A6-2A26-C9E2EC7F8319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895A388-2551-2C59-0BAC-6A89F489571B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F62DC0F-04A9-5AC7-F85B-439E9966A516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35A13FB-FB65-C2A7-10A9-B39412742397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2464A5-D3ED-978B-864B-3A58D5B95D65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F73B3-8F1B-9C67-8390-396B0ED936CE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03ED607-E918-B5E4-82F2-60E6AB8E4FAA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96CD4E3-1378-D162-697D-6C5B706F6229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A5EAC7B-6FC9-A7FB-E82C-435D2CB7933D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D90271DD-3DD2-CD75-4D9E-8D5B0294D5DF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232FCF7F-0BAD-38E0-0F09-447208DAC52F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5F2216-B74C-E287-BB5B-29803A4EF4AE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D830D1D3-D41B-4553-D646-317CE30A3002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699629A2-BB3A-7968-D0BB-CA76E8711E4E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06052CA8-D938-2E71-E9B4-13E447A35179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8AFF06F-831A-3C9D-9D63-1A0211690AA6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9CE6F20-41D4-2907-5782-F7D68F806FF3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8C7BCD6-827B-A1EA-4942-5858EF284AAF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2353C21-41EA-7665-81A2-17990A17ECD7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3E9DAF3C-213A-97D9-D630-3DE8E01B80B9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49084B3A-C274-A6DE-66AC-DF4F322A19F0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CF9827DA-A3C5-1C5D-269C-2A18C4D27504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677136A-915B-F988-9F53-C54F59720CA0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1D88887-9DD5-2A31-08FC-2A8FDCF1DF5B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A067C4E-A0C8-0B49-50AE-9E163B229CE9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B29807C-2459-7B50-44E2-A6CC9FAED424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D8707AC-D7E0-5A89-2960-6A4E40717DBE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8C92C122-A5AC-9A61-710B-7975BFB8DEF8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D9C788CF-6204-4E62-C72F-18FA0E4444A6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9FB9EDF7-E419-E99C-FEAA-E6741405B717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A8EC743-4EF0-1E69-1050-852C50A65A00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029EA5D-F74F-E6E9-6497-3C80CD244CCA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5C530F-60AF-4A26-B408-0D0DFBB7F7D2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975C453E-37B8-1984-1EA2-BD64AA51C72B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018F5EC-E85E-FB6D-5F37-DB11FBB7E544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1FE6982-6329-2B74-8E76-5D6F0DEF4A2A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6F92182-82A9-A34F-81D5-2CBA4D92E5D6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FD15515A-DA6C-7583-0EFC-20FB53FBB964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9D051F82-1EDD-CADE-C58C-232C6C079D7A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C852B45B-4B95-D472-6D83-8BF825A04DD8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DDEECE4-1EF8-0E20-BB43-1386B41F17CF}"/>
              </a:ext>
            </a:extLst>
          </p:cNvPr>
          <p:cNvSpPr/>
          <p:nvPr/>
        </p:nvSpPr>
        <p:spPr>
          <a:xfrm>
            <a:off x="8504026" y="1201452"/>
            <a:ext cx="456250" cy="2149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 </a:t>
            </a:r>
          </a:p>
        </p:txBody>
      </p:sp>
    </p:spTree>
    <p:extLst>
      <p:ext uri="{BB962C8B-B14F-4D97-AF65-F5344CB8AC3E}">
        <p14:creationId xmlns:p14="http://schemas.microsoft.com/office/powerpoint/2010/main" val="13668816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FA9C1-C4CA-CCDA-0F0F-D8C1DCCE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B90B-BC8A-B0D2-2651-FB18A9B66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4286F-2460-D6E3-82D8-877E66081D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1C6197-1662-7CBD-01CD-56A6D099353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4A3F5344-46AF-FA5F-04BF-FF84D5A007B8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D8EA3601-D162-8849-9A08-699BFFD4E603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6E5DC5B4-B160-300E-D2F9-466CE9BEFDDE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13407-FE15-1905-197F-F07C36953E17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66BE06-6888-5CF9-A8FD-9B3B74674AFE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599608-F471-C71F-FDCC-5E1B060CCA36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F325B9A-7D74-6B06-2592-2AF4473D2B07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5E8C4F2C-84C3-A47E-F79D-984E8930C0B9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2EF35E24-3EDA-323C-0EDF-2BD0D132920C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B7992E-8C7B-F6BA-C57A-AFCDDBFA1604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F7844EFC-B979-098E-0AEB-CDB444177BDB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659ABA-A099-51BE-2EB2-D1350F16673F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1D6A2A7-17DA-898A-28C7-C7B7971CC276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B060D-78F6-CECF-7414-4DC42E746E08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7774EB81-8B33-4D9E-B1A9-54EDAF9C30BC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A623FFFC-FECB-103D-0EF5-8AEE97F3C129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856B0D-2C0E-737E-AA95-A1F86F173126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779042B-6C68-253C-A144-FA71F9DC0CA5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DDB00B-0AD2-7A50-F6EC-5BE7A67A70BC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5FA6B35-008E-AA7E-78B4-156F10E579F5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6BA13EBE-881D-CF75-51B2-E09078441696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BE873F3A-6EB6-7ADA-DD04-611ADA4D257F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2DD63B-603D-D249-D27A-AEE90B893953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A82A2BE-DE81-1D0E-785B-C8786F18DAA1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9FF2E13-4533-5651-39BD-6B145C460AF1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4E56C38-4F8C-7C6F-726D-3EC0B96A30F2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78C3159-9C23-E8A2-F221-61B0F93D52C4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17184B5-EBC3-99F5-2183-1A0AD6F3DE0D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5AA9169C-1C57-4D2C-13BA-4997932A8830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3E7A71D1-45F2-5A1E-FB8D-480E73FEBC82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A1FB6BE-70F4-E138-2A98-31412F10183C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CDCE42A-C242-4C70-E3A6-061CC71FE9C8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CA91142-3C1D-57A9-A635-0DDACF6E961C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636DF44-6520-4E8C-CA70-01930311AEB6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78E54C-7B01-1037-6FE7-91BBBBA11595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68AF8B-A96F-6445-BF44-D184D7C36951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91CEFD3-D00D-1909-25CF-6251764753E8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DBDF1CC-6372-BF2E-CDB0-5AD82F7CC297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43FE1BF-3E05-7928-0F0A-26609B5239B5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A551C521-8822-6F37-F5D0-F39F9C0DCF9A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A0A6B50E-BDB9-6E87-6A97-5959A1BC1671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7048444-A87B-43DC-88A0-90E3B90DD372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A146474-0403-EF3F-FE47-69F2046C1199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F7BD391E-1B1D-F403-46EC-5D715979B9CC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A725394C-DAD5-D2AC-016C-3EB56C98B721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94079BC-4B29-EC8B-976F-1D7AE790927D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46C732D-BDF1-FE17-F6DA-6849B399D97C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0EEDF19-E67E-C611-F1C0-4D4E1BEC1940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DB27CAD-F65F-4A24-2FEA-F4210F2E90CE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967E3D7-A9C5-3C0C-F7DD-01127C7A01EA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19CBEC39-849F-169D-C91B-2C3A66DF0D0D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81867A5B-187A-1B6A-C420-6C629B8EC811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6F9F66B-25AA-F883-8063-CDF1A4C22F51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97BC977-2416-C9E0-1C33-70D7F47D004B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4917687-176C-A75E-D9DF-8DF98B510A1D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6D068A6-3C15-3BA0-58E6-DCE4A05A4EA4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390CC6F-A825-9E4D-33EC-FCBA37AB2CFD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480888B7-348B-6C26-AB88-873AE1722433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DCBEEECC-6C23-632A-7F33-F00D83A698C2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1BA81024-A375-8965-704D-E8B5443916E3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C5F3C4-A83F-CADF-FF24-FF6F448AE0DB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5C29E28-B4DD-4268-A7A5-009DABDF5DDB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A8C4D83-CA15-7D8F-FCEE-A9CC95FD1F58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540BE1C1-597E-40BE-056D-E2A2005C413D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663ED24-F311-9B51-DB21-CD09FC1EC625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3B20832-CAE9-2F83-AAED-287730C93381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93B7D46-F7BC-6A8F-7DCE-FCA8D5C20085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6DEDA35E-71C5-51E3-88AF-F7715B9E94AF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F5EC2792-0D21-82B2-5DFC-23F9C6912C58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76005C36-9E72-F3B5-ED51-D60930A67ED4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CC62332-44C6-010D-4DFD-C06DFC95EEAD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0</a:t>
            </a:r>
          </a:p>
        </p:txBody>
      </p:sp>
    </p:spTree>
    <p:extLst>
      <p:ext uri="{BB962C8B-B14F-4D97-AF65-F5344CB8AC3E}">
        <p14:creationId xmlns:p14="http://schemas.microsoft.com/office/powerpoint/2010/main" val="29222127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D5AE6-B9FE-4855-7E9A-034144E6F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B0F9-B71B-39D5-52C0-1830A5C994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7A296-B9F4-7DEF-1422-29D0A8C1D7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AEC37D-D9DA-B236-74F3-FF8CEFD6E31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109C78C1-44AC-BE9F-9BB7-DCE71F59BCC0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4C74D1B8-7C6D-7699-F31D-85A9586C5679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B98ED55-0785-821E-5B88-1A7E9E03BDAF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238C64-0B38-55DC-EAC2-1B83F7F877D8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0708A5-C4C1-4AA8-B74D-5F4E469F6E76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2FDA141-4318-95E0-3A36-C6ED2E972C3B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9880A3C-B800-161F-0754-E485C79E9E31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D479412A-61D4-5DAA-5355-843642C998A0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F28235B-A8D8-284D-8436-CC901384564A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64ECB2-6E71-0FFE-6D7E-04019A0F8B19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BFAD7861-5B24-C051-C3E2-93DD88637F6D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19383-5551-C1CF-E368-ECE1E6205E9B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61A911-8312-F451-B21A-88FABDAE5897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2F217A7-B903-B35B-0823-5A6DB882DA45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D166315C-E75E-B82B-0F7D-EF33C32F1B5F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3383BF70-1323-8583-6C75-2D081FCE31D6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A449B03-2DA1-E9AE-74A7-3AFCB41C5FBF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99B6EC-F796-CB50-E870-B86C48847B4A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5D3FBB-1B22-1643-DA11-C84FC7A20BD3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BA5FE4D-E16F-C5EB-183D-6AEBC5AD2975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0426F1DE-1AFA-2313-BEE4-1EFC2C6DDB10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8789914E-77AE-B064-A4D8-99D59505A474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388D70-A8D3-2DB6-1B44-0C602A2565E0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80CDC83-A869-BAB9-EBAB-90FBD98FDF81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AF6B7B-6118-D0DA-3396-30CD00F4A58D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280C42A-1CE2-935F-222A-AC458CB33DE2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69D5CD-7794-B9BB-4326-26FFF22F1506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848ED23-54B6-682C-94F1-CE66F7D20769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7366AD20-77F7-B162-4D14-B3F89875133F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A4E85522-CA17-6BCD-1231-6358E6863CBA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7B903E-6EFF-2860-A804-3D42B19BCAB2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769539-7E81-6E62-0995-AA3BCD7FFE98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9997981-E428-BCD9-6CB8-D46F710C67E8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352D2FB5-BF7B-F7D9-7A30-EA3477A8CFBA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90B110-7570-4DFD-4D5A-808389F96ED7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0F4BB3-4809-5786-C6A6-76EF8E74CB85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4739247-8927-5E7D-DB05-D49E00FE3A36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150CA9-C45B-F4B7-281B-3B5BBDAEB7C9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AFF1B5B-BF6D-5297-5597-1C51DF17F183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FDD109B3-514C-2555-1EF9-8BDA7F6BE26D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12F76750-AE8D-5855-30FE-22AD3396A4EF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EDBC3BB-5B3E-A7B1-2D20-B9DD42D3EF23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87E146E6-CD8B-E405-0011-CADEBD337359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85404560-7776-ED86-5B98-927F9E71D5FD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6E1A0A82-8751-8615-7F88-8D6CD0E4F074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4083B76-BEB9-A8C9-49E5-6AB6C29257EB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B62C005-D72E-555B-D519-84A385722812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7E3CCAA-2230-0F12-12E5-B49A330C33D6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20E521F-0782-8319-E6E2-70F8C425D1AC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0E91927-7DD5-031F-FCF0-5AD0240D9E81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B3463756-47B4-F811-46FA-1F38F50F2A35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64EA6975-B9E1-4C91-4244-B01CD3B77A94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E3F241E-23C5-DA60-CF21-4077F38BD53D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68D6C57-1E58-26E1-A87A-45033482A2FC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EB4B92E-3A52-B66C-9347-18ECC829369B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21457CE-261C-C673-8CA4-B621D5DDA1E7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E9927D2-BB3D-4308-8A6F-261632D453BB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213EE31F-BB06-E42C-B555-6FB7A7D43F0E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768A6475-1F25-0BA8-4086-50CCB0AC98A7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B0EE1FBF-A3F1-10F4-BBBC-CBD5DB054452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EFE5F34-DDF4-A07E-1F99-420EEA6DB14E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4AA0ED7-57E5-33B8-A5EA-27A63ABF988A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42E5FEB-4FAB-E852-04A5-A9406891FCE4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57ADCA28-5074-7572-4A80-1F998510393B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B5603B-9174-7D85-AF1D-30AA2383CCDF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EF3E4A8-BADB-3FF0-B816-B16E1586CA6E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583D2A7-B730-4219-D2BE-1847AA73A4A4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037EE243-62CB-B696-8313-41FFB854E6FE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43B441D6-06F2-8F78-3960-91FADA2DD670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3FAE082C-C414-75EB-6EE3-3EE14284A20F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5580FBB-17CF-B163-1A73-9164565C002B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0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7D0D916-9D4A-3507-1D4A-49EF13C97159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3C38CD01-1686-2F60-F434-3F94DC6D5837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</p:spTree>
    <p:extLst>
      <p:ext uri="{BB962C8B-B14F-4D97-AF65-F5344CB8AC3E}">
        <p14:creationId xmlns:p14="http://schemas.microsoft.com/office/powerpoint/2010/main" val="10065718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1657-9765-0FC4-3719-B02D032C6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48BD3-2C99-800B-52EF-6E99290FC0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D5200-CB43-59FB-54C2-0CFCEC9FE4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8D8463-1C32-1BA1-27E8-DF5D5BB9C66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6F749A05-9E06-CF4C-CEB8-35B57FDA740F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23E0557E-7D8D-24CA-9BF0-81A33D89301B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3885C363-8F18-F81B-8DF3-6914D125E46E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BBC202-EF9B-6D3E-44F4-3174F8994B27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435E53-14A2-CF0C-FD14-78EBAF6F4D11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71215A-8BC3-0087-EC5E-E9A09281BFE9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5A15A40-126F-0AB2-1193-2DF69706615B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01E67066-BF4C-BD8C-44DD-FCC32E1D841E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04EFCA88-FCD0-4413-7EFA-9CAD17F00A54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68CA96-1195-18DC-B1DF-05C918A9DE42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D4FB5768-50A5-7951-55EF-B14FC7B80386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19BB7E-9726-5D7F-3B4F-DA7C932A7B9A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3D9EA1-AB7A-3C86-0DD1-B149DA9412CC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7BAD5B5-F3CA-6B7C-36E3-E52ECD97C0B8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50A4DA7A-4F5F-466A-2C69-DCC0D899B625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978F8794-8CF0-B033-E75C-FCE53E31941A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F77EFF-50A8-26C2-7E19-80B875ADA48C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3D16B5E-465A-994A-6FEE-3DDDE2F872FC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B13BCD6-FE00-2C07-964C-E1647A302CCD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79B7610-982E-1B63-6F21-DC0DB2F236E3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373E13C5-15BC-67DE-36B6-4627322A1E63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21B214F0-EAF2-BC64-70DA-6918E67BB16F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8C90A6-851F-0485-6496-C83877489925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004A10-65E8-7AEB-C6F8-A9193AEA3A7E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0E7CC5-BC1A-4819-4761-4F48644C3247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E49757-7DE2-F012-3EF3-E61A453C2A14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367628F-BE47-8043-442D-0CAF7E7E540A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846E092-609F-3DB9-E842-BF402D49D0D2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5FF015B3-5788-AF15-8B58-863D6CFECE7D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002D638F-1778-57B1-0883-E4ECECF625E8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C36927A-E61F-13DE-2C5F-E2F37698D41A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344E1C3-FCCC-CB11-BFB5-2D1A6ACF377C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F19F69A-9528-92BD-B85D-80407FC06F6D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5284A79-7430-5F6E-C62B-51516F62FC22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D6CC002-8941-F6D5-08AA-68EF44BB1DDC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200267-1E89-9310-87E7-9D2EA201F9DA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2853E5-9177-6A9A-BED0-07A9980D2134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32FF503-5620-5DDC-E6F3-E5D2D6997425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107677D-BC37-B586-8B58-C3C4AE989C93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D5EE601E-5EEC-AD86-9158-2CA71402E881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529072F4-8358-8B19-263F-F549D9B1EF24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0B83CE0-EA65-3C4A-5653-4524610BF68F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44D83EB-8E5B-BABD-81DC-E71C6758754E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8470F8B6-C8DF-AAF9-23AA-54D611A7AF8C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1510F641-7FEE-42CE-D653-C76BE4261928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6C4C936-9277-3A77-212B-8055879AB69D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293E37E-4A66-55B8-FB80-8099DA555B5B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5F2171-225C-16D8-2A2F-516CD8FD9678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BBD5E0A-0E1C-8810-2007-B823B1D7E632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EB93B042-DDF0-A975-008E-115971E6D845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E743215F-4081-88E3-459C-4160A0B779CA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CB2EA0BE-1E62-2092-34B9-D7DCE8800765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CB6BDFC-B255-8216-22DA-C874320CF4B1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B8F3466-1272-F6F6-C90F-2A5F1802C709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04A2C79-3CC4-21BF-6B5F-EC8456FCE58D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10B9FF4-E983-3432-A437-1772D5710A94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6E0B45F-84C5-3CD1-204E-313F65B3FD09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107D6C60-AEC7-22CB-FA40-6EECA348299E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D131FAB0-DAA3-E879-EB01-277C3BC8CF90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37AD6060-1F65-35D7-6F8C-EECC8AF2281B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8AD15A9-74A7-DD0C-7F95-68BAA326E74B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14119D9-9982-5E4C-8417-A78072A40DD5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B1E4665-F5A9-E79B-D679-12409423968E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C4616A98-9F66-46A0-183C-7E8606F89951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0391561-4172-CDB7-3460-9ADD89579488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8BD5527-B40D-428C-AE4A-BE9EFCF5E004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EB2FB5F-EA4B-20FC-105C-C7703032F3CE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7DE7E9CC-761E-FE9C-CCA5-4111C885A33F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432A7646-DC18-41B0-14F9-1D7C2AA4BB74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57873D04-B38A-04EA-531A-21604508A4C4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E9E3276-7725-2783-0D87-4AD9D04EB60B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0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0B1FD2E-ADDF-5B73-DF88-C00848ED6D4A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26562FF1-6C12-12C6-54E8-9FBDE240AE74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BD727E1D-D57E-7DFD-CD00-C45DDE75E6F9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C1EE9842-17D1-DEFC-D9BE-EDE1BE0B0A72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07F2671-A378-4663-90B3-97DDF78FB8CD}"/>
              </a:ext>
            </a:extLst>
          </p:cNvPr>
          <p:cNvSpPr/>
          <p:nvPr/>
        </p:nvSpPr>
        <p:spPr>
          <a:xfrm>
            <a:off x="8532868" y="2545691"/>
            <a:ext cx="456250" cy="2149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 </a:t>
            </a:r>
          </a:p>
        </p:txBody>
      </p:sp>
    </p:spTree>
    <p:extLst>
      <p:ext uri="{BB962C8B-B14F-4D97-AF65-F5344CB8AC3E}">
        <p14:creationId xmlns:p14="http://schemas.microsoft.com/office/powerpoint/2010/main" val="20075354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1FE2-9218-B187-D5BC-35872560F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E687-A987-1F63-8A44-ED57089C0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F325D-6F85-AA78-C63C-947E4FB0DB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D85BD3-3E01-9EF7-5C21-45D27C3A888F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2732C17-4CD0-2C49-3FBB-BBDBEB0D465A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4BA7D6D9-20AF-AD9C-A1C1-8AA14C116008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DA0547F8-8553-D18A-18A7-ED89179DF529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5D9FA-5881-397A-56B9-9A93057CAF32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468426-A371-93B5-C2AA-0F791892FB33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E8070A-FB02-9A03-2168-ACDEC71825E9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85E6CC7-F944-76B6-4E9B-1460E0953C87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C15F11FC-9101-2B79-4DD8-0CD928607D75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500C0A01-B2CD-EC1B-73D7-5E6FC4C6ABBD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112589-1167-34AE-38A7-E1A71ACCFEDE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58F8A132-E705-E2AA-96C9-719B006AA3C9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AE7557-7C20-90AB-08A3-B3A464275A69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AAD788-3C82-D6F7-DF7D-924DA0417109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4E564D8-37DD-EFCA-C595-3D0D4BDD2B02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7AC7AA9C-21C7-BC75-CE60-13384018E612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390FFF74-3F1B-5B9D-2976-4F83123ECC96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9E02BCC-9309-A5E6-6BB7-EFB93F3A4580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ADCE3D-9A4F-9014-7F50-6517F97F4CAC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0F8328-D0B5-7A8F-612D-C7F1B5EAB394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515CA83-D07A-1E09-634E-65BA81B2F52B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4DA64B27-9E76-C070-C3CB-A5CB42DA940F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98D83799-0CB0-1FA4-2268-32403C80C0A8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357B44-573D-312B-8595-88FA59D8D4FF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13BFC5-FA63-D9ED-2D18-6BF989761158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54E73B-BA4B-1C2B-E91C-11432D38F711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7621EE-D304-17EF-AE75-D8522906FA62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94FA959-B8A1-0A2A-70E6-E5C12205EFA6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E8942AE-AB26-9F1F-554E-A8E19C871AEA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09A16D06-DE06-F395-1F7D-333F42CC63F8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508F2423-098C-A9A9-EBC1-2FF3AAFD8209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50E233-63F8-AA5E-E9CA-25DCBC0C3C5C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50EAF9-96E5-D1A3-2C38-3015F4B120AD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56658A7-BE70-6D83-830F-2DBA20E34E33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6F1170C-A519-4885-702B-5AF67731ECEA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0EF907-2C7D-A3D2-F26D-7B49B585CA9C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F181C-047B-4A8D-5B6E-DC94D9B762DD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6BA2A30-C9EB-F430-8847-419E1D3B32C7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AA3AD3-B5E0-F76A-A5D3-E7848CD22CAB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4B7F9F4-C9DA-8272-A272-E0B0F604408F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F26B5D64-691F-9DE3-6115-EF2374BAD30E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11F574E2-E181-9526-36C9-0708015B0475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1B79DDE-E446-29F8-603F-F8137B350D05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6382F318-F9E1-AF80-9ACC-FB173A458276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DC336186-2766-51E2-504E-BC94DD81106C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126575D1-89FE-029B-AB4E-057B47DD124D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4CFFAAC-495F-43F0-652A-558F42260104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BCB2706-B480-3CAB-4183-57FD9977A833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08B6A25-3F27-0647-CEB7-0158AE5CE7AD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BCAF7FF-6586-E989-CF1A-4117308815E4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10E49E24-786A-7FD6-D574-B35C2F1900DF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71A53913-592C-F38A-8755-23C8D4CEFF36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E96227C1-5C5E-3D11-7CD9-309B53670ECF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F294FA2-F3D8-85A6-078C-2813BF7D873A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0FDE944-8175-B735-7192-AAAD3E51CA30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9D7FBA8-2E20-A481-5AAD-FE2C5172FE3B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4E669B3-50BF-D39E-1FFF-BDFE603263D7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FE67DB7-7BF1-16A0-0D78-FBA56775F5AA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65B20165-4D72-630F-25EA-684B06E895FC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A649FD72-AD6C-8A43-3F45-5C1301F17465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94A98A61-3B30-A395-D40D-31828D5A63BC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0388D0F-04B2-FB47-701A-71D5A26CF45A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4846D5A-0CC7-C58C-390A-148FE56E21F4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A48206A-E7ED-E9F8-2A05-3783669BF34A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958DD13D-718E-2AA6-EEEB-4DA155FB55E4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547F3BF-B69E-C1E6-45D6-A903B86D58AC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DE8E4D-8F6A-303E-8860-A7C7DECA1919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65DF405-1C98-BB20-D40F-B554E4B50BB1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93975137-2C91-556A-CDFE-17F83EC96BA3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3D46C345-F68F-2EBD-DB56-D6BD19D463B3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C642868E-E9A2-4627-FDFA-1321ED0AF141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3B4C4DE-5597-4746-97E1-9A5FD2AF208C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0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D832C46-25AB-7781-F83E-8829291DDCDD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6337E478-63A2-211B-C1AA-FB5FD6AC33AB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41ADD681-A8D9-B1FD-21FF-3D6B540F8A5D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4F9A76FE-3482-CE7E-3064-5662CCCF01CE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74D94A7-64AB-9F5C-340F-396AAD96AE0B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561702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60BD-80B9-BA16-C797-7CB6D1A4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D07C-F41B-26F9-FFFE-C287E5B27F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D88F1-0888-9259-C3F9-E7E4413017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59CB7-AE63-E666-F372-9F7E63900C0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0D8AAD39-2BDA-655D-71DD-368652594E15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5ECEE9B0-B563-A5DC-27D9-F13B739494F7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76171B25-C447-B9B8-FAB9-F8F80FAB29C9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2F1122-09F9-0C52-31BB-B100AC3A27DD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91C49C-3E61-20AA-6FC8-52FCBF2AC936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49248A-2097-E6F1-7239-9D7B2ED4A976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E0C986F-CBC5-FCDD-A91B-555D4C486434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1618DF62-E52D-C581-3D76-C7D076D2634D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0A54E8B4-CF53-1709-8F55-D2B916CF3F44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74726A-1D18-153B-4EBC-6CF84DAEB7D3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FB72EEF1-9A8B-86B6-E864-41FEA9C2C96A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DE518A-F8D2-EBBF-58B8-4C32AE90FBB3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46ADC88-8C13-4F97-CC72-38AA8A6D697D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683FA07-61EB-5280-C3C4-32665EB4130D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5E47BFA3-2C86-81C1-1227-98162C34E42A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058D7424-8BE2-3DFB-8046-7BC3F5CFFFEC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EB5616-5481-220B-936D-AEA645E76BC4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EC3B02-CE40-F796-14E0-DD3A12C2E1A5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262CCD-3768-8A37-6CA2-CF975F652FF5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1B127FC-151F-8920-228D-A24C7F644FE1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BC619B93-5855-17E4-030C-0AEB20F48E03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7E4C39D9-7E86-48BC-4623-EF288BE5EC39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50DD20-30DA-03BB-422D-AE982BF99467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06C984F-163B-A4A1-3C04-B73FC79A428B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5750F09-C3E1-C584-29DB-6293C4686AE3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5B0A35-1488-380E-01A1-777F354BE291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0D65547-4A48-4FC4-C47C-A1DADB1A098E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EA76369-B595-A889-0CD1-7CF89AFD4C88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54B80CB6-4A82-2410-0171-263C13807518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3CD859A6-2F4C-73D6-A483-4421166CA22D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473E693-D338-C1E6-BE4E-619CE54A0EB9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DBED28C-E4A1-5B68-F9E2-CE6BEC80CC03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CE68D59-B7AE-2C98-D336-8F8A4B0F0B9E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95A18F3-7C5C-501C-9824-22E816CF9749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159AFE-E418-3641-DF7E-782EAE269BAA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7841F6-EC55-5BC8-E6C5-9A699FC61A48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0A3F398-E99E-7967-4C0E-F7E4A49AFE6E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4547F96-0AC2-B586-CC1C-75133CD97FEC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25B167B-731E-FB03-6C0E-3E86E1CA24C4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280357B5-6FF4-E047-186D-FFF7BAACFC96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D0403C31-6EDC-6BCF-A115-9E678F09A0EE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B1115AF-1D48-F91E-55C6-B5C4AA8AEAC9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2FE1580-B5EF-2685-83D1-E7CB6C4B62F9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BA1BE687-3F18-5042-4BFD-5A1F06D83F1E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80CBBB91-8077-7E30-45C0-0F199493874C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CC2FF8-6F47-C997-4513-AD65D3EC33D1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9F16E72-6CD3-F12B-1DCA-B66D5F80C55A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3088E7D-929E-CF16-91C5-620FBC8AE04C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0004DF8-99EE-A79D-90B6-51041B4AA978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3D896141-5342-DD19-F12E-75FD84504D9B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28CDF1D8-9119-E2C2-84EB-B6276784136C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84512F21-39AC-A1C3-048D-0B647C7AA7A0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B2416C9-5894-0392-3A63-6E5BB08B6AE3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816A8BA-3B2B-3157-65D2-3B7AE293554D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D5DA8DF-6B05-DF22-D9FD-0DB032D00C76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59D64BC-1066-666B-2113-FAB085620546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159E420-5100-EC41-A9AD-ED479518492C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AA7C337-9564-4069-EB56-56806A5D346C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452A198C-6736-2894-BDA2-8A6FCD85A814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3AC10D6E-949D-9B62-36A7-3D522EB45B48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C5D5102-CD3F-0BF4-4102-EE27D7DE297D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24AB571-6EB7-31B2-60E8-9B95131558E8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F995BE2-08EA-62E6-EE0C-D2DC7483B9D6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39CD190B-7305-24A8-9E40-7DB55C58D43E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54F5DF1-BC24-6128-4A94-4DD0A452D23C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9296E5D-B924-D72B-FCB7-6C95249E1402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014B0C4-738A-CB48-A6B8-F874E813FA2A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33C00EF6-92F7-BDEF-4F85-76B1BA2CC4E4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96F3CF38-DA2C-0730-B4DB-D73D2A66A396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6222FEA2-CABE-538D-60B3-DCB9D57BAA1B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7D8C79-57BD-9072-025B-A7D89D693BF9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2D54B5E-74ED-8CDA-8177-EFDE613518B3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F8CBB9B1-C7A9-B288-01D3-DF2B07D9F7EB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44DBF2F4-AA17-F090-16A7-34CF69589EC5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C3E4169F-A989-0D2A-9D0C-C5D7039DA2A7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33C4FCC-A3A6-6AF2-2957-4446B1D4D05A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1DF0877-69CC-7B8B-6B7F-7D5F93334C32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9739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D746E-3019-3A59-DE5E-529890190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ADE5-955B-65EF-E108-62C2AE371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1DBA1-B9CF-EB3D-6385-3B985CB3AC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9B6DFA-DD07-AAEA-1CDA-6758E445D5E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041C4326-E0C5-1E84-B763-934425DE8D7C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087F2D9F-3894-393B-4724-A73FFFE8A317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6B970DB5-6212-24EB-AEF6-A5A7D9ABD58B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8BC9F0-E89D-B658-C099-EA5ED3CB78A7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937702-9ADD-FDC2-7976-B291A4738A4C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AA659B-39F0-E408-307D-E22FA57D94B0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7D355FB-5C92-FBA4-53AD-8301F0078344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50AF9764-C814-1F41-33FD-35020D8F5375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04B7CBBE-ED44-031B-C0DE-02BB53984936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88B81C-92AF-6303-9257-A96BC26E7418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5DAA1604-91D2-6EAC-B0C2-E7FBB608B9D3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7718AF-7E8D-073F-C1C7-066097E3DEC2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8359E3F-9140-D47F-63D8-BC02F966025D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725820C-B1E0-C680-A5D0-B9795CB45FCC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2C74290E-CD95-6FAD-E609-241428D63A18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C7D4DDD5-45BF-56F5-5480-0CE3A5FF8018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698BC5-3B31-C8EB-B872-905619666F42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4A6B17-0A65-7A22-7CAD-4BCE65CC8209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4CBBD28-F7FF-B4CB-ECDA-1E49661D6065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32EC7CE-8FC1-9671-D07F-5738ECD07B18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EB9B0E4E-4233-8843-A706-D77DD15CBEC0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ACBF10F6-B33D-2D03-7FDD-DDCCB89D9BDC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BF5E8D-FE6E-E8ED-2361-C464F41D88AE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1514416-708F-BF00-08CF-995407A51D06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0E27C85-ABE9-4E7F-90FB-56CF4309B2EF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0E223B0-1044-F6B9-3294-7A6CD48D4B69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C4A1B3-9E43-02D4-45CA-9F30515C2389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9111C1F-18CD-A021-4675-C15239D89AC1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E356E7CD-EC58-A22F-AAA8-C066CCD73396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F6C32D48-30D4-1999-49D7-5A233D4F2611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2FFFE4-E035-F695-793C-81232F506CAF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6F13F4-AF03-F961-A839-EEEF96FBDDF8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2D6AF68-EA0C-CDC1-330D-C0DE91C5AB12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A75CBEC-2FF8-28E2-40B4-25EA234F5E4B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A1AAE5A-80A4-1134-4689-E5A2ADC64DFA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869C85-AA0C-E196-9ECB-8961485E2422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85B8B85-9538-9AED-97F8-BDFCA0AED3C9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63748DB-7846-70A4-1119-76748456E3C0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7AEE13E-6351-9729-158D-C7145D8DA4EC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D1DDE5E3-745B-DC4F-79EF-1F556539CFEB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C6D9DEC8-D403-BE0C-8636-774F230AC748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C804977-FA17-393A-3A97-4B5FE2E5BF85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FA2FB4A3-15B8-EF7F-8E78-F8F4F7BED5D3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9E89A2A3-407C-0207-07AB-AAFBCA85B5F3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AA91977C-9554-8DDA-9789-DA302C834922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933CE6E-340C-6463-9142-D27041DE1D1D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A8BBFB4-2979-B596-872D-41A9B7FDF0BA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EBDCB46-0F25-762B-9FDD-568A2EEDEA41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E9C996E-EA3B-4C2F-FA0C-6F1D4B31D1B5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AD2FD2D6-0E22-4E28-414B-31963579F33D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18BA5D70-A3C0-C52F-B922-F1BA201A475C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47FE7544-FC13-97B0-154B-85A22F7184EC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FC9CE6E-5B51-304A-4EC1-56BEDE96807C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381A81F-B424-6179-F7B8-E7EF70D242F0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59B8034-561D-C27E-DD1E-38E6B1056D3E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9DF6B4D-1ED6-7DC9-4D46-C8B42753A23B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9EA19D1-33F0-CEA9-EA07-B0EC1544C4EA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EFA3BDB2-D1DB-668B-CA54-F62C52CDF269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B5AA7973-239E-AF93-F9C2-0EE970104253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DC44B1EC-F1D3-624F-E084-EE9AF36F9492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FC1D7DC-986D-B05F-4CE0-C708DD45DF7D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C534754-FA82-6370-1124-CF2B1E0FB008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0E2FB23-85BD-CEEE-710D-9AE43C642B87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915D3814-0AEA-732D-DC3B-3A09AE67007A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73F0ED1-BE02-2AE7-6EF9-5DC641A52B06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128D7C6-A8BA-D769-0828-040C138A9ADA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5D9C996-E42D-D3CE-3E19-D1D3269886D0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7AC82808-D346-20A5-6860-8EE93612921B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7FD0980F-F246-E249-055C-E7E667E9A722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1324B613-39D3-25DB-63B6-3857AEBDC5DC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82A64DF-A218-E525-BA38-C983B69563A0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064D1B3-EAEF-B859-3C35-785749FAD439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E42E4071-0917-1CB8-2DC2-A36C208F04D0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2A725404-7CBA-3662-A28F-3FCBED2BE61A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577ABF38-CFDD-ECF2-AA83-34756FBAF537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AD1AF01-74DE-0ABD-6E2F-1BA2319CD16C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1B37DDD-8F15-5020-8B08-44509BDCDEB4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EAE4FB7-9629-816B-6464-FE84BC78FE38}"/>
              </a:ext>
            </a:extLst>
          </p:cNvPr>
          <p:cNvCxnSpPr>
            <a:cxnSpLocks/>
          </p:cNvCxnSpPr>
          <p:nvPr/>
        </p:nvCxnSpPr>
        <p:spPr>
          <a:xfrm>
            <a:off x="10464949" y="1856509"/>
            <a:ext cx="0" cy="230491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90EA474-429B-B35E-9FAB-446CF24F5DDC}"/>
              </a:ext>
            </a:extLst>
          </p:cNvPr>
          <p:cNvCxnSpPr>
            <a:cxnSpLocks/>
          </p:cNvCxnSpPr>
          <p:nvPr/>
        </p:nvCxnSpPr>
        <p:spPr>
          <a:xfrm>
            <a:off x="10096209" y="1856509"/>
            <a:ext cx="3687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E892A005-934F-7CFA-34E2-138E9CB04042}"/>
              </a:ext>
            </a:extLst>
          </p:cNvPr>
          <p:cNvSpPr/>
          <p:nvPr/>
        </p:nvSpPr>
        <p:spPr>
          <a:xfrm>
            <a:off x="9166661" y="3573696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</p:spTree>
    <p:extLst>
      <p:ext uri="{BB962C8B-B14F-4D97-AF65-F5344CB8AC3E}">
        <p14:creationId xmlns:p14="http://schemas.microsoft.com/office/powerpoint/2010/main" val="21766638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11883-9489-ADC7-0599-9CEF91EE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01B7-1FE9-EDA1-AFF2-57BFEB826F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EFF764-E6D5-E04F-3FA8-2E298A560E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200EA6-DF03-9AA2-532B-6B6237CF88D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827A553E-3C11-8451-EB60-779844DAA492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E65D9B6B-6929-C486-8C83-205BC0C157D8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0B309AE-8198-92C2-4CDD-56837C802F04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1727C8-CE2B-ECFD-3C30-E41E47AA28A5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883E4B-46B3-5B2E-88F1-750EA7C482DD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E03458-B7AF-EB76-6646-739D47955F7E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5C71E65-9078-AB00-5A75-38E16F3B1E56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60393E40-AE48-1EF2-BF01-BE6EE71FD3DF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FF866843-090A-88BA-7496-B766E14B7125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4CDCB3-B37A-6463-038B-F98AF9924D20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8B93B2D1-60E6-7A40-35F4-BFA9269E9C2D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BBA8F-D283-2E5C-F17B-04FBB3058336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FB8A77-72F3-DBF0-C1F3-4C99EF52F604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5976926-26C0-4F9D-1BFF-6AC5E2E9AA2A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BB523105-7B18-0C7C-E6E4-4D95C250AAC2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42EE3360-E0B6-76CA-38DE-0B2F12196E18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A4D146-849F-ACC8-7226-96BC671C7C7F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399C615-2802-3BF8-F54D-9ED189A3EC16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17772B-168E-22C3-17CD-02E29DA52A66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3B61E-2F0E-9855-09FE-901A13142EA7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4A35CF9B-F68A-31EC-A5F3-299112557E81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B7EC51A1-C1F0-88BF-33AD-F35EEFBE78E9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31F285-8751-FC1B-ED7C-B874BE056D5B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A9EDDF-BB26-E38C-F7BE-BEA8AA0B03FB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2708ED1-8391-8643-B689-D87C98D8D121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9E40047-E83E-3B81-99C2-1DAC52FF8100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52ED88A-5CF1-0FE1-C45D-F2D6659A1B46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2979334-D457-78D8-32A0-90F9AF0AF229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EB0F7D6C-B678-00DE-93FB-08580C40AF12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F82C2D33-764F-5109-77D0-4870220EF51C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221629-C5AA-603F-31BC-4FF132D913CB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77E756E-C52D-A4C6-41CE-A5F1374DA861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3CA73BF-EEB7-6F12-A10C-1F3DE103C70D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81FE99D-B84E-AFD8-41D9-A5845EDC52C2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A772F80-7CD0-12D6-E37D-D1EAA5AC049B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B90DD9-A2EC-3EDD-6738-0185A8D62AF8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3A99555-3BFA-E416-26A0-368A8D29546A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E50A601-7235-D181-B84E-97D9736FE109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7E046241-2FE0-ED38-58DE-057AC0316889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157BAAC3-1BA3-7190-1D09-EAD26707C949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9C7D0E58-565C-1181-3434-D08A3C3B448B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D44317A-8B98-44A4-72D4-DF823BD0DCC6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A23077CE-9121-B288-4111-B041E5C1C2EA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5CDFB1F2-69BF-CC1D-1BE1-0070D31E2BB7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8AB9A6AE-C092-2C1C-BA48-F8C923F4AF71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BB239EE-F36B-2231-FB61-E4D04D1A0573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D26D7C9-6ED4-59DA-8498-D1F4DC38D6E1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3D11F67-A4E1-1055-C4EC-FBC9A87FE128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3E38922-3BEB-2F2C-CCE5-2AEF3C3207EF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3C15F9D2-10BA-A1B0-AA9A-7E611FDCCA10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1B15412C-CFF5-5257-4ED8-406C87FDF931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E0B2280E-1A88-9D6C-EEEF-416E06F7EC10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739D256-DEB8-BD02-9D89-312629810983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DFA5D44-6BFD-6724-F15D-A5E11AA7A181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CE2E7BB-FF45-34D7-E03D-3A15BA1D81A9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B4DBBB7-0DC2-394C-3F7F-F8819A986D15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6F87345-842C-0C9F-88BC-6F57DA13C9F0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E465CE85-A992-0EB0-F08A-CC894CA3F412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5FD2632E-E66D-CC95-EBF3-CDBB84A722EA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41A29F4C-339D-E4F1-8AF4-8F9AC8AED4FA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AEC581C-CEFB-2C9B-1DC5-22093641CCAC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56881A0-B986-B553-DF3D-8514DCF0E191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621EB4A-E037-7CC6-2A25-884573E457AD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C8D687D1-D148-E493-92B9-2A91A39B21CE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CC6F940-F4FC-B47A-570D-E58459EDD28C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6ADBFC0-8535-1D91-6CDD-6E6861E4BA3F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1E598BB-510A-4782-428B-9939F0ADDE34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866D9239-321F-0CB2-D624-AC3D74E417B6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226FC936-9D81-F83B-1179-4C8A11FD2A2F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CE159FA1-D4EE-A022-DAA1-754E65992F7F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F628B8F-ECF5-A6C4-6715-4E4E2F27ACB4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8533BD4-5509-3CD4-AF13-2A606EACCCE0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BDB53469-9B78-C26A-44E1-892521288301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AB693D80-4E8F-3883-47C9-99D1244F136D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584E5708-4EDE-72E7-0A32-3DB3789BCE25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5DC272C-6B52-9655-0A33-5A5024476AF4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78D83EC-614E-B602-5D56-A92D502FC2E7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17120E9-EFA8-790D-18CE-2A10664FEF32}"/>
              </a:ext>
            </a:extLst>
          </p:cNvPr>
          <p:cNvCxnSpPr>
            <a:cxnSpLocks/>
          </p:cNvCxnSpPr>
          <p:nvPr/>
        </p:nvCxnSpPr>
        <p:spPr>
          <a:xfrm>
            <a:off x="10464949" y="1856509"/>
            <a:ext cx="0" cy="230491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9E4FDCD-3F65-4092-FFAF-FB88B0A61697}"/>
              </a:ext>
            </a:extLst>
          </p:cNvPr>
          <p:cNvCxnSpPr>
            <a:cxnSpLocks/>
          </p:cNvCxnSpPr>
          <p:nvPr/>
        </p:nvCxnSpPr>
        <p:spPr>
          <a:xfrm>
            <a:off x="10096209" y="1856509"/>
            <a:ext cx="3687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4D8838B2-7E1A-9952-A851-02551EB88D52}"/>
              </a:ext>
            </a:extLst>
          </p:cNvPr>
          <p:cNvSpPr/>
          <p:nvPr/>
        </p:nvSpPr>
        <p:spPr>
          <a:xfrm>
            <a:off x="9166661" y="3573696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85" name="Flowchart: Alternate Process 84">
            <a:extLst>
              <a:ext uri="{FF2B5EF4-FFF2-40B4-BE49-F238E27FC236}">
                <a16:creationId xmlns:a16="http://schemas.microsoft.com/office/drawing/2014/main" id="{140E38FD-247E-8797-24F5-07D9795C9486}"/>
              </a:ext>
            </a:extLst>
          </p:cNvPr>
          <p:cNvSpPr/>
          <p:nvPr/>
        </p:nvSpPr>
        <p:spPr>
          <a:xfrm>
            <a:off x="9950849" y="4230906"/>
            <a:ext cx="1063440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e “</a:t>
            </a:r>
          </a:p>
        </p:txBody>
      </p:sp>
      <p:sp>
        <p:nvSpPr>
          <p:cNvPr id="86" name="Flowchart: Alternate Process 85">
            <a:extLst>
              <a:ext uri="{FF2B5EF4-FFF2-40B4-BE49-F238E27FC236}">
                <a16:creationId xmlns:a16="http://schemas.microsoft.com/office/drawing/2014/main" id="{D0D1AEF9-CD75-60D1-69AE-CA5B7175C32A}"/>
              </a:ext>
            </a:extLst>
          </p:cNvPr>
          <p:cNvSpPr/>
          <p:nvPr/>
        </p:nvSpPr>
        <p:spPr>
          <a:xfrm>
            <a:off x="8837822" y="42373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142D9A6-6604-065C-F976-E21DBA6B3017}"/>
              </a:ext>
            </a:extLst>
          </p:cNvPr>
          <p:cNvSpPr/>
          <p:nvPr/>
        </p:nvSpPr>
        <p:spPr>
          <a:xfrm>
            <a:off x="9370495" y="3930689"/>
            <a:ext cx="456250" cy="2149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 </a:t>
            </a:r>
          </a:p>
        </p:txBody>
      </p:sp>
    </p:spTree>
    <p:extLst>
      <p:ext uri="{BB962C8B-B14F-4D97-AF65-F5344CB8AC3E}">
        <p14:creationId xmlns:p14="http://schemas.microsoft.com/office/powerpoint/2010/main" val="8469827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7C9C0-3CBC-5CD4-F244-0D6AFA246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3D753-0D84-9F62-6F4C-6960B251B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A77C7-BD2F-A517-6C93-3B98A0C934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B58D8-E013-1BC2-5D6C-A8E631B91ED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0971B614-207F-6B04-740C-2DCB13CC9C7C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039DA98C-19FE-5BA8-E072-0002A9A9D8AA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07EE1A6-7668-8420-BC90-7FBF536B8517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D2F227-CE84-9064-5BD1-536BC1AF0FA6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D994478-5736-BAD6-A287-29A8223FEDCE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DBCE6E-3452-299D-75D6-7ED112A1DCA5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F570377-19BF-510F-53AD-78AD1AD448BD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AD43F177-1FDB-0C51-D963-11A93FB1EEE0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9E34EC7B-2D2F-633D-6C26-DE857CEF6C31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ED3A5C-F297-8B65-423B-80E28E6062DC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E9702083-1100-114C-2BA0-9163D195C6D3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E66A3C-F5A7-812D-6EA7-FBCC078609CE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F8CC2E-12E4-AC17-C054-8F6A0373E280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69E1925-AE11-F00D-C876-C70759FE3577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3250B173-F406-0701-49FD-FE5FC94B8581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FA5E2681-3522-7559-7574-D8BD479092EE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6C82AF-6328-A56C-D2CB-516FA4BAC73C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425E7CC-0268-35B1-90B5-D9CDA6E7007A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1A6567-6B4D-CAEA-6E7C-72C015336309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5944172-8658-F634-1426-615587BBE4A4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C92207D4-7D0E-DBC1-4F61-5DEEEF06ED94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CC03FB66-BF76-AE1E-B1FA-1E868D37DB73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812E94-2307-6A19-47AB-4B9CFDFC8DF2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EC1088F-9CD6-A60B-D308-614175D1D709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50A13BD-D9F9-E7F5-FB84-7F5C752F2446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E967DC3-2141-7192-34C6-92F79F6B4C18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20D4A48-44B8-5162-DBF8-3586E52A8638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E111F17-DFC6-662E-193A-221E2409D51E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1DA6E6CD-2FF7-1699-C12E-4494319E6713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BBF3F3FA-0EB6-F0AF-7C35-6F472567B8D1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7DB84B-91C4-34C8-9B9F-1B41CE45B0B8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2954660-E26C-AE3E-F1B3-38E8906154F0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68F4145-4BE4-1380-801E-C0D3D6E2A939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77CDE46-7626-F889-41D7-C6504F597206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FB1475-E0DB-F637-E3BA-4836766E1A96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702541-C370-CE83-F6B0-1FA5A6B437E9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DD516D-5D6E-0765-C7D6-8EA80E6F0B48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F90138E-6E46-B781-E83D-DFBB4AC24D9F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D2D13ED-495E-157B-3D46-EE83541B351B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EE0B2C8E-FEBA-B753-CDCA-91D0910C8036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36B93CA1-4883-342E-8541-4D72023B7D06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90D10D2-6AE1-07A1-FF02-F1B5E61134B9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55DCE50-69DD-E7E0-9E3B-6051B204687F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7BDF8FCC-62B4-7D78-D8A3-532803D53DDF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BF8C352F-1B98-11C3-34DC-9569FA6C2FF6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EE01411-2114-EE62-7539-57846A2D085B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2EE82FB-9F06-41AB-24EC-65C617152CCE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6A45B12-ABE0-96A2-9749-7E56992F9D86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3519C3A-5399-064E-5DD8-AD44374BD22A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81CF621-10D8-A001-BDE4-DEBBF38DEFCE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9590BEA7-273E-368A-ED98-C0A7AFAB7517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E6BFD061-7A32-AC40-1A53-A228CFC29291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B3F4C0-6F03-687D-2C8D-BAA68ECF4707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F9711D1-2123-9936-4DB9-67C966C63626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96DB551-BDD1-C2A4-B5AC-E7AC5F331072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ECEF7F4-619D-5BE8-ACA4-EEA542A062DA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D32A1F1-F558-224A-6D34-4BFE3C7D094B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65500B9E-A55D-9D26-015E-0960648810AB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B58FF39B-85E6-CECB-5E00-7E6C465E6575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2CEF93F7-8BCA-2A65-28E6-77B0593E0906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530787A-1097-D524-3450-CA1427285535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A6D634A-8E44-BF18-BA97-9FAD89E91752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57CD1D2-4691-8395-6622-B2F6E6776E04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0D6914EF-D72E-E324-1045-6F3DD393D44A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BCC339D-EE67-33D2-1995-DC11E6DC9B45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7255865-0BCA-26EC-C88F-E8C3729E8289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3C39ADF-CDCD-98A0-C496-C9463D88FE37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0C285D8E-2027-94FB-2C09-58E38487E683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87A929B3-2EF4-0B08-1684-AFE651FBC801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179AD594-8289-5CBE-0D13-0C7B1FEC6B50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86BCA7E-AC8D-2D9C-CA37-332FE50E1D90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ABAD240-A32E-032E-D31B-8A2D6CA98215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99FBBEF1-873D-648F-9428-471BA724EAE2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51D3DB5C-06C8-332E-F221-D99277B002C5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3A1400C4-8FE5-83AF-2F15-455610553BE0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8887FA8-2FB4-DA68-8E74-3A0592C4F3BD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CACDB46-995A-DD2B-F48C-1E3DD09A95E8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D8BD3A0-90B6-2F99-A020-74144187F40E}"/>
              </a:ext>
            </a:extLst>
          </p:cNvPr>
          <p:cNvCxnSpPr>
            <a:cxnSpLocks/>
          </p:cNvCxnSpPr>
          <p:nvPr/>
        </p:nvCxnSpPr>
        <p:spPr>
          <a:xfrm>
            <a:off x="10464949" y="1856509"/>
            <a:ext cx="0" cy="230491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55CE482-5304-8468-AEEE-35B06987482C}"/>
              </a:ext>
            </a:extLst>
          </p:cNvPr>
          <p:cNvCxnSpPr>
            <a:cxnSpLocks/>
          </p:cNvCxnSpPr>
          <p:nvPr/>
        </p:nvCxnSpPr>
        <p:spPr>
          <a:xfrm>
            <a:off x="10096209" y="1856509"/>
            <a:ext cx="3687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E8E1CE09-8C92-16CB-E338-E4B7E721B6DB}"/>
              </a:ext>
            </a:extLst>
          </p:cNvPr>
          <p:cNvSpPr/>
          <p:nvPr/>
        </p:nvSpPr>
        <p:spPr>
          <a:xfrm>
            <a:off x="9166661" y="3573696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85" name="Flowchart: Alternate Process 84">
            <a:extLst>
              <a:ext uri="{FF2B5EF4-FFF2-40B4-BE49-F238E27FC236}">
                <a16:creationId xmlns:a16="http://schemas.microsoft.com/office/drawing/2014/main" id="{1685B875-774C-35B2-4E6B-DACF1A065EC9}"/>
              </a:ext>
            </a:extLst>
          </p:cNvPr>
          <p:cNvSpPr/>
          <p:nvPr/>
        </p:nvSpPr>
        <p:spPr>
          <a:xfrm>
            <a:off x="9950849" y="4230906"/>
            <a:ext cx="1063440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e “</a:t>
            </a:r>
          </a:p>
        </p:txBody>
      </p:sp>
      <p:sp>
        <p:nvSpPr>
          <p:cNvPr id="86" name="Flowchart: Alternate Process 85">
            <a:extLst>
              <a:ext uri="{FF2B5EF4-FFF2-40B4-BE49-F238E27FC236}">
                <a16:creationId xmlns:a16="http://schemas.microsoft.com/office/drawing/2014/main" id="{D72DC175-5527-E544-0B0E-5498181B0161}"/>
              </a:ext>
            </a:extLst>
          </p:cNvPr>
          <p:cNvSpPr/>
          <p:nvPr/>
        </p:nvSpPr>
        <p:spPr>
          <a:xfrm>
            <a:off x="8837822" y="42373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0AC3155-A694-29C9-849E-6D65B7F09B35}"/>
              </a:ext>
            </a:extLst>
          </p:cNvPr>
          <p:cNvSpPr/>
          <p:nvPr/>
        </p:nvSpPr>
        <p:spPr>
          <a:xfrm>
            <a:off x="9736940" y="383344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0784178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3AF1B-8344-C460-B163-0C34BC377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EC297-202A-0FA7-E4FC-DBA40D4045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B1ED5-1CF1-AB38-20C7-107DB7C141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F27E5F-3A3C-DFCA-967B-D9DAA33CDAA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4BE18E9A-C376-9487-EEB9-85CE1E244CB5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92E8FCE0-8C65-DEE2-CB74-C777AD2A989B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70A110C9-AFCA-7F5E-742D-92AADC227740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65CA4-6A6F-F63D-F378-307B7993BBD3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9A8EB6-030A-70E3-6DE3-8E85D2F0492C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19B809A-54AB-8F21-4A37-8984EDDB8E83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94C925E-1806-3D3F-BD35-74C17D1A101B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8A9BA904-E1D8-1D89-CB1A-194EB8BC858B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953C6686-DB52-A77A-22C8-E61A624C00D8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83356B-3558-E221-6784-DE9FF1EE249C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B4D39C3F-7B05-DBF8-EBCE-5C1BEC863DC0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1ABF4A-5308-7293-1ADD-93E2F31881C8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05BAD2D-0F16-F1EC-D0AC-ACA00DAC6F3B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E90098B-3A09-E009-0332-EC81D08382CB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45A18FB8-C42E-8558-E629-59BC9E094A4D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91C93BA8-4428-97EF-ABB9-0E79B950F917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90681B9-7332-1DDB-BD34-875E2008242B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D8D9961-F997-FCB7-4647-6A3DC983D57B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0AF4A5-5688-4DAC-C797-365E4297EED7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DD5E3B2-0746-DD21-A1FE-12B4495F25E3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F1E7834A-08E8-B17E-AC81-279B9AAC68E1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78027DF3-D61F-EABF-52FB-8315278A352C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89E907-71D6-79B6-D024-988D3A4FB071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38FE5C-B45F-B0EF-D9A2-0353DC7FCF4B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30194B-07B0-39D9-75DC-1A5F4F0C56C6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1A4B9D7-B355-75BD-2177-26A3568D145E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E6EE4A9-5269-02D3-E71E-9FE05050AD74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8F15439-021D-47B5-CC87-42DE16359917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88809A2D-781E-3FC7-3664-21477C8CC1B1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1316D1D0-BE67-6003-3DA9-7CD94C9D81DA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BC7B66-D471-15D3-BF99-532C7ADA0042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C47FA16-6BA5-C0B6-1E3D-2F57D294C14E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10B537-006D-8DCF-A86A-9D82A018ECED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F7301AC-7789-4861-22D7-F8F9AE825EA3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5CF6BD-B722-1C0D-FEB3-9C0634FD2CBF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20BF53-9ECB-9AE4-9A39-BCF147D88227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85EB5E3-1775-B844-FC84-3FFDA72AF314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E0653F6-F80F-2CB0-A46A-4EEDDDA84CDE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A0ECD53-CEDB-50B6-2BB9-DFC34AFCB42A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3FFE3D60-A88C-71C0-6D56-923AFC3FC141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565508ED-BCEA-E537-CF4C-F82352A065E3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D4AF35E-FC16-3E4A-C5A5-964CD2039461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29857037-11CB-CBEE-FFB8-D95AD46C1EB3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E076062C-0F06-EEA5-950E-D8673466A38D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B6ECC039-03C9-5265-FFCF-03CADFFB58F8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C6BAB9-457F-C62D-6318-C5F6B21A0C51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39F343B-F864-6EB3-C1F8-DE2C845042A8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46E776E-27EB-1B4C-FED2-EDE992603AEF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0240EE3-D8F7-09FB-625C-541009803F77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8EA835E-8991-BA29-DA89-58E11199D2E3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AC0DFA20-B4BE-456C-A07D-09DDFC1B3607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BE518377-3F90-EDC7-F3E7-D113277871D7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9D0BC77-2AA4-2E2F-0B31-EB5AA7F78434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5B8315B-1F43-5561-FF8B-2A10D9C02F53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30254F7-914A-7EF8-FFDF-A594D34641C9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6F41532-EB21-2613-A093-1D7F352120E2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1F40894-85A7-7395-51D2-8D8EEEA18E35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032787FA-B7A2-5C54-DE8F-6EB865CA82AB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9F72CDD9-5B45-58A5-56E1-19E910FA2426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38EF6BDD-52D4-A97C-314C-B868015229FA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2CB9BDD-6F89-CF25-B364-E2C353CCFA32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D4E08F7-397B-F95A-6ED7-C6383917C5A1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E38C830-6BB4-907B-EB77-BC6DF83DA102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7993655F-787D-54C8-84DC-AB8587862D3B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0B14B0B-0524-35E3-C82F-0CC643F3D3C9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EFBC010-86EA-17B2-221F-75A7BD6810C9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D7B40CE-36AE-2B6C-8CFD-8A2A586DF266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E0F4AD40-BC74-9018-926D-470C2D6AA91D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BD830977-E0EB-156A-1F71-244AB7C35585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ADD85FE6-1C7D-4902-38FF-B2C893C04466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90F6504-A035-3747-31F7-44ADA9657353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186BAF9-5F0C-8C4E-6A4E-EB03579C90E2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3E51559D-ECB0-4EC0-9114-2554BC26F7FF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A4C67BFD-4EA6-5AD7-7923-A79B800B5AE7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A71F118D-BA11-A881-A0A9-40FDDE3E9367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3038674-2FC1-D120-3FB6-B7905843F01C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08EE5B2-4898-AB71-4D96-156BD185AA61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32E3813-8BFF-8DCB-6C08-89214E1BA0DD}"/>
              </a:ext>
            </a:extLst>
          </p:cNvPr>
          <p:cNvCxnSpPr>
            <a:cxnSpLocks/>
          </p:cNvCxnSpPr>
          <p:nvPr/>
        </p:nvCxnSpPr>
        <p:spPr>
          <a:xfrm>
            <a:off x="10464949" y="1856509"/>
            <a:ext cx="0" cy="230491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1CADD9C-DC3B-2E64-57E9-65FCC3C567D7}"/>
              </a:ext>
            </a:extLst>
          </p:cNvPr>
          <p:cNvCxnSpPr>
            <a:cxnSpLocks/>
          </p:cNvCxnSpPr>
          <p:nvPr/>
        </p:nvCxnSpPr>
        <p:spPr>
          <a:xfrm>
            <a:off x="10096209" y="1856509"/>
            <a:ext cx="3687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84F5DF61-CBD7-80BD-94FD-58350E2D6B20}"/>
              </a:ext>
            </a:extLst>
          </p:cNvPr>
          <p:cNvSpPr/>
          <p:nvPr/>
        </p:nvSpPr>
        <p:spPr>
          <a:xfrm>
            <a:off x="9166661" y="3573696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85" name="Flowchart: Alternate Process 84">
            <a:extLst>
              <a:ext uri="{FF2B5EF4-FFF2-40B4-BE49-F238E27FC236}">
                <a16:creationId xmlns:a16="http://schemas.microsoft.com/office/drawing/2014/main" id="{974C69A1-4334-105C-EB13-DFA40E74EA5E}"/>
              </a:ext>
            </a:extLst>
          </p:cNvPr>
          <p:cNvSpPr/>
          <p:nvPr/>
        </p:nvSpPr>
        <p:spPr>
          <a:xfrm>
            <a:off x="9950849" y="4230906"/>
            <a:ext cx="1063440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e “</a:t>
            </a:r>
          </a:p>
        </p:txBody>
      </p:sp>
      <p:sp>
        <p:nvSpPr>
          <p:cNvPr id="86" name="Flowchart: Alternate Process 85">
            <a:extLst>
              <a:ext uri="{FF2B5EF4-FFF2-40B4-BE49-F238E27FC236}">
                <a16:creationId xmlns:a16="http://schemas.microsoft.com/office/drawing/2014/main" id="{C7689B46-B26F-D171-178D-03CDEAA635E4}"/>
              </a:ext>
            </a:extLst>
          </p:cNvPr>
          <p:cNvSpPr/>
          <p:nvPr/>
        </p:nvSpPr>
        <p:spPr>
          <a:xfrm>
            <a:off x="8837822" y="42373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8499809-1A03-FBD4-173F-ED756AEEF8DF}"/>
              </a:ext>
            </a:extLst>
          </p:cNvPr>
          <p:cNvSpPr/>
          <p:nvPr/>
        </p:nvSpPr>
        <p:spPr>
          <a:xfrm>
            <a:off x="9736940" y="383344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5DA1AAA-9171-FE9A-9415-7CA5E30251D6}"/>
              </a:ext>
            </a:extLst>
          </p:cNvPr>
          <p:cNvCxnSpPr>
            <a:cxnSpLocks/>
          </p:cNvCxnSpPr>
          <p:nvPr/>
        </p:nvCxnSpPr>
        <p:spPr>
          <a:xfrm flipV="1">
            <a:off x="10663573" y="1746699"/>
            <a:ext cx="0" cy="231285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9337ADA-8039-2925-A3DF-F36B07AC852E}"/>
              </a:ext>
            </a:extLst>
          </p:cNvPr>
          <p:cNvCxnSpPr>
            <a:cxnSpLocks/>
          </p:cNvCxnSpPr>
          <p:nvPr/>
        </p:nvCxnSpPr>
        <p:spPr>
          <a:xfrm>
            <a:off x="10137208" y="1661636"/>
            <a:ext cx="59084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6426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9204-4CB5-61B2-DF61-AC2C53F73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93A4-960E-4063-66C5-31FF322DF7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D1AE1-F71A-2C62-5068-C34578F025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6D2CB2-488F-B2ED-4672-32AFBF37605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5862FC3E-02DF-7357-2F20-8B715264A48F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2288BF7B-3807-8EF3-E9DA-AF839C696B18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CF7BB078-54A0-AA6A-A8FE-8DBBC1E98D11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A5C010-2D85-4374-DCF4-C4D1C650D442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133C33-2144-3792-9520-DE996EF4803A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5E55A73-5233-4E1F-92D0-57A876F4A4E2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07A5845-BD45-2F73-EDA3-28295E7214FE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6ACD251E-6E90-CCE5-4C64-922B574993E5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BA963F84-011D-A0CC-1347-D553DFBF3C9E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5405E4-BA6F-3EA6-FCAB-4B7DBFE87865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333BCE99-66FF-0417-74E1-04FC794BD0C5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CF54CF-366D-92C5-27F5-15E67096A2AE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502D5B-9B87-1517-0767-80272EBDDF26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661FD4A-A501-E37E-1678-52E24762BB69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B49EA668-FA9C-0B3D-5132-98D6A7AE2750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646A9FC1-DC7E-7BAA-C44D-569E96C50977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C10A404-2F9B-986A-E310-350A3A5C07FC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D00B1E-B047-CBA5-066B-E02017879B12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AD0BE2D-9209-97E0-D7F1-DB5D0F00E6C4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D0191E5-0674-9FBF-5E8F-7F21EFFC3212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81CF4ED8-A5A2-EE70-756E-58EF1FCFCDDF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4D0D10CE-6BF3-9193-277C-501CEC4E3189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F99213-24C2-479D-C059-76EBDF36269A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1D817B7-B5CA-009F-8C91-FCF508473A33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B3C8469-53BB-1045-497B-5D5030CEE863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0B4253C-FE8A-F4E9-4209-2EE73144FFF0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6977DF-85B4-5925-0D3A-363F60BCB92E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6D1E337-BA3B-D114-B4BB-C84AE4347EE0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8DAE67A5-75BF-8228-BEFF-33D5AC0ABC79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432E2EAD-A8FC-0852-2F4C-E856179C6737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6BFC2D-EBBE-4C85-955C-A1DF6829FF44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99175E6-39DA-821A-FC34-94D5E4094D83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900295E-C7B0-BC1F-2496-04EDE0E00EF4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8174168-870F-47CA-9938-B6403F3C1592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C2011F-399C-B814-6209-E1E9165627FC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A1BAC9-9CAA-8D46-5802-70562ECE259E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067C18C-C64F-449D-AE78-D949CA37C28E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9B44E22-FF82-492B-6288-C5A96461DF66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658572E-CAC5-0101-A7E9-C54B7DB4E043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0C442A85-21C0-A139-2E3B-8C038EF01704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55B4A77A-4981-E73C-A459-3A2563370BB4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6564B2E-2C59-0021-8F12-4BA8280497A5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279E799F-3D4A-3DE1-4F2D-A85C1C2C2090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C7A705D0-6DDC-C6CD-7310-C21D50498C08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0CF97D90-5163-F0FE-1AF6-E8A2BAE77080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EB82632-E07A-6A92-18E2-FA7C691D7142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8022F47-C7C7-6A38-3023-3B5CEAF744E1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F94369D-AB0E-B518-D9CF-A8C482860F63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B9C00A3-E14A-503D-4ABA-05072AE74EF6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99C8E84-EC24-C2B3-26DB-ED14E2DE651C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2FD3AFA8-48DB-8A1E-39D3-4BF347ABC966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51D99A66-9240-C5C9-F796-FE25EDF2381E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D1877F1-3781-B6AD-D4E3-50F9E357BB69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04E8ACF-84D9-B98F-9B11-174B6C35315E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4C2AB1B-280F-23DC-F2E8-CB7ED8AEF0F6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D435791-167E-D0E8-9940-CE0260681F4D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0537BC2-BF4E-9143-DDB1-629F003EFBA6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3F925EE6-47A6-569B-C088-9779FECEF28A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BD5A4B83-08E1-7700-D332-A45A5B05088B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EBE46837-0911-E89E-5313-503FC9F09209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BFA7970-AA29-9E65-DA46-D54DC03D0FF4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21CD66D-2A19-9257-5817-6A98E58F8185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C4A72DF-D62D-59BC-88A6-E6F3ECB6FAD6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3938ED68-D8DD-6CFC-4C7B-0D8FFEF3B751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13BD858-5263-BEB4-C309-F910C861A71D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E63C208-6A53-A9AA-B5F8-EE81500F3D4C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6BD057A-E511-CB4E-AF27-122618C786C4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90F9569C-8188-A6F4-BF97-FDAB6FF73D0F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6EBA48C9-B643-1B8B-D87A-84888EA9FB02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4DEFDB7C-9009-2778-0FCC-6B22610BF40F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373626F-2ECC-BB26-6BFF-6B3AD13FDAD0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3D18C45-5A77-374B-5105-50C83BBB5D4A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C926616C-B803-CEFF-88F0-16D5BA13823B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8EE088A9-4758-A788-0B0D-18FFE72A0385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765B641C-BF2E-4B9A-DE8D-E9CF89EC3B8F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F79AB39-46FE-2812-DDCD-EB9833A5A986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8C521D6-C0FA-F097-CD54-D8349FB08BCA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C8220BC-807A-0050-150B-E56465AEB0A8}"/>
              </a:ext>
            </a:extLst>
          </p:cNvPr>
          <p:cNvCxnSpPr>
            <a:cxnSpLocks/>
          </p:cNvCxnSpPr>
          <p:nvPr/>
        </p:nvCxnSpPr>
        <p:spPr>
          <a:xfrm>
            <a:off x="10464949" y="1856509"/>
            <a:ext cx="0" cy="230491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33460D8-6848-CA26-3C74-DF065658A11C}"/>
              </a:ext>
            </a:extLst>
          </p:cNvPr>
          <p:cNvCxnSpPr>
            <a:cxnSpLocks/>
          </p:cNvCxnSpPr>
          <p:nvPr/>
        </p:nvCxnSpPr>
        <p:spPr>
          <a:xfrm>
            <a:off x="10096209" y="1856509"/>
            <a:ext cx="3687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E3C280A4-4D0D-FB26-54F4-A7D2E1A33E2A}"/>
              </a:ext>
            </a:extLst>
          </p:cNvPr>
          <p:cNvSpPr/>
          <p:nvPr/>
        </p:nvSpPr>
        <p:spPr>
          <a:xfrm>
            <a:off x="9166661" y="3573696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85" name="Flowchart: Alternate Process 84">
            <a:extLst>
              <a:ext uri="{FF2B5EF4-FFF2-40B4-BE49-F238E27FC236}">
                <a16:creationId xmlns:a16="http://schemas.microsoft.com/office/drawing/2014/main" id="{3994E7E4-CECA-C881-8D8C-36D2C87C02A0}"/>
              </a:ext>
            </a:extLst>
          </p:cNvPr>
          <p:cNvSpPr/>
          <p:nvPr/>
        </p:nvSpPr>
        <p:spPr>
          <a:xfrm>
            <a:off x="9950849" y="4230906"/>
            <a:ext cx="1063440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e “</a:t>
            </a:r>
          </a:p>
        </p:txBody>
      </p:sp>
      <p:sp>
        <p:nvSpPr>
          <p:cNvPr id="86" name="Flowchart: Alternate Process 85">
            <a:extLst>
              <a:ext uri="{FF2B5EF4-FFF2-40B4-BE49-F238E27FC236}">
                <a16:creationId xmlns:a16="http://schemas.microsoft.com/office/drawing/2014/main" id="{5616CE42-CADE-4882-28FD-51F26E532DA0}"/>
              </a:ext>
            </a:extLst>
          </p:cNvPr>
          <p:cNvSpPr/>
          <p:nvPr/>
        </p:nvSpPr>
        <p:spPr>
          <a:xfrm>
            <a:off x="8837822" y="42373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B370272-7827-FA3B-709A-EA1397C91300}"/>
              </a:ext>
            </a:extLst>
          </p:cNvPr>
          <p:cNvSpPr/>
          <p:nvPr/>
        </p:nvSpPr>
        <p:spPr>
          <a:xfrm>
            <a:off x="9736940" y="383344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C7B3030-73CE-DAC5-4AE5-6457EA9AF829}"/>
              </a:ext>
            </a:extLst>
          </p:cNvPr>
          <p:cNvCxnSpPr>
            <a:cxnSpLocks/>
          </p:cNvCxnSpPr>
          <p:nvPr/>
        </p:nvCxnSpPr>
        <p:spPr>
          <a:xfrm flipV="1">
            <a:off x="10663573" y="1746699"/>
            <a:ext cx="0" cy="231285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C15038D-7D43-6DF6-7365-FA94F0A0F19E}"/>
              </a:ext>
            </a:extLst>
          </p:cNvPr>
          <p:cNvCxnSpPr>
            <a:cxnSpLocks/>
          </p:cNvCxnSpPr>
          <p:nvPr/>
        </p:nvCxnSpPr>
        <p:spPr>
          <a:xfrm>
            <a:off x="10137208" y="1661636"/>
            <a:ext cx="59084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70D3380-E1CA-9F31-64CB-73531A14D443}"/>
              </a:ext>
            </a:extLst>
          </p:cNvPr>
          <p:cNvCxnSpPr>
            <a:cxnSpLocks/>
          </p:cNvCxnSpPr>
          <p:nvPr/>
        </p:nvCxnSpPr>
        <p:spPr>
          <a:xfrm>
            <a:off x="10095085" y="1466250"/>
            <a:ext cx="118663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9DC3B4C-4F9D-80F4-2C59-EBACCC1973B7}"/>
              </a:ext>
            </a:extLst>
          </p:cNvPr>
          <p:cNvCxnSpPr>
            <a:cxnSpLocks/>
          </p:cNvCxnSpPr>
          <p:nvPr/>
        </p:nvCxnSpPr>
        <p:spPr>
          <a:xfrm>
            <a:off x="11296970" y="1460182"/>
            <a:ext cx="0" cy="4141855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085A31F7-9175-A404-3459-896766EA1BDE}"/>
              </a:ext>
            </a:extLst>
          </p:cNvPr>
          <p:cNvSpPr/>
          <p:nvPr/>
        </p:nvSpPr>
        <p:spPr>
          <a:xfrm>
            <a:off x="10026061" y="4876538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</p:spTree>
    <p:extLst>
      <p:ext uri="{BB962C8B-B14F-4D97-AF65-F5344CB8AC3E}">
        <p14:creationId xmlns:p14="http://schemas.microsoft.com/office/powerpoint/2010/main" val="25227485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6332B-CA53-6DA8-8863-2D4AAEB5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3BE9E-BCDE-E90D-87C0-E83A25F79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37743-C8FA-1883-FC76-87A5F35E14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081C1E-815C-BF7A-2D9B-716A0A0FBFD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21CB8A5-55C3-C66F-912C-C2C3D890EE02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9D452DD1-C1BA-E80D-CCD6-309D4B69A1E0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E75C4EF9-F683-86FC-5D5D-3A17197A4459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4054C-1BAF-19B3-F123-BF1BC8ADA89F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7C3E89-D46F-698F-1482-AEC8AA052E89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17D45A-816C-E36D-BA14-6EDE062E1FBB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973AD-D5B7-20E7-50D1-D6F92114BC47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FF13C345-C1B1-4AA9-D4A2-8E429B5ADFF7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BED66DB0-EB42-37F1-CB39-4AF991CB7538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A4E321-1B5E-5CFB-D007-12543A4D07E4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DBE7B96F-E23A-F60A-54ED-17307A347041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A096B-69F3-4552-EA07-053779CFFB7F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9AB10B-9C0E-28F4-2263-EE955801C46D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46063D6-D679-544A-5E38-C5AC1A61B81A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1CCFAE0B-49B2-A274-4630-594F94308D10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94031375-4C43-4C2B-1144-CF7E3BA8E1CB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11E0A7-CEA4-1221-014F-29B531C4BE9B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0AF7AC-BDC4-C377-BEF3-7E75AC66F250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4031C8-E58E-C486-4012-88567AC97DD3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CC2664C-42E3-0DBB-8C99-C1BEFB6F29D9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409F4866-056C-D737-460D-187B107D0BF7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A38E4964-3AD0-D238-8263-7363E3625214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629B37-CA5A-E56A-4361-7CEF07F28D1F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3BECD7-7F2C-AE63-4934-A75D247EC2CD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B252971-7EC5-AE46-179D-3DECA69B0C56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FFAFDAC-9A9B-6770-5853-D06B42B75B62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BCE9E25-B153-F625-6BF2-C31A8432D09A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8291D3B-2728-0452-C4D2-010F0FA63EB6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D093F71F-1853-E00A-A8C1-418D7331C01C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A4DD9224-69C9-C3EE-9B34-19024DAB0F01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AC39B95-7741-2C08-78D8-65CFC1B86C0D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CCA83B-9DD2-7F99-2C21-A5DD6BD4A73B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1F2C7A4-74FB-59CF-8409-3975A1452D16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A453A7E-A6D0-43E7-BC0A-B3D8CA2ECD3C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6ED1BE7-4321-F653-6ACF-8BE88112498A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94AAC7-94E8-DADA-9544-95029046B6CB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A66BD10-2E4C-FB15-F16E-A91DF32D32CC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737FEA3-52C3-3B35-E9E0-124925A8DC84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7287F234-3625-BFFD-B9AA-556699BDF9BD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A9DDCE6B-FA16-C497-FA52-BBFC5037FEAF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E28072A9-7666-9295-550E-182E86F82B59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399C3C5-F4EA-CC9F-114D-749D2ABC2718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042B457-3EC5-8824-805F-26B1286088D2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0A4F6BCC-C351-C0C5-0FE4-D77878A847AF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8A33C8EE-FB07-43C4-1505-6B27F1A7E4AF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A2CB5EE-E8A1-C3C1-D8DB-B3B6D3E0A1F8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B800C06-A6E8-D179-775C-D65105ADB149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1C69ACF-3E03-A6C1-BA07-4F18D6797D39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D7F88C2-C953-77B6-46E2-E55849EF8ADB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CF85EB3F-3279-BC7A-22FA-35D4700CF7D9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F5DFD0A9-59EC-F36D-0354-4FDF1435D973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DD420ADE-CD29-37F8-94F7-887DA9650A9C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AE0EAC0-D07C-F3FD-04C4-BA060D8D11B9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1657E4-CD20-6580-9127-2C5886F9634C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82EEC36-11E4-B01C-0B26-E7105FC4453B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ADB6E7A-A0DD-FAA4-6F7B-3880FFC391CB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101C386-89DC-2CEC-9666-A59AAEA6A14E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D989D303-96E1-2901-EF54-5B6FC62FB829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7B742C54-930D-5808-FF24-352473F35EE9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882DBA0A-977F-166C-BA5A-FEF2D0C6ECC7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6070B0-753F-18D8-0D9F-CAC4EDA80078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5910C0C-18AE-FC94-1D62-29D7CCF7E6D0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5DE736B-9E02-EB59-EE20-0E7B7F643184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AF0FFF95-5898-BFE4-D2AF-7CC3218C629E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FB1DCC0-77DB-545A-EEDB-501C2AE1F79F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41EC10A-9056-F551-16E1-449DA758556C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63BBEF2-5728-F35C-039F-6F5A58A5B2F9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5AD24D1E-C276-85FF-8A42-CEF30D7C22DD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416CCE77-B7BC-9D11-2EB4-3B03303F3A2E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5123DD7C-F324-4770-20BE-C855A8923FD4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5B40E26-3D7C-AC0F-C439-BF467FA6D76F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01865B5-EFF1-EBC0-AE3C-B5B42C23E659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A8CAD70F-A80F-F604-45F0-391E5464B5FB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EE95A2E4-B7C5-C27E-2CA0-CA3DABEE2781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B6CCF0BD-5A28-C8E1-A101-FC721E3CE7A8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3AED41B-0B68-E486-CECB-DFEA1C7EAE3C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2CF3DF0-55FA-BE9B-71E7-203B39FFAA60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0CE6F08-A064-A1E4-BB73-2E3F84C91A76}"/>
              </a:ext>
            </a:extLst>
          </p:cNvPr>
          <p:cNvCxnSpPr>
            <a:cxnSpLocks/>
          </p:cNvCxnSpPr>
          <p:nvPr/>
        </p:nvCxnSpPr>
        <p:spPr>
          <a:xfrm>
            <a:off x="10464949" y="1856509"/>
            <a:ext cx="0" cy="230491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DE97FE7-B3BC-E89E-0EB4-3E8A46FEF97F}"/>
              </a:ext>
            </a:extLst>
          </p:cNvPr>
          <p:cNvCxnSpPr>
            <a:cxnSpLocks/>
          </p:cNvCxnSpPr>
          <p:nvPr/>
        </p:nvCxnSpPr>
        <p:spPr>
          <a:xfrm>
            <a:off x="10096209" y="1856509"/>
            <a:ext cx="3687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848F6745-D042-7730-F2A5-4EAAA7B6EC50}"/>
              </a:ext>
            </a:extLst>
          </p:cNvPr>
          <p:cNvSpPr/>
          <p:nvPr/>
        </p:nvSpPr>
        <p:spPr>
          <a:xfrm>
            <a:off x="9166661" y="3573696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85" name="Flowchart: Alternate Process 84">
            <a:extLst>
              <a:ext uri="{FF2B5EF4-FFF2-40B4-BE49-F238E27FC236}">
                <a16:creationId xmlns:a16="http://schemas.microsoft.com/office/drawing/2014/main" id="{64FF8B02-BE69-54BB-6512-2D4EA267B414}"/>
              </a:ext>
            </a:extLst>
          </p:cNvPr>
          <p:cNvSpPr/>
          <p:nvPr/>
        </p:nvSpPr>
        <p:spPr>
          <a:xfrm>
            <a:off x="9950849" y="4230906"/>
            <a:ext cx="1063440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e “</a:t>
            </a:r>
          </a:p>
        </p:txBody>
      </p:sp>
      <p:sp>
        <p:nvSpPr>
          <p:cNvPr id="86" name="Flowchart: Alternate Process 85">
            <a:extLst>
              <a:ext uri="{FF2B5EF4-FFF2-40B4-BE49-F238E27FC236}">
                <a16:creationId xmlns:a16="http://schemas.microsoft.com/office/drawing/2014/main" id="{21F68EFF-AB3C-1406-6583-1F6E88EA5419}"/>
              </a:ext>
            </a:extLst>
          </p:cNvPr>
          <p:cNvSpPr/>
          <p:nvPr/>
        </p:nvSpPr>
        <p:spPr>
          <a:xfrm>
            <a:off x="8837822" y="42373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C1D6D62-5DA5-700E-6A25-62BAE94D93F0}"/>
              </a:ext>
            </a:extLst>
          </p:cNvPr>
          <p:cNvSpPr/>
          <p:nvPr/>
        </p:nvSpPr>
        <p:spPr>
          <a:xfrm>
            <a:off x="9736940" y="383344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68659BA-6D2E-04AE-7291-10A3C242FC23}"/>
              </a:ext>
            </a:extLst>
          </p:cNvPr>
          <p:cNvCxnSpPr>
            <a:cxnSpLocks/>
          </p:cNvCxnSpPr>
          <p:nvPr/>
        </p:nvCxnSpPr>
        <p:spPr>
          <a:xfrm flipV="1">
            <a:off x="10663573" y="1746699"/>
            <a:ext cx="0" cy="231285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A51840E-A06A-AA94-F5EE-55449FC124BF}"/>
              </a:ext>
            </a:extLst>
          </p:cNvPr>
          <p:cNvCxnSpPr>
            <a:cxnSpLocks/>
          </p:cNvCxnSpPr>
          <p:nvPr/>
        </p:nvCxnSpPr>
        <p:spPr>
          <a:xfrm>
            <a:off x="10137208" y="1661636"/>
            <a:ext cx="59084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C1917A6-BE39-E104-6C7F-074D95BFA7BF}"/>
              </a:ext>
            </a:extLst>
          </p:cNvPr>
          <p:cNvCxnSpPr>
            <a:cxnSpLocks/>
          </p:cNvCxnSpPr>
          <p:nvPr/>
        </p:nvCxnSpPr>
        <p:spPr>
          <a:xfrm>
            <a:off x="10095085" y="1466250"/>
            <a:ext cx="118663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58734CB-0E9B-D510-6888-2C88B384AA93}"/>
              </a:ext>
            </a:extLst>
          </p:cNvPr>
          <p:cNvCxnSpPr>
            <a:cxnSpLocks/>
          </p:cNvCxnSpPr>
          <p:nvPr/>
        </p:nvCxnSpPr>
        <p:spPr>
          <a:xfrm>
            <a:off x="11296970" y="1460182"/>
            <a:ext cx="0" cy="4141855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AA03169A-DBEC-1EB4-6E33-B5D8B39A17AB}"/>
              </a:ext>
            </a:extLst>
          </p:cNvPr>
          <p:cNvSpPr/>
          <p:nvPr/>
        </p:nvSpPr>
        <p:spPr>
          <a:xfrm>
            <a:off x="10026061" y="4876538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91" name="Flowchart: Alternate Process 90">
            <a:extLst>
              <a:ext uri="{FF2B5EF4-FFF2-40B4-BE49-F238E27FC236}">
                <a16:creationId xmlns:a16="http://schemas.microsoft.com/office/drawing/2014/main" id="{E09FCEDE-C4F2-3F7B-ECFA-4E985DD135FE}"/>
              </a:ext>
            </a:extLst>
          </p:cNvPr>
          <p:cNvSpPr/>
          <p:nvPr/>
        </p:nvSpPr>
        <p:spPr>
          <a:xfrm>
            <a:off x="10740120" y="5666483"/>
            <a:ext cx="1050147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f “</a:t>
            </a:r>
          </a:p>
        </p:txBody>
      </p:sp>
      <p:sp>
        <p:nvSpPr>
          <p:cNvPr id="93" name="Flowchart: Alternate Process 92">
            <a:extLst>
              <a:ext uri="{FF2B5EF4-FFF2-40B4-BE49-F238E27FC236}">
                <a16:creationId xmlns:a16="http://schemas.microsoft.com/office/drawing/2014/main" id="{794F3163-2D30-AA38-9010-2F140804055E}"/>
              </a:ext>
            </a:extLst>
          </p:cNvPr>
          <p:cNvSpPr/>
          <p:nvPr/>
        </p:nvSpPr>
        <p:spPr>
          <a:xfrm>
            <a:off x="9651707" y="569409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389C363-E090-5670-4ACF-B63D6A8B484E}"/>
              </a:ext>
            </a:extLst>
          </p:cNvPr>
          <p:cNvSpPr/>
          <p:nvPr/>
        </p:nvSpPr>
        <p:spPr>
          <a:xfrm>
            <a:off x="10211750" y="5330128"/>
            <a:ext cx="456250" cy="21492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i </a:t>
            </a:r>
          </a:p>
        </p:txBody>
      </p:sp>
    </p:spTree>
    <p:extLst>
      <p:ext uri="{BB962C8B-B14F-4D97-AF65-F5344CB8AC3E}">
        <p14:creationId xmlns:p14="http://schemas.microsoft.com/office/powerpoint/2010/main" val="2607295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D69BC-AADE-CDC2-924C-B92BB744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4C3E-ABBB-9E55-190B-435CCACB5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79D1A-C80E-1BBF-D4D4-2412B95862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69DD10-251F-8958-AC61-278EC9E7A41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8C3BA7B0-002C-A5B2-6B81-4401191D9DF4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9A4AC591-576E-0231-F717-3E0197E799E1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681AA473-8FFB-6379-1796-B5B4FE208343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DD2EA4-0D8D-F450-5538-6EF4A6BE9514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AA278A-B64F-E1F5-9CD6-05045CF5DFDC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B774E4-8C56-A71C-B98B-641156DFAA8D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0312C16-B34A-B6AC-4328-513E23C99BF5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5FBFDF84-9FFD-2B75-E2B3-3E20A510DFE7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727D5037-3EAF-1AB0-E5DA-4AB4D49D54C8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AC3B70-2F8E-5ED9-5A9A-BE0B18BE0C83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1EEA5E99-A933-9796-805D-C09073CED49C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6B8CAC-1DA1-093D-9D1A-54C7D4ACBB07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F8A869E-81AC-EC61-75F8-35DEB7D4F092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26311BB-8AB6-0C84-A743-A9A992C6B4D7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CD2032E6-6303-715D-8B4D-2F8B81ED44B0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F71667C2-9F29-FA31-8C12-4960D45878D3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5697FF-CEB9-1771-4B1F-6C28E12273A0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2C9E52B-F77A-27AE-C2E8-CCB3D3A78ABF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7EDCBD-85F5-B10F-13AA-BF3446727F2B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70C0C72-A461-ACCF-64B5-A0E4DE09FAB7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8ACCCDD1-1558-EB81-7584-C366E98548EC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71A5537A-6FCF-D0C8-3199-1DE7E9021013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C358E6-0AC5-AB93-B10B-CC48AF13FACF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6EF1777-5725-F7A9-7A51-3FCAC315649A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4254A29-7858-B2D7-89AC-18B306AC35F7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C3CA75C-8942-05CA-97C5-72F3DCABAB0C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844E527-4225-832F-2E96-0287B41AECEA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16EFAEA-E181-F8E8-31D0-9952F215E8A8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DE7C623E-6CE5-80C3-9AC8-AAE83771F1B4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766BFE11-CFDB-F72F-9285-3FC01C6BD097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4ABC80-7F87-B8A0-4ACF-A1E958042BC5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ABD2BFC-977C-4284-65E8-990BAFF146EE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D2A4377-02D8-0CCD-D87B-75ED2D905D0A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6FCB21B-E5DD-A28D-0369-E8B5665FB837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54611D-F54B-3284-B270-6469B6585B15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BCFB3E-E4EA-34F0-9808-8219D0AC05BF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281C4DC-C1E9-C7EA-FD3C-C46E8238B65F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E06AE3-1F7E-84D6-C7B1-0A2FD20B1DA4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E2F4171-C304-4AAB-8F92-A054255FC75D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22E6E876-5231-656F-D5F4-0907FBC409FE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C338E683-2828-CDE0-9317-9DFDB4334BD4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2B58838-95EF-C5B1-BF61-932D13FC6C8C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EECF19C-D7E6-039F-7761-79FDB32F64EA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108A72D1-4803-AA62-0210-7563DB4A7B96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798BA77A-67E3-5E40-67D6-F093CF3C9A50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3DD10DB-EBAB-BC4A-F6D8-0806BC080CEB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F7F584F-0995-8B81-5E65-6D9A5F366B46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236BEC4-3C09-E795-95C1-ACE38A708465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56CF650-5A3B-8291-9E94-92511B8250E0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5EE808A-01A9-0284-4AA6-9B44A312CDFB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7DAD984C-29D6-720E-4440-B37442AECDE5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D1DABAE5-F578-F0E9-78E7-7DBB8340922A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FAA76F8-D706-E8E7-5ACA-5576E0D93B2A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8B0997F-92FB-8D2A-B454-CA9645016CE6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F2EB3B8-5C34-FB47-8DCD-9D8ACCE8FC02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D131A05-CEC6-FE0A-2609-C7E83460E30E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313428F-2755-7C61-6449-D1F91770976F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81EC3887-0AFE-73F0-6A0D-9AEFED9F4CC6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9114F3F1-9D09-B672-89E4-DCF625718BC2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5753CF83-A5D9-0F9A-49B7-99BE73AFA48F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BEA54B9-8A26-5F09-7DA0-C8308FAF7D4D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EE59769-648C-80FC-2C16-97BD2175F0E8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15B7F59-B7B5-59F7-52C6-0643D3382ED1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6A4C91DA-99B7-5709-6BD8-7B1095D8949D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455AB2F-B801-C4C7-8BCF-D93E0B2B8696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2CFF7C0-7464-89A0-083E-B501E8B2E5A5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6583266-88C3-3CA2-6C96-42A0FAEBBEB6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D5A541ED-DCBE-3EC2-813C-EEA294585329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82FD696F-869D-E241-5D3F-1431DD346BCD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5A5E22E4-F98C-D98A-D8C5-0177B3668838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F2F8F75-2359-83F2-7BF4-BA5327B0198B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1C88E97-7342-15D7-3AE3-55E778236D7C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90DCECBB-B5D5-F4C8-BEFA-784709372571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73DA166B-04E7-0DC8-2004-428B7789CA61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64D5FDAE-4737-D4E9-8117-ABD0B26744CE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281D5A3-F112-3C8E-027E-8DFFD6318495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29C444A-A7E5-D865-C084-4963879B226E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450D129-7A70-D891-3F5A-D4635C7C569F}"/>
              </a:ext>
            </a:extLst>
          </p:cNvPr>
          <p:cNvCxnSpPr>
            <a:cxnSpLocks/>
          </p:cNvCxnSpPr>
          <p:nvPr/>
        </p:nvCxnSpPr>
        <p:spPr>
          <a:xfrm>
            <a:off x="10464949" y="1856509"/>
            <a:ext cx="0" cy="230491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0265752-1A75-C1BE-7639-6E3A81242AF0}"/>
              </a:ext>
            </a:extLst>
          </p:cNvPr>
          <p:cNvCxnSpPr>
            <a:cxnSpLocks/>
          </p:cNvCxnSpPr>
          <p:nvPr/>
        </p:nvCxnSpPr>
        <p:spPr>
          <a:xfrm>
            <a:off x="10096209" y="1856509"/>
            <a:ext cx="3687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82ED9C35-E874-5AE1-F519-B24597DF9990}"/>
              </a:ext>
            </a:extLst>
          </p:cNvPr>
          <p:cNvSpPr/>
          <p:nvPr/>
        </p:nvSpPr>
        <p:spPr>
          <a:xfrm>
            <a:off x="9166661" y="3573696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85" name="Flowchart: Alternate Process 84">
            <a:extLst>
              <a:ext uri="{FF2B5EF4-FFF2-40B4-BE49-F238E27FC236}">
                <a16:creationId xmlns:a16="http://schemas.microsoft.com/office/drawing/2014/main" id="{CDBC2F58-CC9F-C48B-5BCA-EF5F48018540}"/>
              </a:ext>
            </a:extLst>
          </p:cNvPr>
          <p:cNvSpPr/>
          <p:nvPr/>
        </p:nvSpPr>
        <p:spPr>
          <a:xfrm>
            <a:off x="9950849" y="4230906"/>
            <a:ext cx="1063440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e “</a:t>
            </a:r>
          </a:p>
        </p:txBody>
      </p:sp>
      <p:sp>
        <p:nvSpPr>
          <p:cNvPr id="86" name="Flowchart: Alternate Process 85">
            <a:extLst>
              <a:ext uri="{FF2B5EF4-FFF2-40B4-BE49-F238E27FC236}">
                <a16:creationId xmlns:a16="http://schemas.microsoft.com/office/drawing/2014/main" id="{536A18AB-0787-E0D6-FEB2-1DD907D8FCF4}"/>
              </a:ext>
            </a:extLst>
          </p:cNvPr>
          <p:cNvSpPr/>
          <p:nvPr/>
        </p:nvSpPr>
        <p:spPr>
          <a:xfrm>
            <a:off x="8837822" y="42373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FE24E3D-2459-DF1A-8D63-CB4DCC1A3D89}"/>
              </a:ext>
            </a:extLst>
          </p:cNvPr>
          <p:cNvSpPr/>
          <p:nvPr/>
        </p:nvSpPr>
        <p:spPr>
          <a:xfrm>
            <a:off x="9736940" y="383344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93AAC8E-9C44-1444-CE2A-A0610ED43A38}"/>
              </a:ext>
            </a:extLst>
          </p:cNvPr>
          <p:cNvCxnSpPr>
            <a:cxnSpLocks/>
          </p:cNvCxnSpPr>
          <p:nvPr/>
        </p:nvCxnSpPr>
        <p:spPr>
          <a:xfrm flipV="1">
            <a:off x="10663573" y="1746699"/>
            <a:ext cx="0" cy="231285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895741C-A16F-0E2E-8843-FA40E4CCF90B}"/>
              </a:ext>
            </a:extLst>
          </p:cNvPr>
          <p:cNvCxnSpPr>
            <a:cxnSpLocks/>
          </p:cNvCxnSpPr>
          <p:nvPr/>
        </p:nvCxnSpPr>
        <p:spPr>
          <a:xfrm>
            <a:off x="10137208" y="1661636"/>
            <a:ext cx="59084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F3C9BCC-F5DE-BB51-AA09-A90DACDDDCAE}"/>
              </a:ext>
            </a:extLst>
          </p:cNvPr>
          <p:cNvCxnSpPr>
            <a:cxnSpLocks/>
          </p:cNvCxnSpPr>
          <p:nvPr/>
        </p:nvCxnSpPr>
        <p:spPr>
          <a:xfrm>
            <a:off x="10095085" y="1466250"/>
            <a:ext cx="118663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B2BB1CD-6C3F-D41E-0201-9706A61CFBC3}"/>
              </a:ext>
            </a:extLst>
          </p:cNvPr>
          <p:cNvCxnSpPr>
            <a:cxnSpLocks/>
          </p:cNvCxnSpPr>
          <p:nvPr/>
        </p:nvCxnSpPr>
        <p:spPr>
          <a:xfrm>
            <a:off x="11296970" y="1460182"/>
            <a:ext cx="0" cy="4141855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34259034-7A4D-ACA4-ECFE-D55387E72DA0}"/>
              </a:ext>
            </a:extLst>
          </p:cNvPr>
          <p:cNvSpPr/>
          <p:nvPr/>
        </p:nvSpPr>
        <p:spPr>
          <a:xfrm>
            <a:off x="10026061" y="4876538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91" name="Flowchart: Alternate Process 90">
            <a:extLst>
              <a:ext uri="{FF2B5EF4-FFF2-40B4-BE49-F238E27FC236}">
                <a16:creationId xmlns:a16="http://schemas.microsoft.com/office/drawing/2014/main" id="{AAFA3DAA-72FB-5D36-FC12-050FD355A3AE}"/>
              </a:ext>
            </a:extLst>
          </p:cNvPr>
          <p:cNvSpPr/>
          <p:nvPr/>
        </p:nvSpPr>
        <p:spPr>
          <a:xfrm>
            <a:off x="10740120" y="5666483"/>
            <a:ext cx="1050147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f “</a:t>
            </a:r>
          </a:p>
        </p:txBody>
      </p:sp>
      <p:sp>
        <p:nvSpPr>
          <p:cNvPr id="93" name="Flowchart: Alternate Process 92">
            <a:extLst>
              <a:ext uri="{FF2B5EF4-FFF2-40B4-BE49-F238E27FC236}">
                <a16:creationId xmlns:a16="http://schemas.microsoft.com/office/drawing/2014/main" id="{53D51125-5E3D-9759-9300-C1F90BB29CF0}"/>
              </a:ext>
            </a:extLst>
          </p:cNvPr>
          <p:cNvSpPr/>
          <p:nvPr/>
        </p:nvSpPr>
        <p:spPr>
          <a:xfrm>
            <a:off x="9651707" y="569409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4222F34-1517-3E1C-CAD0-1C539AB37111}"/>
              </a:ext>
            </a:extLst>
          </p:cNvPr>
          <p:cNvSpPr/>
          <p:nvPr/>
        </p:nvSpPr>
        <p:spPr>
          <a:xfrm>
            <a:off x="10548987" y="522800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0583080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5B987-2FF7-7ADE-EB51-1CB981E7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C547F-3EF1-C702-9A43-D6E90E137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649F7-EDF3-EA19-2DDA-B9B0C9B32A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05CF2B-DAA1-CEF6-366B-1FFB5E97E50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D1A89D33-E3D0-0E00-E183-0D2FFA3BB2A3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8D025D2-916D-C08E-B00E-7D14719B1C78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D518E108-30AC-165B-F87C-FADAF42A655C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4411D-0B39-0CA9-AD46-2B480168F1B3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1B79BE-5BCA-5CEA-A1AA-FF538B9CF1D4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03AA0A-61FC-032E-7E30-1B702B4CE08A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D544F6C-D1B9-D8C2-6521-8E3D8AAC159E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5B76C183-9FD4-060F-EE5C-8F2E436E9F90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C8631DD8-3AE7-855A-9BF3-C3D62C3A2324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42454A-D555-04C5-7CF4-54C34DDE8A1A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050BC2C3-5543-C968-11F9-98EFBEF3183D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37A326-DAA3-C9B0-6D30-3A9A1CA6E70B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051EE7-BF66-836F-9498-A80EF0A66583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E60C3C4-7EE3-2B26-B3C9-E8F84299F1DA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EB8D4ADA-FBDD-D9D8-EC4B-08880B445940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3B1A7B41-19DD-D666-07EA-A54110B8ED25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79FBA4B-E089-6C6E-20F4-B5958081CBB1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70B0744-9A4E-A554-C823-EEA937CF4EF8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8A93383-2E04-77FA-03F0-3E476A98EE0E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229A650-B0E4-EA85-2EEF-4DB5FB01B3DD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B96B9317-A7A2-BE35-48E2-4F8AB9589CB5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6C8D5DD4-007E-3A11-6EFC-380D5C7220CE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752011-01CA-66C8-2841-253BF2C86A6E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065EAE-389C-180B-38E5-B6D24A8A67D7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8C0EA60-ADC5-CC11-D072-A49BDFC6E726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BC72D1-9AA1-6950-3D14-F95D497DFD46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F8B30F3-4779-31C3-E739-0024967B3FA9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5F445C9-C7B3-B850-7C0A-B3BE3702B257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52C108B3-8D46-DC1E-EC65-F8CE8223CAA5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09A68511-56E1-9A81-06F1-5115509E9826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117B4D-A833-66E4-ECDA-844B6934E9C7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8B2421E-D304-6331-83DB-AB6D75254EE9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567F59F-1507-1F9D-EFC6-5409FBF61792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AE7230B-6B3C-7FD8-930F-C2327CE909D1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F6B28E-3D85-A63C-6C6F-A9E788850D9E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13AB8D-49BE-2828-3F8C-DDB2BFB153D3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B2931D1-72F7-983D-BCC7-BB2202617E29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75015A-3172-8764-9C52-655D19A7E321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DD2B549-F77D-3577-B6F7-4462311CAFA2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179CF3CC-7144-358B-0B80-09BC930A3D6E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76AA5C23-6217-C383-1AC5-8D00F0F5D27F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02FE29C-BA81-94B8-775D-696BF67AC8A2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1553F3E-A0DC-EA34-9E00-ED72E28F3957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52AC7D3E-409E-4544-B51F-9D33238D8742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34FA0A9E-59E8-C5F7-3210-43E3AF12D54B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2BC5719-34CB-31F5-092A-17E759F3E9ED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2C6A357-E42B-F2B4-390A-4068A260130C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AC8B821-BDBC-839D-B1BE-F7895B4CBAFD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DC18CD4-C02D-7B0D-474D-A0C369E44D90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A8103E2C-2DE5-170D-7879-2780D6FB580F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A5CB166D-1906-DEC7-11F9-18662CF35BC9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3C7F85A2-46F1-3E4E-B7D5-D6FCBD89915D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7954C40-7918-DDEA-BFA0-C9D80BEB70C5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654CC9D-6DD6-9F21-6862-44C902C1E26D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23A64F3-997A-F257-C1E3-4B11C0D45CD4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85C79A7-2A14-530A-794B-765524179BC7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DC2EF35-AEAC-41B3-53F8-D18C0A7E7ADC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1EDA156D-1176-8291-D3B3-256835FBE364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6D3998E7-82AE-EEAC-697B-F5BC6F8AD5E1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BDB1BBCA-6998-1C60-5264-289B638E77D4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0C6E78A-25AE-B6C5-859B-029024864E76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5277E10-1F28-9731-5038-0D360D373C9F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B269ECF-16EA-BA56-ED25-739B234892F1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E47DE353-12B9-E6D4-AB77-C4ABD5533199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AB89E6A-AD48-4F0B-043C-92EC8CB37E09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151B542-3CD2-F334-B86C-1CE982341CDF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C4ED46F-F4FD-6666-4022-E631B1860132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21720304-0ABF-6028-E9C0-6640CC2D3EC1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313003BB-154F-043E-9390-A7837E6837E5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39EBC99E-572F-D857-746D-47F30D2FC9B8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340B4D4-B485-E114-6466-83D82AA981AA}"/>
              </a:ext>
            </a:extLst>
          </p:cNvPr>
          <p:cNvSpPr/>
          <p:nvPr/>
        </p:nvSpPr>
        <p:spPr>
          <a:xfrm>
            <a:off x="8224444" y="1261724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AEC3642-5697-91FF-6F5E-D14AD21FF986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543BE585-4B5F-9DF8-A8CA-7EE257CEA373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07DADE40-2912-21A4-C982-936067E86876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504B9458-0381-3252-4060-BA59DD9BFA8B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89E698F-D2AF-A7EE-8B20-B55BA830B10C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B3BB8A5-D6FE-EFA7-41F6-CD11FD751A19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67F5CC2-F16D-D9CE-28A4-EEE106A4FDCB}"/>
              </a:ext>
            </a:extLst>
          </p:cNvPr>
          <p:cNvCxnSpPr>
            <a:cxnSpLocks/>
          </p:cNvCxnSpPr>
          <p:nvPr/>
        </p:nvCxnSpPr>
        <p:spPr>
          <a:xfrm>
            <a:off x="10464949" y="1856509"/>
            <a:ext cx="0" cy="230491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0ED050B-8877-86B1-7954-987B75A66B00}"/>
              </a:ext>
            </a:extLst>
          </p:cNvPr>
          <p:cNvCxnSpPr>
            <a:cxnSpLocks/>
          </p:cNvCxnSpPr>
          <p:nvPr/>
        </p:nvCxnSpPr>
        <p:spPr>
          <a:xfrm>
            <a:off x="10096209" y="1856509"/>
            <a:ext cx="3687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D3CE03A7-7205-D12A-BACC-EEF4835853B8}"/>
              </a:ext>
            </a:extLst>
          </p:cNvPr>
          <p:cNvSpPr/>
          <p:nvPr/>
        </p:nvSpPr>
        <p:spPr>
          <a:xfrm>
            <a:off x="9166661" y="3573696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85" name="Flowchart: Alternate Process 84">
            <a:extLst>
              <a:ext uri="{FF2B5EF4-FFF2-40B4-BE49-F238E27FC236}">
                <a16:creationId xmlns:a16="http://schemas.microsoft.com/office/drawing/2014/main" id="{C1A2CDC6-C69A-C4BA-7C3C-A08EAEC9978E}"/>
              </a:ext>
            </a:extLst>
          </p:cNvPr>
          <p:cNvSpPr/>
          <p:nvPr/>
        </p:nvSpPr>
        <p:spPr>
          <a:xfrm>
            <a:off x="9950849" y="4230906"/>
            <a:ext cx="1063440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e “</a:t>
            </a:r>
          </a:p>
        </p:txBody>
      </p:sp>
      <p:sp>
        <p:nvSpPr>
          <p:cNvPr id="86" name="Flowchart: Alternate Process 85">
            <a:extLst>
              <a:ext uri="{FF2B5EF4-FFF2-40B4-BE49-F238E27FC236}">
                <a16:creationId xmlns:a16="http://schemas.microsoft.com/office/drawing/2014/main" id="{8D7DE7A3-614E-7D88-091D-981C0636311E}"/>
              </a:ext>
            </a:extLst>
          </p:cNvPr>
          <p:cNvSpPr/>
          <p:nvPr/>
        </p:nvSpPr>
        <p:spPr>
          <a:xfrm>
            <a:off x="8837822" y="42373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4CB4C1D-3C71-1904-566F-CF309C8F905F}"/>
              </a:ext>
            </a:extLst>
          </p:cNvPr>
          <p:cNvSpPr/>
          <p:nvPr/>
        </p:nvSpPr>
        <p:spPr>
          <a:xfrm>
            <a:off x="9736940" y="383344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35486BB-389F-610D-1CE4-B8D598A4DEBD}"/>
              </a:ext>
            </a:extLst>
          </p:cNvPr>
          <p:cNvCxnSpPr>
            <a:cxnSpLocks/>
          </p:cNvCxnSpPr>
          <p:nvPr/>
        </p:nvCxnSpPr>
        <p:spPr>
          <a:xfrm flipV="1">
            <a:off x="10663573" y="1746699"/>
            <a:ext cx="0" cy="231285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35BF153-D123-DE4C-F81D-3961A6263D15}"/>
              </a:ext>
            </a:extLst>
          </p:cNvPr>
          <p:cNvCxnSpPr>
            <a:cxnSpLocks/>
          </p:cNvCxnSpPr>
          <p:nvPr/>
        </p:nvCxnSpPr>
        <p:spPr>
          <a:xfrm>
            <a:off x="10137208" y="1661636"/>
            <a:ext cx="59084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EFFC0AC-BA5F-0068-8E7E-BCCA4BE37AF4}"/>
              </a:ext>
            </a:extLst>
          </p:cNvPr>
          <p:cNvCxnSpPr>
            <a:cxnSpLocks/>
          </p:cNvCxnSpPr>
          <p:nvPr/>
        </p:nvCxnSpPr>
        <p:spPr>
          <a:xfrm>
            <a:off x="10095085" y="1466250"/>
            <a:ext cx="118663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36A4553-D246-86F4-B6F9-B45273AE6B3F}"/>
              </a:ext>
            </a:extLst>
          </p:cNvPr>
          <p:cNvCxnSpPr>
            <a:cxnSpLocks/>
          </p:cNvCxnSpPr>
          <p:nvPr/>
        </p:nvCxnSpPr>
        <p:spPr>
          <a:xfrm>
            <a:off x="11296970" y="1460182"/>
            <a:ext cx="0" cy="4141855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7E359599-6993-AA48-BF4F-A7C1C68A5EAC}"/>
              </a:ext>
            </a:extLst>
          </p:cNvPr>
          <p:cNvSpPr/>
          <p:nvPr/>
        </p:nvSpPr>
        <p:spPr>
          <a:xfrm>
            <a:off x="10026061" y="4876538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91" name="Flowchart: Alternate Process 90">
            <a:extLst>
              <a:ext uri="{FF2B5EF4-FFF2-40B4-BE49-F238E27FC236}">
                <a16:creationId xmlns:a16="http://schemas.microsoft.com/office/drawing/2014/main" id="{EAEDC8C2-2E6F-F1C6-199E-2E2841216704}"/>
              </a:ext>
            </a:extLst>
          </p:cNvPr>
          <p:cNvSpPr/>
          <p:nvPr/>
        </p:nvSpPr>
        <p:spPr>
          <a:xfrm>
            <a:off x="10740120" y="5666483"/>
            <a:ext cx="1050147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f “</a:t>
            </a:r>
          </a:p>
        </p:txBody>
      </p:sp>
      <p:sp>
        <p:nvSpPr>
          <p:cNvPr id="93" name="Flowchart: Alternate Process 92">
            <a:extLst>
              <a:ext uri="{FF2B5EF4-FFF2-40B4-BE49-F238E27FC236}">
                <a16:creationId xmlns:a16="http://schemas.microsoft.com/office/drawing/2014/main" id="{B422AA1F-E029-318A-5641-5600B9DD52D0}"/>
              </a:ext>
            </a:extLst>
          </p:cNvPr>
          <p:cNvSpPr/>
          <p:nvPr/>
        </p:nvSpPr>
        <p:spPr>
          <a:xfrm>
            <a:off x="9651707" y="569409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1D1DFAB-1CFE-0EF8-D31A-A83705A5990A}"/>
              </a:ext>
            </a:extLst>
          </p:cNvPr>
          <p:cNvSpPr/>
          <p:nvPr/>
        </p:nvSpPr>
        <p:spPr>
          <a:xfrm>
            <a:off x="10548987" y="522800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77D88D1-752B-4F0F-581C-497696DE21DC}"/>
              </a:ext>
            </a:extLst>
          </p:cNvPr>
          <p:cNvCxnSpPr>
            <a:cxnSpLocks/>
          </p:cNvCxnSpPr>
          <p:nvPr/>
        </p:nvCxnSpPr>
        <p:spPr>
          <a:xfrm flipV="1">
            <a:off x="11514008" y="1311806"/>
            <a:ext cx="0" cy="4279813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91A1131-163D-BB93-3D0C-0734FC0C8D6B}"/>
              </a:ext>
            </a:extLst>
          </p:cNvPr>
          <p:cNvCxnSpPr>
            <a:cxnSpLocks/>
          </p:cNvCxnSpPr>
          <p:nvPr/>
        </p:nvCxnSpPr>
        <p:spPr>
          <a:xfrm>
            <a:off x="10002893" y="1240072"/>
            <a:ext cx="1491300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018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C4699-B4BA-BB6E-1D29-26DCDEE6C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A924F-660A-3A20-088C-66B57C5240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5A3B1-8D27-E92D-2A6C-BE198E40E3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49CC96-2053-C573-9DC7-F3AC6E67DD5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7F3B40D1-B278-B883-470F-D4FCB97861EC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B596EFBB-A7EB-6AAD-CA4D-8DFCC70EE928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9FB4B818-DFAE-9DB1-4DC1-9424DABF9ABC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B6F14E-CCC5-647A-DA18-1C249BC94AA9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0AB7E5-CE74-5910-BFA1-DFAB2564BCD8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F0A4B1-28D6-B759-5F15-9149A680A5A2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91501D3-3A4E-4112-19E7-7B886A1E2DEF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8F8AD6A9-BCFD-9152-B154-8C8319C6C3C3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65304CF5-E964-7C93-B51A-754668366FA2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496D76-C368-14AD-8715-7A42E6E9DB83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E03FE36E-B71F-D4DD-E4B4-C632B824C393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D4BD53-9019-0812-2483-C4618E5399BA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677647-E0B5-5BBD-DD76-D0B549F1F6DB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BF0EC02-FC55-4BD8-DC8B-9890532A1C36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2A53AF17-FB60-564F-D2CC-F75A8D7A465C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167B851E-491D-4AF6-AD32-EAB01692049E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140552-1FA9-6DDC-F1EC-52B96D8C708D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3D3566-AC10-32C4-AB84-BB624D4BAC97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303A27-7B50-A182-DF3B-6FEAC1CE8EC4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03AE819-B1A3-BC19-5D4A-F24B3C29DED1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9F7B667E-77B8-953C-46D9-056734FFE2D0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2912E543-69D4-9B48-3803-E927C30355C2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01A8BE-F4E3-3C25-306A-851F7C157214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463F71-FBCF-9498-992F-22E8EF4C3BAC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15E52F8-CE71-C590-6D11-6649F5F44A78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4814E6-40A6-FB36-7AD7-B7A500B23777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1036BDC-9179-A76A-684B-1CB7ACA7065B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27CE06E-6051-B955-E7AE-A3FA3B7DB915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B585B93E-5AA9-2CE0-E1A8-5E880B204AC8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A445E5A4-8678-CFDD-04EE-8F7BA1BB9BF3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C232BD-D682-2197-1FC9-8AF5B82078E5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D1DB5DB-C20D-D956-3CC7-D16D59AB5FB8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4365DEE-F313-FED6-ED63-A8DC17A130D4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1EBD5FA-394A-99E9-3646-1054CEB9B2BB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9C26E7-118A-E200-50AF-3FD9A84FE474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 =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D765CF-653A-9C20-C1A4-9E63E4B72B8D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5E302F-65BF-1696-BB13-DEC6E5542A80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BFC2CEC-9285-9358-4FB1-624DD636987E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6335865-E0A1-E69C-8063-26CE6285FB07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340E2E1B-1B01-9A11-A76C-0652339A2731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5C48E5A8-A0CB-E098-0A72-E60D8739D7D0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FDB9B0B-8AC3-6D0A-92E3-AF73A4060B6F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E9DDA54F-2AEA-C541-AAD6-030EAE582DF0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1B905FFF-420E-8B7D-DAD0-E8475CB881DB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2F3ADB2B-7B53-3782-ADB8-3D384A7BFED2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79756DA-9EC4-45CA-A6D5-D300DA4D731F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C400BAF-8179-471C-4497-ED9CB496B53C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0E0A4EE-0C19-59B3-7DDD-E9D3E6DBBC53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92415E2-E520-0DA5-DECC-3586DEFF1841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52B0D784-B3D6-A5EA-04E6-23CE26E4A3EF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8E451AA8-761B-520D-62B4-B24E4D7C91A3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531B503F-3FF5-C7FC-D114-B0220C2D9EF0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B877A10-3B50-BE35-CC21-C5C380697F30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A96DC2E-B768-AAB0-4A5B-5E24171B3CCE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759FC2B-B5EB-0B2D-6A2A-37F76266924A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6D18A8D-9972-DB16-EA46-A56277ADB6AF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7B623C6-C963-BDA0-F4AE-06D9CB0F465D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E2E73F97-B597-BF0E-2C0B-59CA95590C6B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107A810E-FDE6-09A7-918D-A8E1AF0BD6EE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9FCEF58D-425B-9234-642D-1887D5B08A4F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0899540-6771-FCA5-079A-3F06C6899AD9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E90C757-90D2-F901-6D24-A43E45547600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3A3E704-301D-D961-6A8C-8B7E30BF06EC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493FC55C-DF3A-2C85-F268-CCB41DE54D3A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729255F-A0E4-1993-AA6C-24350705B417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452330F-8BDB-38DA-40BD-FCCAF572F91A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FC37584-B68B-042F-FAF4-74697FAC7BD4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F9EFCC49-6E02-858D-9676-B34E2169B048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E5A6CCBB-22E3-D859-1DB7-95F97FD725A1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832DD849-2652-85B0-4753-5CFDBE868266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32CC05B-E47E-39E9-0498-35C873F3BA6D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E5804B56-1175-58AE-A225-D2655B5C58A1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A9718CD8-9BF5-911F-445C-08BA8B60C51C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095183F2-F7F4-3847-76EF-6E8963F135E5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8107FE3-479D-DF11-C4C3-E36F51D6E858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472CB5C-B203-7201-B7C1-44BE3079DD86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45A4B29-6155-1A20-4496-14786CE77237}"/>
              </a:ext>
            </a:extLst>
          </p:cNvPr>
          <p:cNvCxnSpPr>
            <a:cxnSpLocks/>
          </p:cNvCxnSpPr>
          <p:nvPr/>
        </p:nvCxnSpPr>
        <p:spPr>
          <a:xfrm>
            <a:off x="10464949" y="1856509"/>
            <a:ext cx="0" cy="230491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B349E7F-DCDD-4CA4-547D-E3D6A72260D0}"/>
              </a:ext>
            </a:extLst>
          </p:cNvPr>
          <p:cNvCxnSpPr>
            <a:cxnSpLocks/>
          </p:cNvCxnSpPr>
          <p:nvPr/>
        </p:nvCxnSpPr>
        <p:spPr>
          <a:xfrm>
            <a:off x="10096209" y="1856509"/>
            <a:ext cx="3687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9B291E8A-087F-0E5D-7C3B-232C2211192A}"/>
              </a:ext>
            </a:extLst>
          </p:cNvPr>
          <p:cNvSpPr/>
          <p:nvPr/>
        </p:nvSpPr>
        <p:spPr>
          <a:xfrm>
            <a:off x="9166661" y="3573696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85" name="Flowchart: Alternate Process 84">
            <a:extLst>
              <a:ext uri="{FF2B5EF4-FFF2-40B4-BE49-F238E27FC236}">
                <a16:creationId xmlns:a16="http://schemas.microsoft.com/office/drawing/2014/main" id="{B071BC36-8D0D-6F58-D179-48E0A8EC2732}"/>
              </a:ext>
            </a:extLst>
          </p:cNvPr>
          <p:cNvSpPr/>
          <p:nvPr/>
        </p:nvSpPr>
        <p:spPr>
          <a:xfrm>
            <a:off x="9950849" y="4230906"/>
            <a:ext cx="1063440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e “</a:t>
            </a:r>
          </a:p>
        </p:txBody>
      </p:sp>
      <p:sp>
        <p:nvSpPr>
          <p:cNvPr id="86" name="Flowchart: Alternate Process 85">
            <a:extLst>
              <a:ext uri="{FF2B5EF4-FFF2-40B4-BE49-F238E27FC236}">
                <a16:creationId xmlns:a16="http://schemas.microsoft.com/office/drawing/2014/main" id="{7C49F66A-0F84-4254-DFEA-C0E0DB1A4AF8}"/>
              </a:ext>
            </a:extLst>
          </p:cNvPr>
          <p:cNvSpPr/>
          <p:nvPr/>
        </p:nvSpPr>
        <p:spPr>
          <a:xfrm>
            <a:off x="8837822" y="42373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7EAD5A4-3042-5DC2-5B81-D4B8686D864D}"/>
              </a:ext>
            </a:extLst>
          </p:cNvPr>
          <p:cNvSpPr/>
          <p:nvPr/>
        </p:nvSpPr>
        <p:spPr>
          <a:xfrm>
            <a:off x="9736940" y="383344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69ADEAF-30B1-57FA-3AB4-30A31BC23118}"/>
              </a:ext>
            </a:extLst>
          </p:cNvPr>
          <p:cNvCxnSpPr>
            <a:cxnSpLocks/>
          </p:cNvCxnSpPr>
          <p:nvPr/>
        </p:nvCxnSpPr>
        <p:spPr>
          <a:xfrm flipV="1">
            <a:off x="10663573" y="1746699"/>
            <a:ext cx="0" cy="231285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4901BA8-29C5-49C1-9693-4C42C66F08A6}"/>
              </a:ext>
            </a:extLst>
          </p:cNvPr>
          <p:cNvCxnSpPr>
            <a:cxnSpLocks/>
          </p:cNvCxnSpPr>
          <p:nvPr/>
        </p:nvCxnSpPr>
        <p:spPr>
          <a:xfrm>
            <a:off x="10137208" y="1661636"/>
            <a:ext cx="59084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B01EEAD-8071-EAFC-BE83-38ABD3406DED}"/>
              </a:ext>
            </a:extLst>
          </p:cNvPr>
          <p:cNvCxnSpPr>
            <a:cxnSpLocks/>
          </p:cNvCxnSpPr>
          <p:nvPr/>
        </p:nvCxnSpPr>
        <p:spPr>
          <a:xfrm>
            <a:off x="10095085" y="1466250"/>
            <a:ext cx="118663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A67C9A7-4E3B-35C8-823D-2B7232AE927E}"/>
              </a:ext>
            </a:extLst>
          </p:cNvPr>
          <p:cNvCxnSpPr>
            <a:cxnSpLocks/>
          </p:cNvCxnSpPr>
          <p:nvPr/>
        </p:nvCxnSpPr>
        <p:spPr>
          <a:xfrm>
            <a:off x="11296970" y="1460182"/>
            <a:ext cx="0" cy="4141855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5AA5F579-58AF-2FCF-7DCD-7D5452B137DE}"/>
              </a:ext>
            </a:extLst>
          </p:cNvPr>
          <p:cNvSpPr/>
          <p:nvPr/>
        </p:nvSpPr>
        <p:spPr>
          <a:xfrm>
            <a:off x="10026061" y="4876538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91" name="Flowchart: Alternate Process 90">
            <a:extLst>
              <a:ext uri="{FF2B5EF4-FFF2-40B4-BE49-F238E27FC236}">
                <a16:creationId xmlns:a16="http://schemas.microsoft.com/office/drawing/2014/main" id="{06AD6559-514D-7F51-9E8B-9A7FE19A8982}"/>
              </a:ext>
            </a:extLst>
          </p:cNvPr>
          <p:cNvSpPr/>
          <p:nvPr/>
        </p:nvSpPr>
        <p:spPr>
          <a:xfrm>
            <a:off x="10740120" y="5666483"/>
            <a:ext cx="1050147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f “</a:t>
            </a:r>
          </a:p>
        </p:txBody>
      </p:sp>
      <p:sp>
        <p:nvSpPr>
          <p:cNvPr id="93" name="Flowchart: Alternate Process 92">
            <a:extLst>
              <a:ext uri="{FF2B5EF4-FFF2-40B4-BE49-F238E27FC236}">
                <a16:creationId xmlns:a16="http://schemas.microsoft.com/office/drawing/2014/main" id="{3500D147-7A8B-BEEA-6B2A-1A7A7E69A56E}"/>
              </a:ext>
            </a:extLst>
          </p:cNvPr>
          <p:cNvSpPr/>
          <p:nvPr/>
        </p:nvSpPr>
        <p:spPr>
          <a:xfrm>
            <a:off x="9651707" y="569409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8C0CEEF-0A4B-948A-12A8-358A7BD73ECB}"/>
              </a:ext>
            </a:extLst>
          </p:cNvPr>
          <p:cNvSpPr/>
          <p:nvPr/>
        </p:nvSpPr>
        <p:spPr>
          <a:xfrm>
            <a:off x="10548987" y="522800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4A9C753-D461-13B2-DF16-58DC462EFFD7}"/>
              </a:ext>
            </a:extLst>
          </p:cNvPr>
          <p:cNvCxnSpPr>
            <a:cxnSpLocks/>
          </p:cNvCxnSpPr>
          <p:nvPr/>
        </p:nvCxnSpPr>
        <p:spPr>
          <a:xfrm flipV="1">
            <a:off x="11514008" y="1311806"/>
            <a:ext cx="0" cy="4279813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2E706CF-006C-01EC-D816-7863FD14EA3F}"/>
              </a:ext>
            </a:extLst>
          </p:cNvPr>
          <p:cNvCxnSpPr>
            <a:cxnSpLocks/>
          </p:cNvCxnSpPr>
          <p:nvPr/>
        </p:nvCxnSpPr>
        <p:spPr>
          <a:xfrm>
            <a:off x="10002893" y="1240072"/>
            <a:ext cx="1491300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16BC064D-3C0E-E777-D151-C2FDEECAFD61}"/>
              </a:ext>
            </a:extLst>
          </p:cNvPr>
          <p:cNvSpPr/>
          <p:nvPr/>
        </p:nvSpPr>
        <p:spPr>
          <a:xfrm>
            <a:off x="8913647" y="111700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302610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CED2F-35DD-5D48-3D10-1209E3A6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0866-40FC-DE88-25AF-46DB024107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09E64-9C9E-CD8D-FBC2-D9FA29F3CB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E4EC9F-28F1-DB0C-9DD4-11A49739694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385E0D5-5E84-BAF4-D628-73259F96BF5E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4ADDDBD1-AB7A-07D0-DCA9-2D48EFCD00B4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50627AAB-F6D7-DA8F-F6AD-18DEF904E481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53C12-F283-CDAA-57DA-DCBE43A875A9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B9A387-A81E-6E3C-D259-D5FBF73EBCBA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C8DC7F-EC64-63F3-4006-58686CA25BA2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3B2F75A-B5CB-0365-244A-B270421514B1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F40F6576-E214-D867-07A4-E91C9FAB585E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B20EEF12-A27D-A8BC-FEAF-133A6C26775F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C8B4B1-D382-EF80-3D4B-3510AB7C71E4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B1FB7BA0-7EB3-690B-80D0-B95BF9BA0565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6CF8C2-86CE-9AB4-92B4-1BB69E00C39D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FEEC7A-91BE-A8F0-3841-4E765C8DF1D2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6AD17A0-0FEA-8815-B411-115B6DC7A8C5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2519C13B-38B6-DD35-AE9F-6FF9811A67D7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6E994DAB-A5CA-3C10-F338-19C6F39E17D7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C522CB-9CDC-19FD-D760-A52683EDFC89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B1EFB4-A4B0-75B2-2304-8FCE0CADCB27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11FA14-94C2-7B73-D699-F2AED92A2B6F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1A12BA3-CF42-CB10-97AC-ADA0965F8C11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8DB6E545-10B3-6431-FA2E-1EEAC66721C3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0C086379-D103-EC78-83A6-E57E122D152B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FAE91C-D858-F424-9587-08C7784A8F6E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A8FC7B-C150-B794-89F0-679E342ACB5F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E84541-C672-79F7-80DF-7C1CE6198ECD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C7DAC36-3451-D831-6DBB-F6D36FBE3A02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02A1E0-BAD3-4B47-6E40-19CBCAFC202F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ADCF667-77DA-2901-537C-1F240FAE0C78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F7A06219-64F2-F831-3578-4A8CA26D0E35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16B04AF7-49AC-C6D6-FCC9-1DD00BEB3563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B0DB75E-E79A-ABE3-20B9-62CBED252A3E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E520F4D-A34D-41C3-CB5E-8E22208E4E1B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01DFC86-200C-095D-17CD-6026283D0C86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5FF8AAF5-7C20-793F-9B3C-AE9DBA9E4F26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BF289EF-2A4F-5159-9C4A-BB2304D07CCF}"/>
              </a:ext>
            </a:extLst>
          </p:cNvPr>
          <p:cNvSpPr/>
          <p:nvPr/>
        </p:nvSpPr>
        <p:spPr>
          <a:xfrm>
            <a:off x="4264888" y="-554701"/>
            <a:ext cx="980822" cy="170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AFB7DE-C844-A787-789C-D5045C608A75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E3DE876-4B72-CBB9-F196-68DB62B3F58B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311396C-49A1-0B4D-D425-9E9FD4A6844D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4992E0B-B43B-EF32-C324-9F6D1A6EFD09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0495BC35-6EF6-17D8-D83E-9BED5F26AF43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431487D8-15DE-4B3F-10C8-4BEA708F5854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C0A4B6F-D039-CDA7-FC66-60ABF25095ED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6E66A505-6B6E-125A-A05C-710AAE6FEBBE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8DC8087B-92BE-322F-C943-65AEC63F6E4E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77A55F68-1EF8-FB96-A10A-A92673973205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A2B04C5-B1BD-4B47-950F-E125CCF02DF8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AE58E65-7002-5B23-0B4A-9BB202B04569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2D3978C-17A6-18D4-EE7A-BBADB361CAE2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9B2D313-B4A8-08A4-BF28-55ADA0FADE5A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4F73477-B532-53EE-3B26-A0CD1417CFE9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60B66CFA-8F1D-F5EF-39D7-0716D028A73B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488CFA1D-FC72-39B4-5CE7-67FE8782CBCF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3D3961B-36C9-CB91-1F03-606FD29DDC53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109A370-86F9-AA26-B36B-AA8C48BF5C7E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2507951-2367-FBE7-41BA-A8E20B4986F2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60FF4AD-AAEC-6DFF-B788-3C493D035A28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012F0F-15EE-83B7-72F5-D480E660957E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246E1AA0-ACA9-197C-E8E7-DE21BD7AFCCD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107C3924-A219-9346-3EC7-D1E0E4A584AF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80E17512-2D47-FF0E-FFA0-26ABF3E76CE1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E97391D-B90B-6D13-3014-B5927E1F2823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31BF8E6-80A3-41D9-EEA4-54EB6BF2DF1A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CBB34D8-AA2E-2602-7BFF-B9FE5C5268B4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FF95CAA2-177D-CF8F-600B-B2766C5B42D3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EFA2E63-1CDA-9E5C-E2A3-709AB3AED3F2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36993FE-EB3B-CD71-E32D-9B62BB9B96C6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9197B19-B3E8-8794-B6AC-33CFB3519168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9071EDD3-FEA1-B5C9-2682-B89D4F60DEDF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5615AFAD-F892-1CA9-EFE1-E699CB10469C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306D44FB-DF69-176D-41DE-5B9A1508909F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DF451D5-D2D8-6D8E-5BED-85CB2E5A14D2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642E67E5-8A40-AF78-00EA-466F363E2525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A39A112E-5F42-23A4-A5DB-1BDC42819C2E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CCFBFE05-8EDB-3475-8528-C6BCBF5437E0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01EB856-8A42-87F6-5C7B-62636DC2D0D2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676B97B-32FB-E975-E235-3E5DCBF76F88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E33553E-FE8D-0A00-FFFB-185108BEAA65}"/>
              </a:ext>
            </a:extLst>
          </p:cNvPr>
          <p:cNvCxnSpPr>
            <a:cxnSpLocks/>
          </p:cNvCxnSpPr>
          <p:nvPr/>
        </p:nvCxnSpPr>
        <p:spPr>
          <a:xfrm>
            <a:off x="10464949" y="1856509"/>
            <a:ext cx="0" cy="230491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CB1899F-4AFD-E201-8D03-A7DEEEB55B2C}"/>
              </a:ext>
            </a:extLst>
          </p:cNvPr>
          <p:cNvCxnSpPr>
            <a:cxnSpLocks/>
          </p:cNvCxnSpPr>
          <p:nvPr/>
        </p:nvCxnSpPr>
        <p:spPr>
          <a:xfrm>
            <a:off x="10096209" y="1856509"/>
            <a:ext cx="3687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47C9C6BB-0D00-4C1F-0458-C4191D32BB45}"/>
              </a:ext>
            </a:extLst>
          </p:cNvPr>
          <p:cNvSpPr/>
          <p:nvPr/>
        </p:nvSpPr>
        <p:spPr>
          <a:xfrm>
            <a:off x="9166661" y="3573696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85" name="Flowchart: Alternate Process 84">
            <a:extLst>
              <a:ext uri="{FF2B5EF4-FFF2-40B4-BE49-F238E27FC236}">
                <a16:creationId xmlns:a16="http://schemas.microsoft.com/office/drawing/2014/main" id="{3DFA9A52-D763-B84E-0C3A-CA2B7C9E2229}"/>
              </a:ext>
            </a:extLst>
          </p:cNvPr>
          <p:cNvSpPr/>
          <p:nvPr/>
        </p:nvSpPr>
        <p:spPr>
          <a:xfrm>
            <a:off x="9950849" y="4230906"/>
            <a:ext cx="1063440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e “</a:t>
            </a:r>
          </a:p>
        </p:txBody>
      </p:sp>
      <p:sp>
        <p:nvSpPr>
          <p:cNvPr id="86" name="Flowchart: Alternate Process 85">
            <a:extLst>
              <a:ext uri="{FF2B5EF4-FFF2-40B4-BE49-F238E27FC236}">
                <a16:creationId xmlns:a16="http://schemas.microsoft.com/office/drawing/2014/main" id="{43CE4459-E167-FBD2-EACC-F5590F387E5B}"/>
              </a:ext>
            </a:extLst>
          </p:cNvPr>
          <p:cNvSpPr/>
          <p:nvPr/>
        </p:nvSpPr>
        <p:spPr>
          <a:xfrm>
            <a:off x="8837822" y="42373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DFDE6ED-6184-6F02-A608-67C4EDAADC70}"/>
              </a:ext>
            </a:extLst>
          </p:cNvPr>
          <p:cNvSpPr/>
          <p:nvPr/>
        </p:nvSpPr>
        <p:spPr>
          <a:xfrm>
            <a:off x="9736940" y="383344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4555C83-6E4F-45CD-0415-DDF6BDB6E451}"/>
              </a:ext>
            </a:extLst>
          </p:cNvPr>
          <p:cNvCxnSpPr>
            <a:cxnSpLocks/>
          </p:cNvCxnSpPr>
          <p:nvPr/>
        </p:nvCxnSpPr>
        <p:spPr>
          <a:xfrm flipV="1">
            <a:off x="10663573" y="1746699"/>
            <a:ext cx="0" cy="231285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4B697A3-BCEC-8BA1-9BFA-F331C5458340}"/>
              </a:ext>
            </a:extLst>
          </p:cNvPr>
          <p:cNvCxnSpPr>
            <a:cxnSpLocks/>
          </p:cNvCxnSpPr>
          <p:nvPr/>
        </p:nvCxnSpPr>
        <p:spPr>
          <a:xfrm>
            <a:off x="10137208" y="1661636"/>
            <a:ext cx="59084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8476D40-311F-6562-6B15-D0DE297F1FAE}"/>
              </a:ext>
            </a:extLst>
          </p:cNvPr>
          <p:cNvCxnSpPr>
            <a:cxnSpLocks/>
          </p:cNvCxnSpPr>
          <p:nvPr/>
        </p:nvCxnSpPr>
        <p:spPr>
          <a:xfrm>
            <a:off x="10095085" y="1466250"/>
            <a:ext cx="118663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90277ADC-FC51-16C2-E887-6800406C879F}"/>
              </a:ext>
            </a:extLst>
          </p:cNvPr>
          <p:cNvCxnSpPr>
            <a:cxnSpLocks/>
          </p:cNvCxnSpPr>
          <p:nvPr/>
        </p:nvCxnSpPr>
        <p:spPr>
          <a:xfrm>
            <a:off x="11296970" y="1460182"/>
            <a:ext cx="0" cy="4141855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F245BD2B-37D0-92A8-707B-AE816209A89F}"/>
              </a:ext>
            </a:extLst>
          </p:cNvPr>
          <p:cNvSpPr/>
          <p:nvPr/>
        </p:nvSpPr>
        <p:spPr>
          <a:xfrm>
            <a:off x="10026061" y="4876538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91" name="Flowchart: Alternate Process 90">
            <a:extLst>
              <a:ext uri="{FF2B5EF4-FFF2-40B4-BE49-F238E27FC236}">
                <a16:creationId xmlns:a16="http://schemas.microsoft.com/office/drawing/2014/main" id="{DFAB8D02-D38E-E5B2-4CE2-326B3E9C6A2F}"/>
              </a:ext>
            </a:extLst>
          </p:cNvPr>
          <p:cNvSpPr/>
          <p:nvPr/>
        </p:nvSpPr>
        <p:spPr>
          <a:xfrm>
            <a:off x="10740120" y="5666483"/>
            <a:ext cx="1050147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f “</a:t>
            </a:r>
          </a:p>
        </p:txBody>
      </p:sp>
      <p:sp>
        <p:nvSpPr>
          <p:cNvPr id="93" name="Flowchart: Alternate Process 92">
            <a:extLst>
              <a:ext uri="{FF2B5EF4-FFF2-40B4-BE49-F238E27FC236}">
                <a16:creationId xmlns:a16="http://schemas.microsoft.com/office/drawing/2014/main" id="{FF768040-D6C5-1403-E102-E056AA339159}"/>
              </a:ext>
            </a:extLst>
          </p:cNvPr>
          <p:cNvSpPr/>
          <p:nvPr/>
        </p:nvSpPr>
        <p:spPr>
          <a:xfrm>
            <a:off x="9651707" y="569409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7B249BF-DD5C-0E31-D05C-B6F5E8438751}"/>
              </a:ext>
            </a:extLst>
          </p:cNvPr>
          <p:cNvSpPr/>
          <p:nvPr/>
        </p:nvSpPr>
        <p:spPr>
          <a:xfrm>
            <a:off x="10548987" y="522800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E8940E6-F9D8-F035-1F14-BF6794D0A035}"/>
              </a:ext>
            </a:extLst>
          </p:cNvPr>
          <p:cNvCxnSpPr>
            <a:cxnSpLocks/>
          </p:cNvCxnSpPr>
          <p:nvPr/>
        </p:nvCxnSpPr>
        <p:spPr>
          <a:xfrm flipV="1">
            <a:off x="11514008" y="1311806"/>
            <a:ext cx="0" cy="4279813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B5929C7C-6A3C-C582-657D-EF529AF99A87}"/>
              </a:ext>
            </a:extLst>
          </p:cNvPr>
          <p:cNvCxnSpPr>
            <a:cxnSpLocks/>
          </p:cNvCxnSpPr>
          <p:nvPr/>
        </p:nvCxnSpPr>
        <p:spPr>
          <a:xfrm>
            <a:off x="10002893" y="1240072"/>
            <a:ext cx="1491300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55BF82D8-1490-F711-03DC-DD477A7B3BA4}"/>
              </a:ext>
            </a:extLst>
          </p:cNvPr>
          <p:cNvSpPr/>
          <p:nvPr/>
        </p:nvSpPr>
        <p:spPr>
          <a:xfrm>
            <a:off x="8913647" y="111700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321E80D-C435-1867-A9AE-1494301FB018}"/>
              </a:ext>
            </a:extLst>
          </p:cNvPr>
          <p:cNvCxnSpPr>
            <a:cxnSpLocks/>
          </p:cNvCxnSpPr>
          <p:nvPr/>
        </p:nvCxnSpPr>
        <p:spPr>
          <a:xfrm>
            <a:off x="6654523" y="703615"/>
            <a:ext cx="1491300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8158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6B7E-29F8-DACF-692E-E0EE97A14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CCFD-A05D-D18C-AD9D-379C4AFBE3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F72E5-BB31-25EC-B1BD-932B1D0406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F3DA62-D1E2-912D-C6C3-906C9477C77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F13774D-1C79-D0A5-E89D-14181A1925C8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333F99CC-A591-C36E-A133-B6C6AD65247F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D7F5F1F1-C4A5-0508-6461-259D68381801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2A36A9-1EAC-F82A-F1E8-BEC4B218C05B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04ED8D-552C-6773-00DC-B5B2FA79E471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A7A975-F2C2-C9D2-ABA4-23616EB6C3C2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833DBD9-D054-EC15-9FF7-2EB6643F6CDA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B2E6E2C2-4C1C-2EE9-03CB-C50FC851F78A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DCA2D3C9-6D71-8265-8866-E306ACA027C4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1D088E-D658-3C88-A302-CA98579D4320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DE8D8813-7C75-3A35-FA4F-D821F69F481A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E5B7BD-8809-AC7F-A2FD-945586F0B682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69C40D9-1946-5D9E-5520-76112DB73F7E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D3A16E5-22AF-6EB4-8F64-B6D1F8685B88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11D5BC87-9F19-237E-C4B4-C274720695AB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F1EF51B8-5EAB-DB41-986F-9A41F305D887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1E5654-AB12-EAD2-947D-78ECFE9798AD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2C9DF00-79FC-E773-1452-5A7A08EB1D4B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A403299-09FA-5B1E-B8BE-DB0FE7409175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43030C5-D58F-9D52-1E4D-BA2F081DA039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61B52BD8-A547-2C58-35FD-8EBEBC66C104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914A8108-A32E-81D4-3A29-FEF501DDCB6A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E14F4F-A310-B84A-C42A-CAD08237A332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EDB23F-B6C6-EAAB-38B1-B2A3F183E9A5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C92C735-7DA9-BEBD-0F7A-4A8D688AF626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6FC5BFA-09FF-5161-B042-4DDF1066D509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E584C63-F7DE-2954-5730-36F2F085FD50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0D0E343-D8EE-58BE-9585-65A42341BB10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4CABE0FA-8342-A8BD-D032-BF9F8287AE75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D500EA33-C9B0-9E45-14AC-B41CDD7E11EB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B63ED1-2FCB-D46C-58EF-2BC9BE1B1864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D413B3A-B292-6019-1F78-AF4E00B8A5BE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2AA4AA-C2C4-5111-2624-F6D597826971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309832F-8967-25EA-BC59-594971878296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830BB0-FBC1-9C1F-4185-0E68F3FEAB5F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692D935-CB4E-8DDE-F418-296C1803FE58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383A0F3-375E-26A6-A4AE-97AC1C304BDB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29DB61B2-9CF2-B9BC-976C-CFDF111260F7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481A54AB-C757-C5F2-E058-8ED079D77E32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D3E6BC6E-6A94-7A72-2FD4-B6BAA9E0E83F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D121885-3CB7-4AA5-A115-185758038631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5CA7D557-0C21-EC7F-374D-581B5E78FFD6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5D731D57-4661-4AE2-0855-09E58670B243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A6AA33DD-3C28-5C72-779D-99C93764F78A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01889FB-5BD8-C9AC-A595-4B0CBB5419CE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5BA9A7F-5313-02D9-4690-E8EA73D3CC06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B80B387-0DC0-73DB-F5E0-C1F381819C7C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4EFADFF-E150-8115-947E-7C4318141302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B7F16D9-E833-849B-1E70-B3330C429308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16DCC810-268D-55BB-3459-1AE2BDF8058E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1FF199FF-43C5-C9D2-249C-990F172A3048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F9DFD61-30E6-CD76-D301-CEBCC5B81D20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ECDFCDC-0800-6929-5E08-3F0B3602B591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7FB698B-240C-17A3-4A28-8301BCF25662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828E75F-E76B-2CAA-06AD-3EFFAAF3DC68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1703BD9-01BD-0565-B4D4-DCF37D9D50F9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6AC02CC9-F99C-3771-E062-C43BCAF784A1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35429ECE-4E2F-B12B-CD8E-703B214D7580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6FD40886-28DB-A12E-F4FA-9C103E0B1250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556559B-B67E-97D3-92C7-2A842A54DCDA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64612F1-FA7B-E9C6-4FD7-258F7089199A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5F7B8EE-06CC-C7D8-AA55-1418A70FFF21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D89D91C7-5E33-53E0-0419-B385BE37E827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096F97E-8A28-4A97-9F86-EF4E57468626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32C0666-A175-01A4-DE49-6CC6EBFDC655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B407D89-AC05-8764-DBA3-207DB52C37D9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859C5CE1-6BE9-3583-A886-80AF3C22DE50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2DA8DB6F-F9AB-4796-B39C-36AE49DD8583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5FC9E87D-F4AA-E458-28C0-97C992023FD0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39BDCAC-91A8-7257-FCBD-7846A0376413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B783B4E5-3FF6-8AE1-1F2F-DDC828D66D42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AC3949C2-32E0-D017-9363-D0BD1AE4AF27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8D2A85B7-A35F-AA6D-DC23-074EA9FF9B63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8957F42-1BA2-D7D2-E2DE-D79451DC22A3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4607045-965A-83CF-751C-33CEAB54106F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ACD107B-CC28-FE97-1BDE-EE615BD345C0}"/>
              </a:ext>
            </a:extLst>
          </p:cNvPr>
          <p:cNvCxnSpPr>
            <a:cxnSpLocks/>
          </p:cNvCxnSpPr>
          <p:nvPr/>
        </p:nvCxnSpPr>
        <p:spPr>
          <a:xfrm>
            <a:off x="10464949" y="1856509"/>
            <a:ext cx="0" cy="230491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473A3D4-F5BB-674A-D58D-D4BF892506E4}"/>
              </a:ext>
            </a:extLst>
          </p:cNvPr>
          <p:cNvCxnSpPr>
            <a:cxnSpLocks/>
          </p:cNvCxnSpPr>
          <p:nvPr/>
        </p:nvCxnSpPr>
        <p:spPr>
          <a:xfrm>
            <a:off x="10096209" y="1856509"/>
            <a:ext cx="3687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2A2E66A7-A499-09F2-07DE-72F09A9F9477}"/>
              </a:ext>
            </a:extLst>
          </p:cNvPr>
          <p:cNvSpPr/>
          <p:nvPr/>
        </p:nvSpPr>
        <p:spPr>
          <a:xfrm>
            <a:off x="9166661" y="3573696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85" name="Flowchart: Alternate Process 84">
            <a:extLst>
              <a:ext uri="{FF2B5EF4-FFF2-40B4-BE49-F238E27FC236}">
                <a16:creationId xmlns:a16="http://schemas.microsoft.com/office/drawing/2014/main" id="{936A961A-1CBD-4501-E295-0EF67B1FC034}"/>
              </a:ext>
            </a:extLst>
          </p:cNvPr>
          <p:cNvSpPr/>
          <p:nvPr/>
        </p:nvSpPr>
        <p:spPr>
          <a:xfrm>
            <a:off x="9950849" y="4230906"/>
            <a:ext cx="1063440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e “</a:t>
            </a:r>
          </a:p>
        </p:txBody>
      </p:sp>
      <p:sp>
        <p:nvSpPr>
          <p:cNvPr id="86" name="Flowchart: Alternate Process 85">
            <a:extLst>
              <a:ext uri="{FF2B5EF4-FFF2-40B4-BE49-F238E27FC236}">
                <a16:creationId xmlns:a16="http://schemas.microsoft.com/office/drawing/2014/main" id="{EE501587-5A8F-697E-235C-370C0EAF6E52}"/>
              </a:ext>
            </a:extLst>
          </p:cNvPr>
          <p:cNvSpPr/>
          <p:nvPr/>
        </p:nvSpPr>
        <p:spPr>
          <a:xfrm>
            <a:off x="8837822" y="42373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0EFFE0A-8175-38D5-2728-1B3DFCAE6B08}"/>
              </a:ext>
            </a:extLst>
          </p:cNvPr>
          <p:cNvSpPr/>
          <p:nvPr/>
        </p:nvSpPr>
        <p:spPr>
          <a:xfrm>
            <a:off x="9736940" y="383344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09FFCA8-3329-A26B-58D4-7E59C2A7408C}"/>
              </a:ext>
            </a:extLst>
          </p:cNvPr>
          <p:cNvCxnSpPr>
            <a:cxnSpLocks/>
          </p:cNvCxnSpPr>
          <p:nvPr/>
        </p:nvCxnSpPr>
        <p:spPr>
          <a:xfrm flipV="1">
            <a:off x="10663573" y="1746699"/>
            <a:ext cx="0" cy="231285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0411B99-26D5-A1C7-1152-3BB054484412}"/>
              </a:ext>
            </a:extLst>
          </p:cNvPr>
          <p:cNvCxnSpPr>
            <a:cxnSpLocks/>
          </p:cNvCxnSpPr>
          <p:nvPr/>
        </p:nvCxnSpPr>
        <p:spPr>
          <a:xfrm>
            <a:off x="10137208" y="1661636"/>
            <a:ext cx="59084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0909949-7506-6611-1E64-734DAC48838B}"/>
              </a:ext>
            </a:extLst>
          </p:cNvPr>
          <p:cNvCxnSpPr>
            <a:cxnSpLocks/>
          </p:cNvCxnSpPr>
          <p:nvPr/>
        </p:nvCxnSpPr>
        <p:spPr>
          <a:xfrm>
            <a:off x="10095085" y="1466250"/>
            <a:ext cx="118663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B90E1E6-AF4D-38B3-9092-EAC9375B5DD5}"/>
              </a:ext>
            </a:extLst>
          </p:cNvPr>
          <p:cNvCxnSpPr>
            <a:cxnSpLocks/>
          </p:cNvCxnSpPr>
          <p:nvPr/>
        </p:nvCxnSpPr>
        <p:spPr>
          <a:xfrm>
            <a:off x="11296970" y="1460182"/>
            <a:ext cx="0" cy="4141855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6F73A966-7970-25DE-FBF3-62C43B39CFCF}"/>
              </a:ext>
            </a:extLst>
          </p:cNvPr>
          <p:cNvSpPr/>
          <p:nvPr/>
        </p:nvSpPr>
        <p:spPr>
          <a:xfrm>
            <a:off x="10026061" y="4876538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91" name="Flowchart: Alternate Process 90">
            <a:extLst>
              <a:ext uri="{FF2B5EF4-FFF2-40B4-BE49-F238E27FC236}">
                <a16:creationId xmlns:a16="http://schemas.microsoft.com/office/drawing/2014/main" id="{0AE7B23C-E9BD-4BAC-CC01-4426903B7E26}"/>
              </a:ext>
            </a:extLst>
          </p:cNvPr>
          <p:cNvSpPr/>
          <p:nvPr/>
        </p:nvSpPr>
        <p:spPr>
          <a:xfrm>
            <a:off x="10740120" y="5666483"/>
            <a:ext cx="1050147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f “</a:t>
            </a:r>
          </a:p>
        </p:txBody>
      </p:sp>
      <p:sp>
        <p:nvSpPr>
          <p:cNvPr id="93" name="Flowchart: Alternate Process 92">
            <a:extLst>
              <a:ext uri="{FF2B5EF4-FFF2-40B4-BE49-F238E27FC236}">
                <a16:creationId xmlns:a16="http://schemas.microsoft.com/office/drawing/2014/main" id="{36DD8DF0-FC49-563B-A2DC-A3B995F9A8BE}"/>
              </a:ext>
            </a:extLst>
          </p:cNvPr>
          <p:cNvSpPr/>
          <p:nvPr/>
        </p:nvSpPr>
        <p:spPr>
          <a:xfrm>
            <a:off x="9651707" y="569409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DCE0C31-9A28-90C3-DECD-E338E8037651}"/>
              </a:ext>
            </a:extLst>
          </p:cNvPr>
          <p:cNvSpPr/>
          <p:nvPr/>
        </p:nvSpPr>
        <p:spPr>
          <a:xfrm>
            <a:off x="10548987" y="522800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A5EA921-D008-6FEC-8677-ABD599317665}"/>
              </a:ext>
            </a:extLst>
          </p:cNvPr>
          <p:cNvCxnSpPr>
            <a:cxnSpLocks/>
          </p:cNvCxnSpPr>
          <p:nvPr/>
        </p:nvCxnSpPr>
        <p:spPr>
          <a:xfrm flipV="1">
            <a:off x="11514008" y="1311806"/>
            <a:ext cx="0" cy="4279813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CF80C2C-3776-9AC8-3A2B-93DDD06638C2}"/>
              </a:ext>
            </a:extLst>
          </p:cNvPr>
          <p:cNvCxnSpPr>
            <a:cxnSpLocks/>
          </p:cNvCxnSpPr>
          <p:nvPr/>
        </p:nvCxnSpPr>
        <p:spPr>
          <a:xfrm>
            <a:off x="10002893" y="1240072"/>
            <a:ext cx="1491300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CD2F7443-57F2-D7B2-52AA-E4FADBD5018C}"/>
              </a:ext>
            </a:extLst>
          </p:cNvPr>
          <p:cNvSpPr/>
          <p:nvPr/>
        </p:nvSpPr>
        <p:spPr>
          <a:xfrm>
            <a:off x="8913647" y="111700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B6BF35B-B5B9-7D33-345E-0ED7FBDC1AD9}"/>
              </a:ext>
            </a:extLst>
          </p:cNvPr>
          <p:cNvCxnSpPr>
            <a:cxnSpLocks/>
          </p:cNvCxnSpPr>
          <p:nvPr/>
        </p:nvCxnSpPr>
        <p:spPr>
          <a:xfrm>
            <a:off x="6654523" y="703615"/>
            <a:ext cx="1491300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497252FB-FE58-38F7-8221-3AEA473A9691}"/>
              </a:ext>
            </a:extLst>
          </p:cNvPr>
          <p:cNvSpPr/>
          <p:nvPr/>
        </p:nvSpPr>
        <p:spPr>
          <a:xfrm>
            <a:off x="5497578" y="-656866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4630997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75537-BC0D-2F71-947E-6C3E122C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273D5-0D75-6084-F744-1703785EE2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FA9EB-9750-9CBE-B7A3-ADC6FEA9B5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52AF39-B07D-1139-1EB7-5B2E8B2A759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49278C3D-579B-AC45-4B5B-65A86907413A}"/>
              </a:ext>
            </a:extLst>
          </p:cNvPr>
          <p:cNvSpPr/>
          <p:nvPr/>
        </p:nvSpPr>
        <p:spPr>
          <a:xfrm>
            <a:off x="4458620" y="-25331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6F28E64A-41E8-E083-A81A-2DCC8A249622}"/>
              </a:ext>
            </a:extLst>
          </p:cNvPr>
          <p:cNvSpPr/>
          <p:nvPr/>
        </p:nvSpPr>
        <p:spPr>
          <a:xfrm>
            <a:off x="5763708" y="-253314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  “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AF84B19-23E5-1473-F945-D8E8CFF71D15}"/>
              </a:ext>
            </a:extLst>
          </p:cNvPr>
          <p:cNvSpPr/>
          <p:nvPr/>
        </p:nvSpPr>
        <p:spPr>
          <a:xfrm>
            <a:off x="10238508" y="-253314"/>
            <a:ext cx="1614493" cy="506627"/>
          </a:xfrm>
          <a:prstGeom prst="flowChartAlternateProcess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= a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B5F118-639D-8688-5EA7-EFB39ADD05FB}"/>
              </a:ext>
            </a:extLst>
          </p:cNvPr>
          <p:cNvSpPr txBox="1"/>
          <p:nvPr/>
        </p:nvSpPr>
        <p:spPr>
          <a:xfrm>
            <a:off x="10903351" y="-622647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246F31-6619-BF2E-D162-852138CF8CC0}"/>
              </a:ext>
            </a:extLst>
          </p:cNvPr>
          <p:cNvCxnSpPr>
            <a:cxnSpLocks/>
          </p:cNvCxnSpPr>
          <p:nvPr/>
        </p:nvCxnSpPr>
        <p:spPr>
          <a:xfrm>
            <a:off x="-1216888" y="152400"/>
            <a:ext cx="0" cy="969963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516225-B889-4251-06E4-CA481E6B2A68}"/>
              </a:ext>
            </a:extLst>
          </p:cNvPr>
          <p:cNvCxnSpPr/>
          <p:nvPr/>
        </p:nvCxnSpPr>
        <p:spPr>
          <a:xfrm>
            <a:off x="-1216888" y="152400"/>
            <a:ext cx="5481776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9005C3C-D468-B5E5-D6B4-FDCD2EF60823}"/>
              </a:ext>
            </a:extLst>
          </p:cNvPr>
          <p:cNvSpPr/>
          <p:nvPr/>
        </p:nvSpPr>
        <p:spPr>
          <a:xfrm>
            <a:off x="-1409725" y="253313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a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E80D630B-F7C9-0552-446F-446285A18624}"/>
              </a:ext>
            </a:extLst>
          </p:cNvPr>
          <p:cNvSpPr/>
          <p:nvPr/>
        </p:nvSpPr>
        <p:spPr>
          <a:xfrm>
            <a:off x="-1662296" y="1240073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“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76D710E3-B699-1582-FE51-20AF1B14869B}"/>
              </a:ext>
            </a:extLst>
          </p:cNvPr>
          <p:cNvSpPr/>
          <p:nvPr/>
        </p:nvSpPr>
        <p:spPr>
          <a:xfrm>
            <a:off x="-2760929" y="124007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A66F6-E7A0-AD3B-4100-CD6CFCE11CD9}"/>
              </a:ext>
            </a:extLst>
          </p:cNvPr>
          <p:cNvSpPr/>
          <p:nvPr/>
        </p:nvSpPr>
        <p:spPr>
          <a:xfrm>
            <a:off x="-1818554" y="2571404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250A46C5-FAFE-D117-562D-51747FC0FDFD}"/>
              </a:ext>
            </a:extLst>
          </p:cNvPr>
          <p:cNvSpPr/>
          <p:nvPr/>
        </p:nvSpPr>
        <p:spPr>
          <a:xfrm>
            <a:off x="8388401" y="-226449"/>
            <a:ext cx="1614492" cy="506627"/>
          </a:xfrm>
          <a:prstGeom prst="flowChartAlternateProcess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   = d e 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688024-27D1-F3E4-3296-34D3BBB0683A}"/>
              </a:ext>
            </a:extLst>
          </p:cNvPr>
          <p:cNvSpPr txBox="1"/>
          <p:nvPr/>
        </p:nvSpPr>
        <p:spPr>
          <a:xfrm>
            <a:off x="9100617" y="-612143"/>
            <a:ext cx="1064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0   1   2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116061-0854-41DD-E77D-ED57631F07CC}"/>
              </a:ext>
            </a:extLst>
          </p:cNvPr>
          <p:cNvCxnSpPr>
            <a:cxnSpLocks/>
          </p:cNvCxnSpPr>
          <p:nvPr/>
        </p:nvCxnSpPr>
        <p:spPr>
          <a:xfrm>
            <a:off x="-1216888" y="1856509"/>
            <a:ext cx="0" cy="103909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F93E629-FF8D-B73F-6EB2-96A255A5E3EF}"/>
              </a:ext>
            </a:extLst>
          </p:cNvPr>
          <p:cNvSpPr/>
          <p:nvPr/>
        </p:nvSpPr>
        <p:spPr>
          <a:xfrm>
            <a:off x="-2537513" y="227880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E06A4237-6507-089C-99E9-1085AE525BF0}"/>
              </a:ext>
            </a:extLst>
          </p:cNvPr>
          <p:cNvSpPr/>
          <p:nvPr/>
        </p:nvSpPr>
        <p:spPr>
          <a:xfrm>
            <a:off x="-1662296" y="2970155"/>
            <a:ext cx="108039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BCDA265B-4C92-E923-DF31-DDC1A1625320}"/>
              </a:ext>
            </a:extLst>
          </p:cNvPr>
          <p:cNvSpPr/>
          <p:nvPr/>
        </p:nvSpPr>
        <p:spPr>
          <a:xfrm>
            <a:off x="-2747949" y="2970155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94F5A4-D744-1718-5A71-D1C79AC77429}"/>
              </a:ext>
            </a:extLst>
          </p:cNvPr>
          <p:cNvCxnSpPr>
            <a:cxnSpLocks/>
          </p:cNvCxnSpPr>
          <p:nvPr/>
        </p:nvCxnSpPr>
        <p:spPr>
          <a:xfrm flipV="1">
            <a:off x="-898233" y="1856509"/>
            <a:ext cx="0" cy="9615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E543D9-026C-51E1-8138-3D29DEB75A72}"/>
              </a:ext>
            </a:extLst>
          </p:cNvPr>
          <p:cNvCxnSpPr>
            <a:cxnSpLocks/>
          </p:cNvCxnSpPr>
          <p:nvPr/>
        </p:nvCxnSpPr>
        <p:spPr>
          <a:xfrm>
            <a:off x="-247069" y="1634836"/>
            <a:ext cx="0" cy="283325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B6DC1A-F24B-C2B3-98FE-CFB84AD4F2A0}"/>
              </a:ext>
            </a:extLst>
          </p:cNvPr>
          <p:cNvCxnSpPr>
            <a:cxnSpLocks/>
          </p:cNvCxnSpPr>
          <p:nvPr/>
        </p:nvCxnSpPr>
        <p:spPr>
          <a:xfrm>
            <a:off x="-615809" y="1634836"/>
            <a:ext cx="368740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D3E94E3-6E68-7872-7F61-69EC8CA31646}"/>
              </a:ext>
            </a:extLst>
          </p:cNvPr>
          <p:cNvSpPr/>
          <p:nvPr/>
        </p:nvSpPr>
        <p:spPr>
          <a:xfrm>
            <a:off x="-1506038" y="373619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D0076380-3494-4801-6C4B-459E9A54C8F3}"/>
              </a:ext>
            </a:extLst>
          </p:cNvPr>
          <p:cNvSpPr/>
          <p:nvPr/>
        </p:nvSpPr>
        <p:spPr>
          <a:xfrm>
            <a:off x="-679528" y="4558786"/>
            <a:ext cx="1150581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4D6496EA-5435-B436-A04D-78B844120B7C}"/>
              </a:ext>
            </a:extLst>
          </p:cNvPr>
          <p:cNvSpPr/>
          <p:nvPr/>
        </p:nvSpPr>
        <p:spPr>
          <a:xfrm>
            <a:off x="-1780599" y="4558786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0EA66B-FEA9-F690-FEE0-788B7786E37D}"/>
              </a:ext>
            </a:extLst>
          </p:cNvPr>
          <p:cNvSpPr/>
          <p:nvPr/>
        </p:nvSpPr>
        <p:spPr>
          <a:xfrm>
            <a:off x="-851204" y="416142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5AD5CF7-2295-793B-31E5-AD4A3C5BBAF6}"/>
              </a:ext>
            </a:extLst>
          </p:cNvPr>
          <p:cNvCxnSpPr>
            <a:cxnSpLocks/>
          </p:cNvCxnSpPr>
          <p:nvPr/>
        </p:nvCxnSpPr>
        <p:spPr>
          <a:xfrm flipV="1">
            <a:off x="4625" y="1468582"/>
            <a:ext cx="0" cy="2969705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2AAE78-DCE1-35D6-C9F1-72992CE4D4C0}"/>
              </a:ext>
            </a:extLst>
          </p:cNvPr>
          <p:cNvCxnSpPr>
            <a:cxnSpLocks/>
          </p:cNvCxnSpPr>
          <p:nvPr/>
        </p:nvCxnSpPr>
        <p:spPr>
          <a:xfrm>
            <a:off x="-641913" y="1466251"/>
            <a:ext cx="641913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22E9DD6-51B9-8504-18ED-754DB2A49862}"/>
              </a:ext>
            </a:extLst>
          </p:cNvPr>
          <p:cNvCxnSpPr>
            <a:cxnSpLocks/>
          </p:cNvCxnSpPr>
          <p:nvPr/>
        </p:nvCxnSpPr>
        <p:spPr>
          <a:xfrm>
            <a:off x="-615809" y="1240072"/>
            <a:ext cx="1366267" cy="0"/>
          </a:xfrm>
          <a:prstGeom prst="line">
            <a:avLst/>
          </a:prstGeom>
          <a:ln w="28575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60F7DC1-3B1B-7C9E-C35E-C3D832A8B73C}"/>
              </a:ext>
            </a:extLst>
          </p:cNvPr>
          <p:cNvCxnSpPr>
            <a:cxnSpLocks/>
          </p:cNvCxnSpPr>
          <p:nvPr/>
        </p:nvCxnSpPr>
        <p:spPr>
          <a:xfrm>
            <a:off x="750458" y="1240072"/>
            <a:ext cx="0" cy="473123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7DDB327-802B-830D-B214-17BD368132CC}"/>
              </a:ext>
            </a:extLst>
          </p:cNvPr>
          <p:cNvSpPr/>
          <p:nvPr/>
        </p:nvSpPr>
        <p:spPr>
          <a:xfrm>
            <a:off x="-585826" y="539712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D81D8102-8CC8-793E-E2F6-6B214E14928D}"/>
              </a:ext>
            </a:extLst>
          </p:cNvPr>
          <p:cNvSpPr/>
          <p:nvPr/>
        </p:nvSpPr>
        <p:spPr>
          <a:xfrm>
            <a:off x="305050" y="6090078"/>
            <a:ext cx="1080403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702679D9-DEB1-BA89-800E-961A90060518}"/>
              </a:ext>
            </a:extLst>
          </p:cNvPr>
          <p:cNvSpPr/>
          <p:nvPr/>
        </p:nvSpPr>
        <p:spPr>
          <a:xfrm>
            <a:off x="-801176" y="60850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75704C-FAC0-5E3F-AA4D-36565C7F9B2A}"/>
              </a:ext>
            </a:extLst>
          </p:cNvPr>
          <p:cNvSpPr/>
          <p:nvPr/>
        </p:nvSpPr>
        <p:spPr>
          <a:xfrm>
            <a:off x="128219" y="5671155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2BCDE5A-B244-BC67-F70A-3EFFCF1B8822}"/>
              </a:ext>
            </a:extLst>
          </p:cNvPr>
          <p:cNvCxnSpPr>
            <a:cxnSpLocks/>
          </p:cNvCxnSpPr>
          <p:nvPr/>
        </p:nvCxnSpPr>
        <p:spPr>
          <a:xfrm flipV="1">
            <a:off x="1043716" y="1122363"/>
            <a:ext cx="0" cy="474294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AEED7F8-D5BC-DAE7-B535-2DC56FB254A0}"/>
              </a:ext>
            </a:extLst>
          </p:cNvPr>
          <p:cNvCxnSpPr>
            <a:cxnSpLocks/>
          </p:cNvCxnSpPr>
          <p:nvPr/>
        </p:nvCxnSpPr>
        <p:spPr>
          <a:xfrm>
            <a:off x="-585826" y="1064612"/>
            <a:ext cx="1566738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59D50B4-BD22-1B49-EEA3-2C2778AED187}"/>
              </a:ext>
            </a:extLst>
          </p:cNvPr>
          <p:cNvSpPr/>
          <p:nvPr/>
        </p:nvSpPr>
        <p:spPr>
          <a:xfrm>
            <a:off x="-1832291" y="810909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E89CBD-5685-F45D-7BBF-9978B8A2D956}"/>
              </a:ext>
            </a:extLst>
          </p:cNvPr>
          <p:cNvCxnSpPr>
            <a:cxnSpLocks/>
          </p:cNvCxnSpPr>
          <p:nvPr/>
        </p:nvCxnSpPr>
        <p:spPr>
          <a:xfrm flipV="1">
            <a:off x="-898233" y="528796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E8C8CDB-FB9C-478E-3499-91C091D81D25}"/>
              </a:ext>
            </a:extLst>
          </p:cNvPr>
          <p:cNvCxnSpPr>
            <a:cxnSpLocks/>
          </p:cNvCxnSpPr>
          <p:nvPr/>
        </p:nvCxnSpPr>
        <p:spPr>
          <a:xfrm>
            <a:off x="-779121" y="528796"/>
            <a:ext cx="504400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14131F2-55F4-474A-B131-0508806BA78F}"/>
              </a:ext>
            </a:extLst>
          </p:cNvPr>
          <p:cNvCxnSpPr>
            <a:cxnSpLocks/>
          </p:cNvCxnSpPr>
          <p:nvPr/>
        </p:nvCxnSpPr>
        <p:spPr>
          <a:xfrm>
            <a:off x="4588167" y="447811"/>
            <a:ext cx="0" cy="969963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358C011-86F9-33DE-AD6A-3B401B1AC91B}"/>
              </a:ext>
            </a:extLst>
          </p:cNvPr>
          <p:cNvSpPr/>
          <p:nvPr/>
        </p:nvSpPr>
        <p:spPr>
          <a:xfrm>
            <a:off x="4441435" y="488245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b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6E40A151-544F-779E-12FD-F1A848EDC619}"/>
              </a:ext>
            </a:extLst>
          </p:cNvPr>
          <p:cNvSpPr/>
          <p:nvPr/>
        </p:nvSpPr>
        <p:spPr>
          <a:xfrm>
            <a:off x="4210204" y="1466251"/>
            <a:ext cx="896468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“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4FFB67EF-1103-8D9D-302F-A7C3EAC67192}"/>
              </a:ext>
            </a:extLst>
          </p:cNvPr>
          <p:cNvSpPr/>
          <p:nvPr/>
        </p:nvSpPr>
        <p:spPr>
          <a:xfrm>
            <a:off x="3124551" y="146625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C2E9DC3-3CBA-4409-5081-CD48B03A7DD2}"/>
              </a:ext>
            </a:extLst>
          </p:cNvPr>
          <p:cNvCxnSpPr>
            <a:cxnSpLocks/>
          </p:cNvCxnSpPr>
          <p:nvPr/>
        </p:nvCxnSpPr>
        <p:spPr>
          <a:xfrm>
            <a:off x="4604334" y="2086422"/>
            <a:ext cx="0" cy="731592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D0374846-3895-73D6-3722-878B0611792B}"/>
              </a:ext>
            </a:extLst>
          </p:cNvPr>
          <p:cNvSpPr/>
          <p:nvPr/>
        </p:nvSpPr>
        <p:spPr>
          <a:xfrm>
            <a:off x="3334174" y="214606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50" name="Flowchart: Alternate Process 49">
            <a:extLst>
              <a:ext uri="{FF2B5EF4-FFF2-40B4-BE49-F238E27FC236}">
                <a16:creationId xmlns:a16="http://schemas.microsoft.com/office/drawing/2014/main" id="{60905C27-534F-8D77-2FB8-327BD0EDD19A}"/>
              </a:ext>
            </a:extLst>
          </p:cNvPr>
          <p:cNvSpPr/>
          <p:nvPr/>
        </p:nvSpPr>
        <p:spPr>
          <a:xfrm>
            <a:off x="4042874" y="2877652"/>
            <a:ext cx="1122919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95C35A62-0A18-8CE0-4893-454FBA2FEE48}"/>
              </a:ext>
            </a:extLst>
          </p:cNvPr>
          <p:cNvSpPr/>
          <p:nvPr/>
        </p:nvSpPr>
        <p:spPr>
          <a:xfrm>
            <a:off x="2954430" y="2877652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DE110D1-864D-1B56-1327-EDFB2B172EFC}"/>
              </a:ext>
            </a:extLst>
          </p:cNvPr>
          <p:cNvSpPr/>
          <p:nvPr/>
        </p:nvSpPr>
        <p:spPr>
          <a:xfrm>
            <a:off x="3870363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75D098F-1826-CA95-7ABD-3F754DD1CD3E}"/>
              </a:ext>
            </a:extLst>
          </p:cNvPr>
          <p:cNvCxnSpPr>
            <a:cxnSpLocks/>
          </p:cNvCxnSpPr>
          <p:nvPr/>
        </p:nvCxnSpPr>
        <p:spPr>
          <a:xfrm flipV="1">
            <a:off x="4865258" y="2125287"/>
            <a:ext cx="0" cy="692727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E4D8731-9D0B-140C-4350-49B7B402CEE8}"/>
              </a:ext>
            </a:extLst>
          </p:cNvPr>
          <p:cNvCxnSpPr>
            <a:cxnSpLocks/>
          </p:cNvCxnSpPr>
          <p:nvPr/>
        </p:nvCxnSpPr>
        <p:spPr>
          <a:xfrm>
            <a:off x="5546586" y="1856509"/>
            <a:ext cx="0" cy="2304916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418AD49-AE6D-5667-72E0-66DD340E95C8}"/>
              </a:ext>
            </a:extLst>
          </p:cNvPr>
          <p:cNvCxnSpPr>
            <a:cxnSpLocks/>
          </p:cNvCxnSpPr>
          <p:nvPr/>
        </p:nvCxnSpPr>
        <p:spPr>
          <a:xfrm>
            <a:off x="5177846" y="1856509"/>
            <a:ext cx="3687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A955A29A-4D13-C2F1-A9B5-B1E0108BAD80}"/>
              </a:ext>
            </a:extLst>
          </p:cNvPr>
          <p:cNvSpPr/>
          <p:nvPr/>
        </p:nvSpPr>
        <p:spPr>
          <a:xfrm>
            <a:off x="4238762" y="3531110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271ACCE5-24A8-0CD4-644D-04D380D49087}"/>
              </a:ext>
            </a:extLst>
          </p:cNvPr>
          <p:cNvSpPr/>
          <p:nvPr/>
        </p:nvSpPr>
        <p:spPr>
          <a:xfrm>
            <a:off x="4743899" y="4289053"/>
            <a:ext cx="115401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AABC4C24-4996-1C4C-0EA3-FF201446485B}"/>
              </a:ext>
            </a:extLst>
          </p:cNvPr>
          <p:cNvSpPr/>
          <p:nvPr/>
        </p:nvSpPr>
        <p:spPr>
          <a:xfrm>
            <a:off x="3658246" y="4319989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E905C68-68DC-2D3A-568F-3C5D185D12E6}"/>
              </a:ext>
            </a:extLst>
          </p:cNvPr>
          <p:cNvSpPr/>
          <p:nvPr/>
        </p:nvSpPr>
        <p:spPr>
          <a:xfrm>
            <a:off x="4534010" y="391211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F80EAD4-2BAD-E13B-DEF0-5386C66E9B36}"/>
              </a:ext>
            </a:extLst>
          </p:cNvPr>
          <p:cNvCxnSpPr>
            <a:cxnSpLocks/>
          </p:cNvCxnSpPr>
          <p:nvPr/>
        </p:nvCxnSpPr>
        <p:spPr>
          <a:xfrm flipH="1" flipV="1">
            <a:off x="5763708" y="1634836"/>
            <a:ext cx="4625" cy="25749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1B2DD9E-A00D-7C5D-9296-67C30C4CB89E}"/>
              </a:ext>
            </a:extLst>
          </p:cNvPr>
          <p:cNvCxnSpPr>
            <a:cxnSpLocks/>
          </p:cNvCxnSpPr>
          <p:nvPr/>
        </p:nvCxnSpPr>
        <p:spPr>
          <a:xfrm>
            <a:off x="5223316" y="1634836"/>
            <a:ext cx="54039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0F5A97B-5C63-7E1F-9BD8-FBD3780FDC46}"/>
              </a:ext>
            </a:extLst>
          </p:cNvPr>
          <p:cNvCxnSpPr>
            <a:cxnSpLocks/>
          </p:cNvCxnSpPr>
          <p:nvPr/>
        </p:nvCxnSpPr>
        <p:spPr>
          <a:xfrm>
            <a:off x="5223316" y="1466250"/>
            <a:ext cx="8726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D475164-D5A3-AA23-454B-8DE04BB0FB2F}"/>
              </a:ext>
            </a:extLst>
          </p:cNvPr>
          <p:cNvCxnSpPr>
            <a:cxnSpLocks/>
          </p:cNvCxnSpPr>
          <p:nvPr/>
        </p:nvCxnSpPr>
        <p:spPr>
          <a:xfrm>
            <a:off x="6114622" y="1466250"/>
            <a:ext cx="0" cy="4269387"/>
          </a:xfrm>
          <a:prstGeom prst="line">
            <a:avLst/>
          </a:prstGeom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285087B0-5738-0EB3-4EE5-F4F43EECC59E}"/>
              </a:ext>
            </a:extLst>
          </p:cNvPr>
          <p:cNvSpPr/>
          <p:nvPr/>
        </p:nvSpPr>
        <p:spPr>
          <a:xfrm>
            <a:off x="4787405" y="4973787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67" name="Flowchart: Alternate Process 66">
            <a:extLst>
              <a:ext uri="{FF2B5EF4-FFF2-40B4-BE49-F238E27FC236}">
                <a16:creationId xmlns:a16="http://schemas.microsoft.com/office/drawing/2014/main" id="{89A63DB0-AFA1-DB96-AF90-CE04065D9CA7}"/>
              </a:ext>
            </a:extLst>
          </p:cNvPr>
          <p:cNvSpPr/>
          <p:nvPr/>
        </p:nvSpPr>
        <p:spPr>
          <a:xfrm>
            <a:off x="5524763" y="5802423"/>
            <a:ext cx="1075624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68" name="Flowchart: Alternate Process 67">
            <a:extLst>
              <a:ext uri="{FF2B5EF4-FFF2-40B4-BE49-F238E27FC236}">
                <a16:creationId xmlns:a16="http://schemas.microsoft.com/office/drawing/2014/main" id="{26748171-9B7C-C59F-E8C2-059BA8EDF52B}"/>
              </a:ext>
            </a:extLst>
          </p:cNvPr>
          <p:cNvSpPr/>
          <p:nvPr/>
        </p:nvSpPr>
        <p:spPr>
          <a:xfrm>
            <a:off x="4451432" y="5802423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7872552-512A-1D33-C05C-801D62FC5EE0}"/>
              </a:ext>
            </a:extLst>
          </p:cNvPr>
          <p:cNvSpPr/>
          <p:nvPr/>
        </p:nvSpPr>
        <p:spPr>
          <a:xfrm>
            <a:off x="5366225" y="540873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758A082-5511-A271-00CC-35AB006ADA29}"/>
              </a:ext>
            </a:extLst>
          </p:cNvPr>
          <p:cNvCxnSpPr>
            <a:cxnSpLocks/>
          </p:cNvCxnSpPr>
          <p:nvPr/>
        </p:nvCxnSpPr>
        <p:spPr>
          <a:xfrm flipH="1" flipV="1">
            <a:off x="6312351" y="1287962"/>
            <a:ext cx="25477" cy="437852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99743BF-AE78-B717-C812-F8F6AD8AB588}"/>
              </a:ext>
            </a:extLst>
          </p:cNvPr>
          <p:cNvCxnSpPr>
            <a:cxnSpLocks/>
          </p:cNvCxnSpPr>
          <p:nvPr/>
        </p:nvCxnSpPr>
        <p:spPr>
          <a:xfrm flipV="1">
            <a:off x="5203981" y="1266381"/>
            <a:ext cx="1108370" cy="2158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99567734-53B8-AD04-5BBA-BA9CDFEF9899}"/>
              </a:ext>
            </a:extLst>
          </p:cNvPr>
          <p:cNvSpPr/>
          <p:nvPr/>
        </p:nvSpPr>
        <p:spPr>
          <a:xfrm>
            <a:off x="4035510" y="1039852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2DE9526-9DD2-1835-D8B1-880C3C098B1E}"/>
              </a:ext>
            </a:extLst>
          </p:cNvPr>
          <p:cNvCxnSpPr>
            <a:cxnSpLocks/>
          </p:cNvCxnSpPr>
          <p:nvPr/>
        </p:nvCxnSpPr>
        <p:spPr>
          <a:xfrm flipV="1">
            <a:off x="4865258" y="775990"/>
            <a:ext cx="0" cy="535816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9C62898-798F-5DC7-CD1A-B713B2B377C2}"/>
              </a:ext>
            </a:extLst>
          </p:cNvPr>
          <p:cNvCxnSpPr>
            <a:cxnSpLocks/>
          </p:cNvCxnSpPr>
          <p:nvPr/>
        </p:nvCxnSpPr>
        <p:spPr>
          <a:xfrm>
            <a:off x="9324109" y="515086"/>
            <a:ext cx="0" cy="969963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062376C-D633-7097-EC21-E0815E61DE26}"/>
              </a:ext>
            </a:extLst>
          </p:cNvPr>
          <p:cNvCxnSpPr>
            <a:cxnSpLocks/>
          </p:cNvCxnSpPr>
          <p:nvPr/>
        </p:nvCxnSpPr>
        <p:spPr>
          <a:xfrm flipV="1">
            <a:off x="6566555" y="510224"/>
            <a:ext cx="2757554" cy="2098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A652778F-0B6B-137F-6A0C-F26A611750B9}"/>
              </a:ext>
            </a:extLst>
          </p:cNvPr>
          <p:cNvSpPr/>
          <p:nvPr/>
        </p:nvSpPr>
        <p:spPr>
          <a:xfrm>
            <a:off x="8042617" y="651494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c</a:t>
            </a:r>
          </a:p>
        </p:txBody>
      </p:sp>
      <p:sp>
        <p:nvSpPr>
          <p:cNvPr id="72" name="Flowchart: Alternate Process 71">
            <a:extLst>
              <a:ext uri="{FF2B5EF4-FFF2-40B4-BE49-F238E27FC236}">
                <a16:creationId xmlns:a16="http://schemas.microsoft.com/office/drawing/2014/main" id="{86AF0301-1BCE-C93D-8BD4-055F201145CA}"/>
              </a:ext>
            </a:extLst>
          </p:cNvPr>
          <p:cNvSpPr/>
          <p:nvPr/>
        </p:nvSpPr>
        <p:spPr>
          <a:xfrm>
            <a:off x="9060034" y="1531409"/>
            <a:ext cx="890815" cy="506627"/>
          </a:xfrm>
          <a:prstGeom prst="flowChartAlternateProces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 “</a:t>
            </a:r>
          </a:p>
        </p:txBody>
      </p:sp>
      <p:sp>
        <p:nvSpPr>
          <p:cNvPr id="73" name="Flowchart: Alternate Process 72">
            <a:extLst>
              <a:ext uri="{FF2B5EF4-FFF2-40B4-BE49-F238E27FC236}">
                <a16:creationId xmlns:a16="http://schemas.microsoft.com/office/drawing/2014/main" id="{CB987A27-843F-C63F-F735-417EEA4D7239}"/>
              </a:ext>
            </a:extLst>
          </p:cNvPr>
          <p:cNvSpPr/>
          <p:nvPr/>
        </p:nvSpPr>
        <p:spPr>
          <a:xfrm>
            <a:off x="7960087" y="1517554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66BDCD3-BED1-4A26-8A60-D8A772F5A8E1}"/>
              </a:ext>
            </a:extLst>
          </p:cNvPr>
          <p:cNvCxnSpPr>
            <a:cxnSpLocks/>
          </p:cNvCxnSpPr>
          <p:nvPr/>
        </p:nvCxnSpPr>
        <p:spPr>
          <a:xfrm flipH="1">
            <a:off x="9324109" y="2146060"/>
            <a:ext cx="13854" cy="671954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979A6612-D7A1-0A55-2B25-9AC1282E1E04}"/>
              </a:ext>
            </a:extLst>
          </p:cNvPr>
          <p:cNvSpPr/>
          <p:nvPr/>
        </p:nvSpPr>
        <p:spPr>
          <a:xfrm>
            <a:off x="8081023" y="2159341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d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C2B066A3-B534-C068-2234-438A13153E8E}"/>
              </a:ext>
            </a:extLst>
          </p:cNvPr>
          <p:cNvSpPr/>
          <p:nvPr/>
        </p:nvSpPr>
        <p:spPr>
          <a:xfrm>
            <a:off x="9060033" y="2876987"/>
            <a:ext cx="1077175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E1FE997E-7EF0-A218-D790-CA4669751D20}"/>
              </a:ext>
            </a:extLst>
          </p:cNvPr>
          <p:cNvSpPr/>
          <p:nvPr/>
        </p:nvSpPr>
        <p:spPr>
          <a:xfrm>
            <a:off x="7974380" y="2893231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43C7A90-AB9C-1194-54B1-42E27B201F10}"/>
              </a:ext>
            </a:extLst>
          </p:cNvPr>
          <p:cNvSpPr/>
          <p:nvPr/>
        </p:nvSpPr>
        <p:spPr>
          <a:xfrm>
            <a:off x="8886222" y="2509971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F98CBF3-472C-B010-DAB7-573413DBF51B}"/>
              </a:ext>
            </a:extLst>
          </p:cNvPr>
          <p:cNvCxnSpPr>
            <a:cxnSpLocks/>
          </p:cNvCxnSpPr>
          <p:nvPr/>
        </p:nvCxnSpPr>
        <p:spPr>
          <a:xfrm flipV="1">
            <a:off x="9617368" y="2203203"/>
            <a:ext cx="0" cy="52844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5725452-949B-9CFD-5AEE-56835B3F7FE9}"/>
              </a:ext>
            </a:extLst>
          </p:cNvPr>
          <p:cNvCxnSpPr>
            <a:cxnSpLocks/>
          </p:cNvCxnSpPr>
          <p:nvPr/>
        </p:nvCxnSpPr>
        <p:spPr>
          <a:xfrm>
            <a:off x="10464949" y="1856509"/>
            <a:ext cx="0" cy="230491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1D6B114-DA3D-AFBA-C035-3E408DCB1AD2}"/>
              </a:ext>
            </a:extLst>
          </p:cNvPr>
          <p:cNvCxnSpPr>
            <a:cxnSpLocks/>
          </p:cNvCxnSpPr>
          <p:nvPr/>
        </p:nvCxnSpPr>
        <p:spPr>
          <a:xfrm>
            <a:off x="10096209" y="1856509"/>
            <a:ext cx="36874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C7F760AD-F191-B6F7-1600-A457179E98B0}"/>
              </a:ext>
            </a:extLst>
          </p:cNvPr>
          <p:cNvSpPr/>
          <p:nvPr/>
        </p:nvSpPr>
        <p:spPr>
          <a:xfrm>
            <a:off x="9166661" y="3573696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e</a:t>
            </a:r>
          </a:p>
        </p:txBody>
      </p:sp>
      <p:sp>
        <p:nvSpPr>
          <p:cNvPr id="85" name="Flowchart: Alternate Process 84">
            <a:extLst>
              <a:ext uri="{FF2B5EF4-FFF2-40B4-BE49-F238E27FC236}">
                <a16:creationId xmlns:a16="http://schemas.microsoft.com/office/drawing/2014/main" id="{FD2FF8E5-D61C-0D40-F89C-5E6DA6EEC56B}"/>
              </a:ext>
            </a:extLst>
          </p:cNvPr>
          <p:cNvSpPr/>
          <p:nvPr/>
        </p:nvSpPr>
        <p:spPr>
          <a:xfrm>
            <a:off x="9950849" y="4230906"/>
            <a:ext cx="1063440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e “</a:t>
            </a:r>
          </a:p>
        </p:txBody>
      </p:sp>
      <p:sp>
        <p:nvSpPr>
          <p:cNvPr id="86" name="Flowchart: Alternate Process 85">
            <a:extLst>
              <a:ext uri="{FF2B5EF4-FFF2-40B4-BE49-F238E27FC236}">
                <a16:creationId xmlns:a16="http://schemas.microsoft.com/office/drawing/2014/main" id="{DBBE8B2F-4A52-49A5-F5A5-854379F88D5E}"/>
              </a:ext>
            </a:extLst>
          </p:cNvPr>
          <p:cNvSpPr/>
          <p:nvPr/>
        </p:nvSpPr>
        <p:spPr>
          <a:xfrm>
            <a:off x="8837822" y="4237347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87B16D4-D580-9F27-AE52-AD16224D8419}"/>
              </a:ext>
            </a:extLst>
          </p:cNvPr>
          <p:cNvSpPr/>
          <p:nvPr/>
        </p:nvSpPr>
        <p:spPr>
          <a:xfrm>
            <a:off x="9736940" y="383344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E647E0C-1152-54E8-B6D3-0FDD07B1D5B9}"/>
              </a:ext>
            </a:extLst>
          </p:cNvPr>
          <p:cNvCxnSpPr>
            <a:cxnSpLocks/>
          </p:cNvCxnSpPr>
          <p:nvPr/>
        </p:nvCxnSpPr>
        <p:spPr>
          <a:xfrm flipV="1">
            <a:off x="10663573" y="1746699"/>
            <a:ext cx="0" cy="2312852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9C22EF-6A0E-9A54-3B71-C501710EC668}"/>
              </a:ext>
            </a:extLst>
          </p:cNvPr>
          <p:cNvCxnSpPr>
            <a:cxnSpLocks/>
          </p:cNvCxnSpPr>
          <p:nvPr/>
        </p:nvCxnSpPr>
        <p:spPr>
          <a:xfrm>
            <a:off x="10137208" y="1661636"/>
            <a:ext cx="590842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6604B44-BBFA-F16D-6377-823B9504AF01}"/>
              </a:ext>
            </a:extLst>
          </p:cNvPr>
          <p:cNvCxnSpPr>
            <a:cxnSpLocks/>
          </p:cNvCxnSpPr>
          <p:nvPr/>
        </p:nvCxnSpPr>
        <p:spPr>
          <a:xfrm>
            <a:off x="10095085" y="1466250"/>
            <a:ext cx="118663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F6FC6E2-4B33-E9A6-CB8A-DCF39F6D71EF}"/>
              </a:ext>
            </a:extLst>
          </p:cNvPr>
          <p:cNvCxnSpPr>
            <a:cxnSpLocks/>
          </p:cNvCxnSpPr>
          <p:nvPr/>
        </p:nvCxnSpPr>
        <p:spPr>
          <a:xfrm>
            <a:off x="11296970" y="1460182"/>
            <a:ext cx="0" cy="4141855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88317AD4-F4B5-E968-AF22-C059C65D4551}"/>
              </a:ext>
            </a:extLst>
          </p:cNvPr>
          <p:cNvSpPr/>
          <p:nvPr/>
        </p:nvSpPr>
        <p:spPr>
          <a:xfrm>
            <a:off x="10026061" y="4876538"/>
            <a:ext cx="1409725" cy="194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Print - f</a:t>
            </a:r>
          </a:p>
        </p:txBody>
      </p:sp>
      <p:sp>
        <p:nvSpPr>
          <p:cNvPr id="91" name="Flowchart: Alternate Process 90">
            <a:extLst>
              <a:ext uri="{FF2B5EF4-FFF2-40B4-BE49-F238E27FC236}">
                <a16:creationId xmlns:a16="http://schemas.microsoft.com/office/drawing/2014/main" id="{AF05AD9C-F4D4-1791-76E1-1FB0A43D81E0}"/>
              </a:ext>
            </a:extLst>
          </p:cNvPr>
          <p:cNvSpPr/>
          <p:nvPr/>
        </p:nvSpPr>
        <p:spPr>
          <a:xfrm>
            <a:off x="10740120" y="5666483"/>
            <a:ext cx="1050147" cy="506627"/>
          </a:xfrm>
          <a:prstGeom prst="flowChartAlternateProcess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f “</a:t>
            </a:r>
          </a:p>
        </p:txBody>
      </p:sp>
      <p:sp>
        <p:nvSpPr>
          <p:cNvPr id="93" name="Flowchart: Alternate Process 92">
            <a:extLst>
              <a:ext uri="{FF2B5EF4-FFF2-40B4-BE49-F238E27FC236}">
                <a16:creationId xmlns:a16="http://schemas.microsoft.com/office/drawing/2014/main" id="{AF29F4A4-53C7-55D8-A091-3716C7301AEE}"/>
              </a:ext>
            </a:extLst>
          </p:cNvPr>
          <p:cNvSpPr/>
          <p:nvPr/>
        </p:nvSpPr>
        <p:spPr>
          <a:xfrm>
            <a:off x="9651707" y="5694090"/>
            <a:ext cx="108565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2     3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2300162-0B41-2E38-982F-EF51D4181FE9}"/>
              </a:ext>
            </a:extLst>
          </p:cNvPr>
          <p:cNvSpPr/>
          <p:nvPr/>
        </p:nvSpPr>
        <p:spPr>
          <a:xfrm>
            <a:off x="10548987" y="5228000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2827A76-B494-D276-EFD7-384C85CD02A9}"/>
              </a:ext>
            </a:extLst>
          </p:cNvPr>
          <p:cNvCxnSpPr>
            <a:cxnSpLocks/>
          </p:cNvCxnSpPr>
          <p:nvPr/>
        </p:nvCxnSpPr>
        <p:spPr>
          <a:xfrm flipV="1">
            <a:off x="11514008" y="1311806"/>
            <a:ext cx="0" cy="4279813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74BD81F-F72A-9DCF-3BC7-B75B4139E7AE}"/>
              </a:ext>
            </a:extLst>
          </p:cNvPr>
          <p:cNvCxnSpPr>
            <a:cxnSpLocks/>
          </p:cNvCxnSpPr>
          <p:nvPr/>
        </p:nvCxnSpPr>
        <p:spPr>
          <a:xfrm>
            <a:off x="10002893" y="1240072"/>
            <a:ext cx="1491300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6C84F1D4-BB53-85BD-26B8-61D4705E7673}"/>
              </a:ext>
            </a:extLst>
          </p:cNvPr>
          <p:cNvSpPr/>
          <p:nvPr/>
        </p:nvSpPr>
        <p:spPr>
          <a:xfrm>
            <a:off x="8913647" y="1117007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279EDE6-1CE0-4CC6-BDA6-FE7AC662F31D}"/>
              </a:ext>
            </a:extLst>
          </p:cNvPr>
          <p:cNvCxnSpPr>
            <a:cxnSpLocks/>
          </p:cNvCxnSpPr>
          <p:nvPr/>
        </p:nvCxnSpPr>
        <p:spPr>
          <a:xfrm>
            <a:off x="6654523" y="703615"/>
            <a:ext cx="1491300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52743DEC-F1EB-C5CC-67A7-A995F5A2F0EE}"/>
              </a:ext>
            </a:extLst>
          </p:cNvPr>
          <p:cNvSpPr/>
          <p:nvPr/>
        </p:nvSpPr>
        <p:spPr>
          <a:xfrm>
            <a:off x="5497578" y="-656866"/>
            <a:ext cx="312516" cy="361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6BD1AC-D93C-0911-F2F8-01FC5A85B026}"/>
              </a:ext>
            </a:extLst>
          </p:cNvPr>
          <p:cNvSpPr txBox="1"/>
          <p:nvPr/>
        </p:nvSpPr>
        <p:spPr>
          <a:xfrm>
            <a:off x="-2113005" y="6858000"/>
            <a:ext cx="2016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Out Put  : </a:t>
            </a:r>
          </a:p>
        </p:txBody>
      </p:sp>
      <p:sp>
        <p:nvSpPr>
          <p:cNvPr id="100" name="Flowchart: Alternate Process 99">
            <a:extLst>
              <a:ext uri="{FF2B5EF4-FFF2-40B4-BE49-F238E27FC236}">
                <a16:creationId xmlns:a16="http://schemas.microsoft.com/office/drawing/2014/main" id="{4568FBCB-9C95-2049-219B-A35E755D1894}"/>
              </a:ext>
            </a:extLst>
          </p:cNvPr>
          <p:cNvSpPr/>
          <p:nvPr/>
        </p:nvSpPr>
        <p:spPr>
          <a:xfrm>
            <a:off x="-247069" y="6831788"/>
            <a:ext cx="1080399" cy="506627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d “</a:t>
            </a:r>
          </a:p>
        </p:txBody>
      </p:sp>
      <p:sp>
        <p:nvSpPr>
          <p:cNvPr id="101" name="Flowchart: Alternate Process 100">
            <a:extLst>
              <a:ext uri="{FF2B5EF4-FFF2-40B4-BE49-F238E27FC236}">
                <a16:creationId xmlns:a16="http://schemas.microsoft.com/office/drawing/2014/main" id="{6CD80C0D-719B-AF59-D90D-6E3AD92D3B83}"/>
              </a:ext>
            </a:extLst>
          </p:cNvPr>
          <p:cNvSpPr/>
          <p:nvPr/>
        </p:nvSpPr>
        <p:spPr>
          <a:xfrm>
            <a:off x="986279" y="6841850"/>
            <a:ext cx="1150581" cy="506627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e “</a:t>
            </a:r>
          </a:p>
        </p:txBody>
      </p:sp>
      <p:sp>
        <p:nvSpPr>
          <p:cNvPr id="102" name="Flowchart: Alternate Process 101">
            <a:extLst>
              <a:ext uri="{FF2B5EF4-FFF2-40B4-BE49-F238E27FC236}">
                <a16:creationId xmlns:a16="http://schemas.microsoft.com/office/drawing/2014/main" id="{065E5377-DA7F-E59D-7F0A-58FCC5A6692D}"/>
              </a:ext>
            </a:extLst>
          </p:cNvPr>
          <p:cNvSpPr/>
          <p:nvPr/>
        </p:nvSpPr>
        <p:spPr>
          <a:xfrm>
            <a:off x="2292338" y="6858000"/>
            <a:ext cx="1080403" cy="506627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a f “</a:t>
            </a:r>
          </a:p>
        </p:txBody>
      </p:sp>
      <p:sp>
        <p:nvSpPr>
          <p:cNvPr id="103" name="Flowchart: Alternate Process 102">
            <a:extLst>
              <a:ext uri="{FF2B5EF4-FFF2-40B4-BE49-F238E27FC236}">
                <a16:creationId xmlns:a16="http://schemas.microsoft.com/office/drawing/2014/main" id="{DA1CEA87-30CD-2F3F-6B6E-64EF50C92E0D}"/>
              </a:ext>
            </a:extLst>
          </p:cNvPr>
          <p:cNvSpPr/>
          <p:nvPr/>
        </p:nvSpPr>
        <p:spPr>
          <a:xfrm>
            <a:off x="3503142" y="6845850"/>
            <a:ext cx="1122919" cy="506627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d “</a:t>
            </a:r>
          </a:p>
        </p:txBody>
      </p:sp>
      <p:sp>
        <p:nvSpPr>
          <p:cNvPr id="104" name="Flowchart: Alternate Process 103">
            <a:extLst>
              <a:ext uri="{FF2B5EF4-FFF2-40B4-BE49-F238E27FC236}">
                <a16:creationId xmlns:a16="http://schemas.microsoft.com/office/drawing/2014/main" id="{6A234716-5BE9-6CE0-5775-6F46658058A3}"/>
              </a:ext>
            </a:extLst>
          </p:cNvPr>
          <p:cNvSpPr/>
          <p:nvPr/>
        </p:nvSpPr>
        <p:spPr>
          <a:xfrm>
            <a:off x="4743899" y="6839130"/>
            <a:ext cx="1154015" cy="506627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e “</a:t>
            </a:r>
          </a:p>
        </p:txBody>
      </p:sp>
      <p:sp>
        <p:nvSpPr>
          <p:cNvPr id="105" name="Flowchart: Alternate Process 104">
            <a:extLst>
              <a:ext uri="{FF2B5EF4-FFF2-40B4-BE49-F238E27FC236}">
                <a16:creationId xmlns:a16="http://schemas.microsoft.com/office/drawing/2014/main" id="{E5ACA013-F0B8-04A3-3C14-44AF35839662}"/>
              </a:ext>
            </a:extLst>
          </p:cNvPr>
          <p:cNvSpPr/>
          <p:nvPr/>
        </p:nvSpPr>
        <p:spPr>
          <a:xfrm>
            <a:off x="6028743" y="6858000"/>
            <a:ext cx="1075624" cy="506627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b f “</a:t>
            </a:r>
          </a:p>
        </p:txBody>
      </p:sp>
      <p:sp>
        <p:nvSpPr>
          <p:cNvPr id="106" name="Flowchart: Alternate Process 105">
            <a:extLst>
              <a:ext uri="{FF2B5EF4-FFF2-40B4-BE49-F238E27FC236}">
                <a16:creationId xmlns:a16="http://schemas.microsoft.com/office/drawing/2014/main" id="{649F637B-F54C-6CC8-615F-579A48C67DBD}"/>
              </a:ext>
            </a:extLst>
          </p:cNvPr>
          <p:cNvSpPr/>
          <p:nvPr/>
        </p:nvSpPr>
        <p:spPr>
          <a:xfrm>
            <a:off x="7210639" y="6844987"/>
            <a:ext cx="1077175" cy="506627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d “</a:t>
            </a:r>
          </a:p>
        </p:txBody>
      </p:sp>
      <p:sp>
        <p:nvSpPr>
          <p:cNvPr id="107" name="Flowchart: Alternate Process 106">
            <a:extLst>
              <a:ext uri="{FF2B5EF4-FFF2-40B4-BE49-F238E27FC236}">
                <a16:creationId xmlns:a16="http://schemas.microsoft.com/office/drawing/2014/main" id="{29838F88-F1CB-93B5-B7F1-3698EC0E843D}"/>
              </a:ext>
            </a:extLst>
          </p:cNvPr>
          <p:cNvSpPr/>
          <p:nvPr/>
        </p:nvSpPr>
        <p:spPr>
          <a:xfrm>
            <a:off x="8405950" y="6850964"/>
            <a:ext cx="1063440" cy="506627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e “</a:t>
            </a:r>
          </a:p>
        </p:txBody>
      </p:sp>
      <p:sp>
        <p:nvSpPr>
          <p:cNvPr id="108" name="Flowchart: Alternate Process 107">
            <a:extLst>
              <a:ext uri="{FF2B5EF4-FFF2-40B4-BE49-F238E27FC236}">
                <a16:creationId xmlns:a16="http://schemas.microsoft.com/office/drawing/2014/main" id="{FB1C6AC4-A9E1-4DA0-2555-68282B316218}"/>
              </a:ext>
            </a:extLst>
          </p:cNvPr>
          <p:cNvSpPr/>
          <p:nvPr/>
        </p:nvSpPr>
        <p:spPr>
          <a:xfrm>
            <a:off x="9598620" y="6858000"/>
            <a:ext cx="1050147" cy="506627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“ c f “</a:t>
            </a:r>
          </a:p>
        </p:txBody>
      </p:sp>
    </p:spTree>
    <p:extLst>
      <p:ext uri="{BB962C8B-B14F-4D97-AF65-F5344CB8AC3E}">
        <p14:creationId xmlns:p14="http://schemas.microsoft.com/office/powerpoint/2010/main" val="3581002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5077</Words>
  <Application>Microsoft Office PowerPoint</Application>
  <PresentationFormat>Widescreen</PresentationFormat>
  <Paragraphs>1937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2025-11-11T12:11:51Z</dcterms:created>
  <dcterms:modified xsi:type="dcterms:W3CDTF">2025-11-12T10:30:33Z</dcterms:modified>
</cp:coreProperties>
</file>