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7" r:id="rId11"/>
    <p:sldId id="268" r:id="rId12"/>
    <p:sldId id="269" r:id="rId13"/>
    <p:sldId id="270" r:id="rId14"/>
    <p:sldId id="271" r:id="rId15"/>
    <p:sldId id="274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1" r:id="rId54"/>
    <p:sldId id="310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8EE47-FB77-4889-86F3-40DE0159B98A}" v="215" dt="2025-10-29T09:47:50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>
        <p:scale>
          <a:sx n="60" d="100"/>
          <a:sy n="60" d="100"/>
        </p:scale>
        <p:origin x="156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redo custSel addSld delSld modSld sldOrd">
      <pc:chgData name="UBAID QURESHI" userId="dd4ae95d8f7c04fe" providerId="LiveId" clId="{AF920071-46B6-4E4C-A6D8-3E93B456AF12}" dt="2025-10-29T09:48:34.027" v="1506" actId="208"/>
      <pc:docMkLst>
        <pc:docMk/>
      </pc:docMkLst>
      <pc:sldChg chg="modSp mod">
        <pc:chgData name="UBAID QURESHI" userId="dd4ae95d8f7c04fe" providerId="LiveId" clId="{AF920071-46B6-4E4C-A6D8-3E93B456AF12}" dt="2025-10-29T03:23:54.431" v="13" actId="1076"/>
        <pc:sldMkLst>
          <pc:docMk/>
          <pc:sldMk cId="1988094245" sldId="257"/>
        </pc:sldMkLst>
        <pc:spChg chg="mod">
          <ac:chgData name="UBAID QURESHI" userId="dd4ae95d8f7c04fe" providerId="LiveId" clId="{AF920071-46B6-4E4C-A6D8-3E93B456AF12}" dt="2025-10-29T03:23:54.431" v="13" actId="1076"/>
          <ac:spMkLst>
            <pc:docMk/>
            <pc:sldMk cId="1988094245" sldId="257"/>
            <ac:spMk id="2" creationId="{4A9E710A-9124-93C5-534B-B251DBB522E3}"/>
          </ac:spMkLst>
        </pc:spChg>
      </pc:sldChg>
      <pc:sldChg chg="addSp delSp modSp mod">
        <pc:chgData name="UBAID QURESHI" userId="dd4ae95d8f7c04fe" providerId="LiveId" clId="{AF920071-46B6-4E4C-A6D8-3E93B456AF12}" dt="2025-10-29T04:00:05.691" v="95" actId="1076"/>
        <pc:sldMkLst>
          <pc:docMk/>
          <pc:sldMk cId="2701535539" sldId="258"/>
        </pc:sldMkLst>
        <pc:spChg chg="add mod">
          <ac:chgData name="UBAID QURESHI" userId="dd4ae95d8f7c04fe" providerId="LiveId" clId="{AF920071-46B6-4E4C-A6D8-3E93B456AF12}" dt="2025-10-29T04:00:05.691" v="95" actId="1076"/>
          <ac:spMkLst>
            <pc:docMk/>
            <pc:sldMk cId="2701535539" sldId="258"/>
            <ac:spMk id="5" creationId="{AC817878-C7BB-DA7D-C628-18479488D1C7}"/>
          </ac:spMkLst>
        </pc:spChg>
        <pc:spChg chg="del">
          <ac:chgData name="UBAID QURESHI" userId="dd4ae95d8f7c04fe" providerId="LiveId" clId="{AF920071-46B6-4E4C-A6D8-3E93B456AF12}" dt="2025-10-29T03:45:22.198" v="14" actId="478"/>
          <ac:spMkLst>
            <pc:docMk/>
            <pc:sldMk cId="2701535539" sldId="258"/>
            <ac:spMk id="6" creationId="{A3D8ED23-6E56-FD70-A25A-A07BD6303CAE}"/>
          </ac:spMkLst>
        </pc:spChg>
      </pc:sldChg>
      <pc:sldChg chg="addSp modSp add mod">
        <pc:chgData name="UBAID QURESHI" userId="dd4ae95d8f7c04fe" providerId="LiveId" clId="{AF920071-46B6-4E4C-A6D8-3E93B456AF12}" dt="2025-10-29T04:06:38.123" v="275" actId="255"/>
        <pc:sldMkLst>
          <pc:docMk/>
          <pc:sldMk cId="422482474" sldId="259"/>
        </pc:sldMkLst>
        <pc:spChg chg="add mod">
          <ac:chgData name="UBAID QURESHI" userId="dd4ae95d8f7c04fe" providerId="LiveId" clId="{AF920071-46B6-4E4C-A6D8-3E93B456AF12}" dt="2025-10-29T04:01:28.469" v="106" actId="1076"/>
          <ac:spMkLst>
            <pc:docMk/>
            <pc:sldMk cId="422482474" sldId="259"/>
            <ac:spMk id="6" creationId="{3515C8F3-58AD-E9B2-8223-F7B9F4EFCCD1}"/>
          </ac:spMkLst>
        </pc:spChg>
        <pc:spChg chg="add mod">
          <ac:chgData name="UBAID QURESHI" userId="dd4ae95d8f7c04fe" providerId="LiveId" clId="{AF920071-46B6-4E4C-A6D8-3E93B456AF12}" dt="2025-10-29T04:03:49.083" v="230" actId="113"/>
          <ac:spMkLst>
            <pc:docMk/>
            <pc:sldMk cId="422482474" sldId="259"/>
            <ac:spMk id="8" creationId="{2D1DEA3B-77CD-6991-EA3E-362DEA0A6AA4}"/>
          </ac:spMkLst>
        </pc:spChg>
        <pc:spChg chg="add mod">
          <ac:chgData name="UBAID QURESHI" userId="dd4ae95d8f7c04fe" providerId="LiveId" clId="{AF920071-46B6-4E4C-A6D8-3E93B456AF12}" dt="2025-10-29T04:05:10.802" v="257" actId="1076"/>
          <ac:spMkLst>
            <pc:docMk/>
            <pc:sldMk cId="422482474" sldId="259"/>
            <ac:spMk id="9" creationId="{2F03AE2F-DF91-FD95-5153-41DD1B8AC849}"/>
          </ac:spMkLst>
        </pc:spChg>
        <pc:graphicFrameChg chg="add mod modGraphic">
          <ac:chgData name="UBAID QURESHI" userId="dd4ae95d8f7c04fe" providerId="LiveId" clId="{AF920071-46B6-4E4C-A6D8-3E93B456AF12}" dt="2025-10-29T04:06:38.123" v="275" actId="255"/>
          <ac:graphicFrameMkLst>
            <pc:docMk/>
            <pc:sldMk cId="422482474" sldId="259"/>
            <ac:graphicFrameMk id="7" creationId="{55D18FFD-9FF8-C807-238D-2CE91858DC8E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4:08:16.122" v="281" actId="1076"/>
        <pc:sldMkLst>
          <pc:docMk/>
          <pc:sldMk cId="2861300088" sldId="260"/>
        </pc:sldMkLst>
        <pc:spChg chg="add mod">
          <ac:chgData name="UBAID QURESHI" userId="dd4ae95d8f7c04fe" providerId="LiveId" clId="{AF920071-46B6-4E4C-A6D8-3E93B456AF12}" dt="2025-10-29T04:08:16.122" v="281" actId="1076"/>
          <ac:spMkLst>
            <pc:docMk/>
            <pc:sldMk cId="2861300088" sldId="260"/>
            <ac:spMk id="11" creationId="{36CBFDF8-EBF3-CDAC-71EE-688CAFED9C24}"/>
          </ac:spMkLst>
        </pc:spChg>
      </pc:sldChg>
      <pc:sldChg chg="addSp delSp modSp add mod">
        <pc:chgData name="UBAID QURESHI" userId="dd4ae95d8f7c04fe" providerId="LiveId" clId="{AF920071-46B6-4E4C-A6D8-3E93B456AF12}" dt="2025-10-29T08:42:10.016" v="1216" actId="207"/>
        <pc:sldMkLst>
          <pc:docMk/>
          <pc:sldMk cId="3301634477" sldId="261"/>
        </pc:sldMkLst>
        <pc:spChg chg="add mod">
          <ac:chgData name="UBAID QURESHI" userId="dd4ae95d8f7c04fe" providerId="LiveId" clId="{AF920071-46B6-4E4C-A6D8-3E93B456AF12}" dt="2025-10-29T04:10:19.335" v="298" actId="1076"/>
          <ac:spMkLst>
            <pc:docMk/>
            <pc:sldMk cId="3301634477" sldId="261"/>
            <ac:spMk id="10" creationId="{7CCAE2D9-8E4E-632D-86D5-6A18E220B2E2}"/>
          </ac:spMkLst>
        </pc:spChg>
        <pc:spChg chg="add mod">
          <ac:chgData name="UBAID QURESHI" userId="dd4ae95d8f7c04fe" providerId="LiveId" clId="{AF920071-46B6-4E4C-A6D8-3E93B456AF12}" dt="2025-10-29T04:10:14.152" v="297" actId="1076"/>
          <ac:spMkLst>
            <pc:docMk/>
            <pc:sldMk cId="3301634477" sldId="261"/>
            <ac:spMk id="12" creationId="{9509C926-B9EB-51ED-C4BB-26B9BAF96358}"/>
          </ac:spMkLst>
        </pc:spChg>
        <pc:spChg chg="add del mod">
          <ac:chgData name="UBAID QURESHI" userId="dd4ae95d8f7c04fe" providerId="LiveId" clId="{AF920071-46B6-4E4C-A6D8-3E93B456AF12}" dt="2025-10-29T04:13:47.880" v="316" actId="478"/>
          <ac:spMkLst>
            <pc:docMk/>
            <pc:sldMk cId="3301634477" sldId="261"/>
            <ac:spMk id="13" creationId="{E48FBBF9-7A90-4D8E-DCF0-B539FB19821F}"/>
          </ac:spMkLst>
        </pc:spChg>
        <pc:graphicFrameChg chg="modGraphic">
          <ac:chgData name="UBAID QURESHI" userId="dd4ae95d8f7c04fe" providerId="LiveId" clId="{AF920071-46B6-4E4C-A6D8-3E93B456AF12}" dt="2025-10-29T08:42:10.016" v="1216" actId="207"/>
          <ac:graphicFrameMkLst>
            <pc:docMk/>
            <pc:sldMk cId="3301634477" sldId="261"/>
            <ac:graphicFrameMk id="7" creationId="{9599F498-A4A8-B561-08C8-C5F321DCB49D}"/>
          </ac:graphicFrameMkLst>
        </pc:graphicFrameChg>
      </pc:sldChg>
      <pc:sldChg chg="modSp add mod">
        <pc:chgData name="UBAID QURESHI" userId="dd4ae95d8f7c04fe" providerId="LiveId" clId="{AF920071-46B6-4E4C-A6D8-3E93B456AF12}" dt="2025-10-29T08:45:44.984" v="1217" actId="207"/>
        <pc:sldMkLst>
          <pc:docMk/>
          <pc:sldMk cId="1269277564" sldId="262"/>
        </pc:sldMkLst>
        <pc:spChg chg="mod">
          <ac:chgData name="UBAID QURESHI" userId="dd4ae95d8f7c04fe" providerId="LiveId" clId="{AF920071-46B6-4E4C-A6D8-3E93B456AF12}" dt="2025-10-29T04:21:33.729" v="549" actId="14100"/>
          <ac:spMkLst>
            <pc:docMk/>
            <pc:sldMk cId="1269277564" sldId="262"/>
            <ac:spMk id="5" creationId="{A3D041C1-59D6-8938-02A5-0D2206CD6AE4}"/>
          </ac:spMkLst>
        </pc:spChg>
        <pc:spChg chg="mod">
          <ac:chgData name="UBAID QURESHI" userId="dd4ae95d8f7c04fe" providerId="LiveId" clId="{AF920071-46B6-4E4C-A6D8-3E93B456AF12}" dt="2025-10-29T04:36:33.358" v="691" actId="20577"/>
          <ac:spMkLst>
            <pc:docMk/>
            <pc:sldMk cId="1269277564" sldId="262"/>
            <ac:spMk id="13" creationId="{ED719729-486F-A16C-4870-E267037A0FFB}"/>
          </ac:spMkLst>
        </pc:spChg>
        <pc:graphicFrameChg chg="modGraphic">
          <ac:chgData name="UBAID QURESHI" userId="dd4ae95d8f7c04fe" providerId="LiveId" clId="{AF920071-46B6-4E4C-A6D8-3E93B456AF12}" dt="2025-10-29T08:45:44.984" v="1217" actId="207"/>
          <ac:graphicFrameMkLst>
            <pc:docMk/>
            <pc:sldMk cId="1269277564" sldId="262"/>
            <ac:graphicFrameMk id="7" creationId="{8DD676F3-6C05-B93F-2F1B-76BFCC0DF5C7}"/>
          </ac:graphicFrameMkLst>
        </pc:graphicFrameChg>
      </pc:sldChg>
      <pc:sldChg chg="add del">
        <pc:chgData name="UBAID QURESHI" userId="dd4ae95d8f7c04fe" providerId="LiveId" clId="{AF920071-46B6-4E4C-A6D8-3E93B456AF12}" dt="2025-10-29T04:14:03.046" v="323"/>
        <pc:sldMkLst>
          <pc:docMk/>
          <pc:sldMk cId="2510301885" sldId="263"/>
        </pc:sldMkLst>
      </pc:sldChg>
      <pc:sldChg chg="addSp delSp modSp add mod">
        <pc:chgData name="UBAID QURESHI" userId="dd4ae95d8f7c04fe" providerId="LiveId" clId="{AF920071-46B6-4E4C-A6D8-3E93B456AF12}" dt="2025-10-29T08:45:49.008" v="1218" actId="207"/>
        <pc:sldMkLst>
          <pc:docMk/>
          <pc:sldMk cId="3170329582" sldId="263"/>
        </pc:sldMkLst>
        <pc:spChg chg="add mod">
          <ac:chgData name="UBAID QURESHI" userId="dd4ae95d8f7c04fe" providerId="LiveId" clId="{AF920071-46B6-4E4C-A6D8-3E93B456AF12}" dt="2025-10-29T04:26:41.460" v="647" actId="1076"/>
          <ac:spMkLst>
            <pc:docMk/>
            <pc:sldMk cId="3170329582" sldId="263"/>
            <ac:spMk id="14" creationId="{6063E08A-E09A-E73A-0EA8-DD5D50A46E8C}"/>
          </ac:spMkLst>
        </pc:spChg>
        <pc:graphicFrameChg chg="modGraphic">
          <ac:chgData name="UBAID QURESHI" userId="dd4ae95d8f7c04fe" providerId="LiveId" clId="{AF920071-46B6-4E4C-A6D8-3E93B456AF12}" dt="2025-10-29T08:45:49.008" v="1218" actId="207"/>
          <ac:graphicFrameMkLst>
            <pc:docMk/>
            <pc:sldMk cId="3170329582" sldId="263"/>
            <ac:graphicFrameMk id="7" creationId="{5DEC7F15-0B22-7E27-D451-310BD808B0C0}"/>
          </ac:graphicFrameMkLst>
        </pc:graphicFrameChg>
        <pc:cxnChg chg="add mod">
          <ac:chgData name="UBAID QURESHI" userId="dd4ae95d8f7c04fe" providerId="LiveId" clId="{AF920071-46B6-4E4C-A6D8-3E93B456AF12}" dt="2025-10-29T04:27:40.721" v="654" actId="208"/>
          <ac:cxnSpMkLst>
            <pc:docMk/>
            <pc:sldMk cId="3170329582" sldId="263"/>
            <ac:cxnSpMk id="16" creationId="{A94BF27D-ABD3-1FE5-985D-2AF63E393DAE}"/>
          </ac:cxnSpMkLst>
        </pc:cxnChg>
        <pc:cxnChg chg="add del mod">
          <ac:chgData name="UBAID QURESHI" userId="dd4ae95d8f7c04fe" providerId="LiveId" clId="{AF920071-46B6-4E4C-A6D8-3E93B456AF12}" dt="2025-10-29T04:27:17.589" v="651" actId="478"/>
          <ac:cxnSpMkLst>
            <pc:docMk/>
            <pc:sldMk cId="3170329582" sldId="263"/>
            <ac:cxnSpMk id="17" creationId="{90374753-83FC-767B-0C62-75D20DD04E4B}"/>
          </ac:cxnSpMkLst>
        </pc:cxnChg>
        <pc:cxnChg chg="add mod">
          <ac:chgData name="UBAID QURESHI" userId="dd4ae95d8f7c04fe" providerId="LiveId" clId="{AF920071-46B6-4E4C-A6D8-3E93B456AF12}" dt="2025-10-29T04:27:55.740" v="659" actId="1076"/>
          <ac:cxnSpMkLst>
            <pc:docMk/>
            <pc:sldMk cId="3170329582" sldId="263"/>
            <ac:cxnSpMk id="18" creationId="{D67A7183-3022-B2D5-AFA3-549F5362AF41}"/>
          </ac:cxnSpMkLst>
        </pc:cxnChg>
        <pc:cxnChg chg="add mod">
          <ac:chgData name="UBAID QURESHI" userId="dd4ae95d8f7c04fe" providerId="LiveId" clId="{AF920071-46B6-4E4C-A6D8-3E93B456AF12}" dt="2025-10-29T04:28:06.884" v="663" actId="1076"/>
          <ac:cxnSpMkLst>
            <pc:docMk/>
            <pc:sldMk cId="3170329582" sldId="263"/>
            <ac:cxnSpMk id="21" creationId="{AB46E93F-9A00-3FAA-F50E-E0BA820E22D9}"/>
          </ac:cxnSpMkLst>
        </pc:cxnChg>
        <pc:cxnChg chg="add mod">
          <ac:chgData name="UBAID QURESHI" userId="dd4ae95d8f7c04fe" providerId="LiveId" clId="{AF920071-46B6-4E4C-A6D8-3E93B456AF12}" dt="2025-10-29T04:28:15.170" v="666" actId="1076"/>
          <ac:cxnSpMkLst>
            <pc:docMk/>
            <pc:sldMk cId="3170329582" sldId="263"/>
            <ac:cxnSpMk id="23" creationId="{6CC31E83-8610-52F8-C69F-91464A72AED4}"/>
          </ac:cxnSpMkLst>
        </pc:cxnChg>
      </pc:sldChg>
      <pc:sldChg chg="addSp delSp modSp add mod">
        <pc:chgData name="UBAID QURESHI" userId="dd4ae95d8f7c04fe" providerId="LiveId" clId="{AF920071-46B6-4E4C-A6D8-3E93B456AF12}" dt="2025-10-29T08:45:56.540" v="1220" actId="207"/>
        <pc:sldMkLst>
          <pc:docMk/>
          <pc:sldMk cId="4071074164" sldId="264"/>
        </pc:sldMkLst>
        <pc:spChg chg="del">
          <ac:chgData name="UBAID QURESHI" userId="dd4ae95d8f7c04fe" providerId="LiveId" clId="{AF920071-46B6-4E4C-A6D8-3E93B456AF12}" dt="2025-10-29T04:29:53.929" v="668" actId="478"/>
          <ac:spMkLst>
            <pc:docMk/>
            <pc:sldMk cId="4071074164" sldId="264"/>
            <ac:spMk id="14" creationId="{474805A6-34D2-40C1-6E10-F7218C6D4BB6}"/>
          </ac:spMkLst>
        </pc:spChg>
        <pc:graphicFrameChg chg="modGraphic">
          <ac:chgData name="UBAID QURESHI" userId="dd4ae95d8f7c04fe" providerId="LiveId" clId="{AF920071-46B6-4E4C-A6D8-3E93B456AF12}" dt="2025-10-29T08:45:56.540" v="1220" actId="207"/>
          <ac:graphicFrameMkLst>
            <pc:docMk/>
            <pc:sldMk cId="4071074164" sldId="264"/>
            <ac:graphicFrameMk id="7" creationId="{1830FE6A-A84C-85B5-9635-0BE42C6EE5DA}"/>
          </ac:graphicFrameMkLst>
        </pc:graphicFrameChg>
        <pc:cxnChg chg="del">
          <ac:chgData name="UBAID QURESHI" userId="dd4ae95d8f7c04fe" providerId="LiveId" clId="{AF920071-46B6-4E4C-A6D8-3E93B456AF12}" dt="2025-10-29T04:29:54.906" v="669" actId="478"/>
          <ac:cxnSpMkLst>
            <pc:docMk/>
            <pc:sldMk cId="4071074164" sldId="264"/>
            <ac:cxnSpMk id="16" creationId="{ECB1B36B-CEAA-25B0-47C3-9975EFC23A87}"/>
          </ac:cxnSpMkLst>
        </pc:cxnChg>
        <pc:cxnChg chg="add mod">
          <ac:chgData name="UBAID QURESHI" userId="dd4ae95d8f7c04fe" providerId="LiveId" clId="{AF920071-46B6-4E4C-A6D8-3E93B456AF12}" dt="2025-10-29T04:30:58.086" v="677" actId="1076"/>
          <ac:cxnSpMkLst>
            <pc:docMk/>
            <pc:sldMk cId="4071074164" sldId="264"/>
            <ac:cxnSpMk id="17" creationId="{1D683A74-8232-BA77-8297-A85BAEFA0089}"/>
          </ac:cxnSpMkLst>
        </pc:cxnChg>
        <pc:cxnChg chg="del">
          <ac:chgData name="UBAID QURESHI" userId="dd4ae95d8f7c04fe" providerId="LiveId" clId="{AF920071-46B6-4E4C-A6D8-3E93B456AF12}" dt="2025-10-29T04:29:57.783" v="672" actId="478"/>
          <ac:cxnSpMkLst>
            <pc:docMk/>
            <pc:sldMk cId="4071074164" sldId="264"/>
            <ac:cxnSpMk id="18" creationId="{4240D5F2-A39B-7D86-179C-9878A2078CD2}"/>
          </ac:cxnSpMkLst>
        </pc:cxnChg>
        <pc:cxnChg chg="del">
          <ac:chgData name="UBAID QURESHI" userId="dd4ae95d8f7c04fe" providerId="LiveId" clId="{AF920071-46B6-4E4C-A6D8-3E93B456AF12}" dt="2025-10-29T04:29:55.962" v="670" actId="478"/>
          <ac:cxnSpMkLst>
            <pc:docMk/>
            <pc:sldMk cId="4071074164" sldId="264"/>
            <ac:cxnSpMk id="21" creationId="{769665B3-D6EB-D405-81E2-F4268FC41909}"/>
          </ac:cxnSpMkLst>
        </pc:cxnChg>
        <pc:cxnChg chg="del">
          <ac:chgData name="UBAID QURESHI" userId="dd4ae95d8f7c04fe" providerId="LiveId" clId="{AF920071-46B6-4E4C-A6D8-3E93B456AF12}" dt="2025-10-29T04:29:56.921" v="671" actId="478"/>
          <ac:cxnSpMkLst>
            <pc:docMk/>
            <pc:sldMk cId="4071074164" sldId="264"/>
            <ac:cxnSpMk id="23" creationId="{08E30496-3692-3D7B-43B3-C74D62DCEB08}"/>
          </ac:cxnSpMkLst>
        </pc:cxnChg>
      </pc:sldChg>
      <pc:sldChg chg="addSp modSp add del mod">
        <pc:chgData name="UBAID QURESHI" userId="dd4ae95d8f7c04fe" providerId="LiveId" clId="{AF920071-46B6-4E4C-A6D8-3E93B456AF12}" dt="2025-10-29T06:24:52.720" v="884" actId="47"/>
        <pc:sldMkLst>
          <pc:docMk/>
          <pc:sldMk cId="2547912892" sldId="265"/>
        </pc:sldMkLst>
        <pc:cxnChg chg="add mod">
          <ac:chgData name="UBAID QURESHI" userId="dd4ae95d8f7c04fe" providerId="LiveId" clId="{AF920071-46B6-4E4C-A6D8-3E93B456AF12}" dt="2025-10-29T04:32:03.881" v="683" actId="1582"/>
          <ac:cxnSpMkLst>
            <pc:docMk/>
            <pc:sldMk cId="2547912892" sldId="265"/>
            <ac:cxnSpMk id="14" creationId="{5D27BB18-B3F2-F943-D49B-912723591FB5}"/>
          </ac:cxnSpMkLst>
        </pc:cxnChg>
      </pc:sldChg>
      <pc:sldChg chg="addSp modSp add mod">
        <pc:chgData name="UBAID QURESHI" userId="dd4ae95d8f7c04fe" providerId="LiveId" clId="{AF920071-46B6-4E4C-A6D8-3E93B456AF12}" dt="2025-10-29T08:45:52.960" v="1219" actId="207"/>
        <pc:sldMkLst>
          <pc:docMk/>
          <pc:sldMk cId="4115004030" sldId="266"/>
        </pc:sldMkLst>
        <pc:spChg chg="mod">
          <ac:chgData name="UBAID QURESHI" userId="dd4ae95d8f7c04fe" providerId="LiveId" clId="{AF920071-46B6-4E4C-A6D8-3E93B456AF12}" dt="2025-10-29T04:37:10.427" v="693" actId="1076"/>
          <ac:spMkLst>
            <pc:docMk/>
            <pc:sldMk cId="4115004030" sldId="266"/>
            <ac:spMk id="11" creationId="{352CB703-739C-A998-9B7E-895F63D8E29D}"/>
          </ac:spMkLst>
        </pc:spChg>
        <pc:graphicFrameChg chg="modGraphic">
          <ac:chgData name="UBAID QURESHI" userId="dd4ae95d8f7c04fe" providerId="LiveId" clId="{AF920071-46B6-4E4C-A6D8-3E93B456AF12}" dt="2025-10-29T08:45:52.960" v="1219" actId="207"/>
          <ac:graphicFrameMkLst>
            <pc:docMk/>
            <pc:sldMk cId="4115004030" sldId="266"/>
            <ac:graphicFrameMk id="7" creationId="{9BB72409-503B-3905-D764-B0149CA4C4EF}"/>
          </ac:graphicFrameMkLst>
        </pc:graphicFrameChg>
        <pc:cxnChg chg="add mod">
          <ac:chgData name="UBAID QURESHI" userId="dd4ae95d8f7c04fe" providerId="LiveId" clId="{AF920071-46B6-4E4C-A6D8-3E93B456AF12}" dt="2025-10-29T04:37:39.398" v="702" actId="14100"/>
          <ac:cxnSpMkLst>
            <pc:docMk/>
            <pc:sldMk cId="4115004030" sldId="266"/>
            <ac:cxnSpMk id="17" creationId="{8114AF76-C210-4002-B710-3DB850809C5E}"/>
          </ac:cxnSpMkLst>
        </pc:cxnChg>
        <pc:cxnChg chg="add mod">
          <ac:chgData name="UBAID QURESHI" userId="dd4ae95d8f7c04fe" providerId="LiveId" clId="{AF920071-46B6-4E4C-A6D8-3E93B456AF12}" dt="2025-10-29T04:37:37.163" v="701" actId="14100"/>
          <ac:cxnSpMkLst>
            <pc:docMk/>
            <pc:sldMk cId="4115004030" sldId="266"/>
            <ac:cxnSpMk id="19" creationId="{7BE46EE3-D498-9E0C-C97D-58117123532A}"/>
          </ac:cxnSpMkLst>
        </pc:cxnChg>
        <pc:cxnChg chg="add mod">
          <ac:chgData name="UBAID QURESHI" userId="dd4ae95d8f7c04fe" providerId="LiveId" clId="{AF920071-46B6-4E4C-A6D8-3E93B456AF12}" dt="2025-10-29T04:37:50.450" v="706" actId="14100"/>
          <ac:cxnSpMkLst>
            <pc:docMk/>
            <pc:sldMk cId="4115004030" sldId="266"/>
            <ac:cxnSpMk id="25" creationId="{790C5395-F15D-3BD1-493C-91F7FDD5DE1D}"/>
          </ac:cxnSpMkLst>
        </pc:cxnChg>
      </pc:sldChg>
      <pc:sldChg chg="delSp modSp add mod">
        <pc:chgData name="UBAID QURESHI" userId="dd4ae95d8f7c04fe" providerId="LiveId" clId="{AF920071-46B6-4E4C-A6D8-3E93B456AF12}" dt="2025-10-29T08:46:00.438" v="1221" actId="207"/>
        <pc:sldMkLst>
          <pc:docMk/>
          <pc:sldMk cId="1182017373" sldId="267"/>
        </pc:sldMkLst>
        <pc:graphicFrameChg chg="modGraphic">
          <ac:chgData name="UBAID QURESHI" userId="dd4ae95d8f7c04fe" providerId="LiveId" clId="{AF920071-46B6-4E4C-A6D8-3E93B456AF12}" dt="2025-10-29T08:46:00.438" v="1221" actId="207"/>
          <ac:graphicFrameMkLst>
            <pc:docMk/>
            <pc:sldMk cId="1182017373" sldId="267"/>
            <ac:graphicFrameMk id="7" creationId="{03AC1B26-EC44-861B-C605-EFBA49F87E9C}"/>
          </ac:graphicFrameMkLst>
        </pc:graphicFrameChg>
        <pc:cxnChg chg="del">
          <ac:chgData name="UBAID QURESHI" userId="dd4ae95d8f7c04fe" providerId="LiveId" clId="{AF920071-46B6-4E4C-A6D8-3E93B456AF12}" dt="2025-10-29T04:39:33.484" v="708" actId="478"/>
          <ac:cxnSpMkLst>
            <pc:docMk/>
            <pc:sldMk cId="1182017373" sldId="267"/>
            <ac:cxnSpMk id="17" creationId="{DCBF3D23-B72B-DCE7-48C3-F31E9525A825}"/>
          </ac:cxnSpMkLst>
        </pc:cxnChg>
      </pc:sldChg>
      <pc:sldChg chg="modSp add mod">
        <pc:chgData name="UBAID QURESHI" userId="dd4ae95d8f7c04fe" providerId="LiveId" clId="{AF920071-46B6-4E4C-A6D8-3E93B456AF12}" dt="2025-10-29T08:46:04.118" v="1222" actId="207"/>
        <pc:sldMkLst>
          <pc:docMk/>
          <pc:sldMk cId="1728376513" sldId="268"/>
        </pc:sldMkLst>
        <pc:spChg chg="mod">
          <ac:chgData name="UBAID QURESHI" userId="dd4ae95d8f7c04fe" providerId="LiveId" clId="{AF920071-46B6-4E4C-A6D8-3E93B456AF12}" dt="2025-10-29T04:39:54.751" v="710" actId="1076"/>
          <ac:spMkLst>
            <pc:docMk/>
            <pc:sldMk cId="1728376513" sldId="268"/>
            <ac:spMk id="11" creationId="{58A76D8F-84A2-43D9-2634-C392FEE2E9D4}"/>
          </ac:spMkLst>
        </pc:spChg>
        <pc:graphicFrameChg chg="modGraphic">
          <ac:chgData name="UBAID QURESHI" userId="dd4ae95d8f7c04fe" providerId="LiveId" clId="{AF920071-46B6-4E4C-A6D8-3E93B456AF12}" dt="2025-10-29T08:46:04.118" v="1222" actId="207"/>
          <ac:graphicFrameMkLst>
            <pc:docMk/>
            <pc:sldMk cId="1728376513" sldId="268"/>
            <ac:graphicFrameMk id="7" creationId="{AC710E51-C640-48D8-0CD7-DCE1B596F44B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8:46:07.600" v="1223" actId="207"/>
        <pc:sldMkLst>
          <pc:docMk/>
          <pc:sldMk cId="1208855335" sldId="269"/>
        </pc:sldMkLst>
        <pc:graphicFrameChg chg="modGraphic">
          <ac:chgData name="UBAID QURESHI" userId="dd4ae95d8f7c04fe" providerId="LiveId" clId="{AF920071-46B6-4E4C-A6D8-3E93B456AF12}" dt="2025-10-29T08:46:07.600" v="1223" actId="207"/>
          <ac:graphicFrameMkLst>
            <pc:docMk/>
            <pc:sldMk cId="1208855335" sldId="269"/>
            <ac:graphicFrameMk id="7" creationId="{18A6CB82-693D-D618-8060-42FDA57A1689}"/>
          </ac:graphicFrameMkLst>
        </pc:graphicFrameChg>
        <pc:cxnChg chg="add mod">
          <ac:chgData name="UBAID QURESHI" userId="dd4ae95d8f7c04fe" providerId="LiveId" clId="{AF920071-46B6-4E4C-A6D8-3E93B456AF12}" dt="2025-10-29T04:40:15.460" v="716" actId="208"/>
          <ac:cxnSpMkLst>
            <pc:docMk/>
            <pc:sldMk cId="1208855335" sldId="269"/>
            <ac:cxnSpMk id="15" creationId="{52FD7670-8AA5-6E61-F5C5-C6A8BF237EDC}"/>
          </ac:cxnSpMkLst>
        </pc:cxnChg>
      </pc:sldChg>
      <pc:sldChg chg="addSp delSp modSp add mod">
        <pc:chgData name="UBAID QURESHI" userId="dd4ae95d8f7c04fe" providerId="LiveId" clId="{AF920071-46B6-4E4C-A6D8-3E93B456AF12}" dt="2025-10-29T08:46:12.861" v="1224" actId="207"/>
        <pc:sldMkLst>
          <pc:docMk/>
          <pc:sldMk cId="821809454" sldId="270"/>
        </pc:sldMkLst>
        <pc:spChg chg="add del">
          <ac:chgData name="UBAID QURESHI" userId="dd4ae95d8f7c04fe" providerId="LiveId" clId="{AF920071-46B6-4E4C-A6D8-3E93B456AF12}" dt="2025-10-29T04:44:58.563" v="726" actId="478"/>
          <ac:spMkLst>
            <pc:docMk/>
            <pc:sldMk cId="821809454" sldId="270"/>
            <ac:spMk id="4" creationId="{5524F020-E719-3254-8D71-89A2D3AD598B}"/>
          </ac:spMkLst>
        </pc:spChg>
        <pc:spChg chg="del">
          <ac:chgData name="UBAID QURESHI" userId="dd4ae95d8f7c04fe" providerId="LiveId" clId="{AF920071-46B6-4E4C-A6D8-3E93B456AF12}" dt="2025-10-29T04:44:43.459" v="718" actId="478"/>
          <ac:spMkLst>
            <pc:docMk/>
            <pc:sldMk cId="821809454" sldId="270"/>
            <ac:spMk id="5" creationId="{04D91778-C61C-CFE0-6DDF-B500B0A7ABEE}"/>
          </ac:spMkLst>
        </pc:spChg>
        <pc:spChg chg="del">
          <ac:chgData name="UBAID QURESHI" userId="dd4ae95d8f7c04fe" providerId="LiveId" clId="{AF920071-46B6-4E4C-A6D8-3E93B456AF12}" dt="2025-10-29T04:45:08.311" v="728" actId="478"/>
          <ac:spMkLst>
            <pc:docMk/>
            <pc:sldMk cId="821809454" sldId="270"/>
            <ac:spMk id="6" creationId="{4D641565-ED2A-C5D4-2CA5-488799136A63}"/>
          </ac:spMkLst>
        </pc:spChg>
        <pc:spChg chg="del">
          <ac:chgData name="UBAID QURESHI" userId="dd4ae95d8f7c04fe" providerId="LiveId" clId="{AF920071-46B6-4E4C-A6D8-3E93B456AF12}" dt="2025-10-29T04:44:51.746" v="721" actId="478"/>
          <ac:spMkLst>
            <pc:docMk/>
            <pc:sldMk cId="821809454" sldId="270"/>
            <ac:spMk id="8" creationId="{82A7370C-2C5E-432E-E470-9243584FAF36}"/>
          </ac:spMkLst>
        </pc:spChg>
        <pc:spChg chg="del">
          <ac:chgData name="UBAID QURESHI" userId="dd4ae95d8f7c04fe" providerId="LiveId" clId="{AF920071-46B6-4E4C-A6D8-3E93B456AF12}" dt="2025-10-29T04:45:04.438" v="727" actId="478"/>
          <ac:spMkLst>
            <pc:docMk/>
            <pc:sldMk cId="821809454" sldId="270"/>
            <ac:spMk id="9" creationId="{B74B1F7D-F5B9-8268-BBCC-D1900FE69B4F}"/>
          </ac:spMkLst>
        </pc:spChg>
        <pc:spChg chg="del">
          <ac:chgData name="UBAID QURESHI" userId="dd4ae95d8f7c04fe" providerId="LiveId" clId="{AF920071-46B6-4E4C-A6D8-3E93B456AF12}" dt="2025-10-29T04:45:12.607" v="730" actId="478"/>
          <ac:spMkLst>
            <pc:docMk/>
            <pc:sldMk cId="821809454" sldId="270"/>
            <ac:spMk id="10" creationId="{E9332B91-BB21-5E21-3ACD-60A711161BA2}"/>
          </ac:spMkLst>
        </pc:spChg>
        <pc:spChg chg="del">
          <ac:chgData name="UBAID QURESHI" userId="dd4ae95d8f7c04fe" providerId="LiveId" clId="{AF920071-46B6-4E4C-A6D8-3E93B456AF12}" dt="2025-10-29T04:44:55.494" v="724" actId="478"/>
          <ac:spMkLst>
            <pc:docMk/>
            <pc:sldMk cId="821809454" sldId="270"/>
            <ac:spMk id="11" creationId="{172A6AAB-BBA2-E38C-6751-6565BF7F628D}"/>
          </ac:spMkLst>
        </pc:spChg>
        <pc:spChg chg="del">
          <ac:chgData name="UBAID QURESHI" userId="dd4ae95d8f7c04fe" providerId="LiveId" clId="{AF920071-46B6-4E4C-A6D8-3E93B456AF12}" dt="2025-10-29T04:45:10.927" v="729" actId="478"/>
          <ac:spMkLst>
            <pc:docMk/>
            <pc:sldMk cId="821809454" sldId="270"/>
            <ac:spMk id="12" creationId="{C17076B3-DE34-7BFC-48EC-B3A580A86215}"/>
          </ac:spMkLst>
        </pc:spChg>
        <pc:spChg chg="del">
          <ac:chgData name="UBAID QURESHI" userId="dd4ae95d8f7c04fe" providerId="LiveId" clId="{AF920071-46B6-4E4C-A6D8-3E93B456AF12}" dt="2025-10-29T04:44:44.085" v="719" actId="478"/>
          <ac:spMkLst>
            <pc:docMk/>
            <pc:sldMk cId="821809454" sldId="270"/>
            <ac:spMk id="13" creationId="{10EFDF00-A99F-C5C8-7655-E59B1A11C3C7}"/>
          </ac:spMkLst>
        </pc:spChg>
        <pc:spChg chg="add mod">
          <ac:chgData name="UBAID QURESHI" userId="dd4ae95d8f7c04fe" providerId="LiveId" clId="{AF920071-46B6-4E4C-A6D8-3E93B456AF12}" dt="2025-10-29T04:46:07.348" v="737" actId="1076"/>
          <ac:spMkLst>
            <pc:docMk/>
            <pc:sldMk cId="821809454" sldId="270"/>
            <ac:spMk id="16" creationId="{55040309-B854-D619-22A1-87FFEF0BEE4E}"/>
          </ac:spMkLst>
        </pc:spChg>
        <pc:spChg chg="add mod">
          <ac:chgData name="UBAID QURESHI" userId="dd4ae95d8f7c04fe" providerId="LiveId" clId="{AF920071-46B6-4E4C-A6D8-3E93B456AF12}" dt="2025-10-29T04:46:18.308" v="738" actId="1076"/>
          <ac:spMkLst>
            <pc:docMk/>
            <pc:sldMk cId="821809454" sldId="270"/>
            <ac:spMk id="18" creationId="{3FC438DD-0BF8-0549-0D62-D5396E844151}"/>
          </ac:spMkLst>
        </pc:spChg>
        <pc:spChg chg="add mod">
          <ac:chgData name="UBAID QURESHI" userId="dd4ae95d8f7c04fe" providerId="LiveId" clId="{AF920071-46B6-4E4C-A6D8-3E93B456AF12}" dt="2025-10-29T04:46:18.308" v="738" actId="1076"/>
          <ac:spMkLst>
            <pc:docMk/>
            <pc:sldMk cId="821809454" sldId="270"/>
            <ac:spMk id="19" creationId="{48217C3E-1A12-D134-6F27-841E620F14CD}"/>
          </ac:spMkLst>
        </pc:spChg>
        <pc:spChg chg="add mod">
          <ac:chgData name="UBAID QURESHI" userId="dd4ae95d8f7c04fe" providerId="LiveId" clId="{AF920071-46B6-4E4C-A6D8-3E93B456AF12}" dt="2025-10-29T06:00:04.604" v="798" actId="208"/>
          <ac:spMkLst>
            <pc:docMk/>
            <pc:sldMk cId="821809454" sldId="270"/>
            <ac:spMk id="21" creationId="{7B6C8C4B-290E-12BB-7884-56A0899AB06F}"/>
          </ac:spMkLst>
        </pc:spChg>
        <pc:spChg chg="add mod">
          <ac:chgData name="UBAID QURESHI" userId="dd4ae95d8f7c04fe" providerId="LiveId" clId="{AF920071-46B6-4E4C-A6D8-3E93B456AF12}" dt="2025-10-29T06:02:23.843" v="801" actId="1076"/>
          <ac:spMkLst>
            <pc:docMk/>
            <pc:sldMk cId="821809454" sldId="270"/>
            <ac:spMk id="22" creationId="{1C3E7265-D893-770D-2821-7A7E10DB022F}"/>
          </ac:spMkLst>
        </pc:spChg>
        <pc:graphicFrameChg chg="del">
          <ac:chgData name="UBAID QURESHI" userId="dd4ae95d8f7c04fe" providerId="LiveId" clId="{AF920071-46B6-4E4C-A6D8-3E93B456AF12}" dt="2025-10-29T04:44:49.830" v="720" actId="478"/>
          <ac:graphicFrameMkLst>
            <pc:docMk/>
            <pc:sldMk cId="821809454" sldId="270"/>
            <ac:graphicFrameMk id="7" creationId="{B6DAB195-7018-449A-36BC-69A78C3912D8}"/>
          </ac:graphicFrameMkLst>
        </pc:graphicFrameChg>
        <pc:graphicFrameChg chg="add mod modGraphic">
          <ac:chgData name="UBAID QURESHI" userId="dd4ae95d8f7c04fe" providerId="LiveId" clId="{AF920071-46B6-4E4C-A6D8-3E93B456AF12}" dt="2025-10-29T08:46:12.861" v="1224" actId="207"/>
          <ac:graphicFrameMkLst>
            <pc:docMk/>
            <pc:sldMk cId="821809454" sldId="270"/>
            <ac:graphicFrameMk id="17" creationId="{EAAD7D7B-65E9-138C-AA7A-A5B55585F944}"/>
          </ac:graphicFrameMkLst>
        </pc:graphicFrameChg>
        <pc:graphicFrameChg chg="add mod modGraphic">
          <ac:chgData name="UBAID QURESHI" userId="dd4ae95d8f7c04fe" providerId="LiveId" clId="{AF920071-46B6-4E4C-A6D8-3E93B456AF12}" dt="2025-10-29T04:47:06.841" v="749" actId="1076"/>
          <ac:graphicFrameMkLst>
            <pc:docMk/>
            <pc:sldMk cId="821809454" sldId="270"/>
            <ac:graphicFrameMk id="20" creationId="{46A3D2BE-EAEE-25CF-7600-FDA6D9BFE7FC}"/>
          </ac:graphicFrameMkLst>
        </pc:graphicFrameChg>
        <pc:cxnChg chg="del">
          <ac:chgData name="UBAID QURESHI" userId="dd4ae95d8f7c04fe" providerId="LiveId" clId="{AF920071-46B6-4E4C-A6D8-3E93B456AF12}" dt="2025-10-29T04:44:54.042" v="723" actId="478"/>
          <ac:cxnSpMkLst>
            <pc:docMk/>
            <pc:sldMk cId="821809454" sldId="270"/>
            <ac:cxnSpMk id="14" creationId="{6266FFD1-1785-C122-6AC1-CD05BCBF96B2}"/>
          </ac:cxnSpMkLst>
        </pc:cxnChg>
        <pc:cxnChg chg="del">
          <ac:chgData name="UBAID QURESHI" userId="dd4ae95d8f7c04fe" providerId="LiveId" clId="{AF920071-46B6-4E4C-A6D8-3E93B456AF12}" dt="2025-10-29T04:44:52.941" v="722" actId="478"/>
          <ac:cxnSpMkLst>
            <pc:docMk/>
            <pc:sldMk cId="821809454" sldId="270"/>
            <ac:cxnSpMk id="15" creationId="{AC005AB0-4009-4536-8960-AAB6B9C81BB5}"/>
          </ac:cxnSpMkLst>
        </pc:cxnChg>
      </pc:sldChg>
      <pc:sldChg chg="addSp delSp modSp add mod">
        <pc:chgData name="UBAID QURESHI" userId="dd4ae95d8f7c04fe" providerId="LiveId" clId="{AF920071-46B6-4E4C-A6D8-3E93B456AF12}" dt="2025-10-29T08:48:41.682" v="1225" actId="207"/>
        <pc:sldMkLst>
          <pc:docMk/>
          <pc:sldMk cId="2637310151" sldId="271"/>
        </pc:sldMkLst>
        <pc:spChg chg="add mod">
          <ac:chgData name="UBAID QURESHI" userId="dd4ae95d8f7c04fe" providerId="LiveId" clId="{AF920071-46B6-4E4C-A6D8-3E93B456AF12}" dt="2025-10-29T06:04:35.135" v="830" actId="20577"/>
          <ac:spMkLst>
            <pc:docMk/>
            <pc:sldMk cId="2637310151" sldId="271"/>
            <ac:spMk id="5" creationId="{818591BC-D047-4A1E-44B9-CD4ABCC9AAC5}"/>
          </ac:spMkLst>
        </pc:spChg>
        <pc:spChg chg="add del mod">
          <ac:chgData name="UBAID QURESHI" userId="dd4ae95d8f7c04fe" providerId="LiveId" clId="{AF920071-46B6-4E4C-A6D8-3E93B456AF12}" dt="2025-10-29T06:06:44.670" v="840" actId="478"/>
          <ac:spMkLst>
            <pc:docMk/>
            <pc:sldMk cId="2637310151" sldId="271"/>
            <ac:spMk id="7" creationId="{5739512C-57F4-FFED-D8D4-2549EA13F35D}"/>
          </ac:spMkLst>
        </pc:spChg>
        <pc:graphicFrameChg chg="modGraphic">
          <ac:chgData name="UBAID QURESHI" userId="dd4ae95d8f7c04fe" providerId="LiveId" clId="{AF920071-46B6-4E4C-A6D8-3E93B456AF12}" dt="2025-10-29T08:48:41.682" v="1225" actId="207"/>
          <ac:graphicFrameMkLst>
            <pc:docMk/>
            <pc:sldMk cId="2637310151" sldId="271"/>
            <ac:graphicFrameMk id="17" creationId="{9A1B9D73-36A7-C44E-1197-800F6786B585}"/>
          </ac:graphicFrameMkLst>
        </pc:graphicFrameChg>
        <pc:graphicFrameChg chg="mod modGraphic">
          <ac:chgData name="UBAID QURESHI" userId="dd4ae95d8f7c04fe" providerId="LiveId" clId="{AF920071-46B6-4E4C-A6D8-3E93B456AF12}" dt="2025-10-29T06:06:04.639" v="832" actId="6549"/>
          <ac:graphicFrameMkLst>
            <pc:docMk/>
            <pc:sldMk cId="2637310151" sldId="271"/>
            <ac:graphicFrameMk id="20" creationId="{6284678C-73D7-2A47-31D5-9174AD278744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8:49:48.294" v="1227" actId="207"/>
        <pc:sldMkLst>
          <pc:docMk/>
          <pc:sldMk cId="3490631882" sldId="272"/>
        </pc:sldMkLst>
        <pc:graphicFrameChg chg="modGraphic">
          <ac:chgData name="UBAID QURESHI" userId="dd4ae95d8f7c04fe" providerId="LiveId" clId="{AF920071-46B6-4E4C-A6D8-3E93B456AF12}" dt="2025-10-29T08:49:48.294" v="1227" actId="207"/>
          <ac:graphicFrameMkLst>
            <pc:docMk/>
            <pc:sldMk cId="3490631882" sldId="272"/>
            <ac:graphicFrameMk id="17" creationId="{687614DA-88D2-9D78-C7F0-8D86E2C3DEFE}"/>
          </ac:graphicFrameMkLst>
        </pc:graphicFrameChg>
        <pc:cxnChg chg="add mod">
          <ac:chgData name="UBAID QURESHI" userId="dd4ae95d8f7c04fe" providerId="LiveId" clId="{AF920071-46B6-4E4C-A6D8-3E93B456AF12}" dt="2025-10-29T06:12:49.488" v="860"/>
          <ac:cxnSpMkLst>
            <pc:docMk/>
            <pc:sldMk cId="3490631882" sldId="272"/>
            <ac:cxnSpMk id="6" creationId="{D1B9F1E1-8799-D102-A05D-06664E3B80E0}"/>
          </ac:cxnSpMkLst>
        </pc:cxnChg>
      </pc:sldChg>
      <pc:sldChg chg="addSp delSp modSp add mod">
        <pc:chgData name="UBAID QURESHI" userId="dd4ae95d8f7c04fe" providerId="LiveId" clId="{AF920071-46B6-4E4C-A6D8-3E93B456AF12}" dt="2025-10-29T08:50:56.490" v="1230" actId="207"/>
        <pc:sldMkLst>
          <pc:docMk/>
          <pc:sldMk cId="1858789034" sldId="273"/>
        </pc:sldMkLst>
        <pc:spChg chg="mod">
          <ac:chgData name="UBAID QURESHI" userId="dd4ae95d8f7c04fe" providerId="LiveId" clId="{AF920071-46B6-4E4C-A6D8-3E93B456AF12}" dt="2025-10-29T08:50:56.490" v="1230" actId="207"/>
          <ac:spMkLst>
            <pc:docMk/>
            <pc:sldMk cId="1858789034" sldId="273"/>
            <ac:spMk id="5" creationId="{9F010D95-5019-5829-9730-F2EB4656E036}"/>
          </ac:spMkLst>
        </pc:spChg>
        <pc:spChg chg="add mod">
          <ac:chgData name="UBAID QURESHI" userId="dd4ae95d8f7c04fe" providerId="LiveId" clId="{AF920071-46B6-4E4C-A6D8-3E93B456AF12}" dt="2025-10-29T06:10:09.949" v="854" actId="207"/>
          <ac:spMkLst>
            <pc:docMk/>
            <pc:sldMk cId="1858789034" sldId="273"/>
            <ac:spMk id="12" creationId="{8E0DB1A7-259C-E914-4555-FDB3DA7F0A1C}"/>
          </ac:spMkLst>
        </pc:spChg>
        <pc:spChg chg="add del mod">
          <ac:chgData name="UBAID QURESHI" userId="dd4ae95d8f7c04fe" providerId="LiveId" clId="{AF920071-46B6-4E4C-A6D8-3E93B456AF12}" dt="2025-10-29T06:17:16.929" v="873" actId="478"/>
          <ac:spMkLst>
            <pc:docMk/>
            <pc:sldMk cId="1858789034" sldId="273"/>
            <ac:spMk id="14" creationId="{444FD719-6305-4A0C-E0BC-EFF45C551FBC}"/>
          </ac:spMkLst>
        </pc:spChg>
        <pc:spChg chg="mod">
          <ac:chgData name="UBAID QURESHI" userId="dd4ae95d8f7c04fe" providerId="LiveId" clId="{AF920071-46B6-4E4C-A6D8-3E93B456AF12}" dt="2025-10-29T06:16:43.535" v="869" actId="1076"/>
          <ac:spMkLst>
            <pc:docMk/>
            <pc:sldMk cId="1858789034" sldId="273"/>
            <ac:spMk id="22" creationId="{904DE970-CAD8-3BDB-ED0F-885B4ED6626F}"/>
          </ac:spMkLst>
        </pc:spChg>
        <pc:graphicFrameChg chg="modGraphic">
          <ac:chgData name="UBAID QURESHI" userId="dd4ae95d8f7c04fe" providerId="LiveId" clId="{AF920071-46B6-4E4C-A6D8-3E93B456AF12}" dt="2025-10-29T08:50:52.620" v="1229" actId="207"/>
          <ac:graphicFrameMkLst>
            <pc:docMk/>
            <pc:sldMk cId="1858789034" sldId="273"/>
            <ac:graphicFrameMk id="17" creationId="{D107519A-4231-8134-3ADC-404C10AF2344}"/>
          </ac:graphicFrameMkLst>
        </pc:graphicFrameChg>
        <pc:cxnChg chg="add mod">
          <ac:chgData name="UBAID QURESHI" userId="dd4ae95d8f7c04fe" providerId="LiveId" clId="{AF920071-46B6-4E4C-A6D8-3E93B456AF12}" dt="2025-10-29T06:09:02.449" v="844" actId="1582"/>
          <ac:cxnSpMkLst>
            <pc:docMk/>
            <pc:sldMk cId="1858789034" sldId="273"/>
            <ac:cxnSpMk id="8" creationId="{79641139-9B3D-0B85-1010-5F32DE14A0E8}"/>
          </ac:cxnSpMkLst>
        </pc:cxnChg>
        <pc:cxnChg chg="add mod">
          <ac:chgData name="UBAID QURESHI" userId="dd4ae95d8f7c04fe" providerId="LiveId" clId="{AF920071-46B6-4E4C-A6D8-3E93B456AF12}" dt="2025-10-29T06:09:19.985" v="847" actId="14100"/>
          <ac:cxnSpMkLst>
            <pc:docMk/>
            <pc:sldMk cId="1858789034" sldId="273"/>
            <ac:cxnSpMk id="10" creationId="{B7A621D1-27F6-72C2-DA99-6B3C798DB2F7}"/>
          </ac:cxnSpMkLst>
        </pc:cxnChg>
        <pc:cxnChg chg="add mod">
          <ac:chgData name="UBAID QURESHI" userId="dd4ae95d8f7c04fe" providerId="LiveId" clId="{AF920071-46B6-4E4C-A6D8-3E93B456AF12}" dt="2025-10-29T06:16:40.149" v="868" actId="1076"/>
          <ac:cxnSpMkLst>
            <pc:docMk/>
            <pc:sldMk cId="1858789034" sldId="273"/>
            <ac:cxnSpMk id="13" creationId="{004BED89-D442-2584-5BA6-AA3B92AE863A}"/>
          </ac:cxnSpMkLst>
        </pc:cxnChg>
      </pc:sldChg>
      <pc:sldChg chg="addSp modSp add mod">
        <pc:chgData name="UBAID QURESHI" userId="dd4ae95d8f7c04fe" providerId="LiveId" clId="{AF920071-46B6-4E4C-A6D8-3E93B456AF12}" dt="2025-10-29T08:49:05.306" v="1226" actId="207"/>
        <pc:sldMkLst>
          <pc:docMk/>
          <pc:sldMk cId="1840625418" sldId="274"/>
        </pc:sldMkLst>
        <pc:graphicFrameChg chg="modGraphic">
          <ac:chgData name="UBAID QURESHI" userId="dd4ae95d8f7c04fe" providerId="LiveId" clId="{AF920071-46B6-4E4C-A6D8-3E93B456AF12}" dt="2025-10-29T08:49:05.306" v="1226" actId="207"/>
          <ac:graphicFrameMkLst>
            <pc:docMk/>
            <pc:sldMk cId="1840625418" sldId="274"/>
            <ac:graphicFrameMk id="17" creationId="{5E6AD04D-218A-D395-4684-A35EE5897049}"/>
          </ac:graphicFrameMkLst>
        </pc:graphicFrameChg>
        <pc:cxnChg chg="add mod">
          <ac:chgData name="UBAID QURESHI" userId="dd4ae95d8f7c04fe" providerId="LiveId" clId="{AF920071-46B6-4E4C-A6D8-3E93B456AF12}" dt="2025-10-29T06:11:51.269" v="859" actId="1582"/>
          <ac:cxnSpMkLst>
            <pc:docMk/>
            <pc:sldMk cId="1840625418" sldId="274"/>
            <ac:cxnSpMk id="7" creationId="{70ADB125-C01F-D2FE-16AB-7A95B0660F27}"/>
          </ac:cxnSpMkLst>
        </pc:cxnChg>
      </pc:sldChg>
      <pc:sldChg chg="modSp add mod">
        <pc:chgData name="UBAID QURESHI" userId="dd4ae95d8f7c04fe" providerId="LiveId" clId="{AF920071-46B6-4E4C-A6D8-3E93B456AF12}" dt="2025-10-29T08:51:24.766" v="1231" actId="207"/>
        <pc:sldMkLst>
          <pc:docMk/>
          <pc:sldMk cId="1761969396" sldId="275"/>
        </pc:sldMkLst>
        <pc:spChg chg="mod">
          <ac:chgData name="UBAID QURESHI" userId="dd4ae95d8f7c04fe" providerId="LiveId" clId="{AF920071-46B6-4E4C-A6D8-3E93B456AF12}" dt="2025-10-29T08:50:42.343" v="1228" actId="207"/>
          <ac:spMkLst>
            <pc:docMk/>
            <pc:sldMk cId="1761969396" sldId="275"/>
            <ac:spMk id="5" creationId="{F4ADC832-F1E5-3B58-E202-0F4EB2C66B9A}"/>
          </ac:spMkLst>
        </pc:spChg>
        <pc:graphicFrameChg chg="modGraphic">
          <ac:chgData name="UBAID QURESHI" userId="dd4ae95d8f7c04fe" providerId="LiveId" clId="{AF920071-46B6-4E4C-A6D8-3E93B456AF12}" dt="2025-10-29T08:51:24.766" v="1231" actId="207"/>
          <ac:graphicFrameMkLst>
            <pc:docMk/>
            <pc:sldMk cId="1761969396" sldId="275"/>
            <ac:graphicFrameMk id="17" creationId="{68AEE61B-C47E-A3F9-56C9-59C6E94EAF7E}"/>
          </ac:graphicFrameMkLst>
        </pc:graphicFrameChg>
      </pc:sldChg>
      <pc:sldChg chg="addSp modSp add del mod">
        <pc:chgData name="UBAID QURESHI" userId="dd4ae95d8f7c04fe" providerId="LiveId" clId="{AF920071-46B6-4E4C-A6D8-3E93B456AF12}" dt="2025-10-29T06:17:11.499" v="871" actId="47"/>
        <pc:sldMkLst>
          <pc:docMk/>
          <pc:sldMk cId="3619749751" sldId="275"/>
        </pc:sldMkLst>
        <pc:spChg chg="mod">
          <ac:chgData name="UBAID QURESHI" userId="dd4ae95d8f7c04fe" providerId="LiveId" clId="{AF920071-46B6-4E4C-A6D8-3E93B456AF12}" dt="2025-10-29T06:13:38.475" v="864" actId="1076"/>
          <ac:spMkLst>
            <pc:docMk/>
            <pc:sldMk cId="3619749751" sldId="275"/>
            <ac:spMk id="5" creationId="{8E1C0B3E-CC38-116A-A2F8-AC6F23330E33}"/>
          </ac:spMkLst>
        </pc:spChg>
        <pc:spChg chg="add mod">
          <ac:chgData name="UBAID QURESHI" userId="dd4ae95d8f7c04fe" providerId="LiveId" clId="{AF920071-46B6-4E4C-A6D8-3E93B456AF12}" dt="2025-10-29T06:13:50.309" v="866" actId="1076"/>
          <ac:spMkLst>
            <pc:docMk/>
            <pc:sldMk cId="3619749751" sldId="275"/>
            <ac:spMk id="6" creationId="{F52D40A7-8E1D-2B6D-433C-6E40F4060A10}"/>
          </ac:spMkLst>
        </pc:spChg>
      </pc:sldChg>
      <pc:sldChg chg="addSp modSp add mod">
        <pc:chgData name="UBAID QURESHI" userId="dd4ae95d8f7c04fe" providerId="LiveId" clId="{AF920071-46B6-4E4C-A6D8-3E93B456AF12}" dt="2025-10-29T08:53:54.400" v="1238" actId="207"/>
        <pc:sldMkLst>
          <pc:docMk/>
          <pc:sldMk cId="1800099673" sldId="276"/>
        </pc:sldMkLst>
        <pc:spChg chg="mod">
          <ac:chgData name="UBAID QURESHI" userId="dd4ae95d8f7c04fe" providerId="LiveId" clId="{AF920071-46B6-4E4C-A6D8-3E93B456AF12}" dt="2025-10-29T08:53:54.400" v="1238" actId="207"/>
          <ac:spMkLst>
            <pc:docMk/>
            <pc:sldMk cId="1800099673" sldId="276"/>
            <ac:spMk id="5" creationId="{CC102490-DBCF-8094-28C6-2B241CCF7771}"/>
          </ac:spMkLst>
        </pc:spChg>
        <pc:graphicFrameChg chg="modGraphic">
          <ac:chgData name="UBAID QURESHI" userId="dd4ae95d8f7c04fe" providerId="LiveId" clId="{AF920071-46B6-4E4C-A6D8-3E93B456AF12}" dt="2025-10-29T08:52:27.378" v="1232" actId="207"/>
          <ac:graphicFrameMkLst>
            <pc:docMk/>
            <pc:sldMk cId="1800099673" sldId="276"/>
            <ac:graphicFrameMk id="17" creationId="{18D10046-0487-FB92-F50D-78255AB2CA9F}"/>
          </ac:graphicFrameMkLst>
        </pc:graphicFrameChg>
        <pc:cxnChg chg="add mod">
          <ac:chgData name="UBAID QURESHI" userId="dd4ae95d8f7c04fe" providerId="LiveId" clId="{AF920071-46B6-4E4C-A6D8-3E93B456AF12}" dt="2025-10-29T06:18:24.186" v="876" actId="1076"/>
          <ac:cxnSpMkLst>
            <pc:docMk/>
            <pc:sldMk cId="1800099673" sldId="276"/>
            <ac:cxnSpMk id="6" creationId="{F15818E7-0CFF-7CFB-C27B-E3BF61A40B9A}"/>
          </ac:cxnSpMkLst>
        </pc:cxnChg>
      </pc:sldChg>
      <pc:sldChg chg="addSp modSp add mod">
        <pc:chgData name="UBAID QURESHI" userId="dd4ae95d8f7c04fe" providerId="LiveId" clId="{AF920071-46B6-4E4C-A6D8-3E93B456AF12}" dt="2025-10-29T08:53:50.487" v="1237" actId="207"/>
        <pc:sldMkLst>
          <pc:docMk/>
          <pc:sldMk cId="1678421498" sldId="277"/>
        </pc:sldMkLst>
        <pc:spChg chg="mod">
          <ac:chgData name="UBAID QURESHI" userId="dd4ae95d8f7c04fe" providerId="LiveId" clId="{AF920071-46B6-4E4C-A6D8-3E93B456AF12}" dt="2025-10-29T08:53:50.487" v="1237" actId="207"/>
          <ac:spMkLst>
            <pc:docMk/>
            <pc:sldMk cId="1678421498" sldId="277"/>
            <ac:spMk id="5" creationId="{A7593C83-E2C8-D573-D292-1D062FF87CA2}"/>
          </ac:spMkLst>
        </pc:spChg>
        <pc:spChg chg="add mod">
          <ac:chgData name="UBAID QURESHI" userId="dd4ae95d8f7c04fe" providerId="LiveId" clId="{AF920071-46B6-4E4C-A6D8-3E93B456AF12}" dt="2025-10-29T06:20:03.693" v="881" actId="1076"/>
          <ac:spMkLst>
            <pc:docMk/>
            <pc:sldMk cId="1678421498" sldId="277"/>
            <ac:spMk id="9" creationId="{594A033D-F1D9-6814-A638-5BC92617B2F8}"/>
          </ac:spMkLst>
        </pc:spChg>
        <pc:graphicFrameChg chg="modGraphic">
          <ac:chgData name="UBAID QURESHI" userId="dd4ae95d8f7c04fe" providerId="LiveId" clId="{AF920071-46B6-4E4C-A6D8-3E93B456AF12}" dt="2025-10-29T08:53:28.775" v="1233" actId="207"/>
          <ac:graphicFrameMkLst>
            <pc:docMk/>
            <pc:sldMk cId="1678421498" sldId="277"/>
            <ac:graphicFrameMk id="17" creationId="{6A07C481-E400-2D41-A05D-2C3BA278EF45}"/>
          </ac:graphicFrameMkLst>
        </pc:graphicFrameChg>
      </pc:sldChg>
      <pc:sldChg chg="add del">
        <pc:chgData name="UBAID QURESHI" userId="dd4ae95d8f7c04fe" providerId="LiveId" clId="{AF920071-46B6-4E4C-A6D8-3E93B456AF12}" dt="2025-10-29T06:20:08.573" v="882" actId="47"/>
        <pc:sldMkLst>
          <pc:docMk/>
          <pc:sldMk cId="2501516213" sldId="278"/>
        </pc:sldMkLst>
      </pc:sldChg>
      <pc:sldChg chg="addSp modSp add mod">
        <pc:chgData name="UBAID QURESHI" userId="dd4ae95d8f7c04fe" providerId="LiveId" clId="{AF920071-46B6-4E4C-A6D8-3E93B456AF12}" dt="2025-10-29T08:53:46.696" v="1236" actId="207"/>
        <pc:sldMkLst>
          <pc:docMk/>
          <pc:sldMk cId="3974553767" sldId="278"/>
        </pc:sldMkLst>
        <pc:spChg chg="mod">
          <ac:chgData name="UBAID QURESHI" userId="dd4ae95d8f7c04fe" providerId="LiveId" clId="{AF920071-46B6-4E4C-A6D8-3E93B456AF12}" dt="2025-10-29T08:53:46.696" v="1236" actId="207"/>
          <ac:spMkLst>
            <pc:docMk/>
            <pc:sldMk cId="3974553767" sldId="278"/>
            <ac:spMk id="5" creationId="{0CDEB951-E458-3E61-F9FE-36670A1A72D5}"/>
          </ac:spMkLst>
        </pc:spChg>
        <pc:spChg chg="mod">
          <ac:chgData name="UBAID QURESHI" userId="dd4ae95d8f7c04fe" providerId="LiveId" clId="{AF920071-46B6-4E4C-A6D8-3E93B456AF12}" dt="2025-10-29T08:53:42.401" v="1235" actId="207"/>
          <ac:spMkLst>
            <pc:docMk/>
            <pc:sldMk cId="3974553767" sldId="278"/>
            <ac:spMk id="14" creationId="{7E82067D-29AC-1EC4-F5A2-7FE94CB3742D}"/>
          </ac:spMkLst>
        </pc:spChg>
        <pc:spChg chg="mod">
          <ac:chgData name="UBAID QURESHI" userId="dd4ae95d8f7c04fe" providerId="LiveId" clId="{AF920071-46B6-4E4C-A6D8-3E93B456AF12}" dt="2025-10-29T06:29:54.174" v="885" actId="1076"/>
          <ac:spMkLst>
            <pc:docMk/>
            <pc:sldMk cId="3974553767" sldId="278"/>
            <ac:spMk id="22" creationId="{B74CE4DC-6852-5BF5-3184-03B5192E540F}"/>
          </ac:spMkLst>
        </pc:spChg>
        <pc:spChg chg="add mod">
          <ac:chgData name="UBAID QURESHI" userId="dd4ae95d8f7c04fe" providerId="LiveId" clId="{AF920071-46B6-4E4C-A6D8-3E93B456AF12}" dt="2025-10-29T06:31:11.738" v="898" actId="14100"/>
          <ac:spMkLst>
            <pc:docMk/>
            <pc:sldMk cId="3974553767" sldId="278"/>
            <ac:spMk id="23" creationId="{80DD7878-E299-98C6-257B-72748A4C1EA9}"/>
          </ac:spMkLst>
        </pc:spChg>
        <pc:graphicFrameChg chg="modGraphic">
          <ac:chgData name="UBAID QURESHI" userId="dd4ae95d8f7c04fe" providerId="LiveId" clId="{AF920071-46B6-4E4C-A6D8-3E93B456AF12}" dt="2025-10-29T08:53:39.134" v="1234" actId="207"/>
          <ac:graphicFrameMkLst>
            <pc:docMk/>
            <pc:sldMk cId="3974553767" sldId="278"/>
            <ac:graphicFrameMk id="17" creationId="{1A8262BB-6F5E-6406-18DE-951EA73C0EF0}"/>
          </ac:graphicFrameMkLst>
        </pc:graphicFrameChg>
        <pc:cxnChg chg="add mod">
          <ac:chgData name="UBAID QURESHI" userId="dd4ae95d8f7c04fe" providerId="LiveId" clId="{AF920071-46B6-4E4C-A6D8-3E93B456AF12}" dt="2025-10-29T06:30:46.454" v="892" actId="1035"/>
          <ac:cxnSpMkLst>
            <pc:docMk/>
            <pc:sldMk cId="3974553767" sldId="278"/>
            <ac:cxnSpMk id="11" creationId="{0970157B-79A9-78A5-1D8A-9360B51C528F}"/>
          </ac:cxnSpMkLst>
        </pc:cxnChg>
      </pc:sldChg>
      <pc:sldChg chg="addSp modSp add mod">
        <pc:chgData name="UBAID QURESHI" userId="dd4ae95d8f7c04fe" providerId="LiveId" clId="{AF920071-46B6-4E4C-A6D8-3E93B456AF12}" dt="2025-10-29T08:54:19.138" v="1241" actId="207"/>
        <pc:sldMkLst>
          <pc:docMk/>
          <pc:sldMk cId="3487394831" sldId="279"/>
        </pc:sldMkLst>
        <pc:spChg chg="mod">
          <ac:chgData name="UBAID QURESHI" userId="dd4ae95d8f7c04fe" providerId="LiveId" clId="{AF920071-46B6-4E4C-A6D8-3E93B456AF12}" dt="2025-10-29T08:54:14.143" v="1239" actId="207"/>
          <ac:spMkLst>
            <pc:docMk/>
            <pc:sldMk cId="3487394831" sldId="279"/>
            <ac:spMk id="5" creationId="{359FE08F-3CCF-5FDD-A160-AE6D2F189F2D}"/>
          </ac:spMkLst>
        </pc:spChg>
        <pc:spChg chg="mod">
          <ac:chgData name="UBAID QURESHI" userId="dd4ae95d8f7c04fe" providerId="LiveId" clId="{AF920071-46B6-4E4C-A6D8-3E93B456AF12}" dt="2025-10-29T08:54:16.879" v="1240" actId="207"/>
          <ac:spMkLst>
            <pc:docMk/>
            <pc:sldMk cId="3487394831" sldId="279"/>
            <ac:spMk id="14" creationId="{F37A1E2B-12FF-9411-6B2B-004D76B3B74A}"/>
          </ac:spMkLst>
        </pc:spChg>
        <pc:spChg chg="add mod">
          <ac:chgData name="UBAID QURESHI" userId="dd4ae95d8f7c04fe" providerId="LiveId" clId="{AF920071-46B6-4E4C-A6D8-3E93B456AF12}" dt="2025-10-29T06:31:28.311" v="901" actId="1076"/>
          <ac:spMkLst>
            <pc:docMk/>
            <pc:sldMk cId="3487394831" sldId="279"/>
            <ac:spMk id="15" creationId="{A0343825-4F68-79A5-C281-14E713811FDB}"/>
          </ac:spMkLst>
        </pc:spChg>
        <pc:graphicFrameChg chg="modGraphic">
          <ac:chgData name="UBAID QURESHI" userId="dd4ae95d8f7c04fe" providerId="LiveId" clId="{AF920071-46B6-4E4C-A6D8-3E93B456AF12}" dt="2025-10-29T08:54:19.138" v="1241" actId="207"/>
          <ac:graphicFrameMkLst>
            <pc:docMk/>
            <pc:sldMk cId="3487394831" sldId="279"/>
            <ac:graphicFrameMk id="17" creationId="{940B84E9-858B-2F24-5B69-100CC7128F18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0:02.753" v="1250" actId="207"/>
        <pc:sldMkLst>
          <pc:docMk/>
          <pc:sldMk cId="3288231025" sldId="280"/>
        </pc:sldMkLst>
        <pc:spChg chg="mod">
          <ac:chgData name="UBAID QURESHI" userId="dd4ae95d8f7c04fe" providerId="LiveId" clId="{AF920071-46B6-4E4C-A6D8-3E93B456AF12}" dt="2025-10-29T09:00:00.118" v="1249" actId="207"/>
          <ac:spMkLst>
            <pc:docMk/>
            <pc:sldMk cId="3288231025" sldId="280"/>
            <ac:spMk id="5" creationId="{A0FA93AC-3B73-DBFD-4663-9BBE615CC338}"/>
          </ac:spMkLst>
        </pc:spChg>
        <pc:spChg chg="mod">
          <ac:chgData name="UBAID QURESHI" userId="dd4ae95d8f7c04fe" providerId="LiveId" clId="{AF920071-46B6-4E4C-A6D8-3E93B456AF12}" dt="2025-10-29T09:00:02.753" v="1250" actId="207"/>
          <ac:spMkLst>
            <pc:docMk/>
            <pc:sldMk cId="3288231025" sldId="280"/>
            <ac:spMk id="14" creationId="{86397D67-068F-9926-00CD-D70B0892D396}"/>
          </ac:spMkLst>
        </pc:spChg>
        <pc:spChg chg="mod">
          <ac:chgData name="UBAID QURESHI" userId="dd4ae95d8f7c04fe" providerId="LiveId" clId="{AF920071-46B6-4E4C-A6D8-3E93B456AF12}" dt="2025-10-29T06:33:26.139" v="907" actId="207"/>
          <ac:spMkLst>
            <pc:docMk/>
            <pc:sldMk cId="3288231025" sldId="280"/>
            <ac:spMk id="15" creationId="{E8836AE0-BA54-A8FD-C7C3-8066DE5B828F}"/>
          </ac:spMkLst>
        </pc:spChg>
        <pc:graphicFrameChg chg="modGraphic">
          <ac:chgData name="UBAID QURESHI" userId="dd4ae95d8f7c04fe" providerId="LiveId" clId="{AF920071-46B6-4E4C-A6D8-3E93B456AF12}" dt="2025-10-29T08:59:54.695" v="1248" actId="207"/>
          <ac:graphicFrameMkLst>
            <pc:docMk/>
            <pc:sldMk cId="3288231025" sldId="280"/>
            <ac:graphicFrameMk id="17" creationId="{041D7699-6C3E-1B0C-82F5-45DA38DF273B}"/>
          </ac:graphicFrameMkLst>
        </pc:graphicFrameChg>
        <pc:cxnChg chg="add mod">
          <ac:chgData name="UBAID QURESHI" userId="dd4ae95d8f7c04fe" providerId="LiveId" clId="{AF920071-46B6-4E4C-A6D8-3E93B456AF12}" dt="2025-10-29T06:33:12.920" v="906" actId="1076"/>
          <ac:cxnSpMkLst>
            <pc:docMk/>
            <pc:sldMk cId="3288231025" sldId="280"/>
            <ac:cxnSpMk id="24" creationId="{07773F5D-925B-7B67-260A-F4BEA4B211DB}"/>
          </ac:cxnSpMkLst>
        </pc:cxnChg>
      </pc:sldChg>
      <pc:sldChg chg="delSp modSp add mod">
        <pc:chgData name="UBAID QURESHI" userId="dd4ae95d8f7c04fe" providerId="LiveId" clId="{AF920071-46B6-4E4C-A6D8-3E93B456AF12}" dt="2025-10-29T09:00:10.965" v="1253" actId="207"/>
        <pc:sldMkLst>
          <pc:docMk/>
          <pc:sldMk cId="250117638" sldId="281"/>
        </pc:sldMkLst>
        <pc:spChg chg="mod">
          <ac:chgData name="UBAID QURESHI" userId="dd4ae95d8f7c04fe" providerId="LiveId" clId="{AF920071-46B6-4E4C-A6D8-3E93B456AF12}" dt="2025-10-29T09:00:08.725" v="1252" actId="207"/>
          <ac:spMkLst>
            <pc:docMk/>
            <pc:sldMk cId="250117638" sldId="281"/>
            <ac:spMk id="5" creationId="{5D526224-C267-8C1D-7A77-454802AC3262}"/>
          </ac:spMkLst>
        </pc:spChg>
        <pc:spChg chg="mod">
          <ac:chgData name="UBAID QURESHI" userId="dd4ae95d8f7c04fe" providerId="LiveId" clId="{AF920071-46B6-4E4C-A6D8-3E93B456AF12}" dt="2025-10-29T09:00:10.965" v="1253" actId="207"/>
          <ac:spMkLst>
            <pc:docMk/>
            <pc:sldMk cId="250117638" sldId="281"/>
            <ac:spMk id="14" creationId="{AE1EB01E-924A-F5D4-4407-AEC49850EFC1}"/>
          </ac:spMkLst>
        </pc:spChg>
        <pc:spChg chg="mod">
          <ac:chgData name="UBAID QURESHI" userId="dd4ae95d8f7c04fe" providerId="LiveId" clId="{AF920071-46B6-4E4C-A6D8-3E93B456AF12}" dt="2025-10-29T06:34:05.484" v="909" actId="207"/>
          <ac:spMkLst>
            <pc:docMk/>
            <pc:sldMk cId="250117638" sldId="281"/>
            <ac:spMk id="15" creationId="{B4DDB44F-9543-9F2A-3010-71449FFB86B4}"/>
          </ac:spMkLst>
        </pc:spChg>
        <pc:graphicFrameChg chg="modGraphic">
          <ac:chgData name="UBAID QURESHI" userId="dd4ae95d8f7c04fe" providerId="LiveId" clId="{AF920071-46B6-4E4C-A6D8-3E93B456AF12}" dt="2025-10-29T09:00:06.268" v="1251" actId="207"/>
          <ac:graphicFrameMkLst>
            <pc:docMk/>
            <pc:sldMk cId="250117638" sldId="281"/>
            <ac:graphicFrameMk id="17" creationId="{D7F6AB70-5FFB-F83D-DE8F-472E69D2F7A5}"/>
          </ac:graphicFrameMkLst>
        </pc:graphicFrameChg>
        <pc:cxnChg chg="del">
          <ac:chgData name="UBAID QURESHI" userId="dd4ae95d8f7c04fe" providerId="LiveId" clId="{AF920071-46B6-4E4C-A6D8-3E93B456AF12}" dt="2025-10-29T06:34:11.635" v="910" actId="478"/>
          <ac:cxnSpMkLst>
            <pc:docMk/>
            <pc:sldMk cId="250117638" sldId="281"/>
            <ac:cxnSpMk id="24" creationId="{C3B45BAA-081A-9266-AB87-02BD62BD54A1}"/>
          </ac:cxnSpMkLst>
        </pc:cxnChg>
      </pc:sldChg>
      <pc:sldChg chg="addSp modSp add mod">
        <pc:chgData name="UBAID QURESHI" userId="dd4ae95d8f7c04fe" providerId="LiveId" clId="{AF920071-46B6-4E4C-A6D8-3E93B456AF12}" dt="2025-10-29T09:00:20.475" v="1256" actId="207"/>
        <pc:sldMkLst>
          <pc:docMk/>
          <pc:sldMk cId="2215084299" sldId="282"/>
        </pc:sldMkLst>
        <pc:spChg chg="mod">
          <ac:chgData name="UBAID QURESHI" userId="dd4ae95d8f7c04fe" providerId="LiveId" clId="{AF920071-46B6-4E4C-A6D8-3E93B456AF12}" dt="2025-10-29T09:00:17.144" v="1255" actId="207"/>
          <ac:spMkLst>
            <pc:docMk/>
            <pc:sldMk cId="2215084299" sldId="282"/>
            <ac:spMk id="5" creationId="{595E263F-D048-5C11-AED8-D2820CD967FF}"/>
          </ac:spMkLst>
        </pc:spChg>
        <pc:spChg chg="mod">
          <ac:chgData name="UBAID QURESHI" userId="dd4ae95d8f7c04fe" providerId="LiveId" clId="{AF920071-46B6-4E4C-A6D8-3E93B456AF12}" dt="2025-10-29T09:00:20.475" v="1256" actId="207"/>
          <ac:spMkLst>
            <pc:docMk/>
            <pc:sldMk cId="2215084299" sldId="282"/>
            <ac:spMk id="14" creationId="{3175614C-501E-291F-5285-4B2E2CA75691}"/>
          </ac:spMkLst>
        </pc:spChg>
        <pc:spChg chg="mod">
          <ac:chgData name="UBAID QURESHI" userId="dd4ae95d8f7c04fe" providerId="LiveId" clId="{AF920071-46B6-4E4C-A6D8-3E93B456AF12}" dt="2025-10-29T06:34:45.289" v="912" actId="207"/>
          <ac:spMkLst>
            <pc:docMk/>
            <pc:sldMk cId="2215084299" sldId="282"/>
            <ac:spMk id="15" creationId="{23D6FFB0-A03A-B0B4-1655-4E21F07A9112}"/>
          </ac:spMkLst>
        </pc:spChg>
        <pc:graphicFrameChg chg="modGraphic">
          <ac:chgData name="UBAID QURESHI" userId="dd4ae95d8f7c04fe" providerId="LiveId" clId="{AF920071-46B6-4E4C-A6D8-3E93B456AF12}" dt="2025-10-29T09:00:14.380" v="1254" actId="207"/>
          <ac:graphicFrameMkLst>
            <pc:docMk/>
            <pc:sldMk cId="2215084299" sldId="282"/>
            <ac:graphicFrameMk id="17" creationId="{19E96347-A10A-C1A6-8869-009A55D8BF47}"/>
          </ac:graphicFrameMkLst>
        </pc:graphicFrameChg>
        <pc:cxnChg chg="add mod">
          <ac:chgData name="UBAID QURESHI" userId="dd4ae95d8f7c04fe" providerId="LiveId" clId="{AF920071-46B6-4E4C-A6D8-3E93B456AF12}" dt="2025-10-29T06:37:02.327" v="916" actId="14100"/>
          <ac:cxnSpMkLst>
            <pc:docMk/>
            <pc:sldMk cId="2215084299" sldId="282"/>
            <ac:cxnSpMk id="24" creationId="{CDBE4001-73FA-DB2D-3A88-E5DE5873F862}"/>
          </ac:cxnSpMkLst>
        </pc:cxnChg>
      </pc:sldChg>
      <pc:sldChg chg="addSp modSp add mod">
        <pc:chgData name="UBAID QURESHI" userId="dd4ae95d8f7c04fe" providerId="LiveId" clId="{AF920071-46B6-4E4C-A6D8-3E93B456AF12}" dt="2025-10-29T09:00:32.197" v="1259" actId="207"/>
        <pc:sldMkLst>
          <pc:docMk/>
          <pc:sldMk cId="1056232372" sldId="283"/>
        </pc:sldMkLst>
        <pc:spChg chg="mod">
          <ac:chgData name="UBAID QURESHI" userId="dd4ae95d8f7c04fe" providerId="LiveId" clId="{AF920071-46B6-4E4C-A6D8-3E93B456AF12}" dt="2025-10-29T09:00:29.639" v="1258" actId="207"/>
          <ac:spMkLst>
            <pc:docMk/>
            <pc:sldMk cId="1056232372" sldId="283"/>
            <ac:spMk id="5" creationId="{942C679E-1972-9D2A-63EB-ED77A8E57569}"/>
          </ac:spMkLst>
        </pc:spChg>
        <pc:spChg chg="mod">
          <ac:chgData name="UBAID QURESHI" userId="dd4ae95d8f7c04fe" providerId="LiveId" clId="{AF920071-46B6-4E4C-A6D8-3E93B456AF12}" dt="2025-10-29T09:00:32.197" v="1259" actId="207"/>
          <ac:spMkLst>
            <pc:docMk/>
            <pc:sldMk cId="1056232372" sldId="283"/>
            <ac:spMk id="14" creationId="{061DD7EE-3929-6868-CA91-F847384377D0}"/>
          </ac:spMkLst>
        </pc:spChg>
        <pc:spChg chg="add mod">
          <ac:chgData name="UBAID QURESHI" userId="dd4ae95d8f7c04fe" providerId="LiveId" clId="{AF920071-46B6-4E4C-A6D8-3E93B456AF12}" dt="2025-10-29T06:37:25.809" v="920" actId="1076"/>
          <ac:spMkLst>
            <pc:docMk/>
            <pc:sldMk cId="1056232372" sldId="283"/>
            <ac:spMk id="25" creationId="{E2C24FB9-1F23-AA3D-5ECF-109339890445}"/>
          </ac:spMkLst>
        </pc:spChg>
        <pc:graphicFrameChg chg="modGraphic">
          <ac:chgData name="UBAID QURESHI" userId="dd4ae95d8f7c04fe" providerId="LiveId" clId="{AF920071-46B6-4E4C-A6D8-3E93B456AF12}" dt="2025-10-29T09:00:24.445" v="1257" actId="207"/>
          <ac:graphicFrameMkLst>
            <pc:docMk/>
            <pc:sldMk cId="1056232372" sldId="283"/>
            <ac:graphicFrameMk id="17" creationId="{23BF1391-C79C-5CE6-1A01-9D8D774B32E5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0:41.482" v="1262" actId="207"/>
        <pc:sldMkLst>
          <pc:docMk/>
          <pc:sldMk cId="1138261740" sldId="284"/>
        </pc:sldMkLst>
        <pc:spChg chg="mod">
          <ac:chgData name="UBAID QURESHI" userId="dd4ae95d8f7c04fe" providerId="LiveId" clId="{AF920071-46B6-4E4C-A6D8-3E93B456AF12}" dt="2025-10-29T09:00:38.424" v="1261" actId="207"/>
          <ac:spMkLst>
            <pc:docMk/>
            <pc:sldMk cId="1138261740" sldId="284"/>
            <ac:spMk id="5" creationId="{35B75825-5D8D-19BA-7D41-710D6B9237B9}"/>
          </ac:spMkLst>
        </pc:spChg>
        <pc:spChg chg="mod">
          <ac:chgData name="UBAID QURESHI" userId="dd4ae95d8f7c04fe" providerId="LiveId" clId="{AF920071-46B6-4E4C-A6D8-3E93B456AF12}" dt="2025-10-29T09:00:41.482" v="1262" actId="207"/>
          <ac:spMkLst>
            <pc:docMk/>
            <pc:sldMk cId="1138261740" sldId="284"/>
            <ac:spMk id="14" creationId="{E35CBB8D-C5DC-F45C-B0FE-F00C156575B5}"/>
          </ac:spMkLst>
        </pc:spChg>
        <pc:spChg chg="mod">
          <ac:chgData name="UBAID QURESHI" userId="dd4ae95d8f7c04fe" providerId="LiveId" clId="{AF920071-46B6-4E4C-A6D8-3E93B456AF12}" dt="2025-10-29T06:38:27.050" v="922" actId="1076"/>
          <ac:spMkLst>
            <pc:docMk/>
            <pc:sldMk cId="1138261740" sldId="284"/>
            <ac:spMk id="22" creationId="{EB51D5DD-3710-E8B5-82EE-876E09B75D0C}"/>
          </ac:spMkLst>
        </pc:spChg>
        <pc:spChg chg="add mod">
          <ac:chgData name="UBAID QURESHI" userId="dd4ae95d8f7c04fe" providerId="LiveId" clId="{AF920071-46B6-4E4C-A6D8-3E93B456AF12}" dt="2025-10-29T06:39:06.134" v="929" actId="14100"/>
          <ac:spMkLst>
            <pc:docMk/>
            <pc:sldMk cId="1138261740" sldId="284"/>
            <ac:spMk id="27" creationId="{5DE0AC07-CD5E-1FC0-AC61-C3582056C187}"/>
          </ac:spMkLst>
        </pc:spChg>
        <pc:graphicFrameChg chg="modGraphic">
          <ac:chgData name="UBAID QURESHI" userId="dd4ae95d8f7c04fe" providerId="LiveId" clId="{AF920071-46B6-4E4C-A6D8-3E93B456AF12}" dt="2025-10-29T09:00:35.837" v="1260" actId="207"/>
          <ac:graphicFrameMkLst>
            <pc:docMk/>
            <pc:sldMk cId="1138261740" sldId="284"/>
            <ac:graphicFrameMk id="17" creationId="{44CA345F-F7BD-F09E-82A1-B321432CE280}"/>
          </ac:graphicFrameMkLst>
        </pc:graphicFrameChg>
        <pc:cxnChg chg="add mod">
          <ac:chgData name="UBAID QURESHI" userId="dd4ae95d8f7c04fe" providerId="LiveId" clId="{AF920071-46B6-4E4C-A6D8-3E93B456AF12}" dt="2025-10-29T06:38:41.201" v="924" actId="1076"/>
          <ac:cxnSpMkLst>
            <pc:docMk/>
            <pc:sldMk cId="1138261740" sldId="284"/>
            <ac:cxnSpMk id="26" creationId="{B69B73C3-F771-DBF2-49FF-BBF53FC7ED14}"/>
          </ac:cxnSpMkLst>
        </pc:cxnChg>
      </pc:sldChg>
      <pc:sldChg chg="addSp modSp add mod">
        <pc:chgData name="UBAID QURESHI" userId="dd4ae95d8f7c04fe" providerId="LiveId" clId="{AF920071-46B6-4E4C-A6D8-3E93B456AF12}" dt="2025-10-29T09:00:51.518" v="1265" actId="207"/>
        <pc:sldMkLst>
          <pc:docMk/>
          <pc:sldMk cId="21068523" sldId="285"/>
        </pc:sldMkLst>
        <pc:spChg chg="mod">
          <ac:chgData name="UBAID QURESHI" userId="dd4ae95d8f7c04fe" providerId="LiveId" clId="{AF920071-46B6-4E4C-A6D8-3E93B456AF12}" dt="2025-10-29T09:00:48.360" v="1264" actId="207"/>
          <ac:spMkLst>
            <pc:docMk/>
            <pc:sldMk cId="21068523" sldId="285"/>
            <ac:spMk id="5" creationId="{1383F573-264C-16A2-0009-6B37CDEDE728}"/>
          </ac:spMkLst>
        </pc:spChg>
        <pc:spChg chg="mod">
          <ac:chgData name="UBAID QURESHI" userId="dd4ae95d8f7c04fe" providerId="LiveId" clId="{AF920071-46B6-4E4C-A6D8-3E93B456AF12}" dt="2025-10-29T09:00:51.518" v="1265" actId="207"/>
          <ac:spMkLst>
            <pc:docMk/>
            <pc:sldMk cId="21068523" sldId="285"/>
            <ac:spMk id="14" creationId="{F9597A56-81AD-C6F6-C652-3D968D038205}"/>
          </ac:spMkLst>
        </pc:spChg>
        <pc:spChg chg="add mod">
          <ac:chgData name="UBAID QURESHI" userId="dd4ae95d8f7c04fe" providerId="LiveId" clId="{AF920071-46B6-4E4C-A6D8-3E93B456AF12}" dt="2025-10-29T06:39:36.111" v="932" actId="1076"/>
          <ac:spMkLst>
            <pc:docMk/>
            <pc:sldMk cId="21068523" sldId="285"/>
            <ac:spMk id="28" creationId="{12A59614-1613-AAFC-A8AB-6FD53EDCF9F5}"/>
          </ac:spMkLst>
        </pc:spChg>
        <pc:graphicFrameChg chg="modGraphic">
          <ac:chgData name="UBAID QURESHI" userId="dd4ae95d8f7c04fe" providerId="LiveId" clId="{AF920071-46B6-4E4C-A6D8-3E93B456AF12}" dt="2025-10-29T09:00:44.905" v="1263" actId="207"/>
          <ac:graphicFrameMkLst>
            <pc:docMk/>
            <pc:sldMk cId="21068523" sldId="285"/>
            <ac:graphicFrameMk id="17" creationId="{CAEDFAC8-840E-34D7-1ED5-BDF7D3CB5403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1:02.037" v="1268" actId="207"/>
        <pc:sldMkLst>
          <pc:docMk/>
          <pc:sldMk cId="3642308857" sldId="286"/>
        </pc:sldMkLst>
        <pc:spChg chg="mod">
          <ac:chgData name="UBAID QURESHI" userId="dd4ae95d8f7c04fe" providerId="LiveId" clId="{AF920071-46B6-4E4C-A6D8-3E93B456AF12}" dt="2025-10-29T09:00:59.269" v="1267" actId="207"/>
          <ac:spMkLst>
            <pc:docMk/>
            <pc:sldMk cId="3642308857" sldId="286"/>
            <ac:spMk id="5" creationId="{D26841B3-8F33-85CD-A09E-E8707281C300}"/>
          </ac:spMkLst>
        </pc:spChg>
        <pc:spChg chg="mod">
          <ac:chgData name="UBAID QURESHI" userId="dd4ae95d8f7c04fe" providerId="LiveId" clId="{AF920071-46B6-4E4C-A6D8-3E93B456AF12}" dt="2025-10-29T09:01:02.037" v="1268" actId="207"/>
          <ac:spMkLst>
            <pc:docMk/>
            <pc:sldMk cId="3642308857" sldId="286"/>
            <ac:spMk id="14" creationId="{9737B9AE-E4F8-4A88-16ED-8F12E13A2825}"/>
          </ac:spMkLst>
        </pc:spChg>
        <pc:spChg chg="mod">
          <ac:chgData name="UBAID QURESHI" userId="dd4ae95d8f7c04fe" providerId="LiveId" clId="{AF920071-46B6-4E4C-A6D8-3E93B456AF12}" dt="2025-10-29T06:40:18.986" v="938" actId="1076"/>
          <ac:spMkLst>
            <pc:docMk/>
            <pc:sldMk cId="3642308857" sldId="286"/>
            <ac:spMk id="22" creationId="{EEF06D8A-9884-7801-4530-1BF1E685C16B}"/>
          </ac:spMkLst>
        </pc:spChg>
        <pc:spChg chg="mod">
          <ac:chgData name="UBAID QURESHI" userId="dd4ae95d8f7c04fe" providerId="LiveId" clId="{AF920071-46B6-4E4C-A6D8-3E93B456AF12}" dt="2025-10-29T06:40:04.295" v="934" actId="207"/>
          <ac:spMkLst>
            <pc:docMk/>
            <pc:sldMk cId="3642308857" sldId="286"/>
            <ac:spMk id="28" creationId="{00B67B5F-BD22-3D39-1F97-37B624D1DD59}"/>
          </ac:spMkLst>
        </pc:spChg>
        <pc:graphicFrameChg chg="modGraphic">
          <ac:chgData name="UBAID QURESHI" userId="dd4ae95d8f7c04fe" providerId="LiveId" clId="{AF920071-46B6-4E4C-A6D8-3E93B456AF12}" dt="2025-10-29T09:00:56.136" v="1266" actId="207"/>
          <ac:graphicFrameMkLst>
            <pc:docMk/>
            <pc:sldMk cId="3642308857" sldId="286"/>
            <ac:graphicFrameMk id="17" creationId="{D63373B2-B71E-2D6C-E8D0-939C57A3DE11}"/>
          </ac:graphicFrameMkLst>
        </pc:graphicFrameChg>
        <pc:cxnChg chg="add mod">
          <ac:chgData name="UBAID QURESHI" userId="dd4ae95d8f7c04fe" providerId="LiveId" clId="{AF920071-46B6-4E4C-A6D8-3E93B456AF12}" dt="2025-10-29T06:40:21.603" v="939" actId="1076"/>
          <ac:cxnSpMkLst>
            <pc:docMk/>
            <pc:sldMk cId="3642308857" sldId="286"/>
            <ac:cxnSpMk id="29" creationId="{25F712C8-B526-9C57-3CE2-5A1866A72530}"/>
          </ac:cxnSpMkLst>
        </pc:cxnChg>
      </pc:sldChg>
      <pc:sldChg chg="addSp modSp add mod">
        <pc:chgData name="UBAID QURESHI" userId="dd4ae95d8f7c04fe" providerId="LiveId" clId="{AF920071-46B6-4E4C-A6D8-3E93B456AF12}" dt="2025-10-29T09:01:16.417" v="1271" actId="207"/>
        <pc:sldMkLst>
          <pc:docMk/>
          <pc:sldMk cId="3806207940" sldId="287"/>
        </pc:sldMkLst>
        <pc:spChg chg="mod">
          <ac:chgData name="UBAID QURESHI" userId="dd4ae95d8f7c04fe" providerId="LiveId" clId="{AF920071-46B6-4E4C-A6D8-3E93B456AF12}" dt="2025-10-29T09:01:11.950" v="1270" actId="207"/>
          <ac:spMkLst>
            <pc:docMk/>
            <pc:sldMk cId="3806207940" sldId="287"/>
            <ac:spMk id="5" creationId="{96E420CF-EE7A-823D-0422-C8DE94CECDB1}"/>
          </ac:spMkLst>
        </pc:spChg>
        <pc:spChg chg="mod">
          <ac:chgData name="UBAID QURESHI" userId="dd4ae95d8f7c04fe" providerId="LiveId" clId="{AF920071-46B6-4E4C-A6D8-3E93B456AF12}" dt="2025-10-29T09:01:16.417" v="1271" actId="207"/>
          <ac:spMkLst>
            <pc:docMk/>
            <pc:sldMk cId="3806207940" sldId="287"/>
            <ac:spMk id="14" creationId="{FB6CA2BB-F1B6-526C-724D-80BE5CE0C20E}"/>
          </ac:spMkLst>
        </pc:spChg>
        <pc:spChg chg="add mod">
          <ac:chgData name="UBAID QURESHI" userId="dd4ae95d8f7c04fe" providerId="LiveId" clId="{AF920071-46B6-4E4C-A6D8-3E93B456AF12}" dt="2025-10-29T06:40:56.014" v="942" actId="1076"/>
          <ac:spMkLst>
            <pc:docMk/>
            <pc:sldMk cId="3806207940" sldId="287"/>
            <ac:spMk id="30" creationId="{EC4FD449-1754-DBA0-06A3-0DD39C4AEED6}"/>
          </ac:spMkLst>
        </pc:spChg>
        <pc:graphicFrameChg chg="modGraphic">
          <ac:chgData name="UBAID QURESHI" userId="dd4ae95d8f7c04fe" providerId="LiveId" clId="{AF920071-46B6-4E4C-A6D8-3E93B456AF12}" dt="2025-10-29T09:01:08.494" v="1269" actId="207"/>
          <ac:graphicFrameMkLst>
            <pc:docMk/>
            <pc:sldMk cId="3806207940" sldId="287"/>
            <ac:graphicFrameMk id="17" creationId="{4930D852-3B69-0B4A-D371-14289EAEE17A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1:27.859" v="1274" actId="207"/>
        <pc:sldMkLst>
          <pc:docMk/>
          <pc:sldMk cId="3409621359" sldId="288"/>
        </pc:sldMkLst>
        <pc:spChg chg="mod">
          <ac:chgData name="UBAID QURESHI" userId="dd4ae95d8f7c04fe" providerId="LiveId" clId="{AF920071-46B6-4E4C-A6D8-3E93B456AF12}" dt="2025-10-29T09:01:25.007" v="1273" actId="207"/>
          <ac:spMkLst>
            <pc:docMk/>
            <pc:sldMk cId="3409621359" sldId="288"/>
            <ac:spMk id="5" creationId="{CDBDC6EE-8AB3-F530-0B89-77B658614A2C}"/>
          </ac:spMkLst>
        </pc:spChg>
        <pc:spChg chg="mod">
          <ac:chgData name="UBAID QURESHI" userId="dd4ae95d8f7c04fe" providerId="LiveId" clId="{AF920071-46B6-4E4C-A6D8-3E93B456AF12}" dt="2025-10-29T09:01:27.859" v="1274" actId="207"/>
          <ac:spMkLst>
            <pc:docMk/>
            <pc:sldMk cId="3409621359" sldId="288"/>
            <ac:spMk id="14" creationId="{7D3326F9-8788-1BF4-C63D-26F45789F68D}"/>
          </ac:spMkLst>
        </pc:spChg>
        <pc:spChg chg="mod">
          <ac:chgData name="UBAID QURESHI" userId="dd4ae95d8f7c04fe" providerId="LiveId" clId="{AF920071-46B6-4E4C-A6D8-3E93B456AF12}" dt="2025-10-29T06:41:09.859" v="944" actId="1076"/>
          <ac:spMkLst>
            <pc:docMk/>
            <pc:sldMk cId="3409621359" sldId="288"/>
            <ac:spMk id="22" creationId="{D10D7CD8-60A4-0069-8AD8-FCEBB46F796D}"/>
          </ac:spMkLst>
        </pc:spChg>
        <pc:spChg chg="add mod">
          <ac:chgData name="UBAID QURESHI" userId="dd4ae95d8f7c04fe" providerId="LiveId" clId="{AF920071-46B6-4E4C-A6D8-3E93B456AF12}" dt="2025-10-29T06:42:23.001" v="955" actId="14100"/>
          <ac:spMkLst>
            <pc:docMk/>
            <pc:sldMk cId="3409621359" sldId="288"/>
            <ac:spMk id="32" creationId="{AE87F4AF-3206-DCCD-6608-B7B28B859CAD}"/>
          </ac:spMkLst>
        </pc:spChg>
        <pc:graphicFrameChg chg="modGraphic">
          <ac:chgData name="UBAID QURESHI" userId="dd4ae95d8f7c04fe" providerId="LiveId" clId="{AF920071-46B6-4E4C-A6D8-3E93B456AF12}" dt="2025-10-29T09:01:20.233" v="1272" actId="207"/>
          <ac:graphicFrameMkLst>
            <pc:docMk/>
            <pc:sldMk cId="3409621359" sldId="288"/>
            <ac:graphicFrameMk id="17" creationId="{2664A294-24D9-F3F5-C91B-48ADF4376BB5}"/>
          </ac:graphicFrameMkLst>
        </pc:graphicFrameChg>
        <pc:cxnChg chg="add mod">
          <ac:chgData name="UBAID QURESHI" userId="dd4ae95d8f7c04fe" providerId="LiveId" clId="{AF920071-46B6-4E4C-A6D8-3E93B456AF12}" dt="2025-10-29T06:41:22.784" v="946" actId="1076"/>
          <ac:cxnSpMkLst>
            <pc:docMk/>
            <pc:sldMk cId="3409621359" sldId="288"/>
            <ac:cxnSpMk id="31" creationId="{4C82BEE6-9627-73AC-F1A5-AF82B13498A0}"/>
          </ac:cxnSpMkLst>
        </pc:cxnChg>
      </pc:sldChg>
      <pc:sldChg chg="addSp modSp add mod">
        <pc:chgData name="UBAID QURESHI" userId="dd4ae95d8f7c04fe" providerId="LiveId" clId="{AF920071-46B6-4E4C-A6D8-3E93B456AF12}" dt="2025-10-29T09:01:39.704" v="1277" actId="207"/>
        <pc:sldMkLst>
          <pc:docMk/>
          <pc:sldMk cId="462066845" sldId="289"/>
        </pc:sldMkLst>
        <pc:spChg chg="mod">
          <ac:chgData name="UBAID QURESHI" userId="dd4ae95d8f7c04fe" providerId="LiveId" clId="{AF920071-46B6-4E4C-A6D8-3E93B456AF12}" dt="2025-10-29T09:01:37.163" v="1276" actId="207"/>
          <ac:spMkLst>
            <pc:docMk/>
            <pc:sldMk cId="462066845" sldId="289"/>
            <ac:spMk id="5" creationId="{08C1FC34-C6D0-EFF2-BDEA-AA0234D515B1}"/>
          </ac:spMkLst>
        </pc:spChg>
        <pc:spChg chg="mod">
          <ac:chgData name="UBAID QURESHI" userId="dd4ae95d8f7c04fe" providerId="LiveId" clId="{AF920071-46B6-4E4C-A6D8-3E93B456AF12}" dt="2025-10-29T09:01:39.704" v="1277" actId="207"/>
          <ac:spMkLst>
            <pc:docMk/>
            <pc:sldMk cId="462066845" sldId="289"/>
            <ac:spMk id="14" creationId="{26067943-A0CC-EA89-BD43-913019AC147B}"/>
          </ac:spMkLst>
        </pc:spChg>
        <pc:spChg chg="mod">
          <ac:chgData name="UBAID QURESHI" userId="dd4ae95d8f7c04fe" providerId="LiveId" clId="{AF920071-46B6-4E4C-A6D8-3E93B456AF12}" dt="2025-10-29T06:43:07.667" v="956" actId="14100"/>
          <ac:spMkLst>
            <pc:docMk/>
            <pc:sldMk cId="462066845" sldId="289"/>
            <ac:spMk id="32" creationId="{91D8499D-7602-CF5F-E3FA-0DA761E514EF}"/>
          </ac:spMkLst>
        </pc:spChg>
        <pc:spChg chg="add mod">
          <ac:chgData name="UBAID QURESHI" userId="dd4ae95d8f7c04fe" providerId="LiveId" clId="{AF920071-46B6-4E4C-A6D8-3E93B456AF12}" dt="2025-10-29T06:42:05.760" v="954" actId="1076"/>
          <ac:spMkLst>
            <pc:docMk/>
            <pc:sldMk cId="462066845" sldId="289"/>
            <ac:spMk id="33" creationId="{7F41DFD0-0414-DF34-097B-98B8C2224411}"/>
          </ac:spMkLst>
        </pc:spChg>
        <pc:graphicFrameChg chg="modGraphic">
          <ac:chgData name="UBAID QURESHI" userId="dd4ae95d8f7c04fe" providerId="LiveId" clId="{AF920071-46B6-4E4C-A6D8-3E93B456AF12}" dt="2025-10-29T09:01:34.251" v="1275" actId="207"/>
          <ac:graphicFrameMkLst>
            <pc:docMk/>
            <pc:sldMk cId="462066845" sldId="289"/>
            <ac:graphicFrameMk id="17" creationId="{6B724036-F158-00E2-FA74-0ED7EFE764C7}"/>
          </ac:graphicFrameMkLst>
        </pc:graphicFrameChg>
      </pc:sldChg>
      <pc:sldChg chg="modSp add mod">
        <pc:chgData name="UBAID QURESHI" userId="dd4ae95d8f7c04fe" providerId="LiveId" clId="{AF920071-46B6-4E4C-A6D8-3E93B456AF12}" dt="2025-10-29T09:02:02.954" v="1280" actId="207"/>
        <pc:sldMkLst>
          <pc:docMk/>
          <pc:sldMk cId="4138662285" sldId="290"/>
        </pc:sldMkLst>
        <pc:spChg chg="mod">
          <ac:chgData name="UBAID QURESHI" userId="dd4ae95d8f7c04fe" providerId="LiveId" clId="{AF920071-46B6-4E4C-A6D8-3E93B456AF12}" dt="2025-10-29T09:01:59.578" v="1279" actId="207"/>
          <ac:spMkLst>
            <pc:docMk/>
            <pc:sldMk cId="4138662285" sldId="290"/>
            <ac:spMk id="5" creationId="{FEA4DB2E-9A8D-6E1E-417F-19BF0A498BF0}"/>
          </ac:spMkLst>
        </pc:spChg>
        <pc:spChg chg="mod">
          <ac:chgData name="UBAID QURESHI" userId="dd4ae95d8f7c04fe" providerId="LiveId" clId="{AF920071-46B6-4E4C-A6D8-3E93B456AF12}" dt="2025-10-29T09:02:02.954" v="1280" actId="207"/>
          <ac:spMkLst>
            <pc:docMk/>
            <pc:sldMk cId="4138662285" sldId="290"/>
            <ac:spMk id="14" creationId="{4ABA67AF-F7CA-BDAF-E089-55312E411BCA}"/>
          </ac:spMkLst>
        </pc:spChg>
        <pc:spChg chg="mod">
          <ac:chgData name="UBAID QURESHI" userId="dd4ae95d8f7c04fe" providerId="LiveId" clId="{AF920071-46B6-4E4C-A6D8-3E93B456AF12}" dt="2025-10-29T06:43:43.918" v="958" actId="207"/>
          <ac:spMkLst>
            <pc:docMk/>
            <pc:sldMk cId="4138662285" sldId="290"/>
            <ac:spMk id="33" creationId="{36299162-B405-7AD3-0126-6D63E3F092AA}"/>
          </ac:spMkLst>
        </pc:spChg>
        <pc:graphicFrameChg chg="modGraphic">
          <ac:chgData name="UBAID QURESHI" userId="dd4ae95d8f7c04fe" providerId="LiveId" clId="{AF920071-46B6-4E4C-A6D8-3E93B456AF12}" dt="2025-10-29T09:01:56.526" v="1278" actId="207"/>
          <ac:graphicFrameMkLst>
            <pc:docMk/>
            <pc:sldMk cId="4138662285" sldId="290"/>
            <ac:graphicFrameMk id="17" creationId="{045BBA97-0FCC-3FE5-677F-AFE5A6F503B2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2:15.774" v="1283" actId="207"/>
        <pc:sldMkLst>
          <pc:docMk/>
          <pc:sldMk cId="1420136963" sldId="291"/>
        </pc:sldMkLst>
        <pc:spChg chg="mod">
          <ac:chgData name="UBAID QURESHI" userId="dd4ae95d8f7c04fe" providerId="LiveId" clId="{AF920071-46B6-4E4C-A6D8-3E93B456AF12}" dt="2025-10-29T09:02:12.160" v="1282" actId="207"/>
          <ac:spMkLst>
            <pc:docMk/>
            <pc:sldMk cId="1420136963" sldId="291"/>
            <ac:spMk id="5" creationId="{2596F255-845C-B967-FC25-2E2EE7301800}"/>
          </ac:spMkLst>
        </pc:spChg>
        <pc:spChg chg="mod">
          <ac:chgData name="UBAID QURESHI" userId="dd4ae95d8f7c04fe" providerId="LiveId" clId="{AF920071-46B6-4E4C-A6D8-3E93B456AF12}" dt="2025-10-29T09:02:15.774" v="1283" actId="207"/>
          <ac:spMkLst>
            <pc:docMk/>
            <pc:sldMk cId="1420136963" sldId="291"/>
            <ac:spMk id="14" creationId="{7A8B8D90-9E41-5EA8-5350-83617FFFB7F1}"/>
          </ac:spMkLst>
        </pc:spChg>
        <pc:spChg chg="mod">
          <ac:chgData name="UBAID QURESHI" userId="dd4ae95d8f7c04fe" providerId="LiveId" clId="{AF920071-46B6-4E4C-A6D8-3E93B456AF12}" dt="2025-10-29T06:45:25.179" v="965" actId="207"/>
          <ac:spMkLst>
            <pc:docMk/>
            <pc:sldMk cId="1420136963" sldId="291"/>
            <ac:spMk id="33" creationId="{0457ED57-4508-5387-317E-BEC40EEE60E3}"/>
          </ac:spMkLst>
        </pc:spChg>
        <pc:graphicFrameChg chg="modGraphic">
          <ac:chgData name="UBAID QURESHI" userId="dd4ae95d8f7c04fe" providerId="LiveId" clId="{AF920071-46B6-4E4C-A6D8-3E93B456AF12}" dt="2025-10-29T09:02:08.901" v="1281" actId="207"/>
          <ac:graphicFrameMkLst>
            <pc:docMk/>
            <pc:sldMk cId="1420136963" sldId="291"/>
            <ac:graphicFrameMk id="17" creationId="{4F3ABBEA-341E-7D9C-BA45-BD2FF508FE12}"/>
          </ac:graphicFrameMkLst>
        </pc:graphicFrameChg>
        <pc:cxnChg chg="add mod">
          <ac:chgData name="UBAID QURESHI" userId="dd4ae95d8f7c04fe" providerId="LiveId" clId="{AF920071-46B6-4E4C-A6D8-3E93B456AF12}" dt="2025-10-29T06:45:17.776" v="964" actId="208"/>
          <ac:cxnSpMkLst>
            <pc:docMk/>
            <pc:sldMk cId="1420136963" sldId="291"/>
            <ac:cxnSpMk id="34" creationId="{474C7792-FE31-1193-8105-8C9CF07893C7}"/>
          </ac:cxnSpMkLst>
        </pc:cxnChg>
      </pc:sldChg>
      <pc:sldChg chg="addSp delSp modSp add mod">
        <pc:chgData name="UBAID QURESHI" userId="dd4ae95d8f7c04fe" providerId="LiveId" clId="{AF920071-46B6-4E4C-A6D8-3E93B456AF12}" dt="2025-10-29T09:02:26.469" v="1286" actId="207"/>
        <pc:sldMkLst>
          <pc:docMk/>
          <pc:sldMk cId="2642847359" sldId="292"/>
        </pc:sldMkLst>
        <pc:spChg chg="mod">
          <ac:chgData name="UBAID QURESHI" userId="dd4ae95d8f7c04fe" providerId="LiveId" clId="{AF920071-46B6-4E4C-A6D8-3E93B456AF12}" dt="2025-10-29T09:02:24.147" v="1285" actId="207"/>
          <ac:spMkLst>
            <pc:docMk/>
            <pc:sldMk cId="2642847359" sldId="292"/>
            <ac:spMk id="5" creationId="{C439561D-C4EF-BA1A-581F-584BCE303775}"/>
          </ac:spMkLst>
        </pc:spChg>
        <pc:spChg chg="mod">
          <ac:chgData name="UBAID QURESHI" userId="dd4ae95d8f7c04fe" providerId="LiveId" clId="{AF920071-46B6-4E4C-A6D8-3E93B456AF12}" dt="2025-10-29T09:02:26.469" v="1286" actId="207"/>
          <ac:spMkLst>
            <pc:docMk/>
            <pc:sldMk cId="2642847359" sldId="292"/>
            <ac:spMk id="14" creationId="{AF97617A-822B-05A0-FE2D-0CA6BBF0B875}"/>
          </ac:spMkLst>
        </pc:spChg>
        <pc:spChg chg="mod">
          <ac:chgData name="UBAID QURESHI" userId="dd4ae95d8f7c04fe" providerId="LiveId" clId="{AF920071-46B6-4E4C-A6D8-3E93B456AF12}" dt="2025-10-29T06:45:54.507" v="968" actId="207"/>
          <ac:spMkLst>
            <pc:docMk/>
            <pc:sldMk cId="2642847359" sldId="292"/>
            <ac:spMk id="33" creationId="{3CB3A255-83D8-169A-6A52-9299DB49E9F8}"/>
          </ac:spMkLst>
        </pc:spChg>
        <pc:graphicFrameChg chg="modGraphic">
          <ac:chgData name="UBAID QURESHI" userId="dd4ae95d8f7c04fe" providerId="LiveId" clId="{AF920071-46B6-4E4C-A6D8-3E93B456AF12}" dt="2025-10-29T09:02:21.145" v="1284" actId="207"/>
          <ac:graphicFrameMkLst>
            <pc:docMk/>
            <pc:sldMk cId="2642847359" sldId="292"/>
            <ac:graphicFrameMk id="17" creationId="{C18BF7B0-1A46-D92B-4C2F-EBB7C03AF5D6}"/>
          </ac:graphicFrameMkLst>
        </pc:graphicFrameChg>
        <pc:cxnChg chg="del">
          <ac:chgData name="UBAID QURESHI" userId="dd4ae95d8f7c04fe" providerId="LiveId" clId="{AF920071-46B6-4E4C-A6D8-3E93B456AF12}" dt="2025-10-29T06:45:43.823" v="967" actId="478"/>
          <ac:cxnSpMkLst>
            <pc:docMk/>
            <pc:sldMk cId="2642847359" sldId="292"/>
            <ac:cxnSpMk id="34" creationId="{FE54C616-DA3E-7621-BC4E-AE5D2BE46CA4}"/>
          </ac:cxnSpMkLst>
        </pc:cxnChg>
        <pc:cxnChg chg="add mod">
          <ac:chgData name="UBAID QURESHI" userId="dd4ae95d8f7c04fe" providerId="LiveId" clId="{AF920071-46B6-4E4C-A6D8-3E93B456AF12}" dt="2025-10-29T06:46:05.064" v="970" actId="1076"/>
          <ac:cxnSpMkLst>
            <pc:docMk/>
            <pc:sldMk cId="2642847359" sldId="292"/>
            <ac:cxnSpMk id="35" creationId="{A84A5964-705B-D24D-FDD1-1004F2BBAA8A}"/>
          </ac:cxnSpMkLst>
        </pc:cxnChg>
      </pc:sldChg>
      <pc:sldChg chg="addSp modSp add mod">
        <pc:chgData name="UBAID QURESHI" userId="dd4ae95d8f7c04fe" providerId="LiveId" clId="{AF920071-46B6-4E4C-A6D8-3E93B456AF12}" dt="2025-10-29T09:04:04.871" v="1289" actId="207"/>
        <pc:sldMkLst>
          <pc:docMk/>
          <pc:sldMk cId="706350925" sldId="293"/>
        </pc:sldMkLst>
        <pc:spChg chg="mod">
          <ac:chgData name="UBAID QURESHI" userId="dd4ae95d8f7c04fe" providerId="LiveId" clId="{AF920071-46B6-4E4C-A6D8-3E93B456AF12}" dt="2025-10-29T09:04:01.623" v="1288" actId="207"/>
          <ac:spMkLst>
            <pc:docMk/>
            <pc:sldMk cId="706350925" sldId="293"/>
            <ac:spMk id="5" creationId="{9B7AEFD7-7664-78CF-9ACC-1E48EF1DC9DF}"/>
          </ac:spMkLst>
        </pc:spChg>
        <pc:spChg chg="mod">
          <ac:chgData name="UBAID QURESHI" userId="dd4ae95d8f7c04fe" providerId="LiveId" clId="{AF920071-46B6-4E4C-A6D8-3E93B456AF12}" dt="2025-10-29T09:04:04.871" v="1289" actId="207"/>
          <ac:spMkLst>
            <pc:docMk/>
            <pc:sldMk cId="706350925" sldId="293"/>
            <ac:spMk id="14" creationId="{479E56C3-C46B-67CB-5173-67292729D169}"/>
          </ac:spMkLst>
        </pc:spChg>
        <pc:spChg chg="add mod">
          <ac:chgData name="UBAID QURESHI" userId="dd4ae95d8f7c04fe" providerId="LiveId" clId="{AF920071-46B6-4E4C-A6D8-3E93B456AF12}" dt="2025-10-29T06:46:19.551" v="973" actId="1076"/>
          <ac:spMkLst>
            <pc:docMk/>
            <pc:sldMk cId="706350925" sldId="293"/>
            <ac:spMk id="34" creationId="{1521013C-4A70-7000-B152-3CFC7C2A8F4E}"/>
          </ac:spMkLst>
        </pc:spChg>
        <pc:graphicFrameChg chg="modGraphic">
          <ac:chgData name="UBAID QURESHI" userId="dd4ae95d8f7c04fe" providerId="LiveId" clId="{AF920071-46B6-4E4C-A6D8-3E93B456AF12}" dt="2025-10-29T09:03:56.314" v="1287" actId="207"/>
          <ac:graphicFrameMkLst>
            <pc:docMk/>
            <pc:sldMk cId="706350925" sldId="293"/>
            <ac:graphicFrameMk id="17" creationId="{D0017358-DAAF-1EC7-4A0B-049548C5AB1D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4:15.177" v="1292" actId="207"/>
        <pc:sldMkLst>
          <pc:docMk/>
          <pc:sldMk cId="249143641" sldId="294"/>
        </pc:sldMkLst>
        <pc:spChg chg="mod">
          <ac:chgData name="UBAID QURESHI" userId="dd4ae95d8f7c04fe" providerId="LiveId" clId="{AF920071-46B6-4E4C-A6D8-3E93B456AF12}" dt="2025-10-29T09:04:12.031" v="1291" actId="207"/>
          <ac:spMkLst>
            <pc:docMk/>
            <pc:sldMk cId="249143641" sldId="294"/>
            <ac:spMk id="5" creationId="{9012740E-E8C8-5C95-F67A-FA416C34A084}"/>
          </ac:spMkLst>
        </pc:spChg>
        <pc:spChg chg="mod">
          <ac:chgData name="UBAID QURESHI" userId="dd4ae95d8f7c04fe" providerId="LiveId" clId="{AF920071-46B6-4E4C-A6D8-3E93B456AF12}" dt="2025-10-29T09:04:15.177" v="1292" actId="207"/>
          <ac:spMkLst>
            <pc:docMk/>
            <pc:sldMk cId="249143641" sldId="294"/>
            <ac:spMk id="14" creationId="{36DC17FF-72F7-47AF-1A3D-2A4954567FAD}"/>
          </ac:spMkLst>
        </pc:spChg>
        <pc:spChg chg="mod">
          <ac:chgData name="UBAID QURESHI" userId="dd4ae95d8f7c04fe" providerId="LiveId" clId="{AF920071-46B6-4E4C-A6D8-3E93B456AF12}" dt="2025-10-29T06:46:32.176" v="975" actId="1076"/>
          <ac:spMkLst>
            <pc:docMk/>
            <pc:sldMk cId="249143641" sldId="294"/>
            <ac:spMk id="22" creationId="{066698D9-D3BC-528A-FB7A-A3FE4FB43961}"/>
          </ac:spMkLst>
        </pc:spChg>
        <pc:spChg chg="add mod">
          <ac:chgData name="UBAID QURESHI" userId="dd4ae95d8f7c04fe" providerId="LiveId" clId="{AF920071-46B6-4E4C-A6D8-3E93B456AF12}" dt="2025-10-29T08:59:25.575" v="1247" actId="20577"/>
          <ac:spMkLst>
            <pc:docMk/>
            <pc:sldMk cId="249143641" sldId="294"/>
            <ac:spMk id="37" creationId="{E16469CD-4D75-F19D-8CEA-B8962D7CF591}"/>
          </ac:spMkLst>
        </pc:spChg>
        <pc:graphicFrameChg chg="modGraphic">
          <ac:chgData name="UBAID QURESHI" userId="dd4ae95d8f7c04fe" providerId="LiveId" clId="{AF920071-46B6-4E4C-A6D8-3E93B456AF12}" dt="2025-10-29T09:04:09.239" v="1290" actId="207"/>
          <ac:graphicFrameMkLst>
            <pc:docMk/>
            <pc:sldMk cId="249143641" sldId="294"/>
            <ac:graphicFrameMk id="17" creationId="{78C1D6C8-697F-AC2B-BBB9-0DC93CE7640E}"/>
          </ac:graphicFrameMkLst>
        </pc:graphicFrameChg>
        <pc:cxnChg chg="add mod">
          <ac:chgData name="UBAID QURESHI" userId="dd4ae95d8f7c04fe" providerId="LiveId" clId="{AF920071-46B6-4E4C-A6D8-3E93B456AF12}" dt="2025-10-29T06:48:02.547" v="983" actId="1036"/>
          <ac:cxnSpMkLst>
            <pc:docMk/>
            <pc:sldMk cId="249143641" sldId="294"/>
            <ac:cxnSpMk id="36" creationId="{D10C6527-D800-DEBE-EA21-3180227DDA8E}"/>
          </ac:cxnSpMkLst>
        </pc:cxnChg>
      </pc:sldChg>
      <pc:sldChg chg="addSp delSp modSp add mod">
        <pc:chgData name="UBAID QURESHI" userId="dd4ae95d8f7c04fe" providerId="LiveId" clId="{AF920071-46B6-4E4C-A6D8-3E93B456AF12}" dt="2025-10-29T09:04:27.700" v="1295" actId="207"/>
        <pc:sldMkLst>
          <pc:docMk/>
          <pc:sldMk cId="3659814931" sldId="295"/>
        </pc:sldMkLst>
        <pc:spChg chg="mod">
          <ac:chgData name="UBAID QURESHI" userId="dd4ae95d8f7c04fe" providerId="LiveId" clId="{AF920071-46B6-4E4C-A6D8-3E93B456AF12}" dt="2025-10-29T09:04:23.271" v="1294" actId="207"/>
          <ac:spMkLst>
            <pc:docMk/>
            <pc:sldMk cId="3659814931" sldId="295"/>
            <ac:spMk id="5" creationId="{EBA4AC5C-9436-85E4-8E84-B4CA70826D20}"/>
          </ac:spMkLst>
        </pc:spChg>
        <pc:spChg chg="mod">
          <ac:chgData name="UBAID QURESHI" userId="dd4ae95d8f7c04fe" providerId="LiveId" clId="{AF920071-46B6-4E4C-A6D8-3E93B456AF12}" dt="2025-10-29T09:04:27.700" v="1295" actId="207"/>
          <ac:spMkLst>
            <pc:docMk/>
            <pc:sldMk cId="3659814931" sldId="295"/>
            <ac:spMk id="14" creationId="{97798FCE-43C4-53B7-BE83-42997975DEAF}"/>
          </ac:spMkLst>
        </pc:spChg>
        <pc:spChg chg="add mod">
          <ac:chgData name="UBAID QURESHI" userId="dd4ae95d8f7c04fe" providerId="LiveId" clId="{AF920071-46B6-4E4C-A6D8-3E93B456AF12}" dt="2025-10-29T06:49:07.253" v="994" actId="1076"/>
          <ac:spMkLst>
            <pc:docMk/>
            <pc:sldMk cId="3659814931" sldId="295"/>
            <ac:spMk id="39" creationId="{E63EBB25-5597-FBAA-EB07-3E85B85E3A83}"/>
          </ac:spMkLst>
        </pc:spChg>
        <pc:graphicFrameChg chg="modGraphic">
          <ac:chgData name="UBAID QURESHI" userId="dd4ae95d8f7c04fe" providerId="LiveId" clId="{AF920071-46B6-4E4C-A6D8-3E93B456AF12}" dt="2025-10-29T09:04:19.579" v="1293" actId="207"/>
          <ac:graphicFrameMkLst>
            <pc:docMk/>
            <pc:sldMk cId="3659814931" sldId="295"/>
            <ac:graphicFrameMk id="17" creationId="{D1437DB7-77D2-CD42-2C15-BC2317A5411F}"/>
          </ac:graphicFrameMkLst>
        </pc:graphicFrameChg>
        <pc:cxnChg chg="add del mod">
          <ac:chgData name="UBAID QURESHI" userId="dd4ae95d8f7c04fe" providerId="LiveId" clId="{AF920071-46B6-4E4C-A6D8-3E93B456AF12}" dt="2025-10-29T06:48:50.104" v="992" actId="478"/>
          <ac:cxnSpMkLst>
            <pc:docMk/>
            <pc:sldMk cId="3659814931" sldId="295"/>
            <ac:cxnSpMk id="38" creationId="{7E505E4B-B82F-87EB-7FDD-6FCBB318062C}"/>
          </ac:cxnSpMkLst>
        </pc:cxnChg>
      </pc:sldChg>
      <pc:sldChg chg="modSp add mod">
        <pc:chgData name="UBAID QURESHI" userId="dd4ae95d8f7c04fe" providerId="LiveId" clId="{AF920071-46B6-4E4C-A6D8-3E93B456AF12}" dt="2025-10-29T09:05:43.198" v="1298" actId="207"/>
        <pc:sldMkLst>
          <pc:docMk/>
          <pc:sldMk cId="2449771917" sldId="296"/>
        </pc:sldMkLst>
        <pc:spChg chg="mod">
          <ac:chgData name="UBAID QURESHI" userId="dd4ae95d8f7c04fe" providerId="LiveId" clId="{AF920071-46B6-4E4C-A6D8-3E93B456AF12}" dt="2025-10-29T09:05:43.198" v="1298" actId="207"/>
          <ac:spMkLst>
            <pc:docMk/>
            <pc:sldMk cId="2449771917" sldId="296"/>
            <ac:spMk id="5" creationId="{C67EC985-D4C8-DF73-4A74-CF50527FFE92}"/>
          </ac:spMkLst>
        </pc:spChg>
        <pc:spChg chg="mod">
          <ac:chgData name="UBAID QURESHI" userId="dd4ae95d8f7c04fe" providerId="LiveId" clId="{AF920071-46B6-4E4C-A6D8-3E93B456AF12}" dt="2025-10-29T09:05:37.983" v="1297" actId="207"/>
          <ac:spMkLst>
            <pc:docMk/>
            <pc:sldMk cId="2449771917" sldId="296"/>
            <ac:spMk id="14" creationId="{29A471BE-09BB-8ED5-A9F6-F8C2AC17CB14}"/>
          </ac:spMkLst>
        </pc:spChg>
        <pc:spChg chg="mod">
          <ac:chgData name="UBAID QURESHI" userId="dd4ae95d8f7c04fe" providerId="LiveId" clId="{AF920071-46B6-4E4C-A6D8-3E93B456AF12}" dt="2025-10-29T06:49:21.550" v="996" actId="207"/>
          <ac:spMkLst>
            <pc:docMk/>
            <pc:sldMk cId="2449771917" sldId="296"/>
            <ac:spMk id="39" creationId="{6E3667CB-32C2-04B7-2863-CE3810D4871C}"/>
          </ac:spMkLst>
        </pc:spChg>
        <pc:graphicFrameChg chg="modGraphic">
          <ac:chgData name="UBAID QURESHI" userId="dd4ae95d8f7c04fe" providerId="LiveId" clId="{AF920071-46B6-4E4C-A6D8-3E93B456AF12}" dt="2025-10-29T09:05:26.127" v="1296" actId="207"/>
          <ac:graphicFrameMkLst>
            <pc:docMk/>
            <pc:sldMk cId="2449771917" sldId="296"/>
            <ac:graphicFrameMk id="17" creationId="{2A7AAE39-BE72-7AB0-5839-A712F7A3B959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05:53.408" v="1299" actId="207"/>
        <pc:sldMkLst>
          <pc:docMk/>
          <pc:sldMk cId="1337607389" sldId="297"/>
        </pc:sldMkLst>
        <pc:spChg chg="mod">
          <ac:chgData name="UBAID QURESHI" userId="dd4ae95d8f7c04fe" providerId="LiveId" clId="{AF920071-46B6-4E4C-A6D8-3E93B456AF12}" dt="2025-10-29T06:49:36.587" v="998" actId="207"/>
          <ac:spMkLst>
            <pc:docMk/>
            <pc:sldMk cId="1337607389" sldId="297"/>
            <ac:spMk id="39" creationId="{AF4285EB-88A5-4387-AF29-E3EBBFB88065}"/>
          </ac:spMkLst>
        </pc:spChg>
        <pc:graphicFrameChg chg="modGraphic">
          <ac:chgData name="UBAID QURESHI" userId="dd4ae95d8f7c04fe" providerId="LiveId" clId="{AF920071-46B6-4E4C-A6D8-3E93B456AF12}" dt="2025-10-29T09:05:53.408" v="1299" actId="207"/>
          <ac:graphicFrameMkLst>
            <pc:docMk/>
            <pc:sldMk cId="1337607389" sldId="297"/>
            <ac:graphicFrameMk id="17" creationId="{7DFC49FA-0BE8-5232-D858-A99CC301D47A}"/>
          </ac:graphicFrameMkLst>
        </pc:graphicFrameChg>
        <pc:cxnChg chg="add mod">
          <ac:chgData name="UBAID QURESHI" userId="dd4ae95d8f7c04fe" providerId="LiveId" clId="{AF920071-46B6-4E4C-A6D8-3E93B456AF12}" dt="2025-10-29T06:52:51.543" v="1017" actId="208"/>
          <ac:cxnSpMkLst>
            <pc:docMk/>
            <pc:sldMk cId="1337607389" sldId="297"/>
            <ac:cxnSpMk id="38" creationId="{51142E94-E7F0-5CC3-C42E-342D67496435}"/>
          </ac:cxnSpMkLst>
        </pc:cxnChg>
      </pc:sldChg>
      <pc:sldChg chg="addSp modSp add mod">
        <pc:chgData name="UBAID QURESHI" userId="dd4ae95d8f7c04fe" providerId="LiveId" clId="{AF920071-46B6-4E4C-A6D8-3E93B456AF12}" dt="2025-10-29T09:08:54.296" v="1300" actId="207"/>
        <pc:sldMkLst>
          <pc:docMk/>
          <pc:sldMk cId="4279805098" sldId="298"/>
        </pc:sldMkLst>
        <pc:spChg chg="mod">
          <ac:chgData name="UBAID QURESHI" userId="dd4ae95d8f7c04fe" providerId="LiveId" clId="{AF920071-46B6-4E4C-A6D8-3E93B456AF12}" dt="2025-10-29T06:49:53.609" v="1000" actId="207"/>
          <ac:spMkLst>
            <pc:docMk/>
            <pc:sldMk cId="4279805098" sldId="298"/>
            <ac:spMk id="39" creationId="{B7345F7F-76FC-F4B6-6C0E-00354B6A31AA}"/>
          </ac:spMkLst>
        </pc:spChg>
        <pc:graphicFrameChg chg="modGraphic">
          <ac:chgData name="UBAID QURESHI" userId="dd4ae95d8f7c04fe" providerId="LiveId" clId="{AF920071-46B6-4E4C-A6D8-3E93B456AF12}" dt="2025-10-29T09:08:54.296" v="1300" actId="207"/>
          <ac:graphicFrameMkLst>
            <pc:docMk/>
            <pc:sldMk cId="4279805098" sldId="298"/>
            <ac:graphicFrameMk id="17" creationId="{CD02686E-DE12-6739-BDA9-1A0993F9D64F}"/>
          </ac:graphicFrameMkLst>
        </pc:graphicFrameChg>
        <pc:cxnChg chg="add mod">
          <ac:chgData name="UBAID QURESHI" userId="dd4ae95d8f7c04fe" providerId="LiveId" clId="{AF920071-46B6-4E4C-A6D8-3E93B456AF12}" dt="2025-10-29T06:50:13.578" v="1002" actId="1076"/>
          <ac:cxnSpMkLst>
            <pc:docMk/>
            <pc:sldMk cId="4279805098" sldId="298"/>
            <ac:cxnSpMk id="38" creationId="{91D6E0EB-316E-4BDB-7AAA-60FF7E7C7341}"/>
          </ac:cxnSpMkLst>
        </pc:cxnChg>
      </pc:sldChg>
      <pc:sldChg chg="addSp modSp add mod">
        <pc:chgData name="UBAID QURESHI" userId="dd4ae95d8f7c04fe" providerId="LiveId" clId="{AF920071-46B6-4E4C-A6D8-3E93B456AF12}" dt="2025-10-29T09:42:16.969" v="1474" actId="207"/>
        <pc:sldMkLst>
          <pc:docMk/>
          <pc:sldMk cId="2115135277" sldId="299"/>
        </pc:sldMkLst>
        <pc:spChg chg="add mod">
          <ac:chgData name="UBAID QURESHI" userId="dd4ae95d8f7c04fe" providerId="LiveId" clId="{AF920071-46B6-4E4C-A6D8-3E93B456AF12}" dt="2025-10-29T06:50:33.129" v="1005" actId="1076"/>
          <ac:spMkLst>
            <pc:docMk/>
            <pc:sldMk cId="2115135277" sldId="299"/>
            <ac:spMk id="40" creationId="{5E851A8F-20B7-B8A2-E192-5993C65B5452}"/>
          </ac:spMkLst>
        </pc:spChg>
        <pc:graphicFrameChg chg="modGraphic">
          <ac:chgData name="UBAID QURESHI" userId="dd4ae95d8f7c04fe" providerId="LiveId" clId="{AF920071-46B6-4E4C-A6D8-3E93B456AF12}" dt="2025-10-29T09:42:16.969" v="1474" actId="207"/>
          <ac:graphicFrameMkLst>
            <pc:docMk/>
            <pc:sldMk cId="2115135277" sldId="299"/>
            <ac:graphicFrameMk id="17" creationId="{8EAE4F58-1CEB-2018-3780-CCA1823ACCAC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42:10.917" v="1473" actId="1076"/>
        <pc:sldMkLst>
          <pc:docMk/>
          <pc:sldMk cId="2908084432" sldId="300"/>
        </pc:sldMkLst>
        <pc:spChg chg="mod">
          <ac:chgData name="UBAID QURESHI" userId="dd4ae95d8f7c04fe" providerId="LiveId" clId="{AF920071-46B6-4E4C-A6D8-3E93B456AF12}" dt="2025-10-29T09:42:10.917" v="1473" actId="1076"/>
          <ac:spMkLst>
            <pc:docMk/>
            <pc:sldMk cId="2908084432" sldId="300"/>
            <ac:spMk id="22" creationId="{4510251E-40AB-EB32-7EB5-459A4925E35E}"/>
          </ac:spMkLst>
        </pc:spChg>
        <pc:spChg chg="add mod">
          <ac:chgData name="UBAID QURESHI" userId="dd4ae95d8f7c04fe" providerId="LiveId" clId="{AF920071-46B6-4E4C-A6D8-3E93B456AF12}" dt="2025-10-29T06:51:13.831" v="1013" actId="14100"/>
          <ac:spMkLst>
            <pc:docMk/>
            <pc:sldMk cId="2908084432" sldId="300"/>
            <ac:spMk id="42" creationId="{E7ABBF7C-84B2-9C6A-D68D-D43F64BC061B}"/>
          </ac:spMkLst>
        </pc:spChg>
        <pc:graphicFrameChg chg="modGraphic">
          <ac:chgData name="UBAID QURESHI" userId="dd4ae95d8f7c04fe" providerId="LiveId" clId="{AF920071-46B6-4E4C-A6D8-3E93B456AF12}" dt="2025-10-29T09:42:07.396" v="1472" actId="207"/>
          <ac:graphicFrameMkLst>
            <pc:docMk/>
            <pc:sldMk cId="2908084432" sldId="300"/>
            <ac:graphicFrameMk id="17" creationId="{A9B07FA9-11D0-237E-9671-6A2158E54690}"/>
          </ac:graphicFrameMkLst>
        </pc:graphicFrameChg>
        <pc:cxnChg chg="add mod">
          <ac:chgData name="UBAID QURESHI" userId="dd4ae95d8f7c04fe" providerId="LiveId" clId="{AF920071-46B6-4E4C-A6D8-3E93B456AF12}" dt="2025-10-29T06:50:57.561" v="1009" actId="1076"/>
          <ac:cxnSpMkLst>
            <pc:docMk/>
            <pc:sldMk cId="2908084432" sldId="300"/>
            <ac:cxnSpMk id="41" creationId="{9A30996A-A38A-02DB-D54C-CF374D8F1781}"/>
          </ac:cxnSpMkLst>
        </pc:cxnChg>
      </pc:sldChg>
      <pc:sldChg chg="addSp modSp add mod">
        <pc:chgData name="UBAID QURESHI" userId="dd4ae95d8f7c04fe" providerId="LiveId" clId="{AF920071-46B6-4E4C-A6D8-3E93B456AF12}" dt="2025-10-29T09:41:54.436" v="1470" actId="1076"/>
        <pc:sldMkLst>
          <pc:docMk/>
          <pc:sldMk cId="1215094189" sldId="301"/>
        </pc:sldMkLst>
        <pc:spChg chg="mod">
          <ac:chgData name="UBAID QURESHI" userId="dd4ae95d8f7c04fe" providerId="LiveId" clId="{AF920071-46B6-4E4C-A6D8-3E93B456AF12}" dt="2025-10-29T09:41:54.436" v="1470" actId="1076"/>
          <ac:spMkLst>
            <pc:docMk/>
            <pc:sldMk cId="1215094189" sldId="301"/>
            <ac:spMk id="22" creationId="{B4BE0C84-0CE6-8D43-8685-164FFA538434}"/>
          </ac:spMkLst>
        </pc:spChg>
        <pc:spChg chg="add mod">
          <ac:chgData name="UBAID QURESHI" userId="dd4ae95d8f7c04fe" providerId="LiveId" clId="{AF920071-46B6-4E4C-A6D8-3E93B456AF12}" dt="2025-10-29T06:55:59.646" v="1043" actId="14100"/>
          <ac:spMkLst>
            <pc:docMk/>
            <pc:sldMk cId="1215094189" sldId="301"/>
            <ac:spMk id="43" creationId="{CA76DFCB-8DA2-3526-1F50-AA5075F85748}"/>
          </ac:spMkLst>
        </pc:spChg>
        <pc:spChg chg="add mod">
          <ac:chgData name="UBAID QURESHI" userId="dd4ae95d8f7c04fe" providerId="LiveId" clId="{AF920071-46B6-4E4C-A6D8-3E93B456AF12}" dt="2025-10-29T06:56:15.447" v="1047" actId="14100"/>
          <ac:spMkLst>
            <pc:docMk/>
            <pc:sldMk cId="1215094189" sldId="301"/>
            <ac:spMk id="44" creationId="{47F281CB-162B-6FCF-2ECB-91F4A42A46DA}"/>
          </ac:spMkLst>
        </pc:spChg>
        <pc:graphicFrameChg chg="modGraphic">
          <ac:chgData name="UBAID QURESHI" userId="dd4ae95d8f7c04fe" providerId="LiveId" clId="{AF920071-46B6-4E4C-A6D8-3E93B456AF12}" dt="2025-10-29T09:41:38.725" v="1468" actId="207"/>
          <ac:graphicFrameMkLst>
            <pc:docMk/>
            <pc:sldMk cId="1215094189" sldId="301"/>
            <ac:graphicFrameMk id="17" creationId="{D10E2A93-7236-C71A-DD55-33ECF85977CD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41:27.586" v="1466" actId="1076"/>
        <pc:sldMkLst>
          <pc:docMk/>
          <pc:sldMk cId="790823976" sldId="302"/>
        </pc:sldMkLst>
        <pc:spChg chg="mod">
          <ac:chgData name="UBAID QURESHI" userId="dd4ae95d8f7c04fe" providerId="LiveId" clId="{AF920071-46B6-4E4C-A6D8-3E93B456AF12}" dt="2025-10-29T09:41:27.586" v="1466" actId="1076"/>
          <ac:spMkLst>
            <pc:docMk/>
            <pc:sldMk cId="790823976" sldId="302"/>
            <ac:spMk id="22" creationId="{C195B634-5BB8-F6E1-1E22-3EE48560F3F3}"/>
          </ac:spMkLst>
        </pc:spChg>
        <pc:graphicFrameChg chg="mod modGraphic">
          <ac:chgData name="UBAID QURESHI" userId="dd4ae95d8f7c04fe" providerId="LiveId" clId="{AF920071-46B6-4E4C-A6D8-3E93B456AF12}" dt="2025-10-29T09:41:19.680" v="1465" actId="207"/>
          <ac:graphicFrameMkLst>
            <pc:docMk/>
            <pc:sldMk cId="790823976" sldId="302"/>
            <ac:graphicFrameMk id="17" creationId="{782637F1-1F35-3474-F00C-3E5CD268DEA3}"/>
          </ac:graphicFrameMkLst>
        </pc:graphicFrameChg>
        <pc:cxnChg chg="add mod">
          <ac:chgData name="UBAID QURESHI" userId="dd4ae95d8f7c04fe" providerId="LiveId" clId="{AF920071-46B6-4E4C-A6D8-3E93B456AF12}" dt="2025-10-29T07:00:02.127" v="1051" actId="1582"/>
          <ac:cxnSpMkLst>
            <pc:docMk/>
            <pc:sldMk cId="790823976" sldId="302"/>
            <ac:cxnSpMk id="46" creationId="{FB3E2977-29F7-4241-EA31-E99C03BD273E}"/>
          </ac:cxnSpMkLst>
        </pc:cxnChg>
      </pc:sldChg>
      <pc:sldChg chg="addSp delSp modSp add mod">
        <pc:chgData name="UBAID QURESHI" userId="dd4ae95d8f7c04fe" providerId="LiveId" clId="{AF920071-46B6-4E4C-A6D8-3E93B456AF12}" dt="2025-10-29T09:40:52.774" v="1459" actId="207"/>
        <pc:sldMkLst>
          <pc:docMk/>
          <pc:sldMk cId="2391222647" sldId="303"/>
        </pc:sldMkLst>
        <pc:spChg chg="mod">
          <ac:chgData name="UBAID QURESHI" userId="dd4ae95d8f7c04fe" providerId="LiveId" clId="{AF920071-46B6-4E4C-A6D8-3E93B456AF12}" dt="2025-10-29T07:02:19.582" v="1061" actId="1076"/>
          <ac:spMkLst>
            <pc:docMk/>
            <pc:sldMk cId="2391222647" sldId="303"/>
            <ac:spMk id="22" creationId="{088C7F06-5904-E99B-A72E-70FF352C6F2C}"/>
          </ac:spMkLst>
        </pc:spChg>
        <pc:spChg chg="del mod">
          <ac:chgData name="UBAID QURESHI" userId="dd4ae95d8f7c04fe" providerId="LiveId" clId="{AF920071-46B6-4E4C-A6D8-3E93B456AF12}" dt="2025-10-29T07:00:27.341" v="1055"/>
          <ac:spMkLst>
            <pc:docMk/>
            <pc:sldMk cId="2391222647" sldId="303"/>
            <ac:spMk id="40" creationId="{403304CA-367F-0AC7-9C3C-26B8A2CC9817}"/>
          </ac:spMkLst>
        </pc:spChg>
        <pc:graphicFrameChg chg="modGraphic">
          <ac:chgData name="UBAID QURESHI" userId="dd4ae95d8f7c04fe" providerId="LiveId" clId="{AF920071-46B6-4E4C-A6D8-3E93B456AF12}" dt="2025-10-29T09:40:52.774" v="1459" actId="207"/>
          <ac:graphicFrameMkLst>
            <pc:docMk/>
            <pc:sldMk cId="2391222647" sldId="303"/>
            <ac:graphicFrameMk id="17" creationId="{425FFEFD-217A-2EE8-26B2-A94AF2551C3C}"/>
          </ac:graphicFrameMkLst>
        </pc:graphicFrameChg>
        <pc:cxnChg chg="add del">
          <ac:chgData name="UBAID QURESHI" userId="dd4ae95d8f7c04fe" providerId="LiveId" clId="{AF920071-46B6-4E4C-A6D8-3E93B456AF12}" dt="2025-10-29T07:02:19.276" v="1060" actId="478"/>
          <ac:cxnSpMkLst>
            <pc:docMk/>
            <pc:sldMk cId="2391222647" sldId="303"/>
            <ac:cxnSpMk id="38" creationId="{31416E12-B44D-0D7F-50BF-A8FD139CBA71}"/>
          </ac:cxnSpMkLst>
        </pc:cxnChg>
      </pc:sldChg>
      <pc:sldChg chg="addSp modSp add mod">
        <pc:chgData name="UBAID QURESHI" userId="dd4ae95d8f7c04fe" providerId="LiveId" clId="{AF920071-46B6-4E4C-A6D8-3E93B456AF12}" dt="2025-10-29T09:40:49.637" v="1458" actId="207"/>
        <pc:sldMkLst>
          <pc:docMk/>
          <pc:sldMk cId="3904307461" sldId="304"/>
        </pc:sldMkLst>
        <pc:spChg chg="mod">
          <ac:chgData name="UBAID QURESHI" userId="dd4ae95d8f7c04fe" providerId="LiveId" clId="{AF920071-46B6-4E4C-A6D8-3E93B456AF12}" dt="2025-10-29T07:03:12.361" v="1063" actId="207"/>
          <ac:spMkLst>
            <pc:docMk/>
            <pc:sldMk cId="3904307461" sldId="304"/>
            <ac:spMk id="39" creationId="{4F7E63F6-4816-2B8F-EC85-1B8FF0214A75}"/>
          </ac:spMkLst>
        </pc:spChg>
        <pc:graphicFrameChg chg="modGraphic">
          <ac:chgData name="UBAID QURESHI" userId="dd4ae95d8f7c04fe" providerId="LiveId" clId="{AF920071-46B6-4E4C-A6D8-3E93B456AF12}" dt="2025-10-29T09:40:49.637" v="1458" actId="207"/>
          <ac:graphicFrameMkLst>
            <pc:docMk/>
            <pc:sldMk cId="3904307461" sldId="304"/>
            <ac:graphicFrameMk id="17" creationId="{FC7622A0-E87A-518C-3D97-43E7DA215F34}"/>
          </ac:graphicFrameMkLst>
        </pc:graphicFrameChg>
        <pc:cxnChg chg="add mod">
          <ac:chgData name="UBAID QURESHI" userId="dd4ae95d8f7c04fe" providerId="LiveId" clId="{AF920071-46B6-4E4C-A6D8-3E93B456AF12}" dt="2025-10-29T07:04:09.876" v="1067" actId="208"/>
          <ac:cxnSpMkLst>
            <pc:docMk/>
            <pc:sldMk cId="3904307461" sldId="304"/>
            <ac:cxnSpMk id="38" creationId="{86F7836B-099B-D8C7-7E86-D9467F34BD4B}"/>
          </ac:cxnSpMkLst>
        </pc:cxnChg>
      </pc:sldChg>
      <pc:sldChg chg="addSp delSp modSp add mod">
        <pc:chgData name="UBAID QURESHI" userId="dd4ae95d8f7c04fe" providerId="LiveId" clId="{AF920071-46B6-4E4C-A6D8-3E93B456AF12}" dt="2025-10-29T09:40:46.338" v="1457" actId="207"/>
        <pc:sldMkLst>
          <pc:docMk/>
          <pc:sldMk cId="540085221" sldId="305"/>
        </pc:sldMkLst>
        <pc:graphicFrameChg chg="modGraphic">
          <ac:chgData name="UBAID QURESHI" userId="dd4ae95d8f7c04fe" providerId="LiveId" clId="{AF920071-46B6-4E4C-A6D8-3E93B456AF12}" dt="2025-10-29T09:40:46.338" v="1457" actId="207"/>
          <ac:graphicFrameMkLst>
            <pc:docMk/>
            <pc:sldMk cId="540085221" sldId="305"/>
            <ac:graphicFrameMk id="17" creationId="{C48BD1FD-3C2E-102A-672F-C2BBADFC1759}"/>
          </ac:graphicFrameMkLst>
        </pc:graphicFrameChg>
        <pc:cxnChg chg="del">
          <ac:chgData name="UBAID QURESHI" userId="dd4ae95d8f7c04fe" providerId="LiveId" clId="{AF920071-46B6-4E4C-A6D8-3E93B456AF12}" dt="2025-10-29T07:04:27.662" v="1069" actId="478"/>
          <ac:cxnSpMkLst>
            <pc:docMk/>
            <pc:sldMk cId="540085221" sldId="305"/>
            <ac:cxnSpMk id="38" creationId="{F8929A6D-D72D-3334-6661-4C99320AADF4}"/>
          </ac:cxnSpMkLst>
        </pc:cxnChg>
        <pc:cxnChg chg="add mod">
          <ac:chgData name="UBAID QURESHI" userId="dd4ae95d8f7c04fe" providerId="LiveId" clId="{AF920071-46B6-4E4C-A6D8-3E93B456AF12}" dt="2025-10-29T07:05:04.626" v="1072" actId="1076"/>
          <ac:cxnSpMkLst>
            <pc:docMk/>
            <pc:sldMk cId="540085221" sldId="305"/>
            <ac:cxnSpMk id="40" creationId="{2BCC8DC5-76B4-70E6-C4DD-CF02FA63825D}"/>
          </ac:cxnSpMkLst>
        </pc:cxnChg>
      </pc:sldChg>
      <pc:sldChg chg="modSp add mod">
        <pc:chgData name="UBAID QURESHI" userId="dd4ae95d8f7c04fe" providerId="LiveId" clId="{AF920071-46B6-4E4C-A6D8-3E93B456AF12}" dt="2025-10-29T09:40:42.936" v="1456" actId="207"/>
        <pc:sldMkLst>
          <pc:docMk/>
          <pc:sldMk cId="2356890656" sldId="306"/>
        </pc:sldMkLst>
        <pc:graphicFrameChg chg="modGraphic">
          <ac:chgData name="UBAID QURESHI" userId="dd4ae95d8f7c04fe" providerId="LiveId" clId="{AF920071-46B6-4E4C-A6D8-3E93B456AF12}" dt="2025-10-29T09:40:42.936" v="1456" actId="207"/>
          <ac:graphicFrameMkLst>
            <pc:docMk/>
            <pc:sldMk cId="2356890656" sldId="306"/>
            <ac:graphicFrameMk id="17" creationId="{912A4085-3B1F-D7C5-FF08-A580E3555AC4}"/>
          </ac:graphicFrameMkLst>
        </pc:graphicFrameChg>
      </pc:sldChg>
      <pc:sldChg chg="delSp modSp add mod">
        <pc:chgData name="UBAID QURESHI" userId="dd4ae95d8f7c04fe" providerId="LiveId" clId="{AF920071-46B6-4E4C-A6D8-3E93B456AF12}" dt="2025-10-29T09:40:39.483" v="1455" actId="207"/>
        <pc:sldMkLst>
          <pc:docMk/>
          <pc:sldMk cId="1706098402" sldId="307"/>
        </pc:sldMkLst>
        <pc:spChg chg="mod">
          <ac:chgData name="UBAID QURESHI" userId="dd4ae95d8f7c04fe" providerId="LiveId" clId="{AF920071-46B6-4E4C-A6D8-3E93B456AF12}" dt="2025-10-29T07:06:22.568" v="1077" actId="1076"/>
          <ac:spMkLst>
            <pc:docMk/>
            <pc:sldMk cId="1706098402" sldId="307"/>
            <ac:spMk id="22" creationId="{1A2A902E-A105-5F41-5042-EE04D54EB496}"/>
          </ac:spMkLst>
        </pc:spChg>
        <pc:spChg chg="del">
          <ac:chgData name="UBAID QURESHI" userId="dd4ae95d8f7c04fe" providerId="LiveId" clId="{AF920071-46B6-4E4C-A6D8-3E93B456AF12}" dt="2025-10-29T07:05:51.971" v="1075" actId="478"/>
          <ac:spMkLst>
            <pc:docMk/>
            <pc:sldMk cId="1706098402" sldId="307"/>
            <ac:spMk id="34" creationId="{56225666-4515-544F-2140-7F4556834BC9}"/>
          </ac:spMkLst>
        </pc:spChg>
        <pc:graphicFrameChg chg="modGraphic">
          <ac:chgData name="UBAID QURESHI" userId="dd4ae95d8f7c04fe" providerId="LiveId" clId="{AF920071-46B6-4E4C-A6D8-3E93B456AF12}" dt="2025-10-29T09:40:39.483" v="1455" actId="207"/>
          <ac:graphicFrameMkLst>
            <pc:docMk/>
            <pc:sldMk cId="1706098402" sldId="307"/>
            <ac:graphicFrameMk id="17" creationId="{ED18B1AB-112F-9752-A7F5-D321E145D3C4}"/>
          </ac:graphicFrameMkLst>
        </pc:graphicFrameChg>
        <pc:cxnChg chg="del">
          <ac:chgData name="UBAID QURESHI" userId="dd4ae95d8f7c04fe" providerId="LiveId" clId="{AF920071-46B6-4E4C-A6D8-3E93B456AF12}" dt="2025-10-29T07:06:17.483" v="1076" actId="478"/>
          <ac:cxnSpMkLst>
            <pc:docMk/>
            <pc:sldMk cId="1706098402" sldId="307"/>
            <ac:cxnSpMk id="35" creationId="{5477C87F-33B0-D998-284E-02BB2AC6E6E9}"/>
          </ac:cxnSpMkLst>
        </pc:cxnChg>
      </pc:sldChg>
      <pc:sldChg chg="addSp modSp add mod">
        <pc:chgData name="UBAID QURESHI" userId="dd4ae95d8f7c04fe" providerId="LiveId" clId="{AF920071-46B6-4E4C-A6D8-3E93B456AF12}" dt="2025-10-29T09:40:36.189" v="1454" actId="207"/>
        <pc:sldMkLst>
          <pc:docMk/>
          <pc:sldMk cId="4069396446" sldId="308"/>
        </pc:sldMkLst>
        <pc:spChg chg="mod">
          <ac:chgData name="UBAID QURESHI" userId="dd4ae95d8f7c04fe" providerId="LiveId" clId="{AF920071-46B6-4E4C-A6D8-3E93B456AF12}" dt="2025-10-29T07:07:53.615" v="1079" actId="207"/>
          <ac:spMkLst>
            <pc:docMk/>
            <pc:sldMk cId="4069396446" sldId="308"/>
            <ac:spMk id="33" creationId="{EAF1D82E-5B29-9073-C650-4F78F9D1E963}"/>
          </ac:spMkLst>
        </pc:spChg>
        <pc:graphicFrameChg chg="modGraphic">
          <ac:chgData name="UBAID QURESHI" userId="dd4ae95d8f7c04fe" providerId="LiveId" clId="{AF920071-46B6-4E4C-A6D8-3E93B456AF12}" dt="2025-10-29T09:40:36.189" v="1454" actId="207"/>
          <ac:graphicFrameMkLst>
            <pc:docMk/>
            <pc:sldMk cId="4069396446" sldId="308"/>
            <ac:graphicFrameMk id="17" creationId="{94B37EB5-BB9F-29F4-7DC5-EC582A2874F9}"/>
          </ac:graphicFrameMkLst>
        </pc:graphicFrameChg>
        <pc:cxnChg chg="add mod">
          <ac:chgData name="UBAID QURESHI" userId="dd4ae95d8f7c04fe" providerId="LiveId" clId="{AF920071-46B6-4E4C-A6D8-3E93B456AF12}" dt="2025-10-29T07:08:09.736" v="1083" actId="208"/>
          <ac:cxnSpMkLst>
            <pc:docMk/>
            <pc:sldMk cId="4069396446" sldId="308"/>
            <ac:cxnSpMk id="34" creationId="{6EE69B55-4861-11BC-C5A6-77CB1AA4C5BD}"/>
          </ac:cxnSpMkLst>
        </pc:cxnChg>
      </pc:sldChg>
      <pc:sldChg chg="addSp delSp modSp add mod">
        <pc:chgData name="UBAID QURESHI" userId="dd4ae95d8f7c04fe" providerId="LiveId" clId="{AF920071-46B6-4E4C-A6D8-3E93B456AF12}" dt="2025-10-29T09:40:32.897" v="1453" actId="207"/>
        <pc:sldMkLst>
          <pc:docMk/>
          <pc:sldMk cId="2893126036" sldId="309"/>
        </pc:sldMkLst>
        <pc:graphicFrameChg chg="modGraphic">
          <ac:chgData name="UBAID QURESHI" userId="dd4ae95d8f7c04fe" providerId="LiveId" clId="{AF920071-46B6-4E4C-A6D8-3E93B456AF12}" dt="2025-10-29T09:40:32.897" v="1453" actId="207"/>
          <ac:graphicFrameMkLst>
            <pc:docMk/>
            <pc:sldMk cId="2893126036" sldId="309"/>
            <ac:graphicFrameMk id="17" creationId="{FE73D97B-FC94-AF2A-5E29-036A3FBD27A2}"/>
          </ac:graphicFrameMkLst>
        </pc:graphicFrameChg>
        <pc:cxnChg chg="del">
          <ac:chgData name="UBAID QURESHI" userId="dd4ae95d8f7c04fe" providerId="LiveId" clId="{AF920071-46B6-4E4C-A6D8-3E93B456AF12}" dt="2025-10-29T07:08:19.883" v="1085" actId="478"/>
          <ac:cxnSpMkLst>
            <pc:docMk/>
            <pc:sldMk cId="2893126036" sldId="309"/>
            <ac:cxnSpMk id="34" creationId="{35DD6559-E0CA-CBC1-44BF-2F7C64D6511A}"/>
          </ac:cxnSpMkLst>
        </pc:cxnChg>
        <pc:cxnChg chg="add mod">
          <ac:chgData name="UBAID QURESHI" userId="dd4ae95d8f7c04fe" providerId="LiveId" clId="{AF920071-46B6-4E4C-A6D8-3E93B456AF12}" dt="2025-10-29T07:08:27.081" v="1087" actId="1076"/>
          <ac:cxnSpMkLst>
            <pc:docMk/>
            <pc:sldMk cId="2893126036" sldId="309"/>
            <ac:cxnSpMk id="35" creationId="{7A532AA0-B83F-2589-D528-4B620116967A}"/>
          </ac:cxnSpMkLst>
        </pc:cxnChg>
      </pc:sldChg>
      <pc:sldChg chg="addSp delSp modSp add mod">
        <pc:chgData name="UBAID QURESHI" userId="dd4ae95d8f7c04fe" providerId="LiveId" clId="{AF920071-46B6-4E4C-A6D8-3E93B456AF12}" dt="2025-10-29T09:40:25.072" v="1451" actId="207"/>
        <pc:sldMkLst>
          <pc:docMk/>
          <pc:sldMk cId="1602035884" sldId="310"/>
        </pc:sldMkLst>
        <pc:spChg chg="mod">
          <ac:chgData name="UBAID QURESHI" userId="dd4ae95d8f7c04fe" providerId="LiveId" clId="{AF920071-46B6-4E4C-A6D8-3E93B456AF12}" dt="2025-10-29T07:08:55.469" v="1091" actId="1076"/>
          <ac:spMkLst>
            <pc:docMk/>
            <pc:sldMk cId="1602035884" sldId="310"/>
            <ac:spMk id="22" creationId="{E113D982-E305-59AE-B38D-7BC37A7D6EBA}"/>
          </ac:spMkLst>
        </pc:spChg>
        <pc:spChg chg="mod">
          <ac:chgData name="UBAID QURESHI" userId="dd4ae95d8f7c04fe" providerId="LiveId" clId="{AF920071-46B6-4E4C-A6D8-3E93B456AF12}" dt="2025-10-29T07:11:28.397" v="1093" actId="207"/>
          <ac:spMkLst>
            <pc:docMk/>
            <pc:sldMk cId="1602035884" sldId="310"/>
            <ac:spMk id="28" creationId="{38333F0E-0882-4F25-5D65-4D134A4221D9}"/>
          </ac:spMkLst>
        </pc:spChg>
        <pc:spChg chg="del">
          <ac:chgData name="UBAID QURESHI" userId="dd4ae95d8f7c04fe" providerId="LiveId" clId="{AF920071-46B6-4E4C-A6D8-3E93B456AF12}" dt="2025-10-29T07:08:42.447" v="1089" actId="478"/>
          <ac:spMkLst>
            <pc:docMk/>
            <pc:sldMk cId="1602035884" sldId="310"/>
            <ac:spMk id="30" creationId="{A79ADDED-02B2-47FB-D9BB-1AD103D1710E}"/>
          </ac:spMkLst>
        </pc:spChg>
        <pc:graphicFrameChg chg="modGraphic">
          <ac:chgData name="UBAID QURESHI" userId="dd4ae95d8f7c04fe" providerId="LiveId" clId="{AF920071-46B6-4E4C-A6D8-3E93B456AF12}" dt="2025-10-29T09:40:25.072" v="1451" actId="207"/>
          <ac:graphicFrameMkLst>
            <pc:docMk/>
            <pc:sldMk cId="1602035884" sldId="310"/>
            <ac:graphicFrameMk id="17" creationId="{4E02FBF1-8CA8-7565-BEEB-2B9ACCC89FCE}"/>
          </ac:graphicFrameMkLst>
        </pc:graphicFrameChg>
        <pc:cxnChg chg="del">
          <ac:chgData name="UBAID QURESHI" userId="dd4ae95d8f7c04fe" providerId="LiveId" clId="{AF920071-46B6-4E4C-A6D8-3E93B456AF12}" dt="2025-10-29T07:08:48.168" v="1090" actId="478"/>
          <ac:cxnSpMkLst>
            <pc:docMk/>
            <pc:sldMk cId="1602035884" sldId="310"/>
            <ac:cxnSpMk id="29" creationId="{E52C87E9-2A9A-7A5F-F096-6B0B812FB884}"/>
          </ac:cxnSpMkLst>
        </pc:cxnChg>
        <pc:cxnChg chg="add mod">
          <ac:chgData name="UBAID QURESHI" userId="dd4ae95d8f7c04fe" providerId="LiveId" clId="{AF920071-46B6-4E4C-A6D8-3E93B456AF12}" dt="2025-10-29T07:12:42.084" v="1106" actId="208"/>
          <ac:cxnSpMkLst>
            <pc:docMk/>
            <pc:sldMk cId="1602035884" sldId="310"/>
            <ac:cxnSpMk id="34" creationId="{00101AF0-0170-BA2F-8030-4A631DE69860}"/>
          </ac:cxnSpMkLst>
        </pc:cxnChg>
      </pc:sldChg>
      <pc:sldChg chg="modSp add mod ord">
        <pc:chgData name="UBAID QURESHI" userId="dd4ae95d8f7c04fe" providerId="LiveId" clId="{AF920071-46B6-4E4C-A6D8-3E93B456AF12}" dt="2025-10-29T09:40:28.707" v="1452" actId="207"/>
        <pc:sldMkLst>
          <pc:docMk/>
          <pc:sldMk cId="4024527228" sldId="311"/>
        </pc:sldMkLst>
        <pc:graphicFrameChg chg="modGraphic">
          <ac:chgData name="UBAID QURESHI" userId="dd4ae95d8f7c04fe" providerId="LiveId" clId="{AF920071-46B6-4E4C-A6D8-3E93B456AF12}" dt="2025-10-29T09:40:28.707" v="1452" actId="207"/>
          <ac:graphicFrameMkLst>
            <pc:docMk/>
            <pc:sldMk cId="4024527228" sldId="311"/>
            <ac:graphicFrameMk id="17" creationId="{65A286B6-A000-65A0-62AB-2629A62B5536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40:21.686" v="1450" actId="207"/>
        <pc:sldMkLst>
          <pc:docMk/>
          <pc:sldMk cId="2623740324" sldId="312"/>
        </pc:sldMkLst>
        <pc:spChg chg="mod">
          <ac:chgData name="UBAID QURESHI" userId="dd4ae95d8f7c04fe" providerId="LiveId" clId="{AF920071-46B6-4E4C-A6D8-3E93B456AF12}" dt="2025-10-29T07:12:15.302" v="1097" actId="207"/>
          <ac:spMkLst>
            <pc:docMk/>
            <pc:sldMk cId="2623740324" sldId="312"/>
            <ac:spMk id="28" creationId="{7EB1E20E-C4BB-1843-8225-AF00B3376A68}"/>
          </ac:spMkLst>
        </pc:spChg>
        <pc:graphicFrameChg chg="modGraphic">
          <ac:chgData name="UBAID QURESHI" userId="dd4ae95d8f7c04fe" providerId="LiveId" clId="{AF920071-46B6-4E4C-A6D8-3E93B456AF12}" dt="2025-10-29T09:40:21.686" v="1450" actId="207"/>
          <ac:graphicFrameMkLst>
            <pc:docMk/>
            <pc:sldMk cId="2623740324" sldId="312"/>
            <ac:graphicFrameMk id="17" creationId="{00DE021B-21F5-E6B0-22E1-508A6C9504D0}"/>
          </ac:graphicFrameMkLst>
        </pc:graphicFrameChg>
        <pc:cxnChg chg="add mod">
          <ac:chgData name="UBAID QURESHI" userId="dd4ae95d8f7c04fe" providerId="LiveId" clId="{AF920071-46B6-4E4C-A6D8-3E93B456AF12}" dt="2025-10-29T07:12:25.418" v="1100" actId="208"/>
          <ac:cxnSpMkLst>
            <pc:docMk/>
            <pc:sldMk cId="2623740324" sldId="312"/>
            <ac:cxnSpMk id="29" creationId="{E7F013AD-3BE9-FB45-AB2F-FB57992DC78E}"/>
          </ac:cxnSpMkLst>
        </pc:cxnChg>
      </pc:sldChg>
      <pc:sldChg chg="addSp delSp modSp add mod">
        <pc:chgData name="UBAID QURESHI" userId="dd4ae95d8f7c04fe" providerId="LiveId" clId="{AF920071-46B6-4E4C-A6D8-3E93B456AF12}" dt="2025-10-29T09:40:18.225" v="1449" actId="207"/>
        <pc:sldMkLst>
          <pc:docMk/>
          <pc:sldMk cId="2136845457" sldId="313"/>
        </pc:sldMkLst>
        <pc:spChg chg="mod">
          <ac:chgData name="UBAID QURESHI" userId="dd4ae95d8f7c04fe" providerId="LiveId" clId="{AF920071-46B6-4E4C-A6D8-3E93B456AF12}" dt="2025-10-29T07:13:10.521" v="1109" actId="207"/>
          <ac:spMkLst>
            <pc:docMk/>
            <pc:sldMk cId="2136845457" sldId="313"/>
            <ac:spMk id="28" creationId="{FCAFD28F-BA88-0EEF-0F46-BD38721FCA2B}"/>
          </ac:spMkLst>
        </pc:spChg>
        <pc:graphicFrameChg chg="modGraphic">
          <ac:chgData name="UBAID QURESHI" userId="dd4ae95d8f7c04fe" providerId="LiveId" clId="{AF920071-46B6-4E4C-A6D8-3E93B456AF12}" dt="2025-10-29T09:40:18.225" v="1449" actId="207"/>
          <ac:graphicFrameMkLst>
            <pc:docMk/>
            <pc:sldMk cId="2136845457" sldId="313"/>
            <ac:graphicFrameMk id="17" creationId="{A9D79AA7-2AE8-83B9-29C7-1F960F627959}"/>
          </ac:graphicFrameMkLst>
        </pc:graphicFrameChg>
        <pc:cxnChg chg="del">
          <ac:chgData name="UBAID QURESHI" userId="dd4ae95d8f7c04fe" providerId="LiveId" clId="{AF920071-46B6-4E4C-A6D8-3E93B456AF12}" dt="2025-10-29T07:13:02.256" v="1108" actId="478"/>
          <ac:cxnSpMkLst>
            <pc:docMk/>
            <pc:sldMk cId="2136845457" sldId="313"/>
            <ac:cxnSpMk id="29" creationId="{225A64DF-820F-B24E-1008-D3866C3AE8DF}"/>
          </ac:cxnSpMkLst>
        </pc:cxnChg>
        <pc:cxnChg chg="add mod">
          <ac:chgData name="UBAID QURESHI" userId="dd4ae95d8f7c04fe" providerId="LiveId" clId="{AF920071-46B6-4E4C-A6D8-3E93B456AF12}" dt="2025-10-29T07:14:38.430" v="1116" actId="1076"/>
          <ac:cxnSpMkLst>
            <pc:docMk/>
            <pc:sldMk cId="2136845457" sldId="313"/>
            <ac:cxnSpMk id="30" creationId="{882AFCF2-41A6-17A6-F27F-1F420C9092FF}"/>
          </ac:cxnSpMkLst>
        </pc:cxnChg>
      </pc:sldChg>
      <pc:sldChg chg="addSp modSp add mod">
        <pc:chgData name="UBAID QURESHI" userId="dd4ae95d8f7c04fe" providerId="LiveId" clId="{AF920071-46B6-4E4C-A6D8-3E93B456AF12}" dt="2025-10-29T09:40:14.566" v="1448" actId="207"/>
        <pc:sldMkLst>
          <pc:docMk/>
          <pc:sldMk cId="1140903387" sldId="314"/>
        </pc:sldMkLst>
        <pc:spChg chg="add mod">
          <ac:chgData name="UBAID QURESHI" userId="dd4ae95d8f7c04fe" providerId="LiveId" clId="{AF920071-46B6-4E4C-A6D8-3E93B456AF12}" dt="2025-10-29T07:14:01.429" v="1112" actId="1076"/>
          <ac:spMkLst>
            <pc:docMk/>
            <pc:sldMk cId="1140903387" sldId="314"/>
            <ac:spMk id="29" creationId="{C8AB2881-5B8A-259D-22D2-975F4921EBFD}"/>
          </ac:spMkLst>
        </pc:spChg>
        <pc:graphicFrameChg chg="modGraphic">
          <ac:chgData name="UBAID QURESHI" userId="dd4ae95d8f7c04fe" providerId="LiveId" clId="{AF920071-46B6-4E4C-A6D8-3E93B456AF12}" dt="2025-10-29T09:40:14.566" v="1448" actId="207"/>
          <ac:graphicFrameMkLst>
            <pc:docMk/>
            <pc:sldMk cId="1140903387" sldId="314"/>
            <ac:graphicFrameMk id="17" creationId="{95A12764-5640-082F-43DF-66F0C657A086}"/>
          </ac:graphicFrameMkLst>
        </pc:graphicFrameChg>
        <pc:cxnChg chg="add mod">
          <ac:chgData name="UBAID QURESHI" userId="dd4ae95d8f7c04fe" providerId="LiveId" clId="{AF920071-46B6-4E4C-A6D8-3E93B456AF12}" dt="2025-10-29T07:14:46.941" v="1117"/>
          <ac:cxnSpMkLst>
            <pc:docMk/>
            <pc:sldMk cId="1140903387" sldId="314"/>
            <ac:cxnSpMk id="30" creationId="{F0787707-E72E-795E-8E9C-D915C92BD62D}"/>
          </ac:cxnSpMkLst>
        </pc:cxnChg>
      </pc:sldChg>
      <pc:sldChg chg="addSp modSp add mod">
        <pc:chgData name="UBAID QURESHI" userId="dd4ae95d8f7c04fe" providerId="LiveId" clId="{AF920071-46B6-4E4C-A6D8-3E93B456AF12}" dt="2025-10-29T09:40:11.340" v="1447" actId="207"/>
        <pc:sldMkLst>
          <pc:docMk/>
          <pc:sldMk cId="1288047354" sldId="315"/>
        </pc:sldMkLst>
        <pc:spChg chg="mod">
          <ac:chgData name="UBAID QURESHI" userId="dd4ae95d8f7c04fe" providerId="LiveId" clId="{AF920071-46B6-4E4C-A6D8-3E93B456AF12}" dt="2025-10-29T07:15:01.408" v="1119" actId="1076"/>
          <ac:spMkLst>
            <pc:docMk/>
            <pc:sldMk cId="1288047354" sldId="315"/>
            <ac:spMk id="22" creationId="{0E98EA50-C522-745C-313A-85F9AFED4304}"/>
          </ac:spMkLst>
        </pc:spChg>
        <pc:graphicFrameChg chg="modGraphic">
          <ac:chgData name="UBAID QURESHI" userId="dd4ae95d8f7c04fe" providerId="LiveId" clId="{AF920071-46B6-4E4C-A6D8-3E93B456AF12}" dt="2025-10-29T09:40:11.340" v="1447" actId="207"/>
          <ac:graphicFrameMkLst>
            <pc:docMk/>
            <pc:sldMk cId="1288047354" sldId="315"/>
            <ac:graphicFrameMk id="17" creationId="{770D8DD0-C817-4D6E-8303-6A8E85D087A7}"/>
          </ac:graphicFrameMkLst>
        </pc:graphicFrameChg>
        <pc:cxnChg chg="add mod">
          <ac:chgData name="UBAID QURESHI" userId="dd4ae95d8f7c04fe" providerId="LiveId" clId="{AF920071-46B6-4E4C-A6D8-3E93B456AF12}" dt="2025-10-29T07:14:53.887" v="1118"/>
          <ac:cxnSpMkLst>
            <pc:docMk/>
            <pc:sldMk cId="1288047354" sldId="315"/>
            <ac:cxnSpMk id="30" creationId="{70439067-D5BC-45FE-2AD1-E6274D3598B1}"/>
          </ac:cxnSpMkLst>
        </pc:cxnChg>
      </pc:sldChg>
      <pc:sldChg chg="addSp delSp modSp add mod">
        <pc:chgData name="UBAID QURESHI" userId="dd4ae95d8f7c04fe" providerId="LiveId" clId="{AF920071-46B6-4E4C-A6D8-3E93B456AF12}" dt="2025-10-29T09:40:06.644" v="1446" actId="207"/>
        <pc:sldMkLst>
          <pc:docMk/>
          <pc:sldMk cId="832536543" sldId="316"/>
        </pc:sldMkLst>
        <pc:spChg chg="add mod">
          <ac:chgData name="UBAID QURESHI" userId="dd4ae95d8f7c04fe" providerId="LiveId" clId="{AF920071-46B6-4E4C-A6D8-3E93B456AF12}" dt="2025-10-29T07:18:29.517" v="1130" actId="20577"/>
          <ac:spMkLst>
            <pc:docMk/>
            <pc:sldMk cId="832536543" sldId="316"/>
            <ac:spMk id="48" creationId="{2CC65F9B-09F6-6887-BAA7-B1D58BCC6D0E}"/>
          </ac:spMkLst>
        </pc:spChg>
        <pc:graphicFrameChg chg="modGraphic">
          <ac:chgData name="UBAID QURESHI" userId="dd4ae95d8f7c04fe" providerId="LiveId" clId="{AF920071-46B6-4E4C-A6D8-3E93B456AF12}" dt="2025-10-29T09:40:06.644" v="1446" actId="207"/>
          <ac:graphicFrameMkLst>
            <pc:docMk/>
            <pc:sldMk cId="832536543" sldId="316"/>
            <ac:graphicFrameMk id="17" creationId="{F74A5FC4-2273-BDAD-C722-208F430C6540}"/>
          </ac:graphicFrameMkLst>
        </pc:graphicFrameChg>
        <pc:cxnChg chg="add del mod">
          <ac:chgData name="UBAID QURESHI" userId="dd4ae95d8f7c04fe" providerId="LiveId" clId="{AF920071-46B6-4E4C-A6D8-3E93B456AF12}" dt="2025-10-29T07:16:58.945" v="1123" actId="478"/>
          <ac:cxnSpMkLst>
            <pc:docMk/>
            <pc:sldMk cId="832536543" sldId="316"/>
            <ac:cxnSpMk id="34" creationId="{708295BF-B963-FF55-766F-6D7851797EC2}"/>
          </ac:cxnSpMkLst>
        </pc:cxnChg>
        <pc:cxnChg chg="add mod">
          <ac:chgData name="UBAID QURESHI" userId="dd4ae95d8f7c04fe" providerId="LiveId" clId="{AF920071-46B6-4E4C-A6D8-3E93B456AF12}" dt="2025-10-29T07:18:12.691" v="1127" actId="14100"/>
          <ac:cxnSpMkLst>
            <pc:docMk/>
            <pc:sldMk cId="832536543" sldId="316"/>
            <ac:cxnSpMk id="38" creationId="{AC597E5D-8E49-4A8E-0FAE-09A77B57B932}"/>
          </ac:cxnSpMkLst>
        </pc:cxnChg>
      </pc:sldChg>
      <pc:sldChg chg="addSp modSp add mod">
        <pc:chgData name="UBAID QURESHI" userId="dd4ae95d8f7c04fe" providerId="LiveId" clId="{AF920071-46B6-4E4C-A6D8-3E93B456AF12}" dt="2025-10-29T09:40:02.909" v="1445" actId="207"/>
        <pc:sldMkLst>
          <pc:docMk/>
          <pc:sldMk cId="214708572" sldId="317"/>
        </pc:sldMkLst>
        <pc:spChg chg="add mod">
          <ac:chgData name="UBAID QURESHI" userId="dd4ae95d8f7c04fe" providerId="LiveId" clId="{AF920071-46B6-4E4C-A6D8-3E93B456AF12}" dt="2025-10-29T07:19:00.639" v="1133" actId="1076"/>
          <ac:spMkLst>
            <pc:docMk/>
            <pc:sldMk cId="214708572" sldId="317"/>
            <ac:spMk id="34" creationId="{8C06B3E9-944D-1B47-7A79-24919E89D227}"/>
          </ac:spMkLst>
        </pc:spChg>
        <pc:graphicFrameChg chg="modGraphic">
          <ac:chgData name="UBAID QURESHI" userId="dd4ae95d8f7c04fe" providerId="LiveId" clId="{AF920071-46B6-4E4C-A6D8-3E93B456AF12}" dt="2025-10-29T09:40:02.909" v="1445" actId="207"/>
          <ac:graphicFrameMkLst>
            <pc:docMk/>
            <pc:sldMk cId="214708572" sldId="317"/>
            <ac:graphicFrameMk id="17" creationId="{A296A852-81AB-0D0A-4423-3675AF182EDE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9:58.797" v="1444" actId="207"/>
        <pc:sldMkLst>
          <pc:docMk/>
          <pc:sldMk cId="2361706157" sldId="318"/>
        </pc:sldMkLst>
        <pc:spChg chg="mod">
          <ac:chgData name="UBAID QURESHI" userId="dd4ae95d8f7c04fe" providerId="LiveId" clId="{AF920071-46B6-4E4C-A6D8-3E93B456AF12}" dt="2025-10-29T07:19:23.638" v="1137" actId="207"/>
          <ac:spMkLst>
            <pc:docMk/>
            <pc:sldMk cId="2361706157" sldId="318"/>
            <ac:spMk id="34" creationId="{FDDB9923-3CAD-D4B8-EFE5-8FAF538CD1CB}"/>
          </ac:spMkLst>
        </pc:spChg>
        <pc:graphicFrameChg chg="modGraphic">
          <ac:chgData name="UBAID QURESHI" userId="dd4ae95d8f7c04fe" providerId="LiveId" clId="{AF920071-46B6-4E4C-A6D8-3E93B456AF12}" dt="2025-10-29T09:39:58.797" v="1444" actId="207"/>
          <ac:graphicFrameMkLst>
            <pc:docMk/>
            <pc:sldMk cId="2361706157" sldId="318"/>
            <ac:graphicFrameMk id="17" creationId="{3823C583-0366-39D5-9D3F-143A5EA213C6}"/>
          </ac:graphicFrameMkLst>
        </pc:graphicFrameChg>
        <pc:cxnChg chg="add mod">
          <ac:chgData name="UBAID QURESHI" userId="dd4ae95d8f7c04fe" providerId="LiveId" clId="{AF920071-46B6-4E4C-A6D8-3E93B456AF12}" dt="2025-10-29T07:19:50.223" v="1142" actId="208"/>
          <ac:cxnSpMkLst>
            <pc:docMk/>
            <pc:sldMk cId="2361706157" sldId="318"/>
            <ac:cxnSpMk id="45" creationId="{AC9DB73C-1DC1-B5B7-142D-143F04BE025E}"/>
          </ac:cxnSpMkLst>
        </pc:cxnChg>
        <pc:cxnChg chg="add mod">
          <ac:chgData name="UBAID QURESHI" userId="dd4ae95d8f7c04fe" providerId="LiveId" clId="{AF920071-46B6-4E4C-A6D8-3E93B456AF12}" dt="2025-10-29T07:19:40.494" v="1140"/>
          <ac:cxnSpMkLst>
            <pc:docMk/>
            <pc:sldMk cId="2361706157" sldId="318"/>
            <ac:cxnSpMk id="49" creationId="{A903DDB0-1842-E8E9-B430-9C77A3C007FB}"/>
          </ac:cxnSpMkLst>
        </pc:cxnChg>
      </pc:sldChg>
      <pc:sldChg chg="modSp add mod">
        <pc:chgData name="UBAID QURESHI" userId="dd4ae95d8f7c04fe" providerId="LiveId" clId="{AF920071-46B6-4E4C-A6D8-3E93B456AF12}" dt="2025-10-29T09:39:55.112" v="1443" actId="207"/>
        <pc:sldMkLst>
          <pc:docMk/>
          <pc:sldMk cId="1246174224" sldId="319"/>
        </pc:sldMkLst>
        <pc:spChg chg="mod">
          <ac:chgData name="UBAID QURESHI" userId="dd4ae95d8f7c04fe" providerId="LiveId" clId="{AF920071-46B6-4E4C-A6D8-3E93B456AF12}" dt="2025-10-29T07:20:06.608" v="1144" actId="207"/>
          <ac:spMkLst>
            <pc:docMk/>
            <pc:sldMk cId="1246174224" sldId="319"/>
            <ac:spMk id="34" creationId="{41F41968-41B5-D0FC-5B95-A470A3174A03}"/>
          </ac:spMkLst>
        </pc:spChg>
        <pc:graphicFrameChg chg="modGraphic">
          <ac:chgData name="UBAID QURESHI" userId="dd4ae95d8f7c04fe" providerId="LiveId" clId="{AF920071-46B6-4E4C-A6D8-3E93B456AF12}" dt="2025-10-29T09:39:55.112" v="1443" actId="207"/>
          <ac:graphicFrameMkLst>
            <pc:docMk/>
            <pc:sldMk cId="1246174224" sldId="319"/>
            <ac:graphicFrameMk id="17" creationId="{9AF18D84-3356-0E11-6F45-3795B7EFF563}"/>
          </ac:graphicFrameMkLst>
        </pc:graphicFrameChg>
        <pc:cxnChg chg="mod">
          <ac:chgData name="UBAID QURESHI" userId="dd4ae95d8f7c04fe" providerId="LiveId" clId="{AF920071-46B6-4E4C-A6D8-3E93B456AF12}" dt="2025-10-29T07:20:20.047" v="1147" actId="1076"/>
          <ac:cxnSpMkLst>
            <pc:docMk/>
            <pc:sldMk cId="1246174224" sldId="319"/>
            <ac:cxnSpMk id="45" creationId="{26C4AB0C-FF2B-BF14-C972-C4CDAFC828A8}"/>
          </ac:cxnSpMkLst>
        </pc:cxnChg>
      </pc:sldChg>
      <pc:sldChg chg="modSp add mod">
        <pc:chgData name="UBAID QURESHI" userId="dd4ae95d8f7c04fe" providerId="LiveId" clId="{AF920071-46B6-4E4C-A6D8-3E93B456AF12}" dt="2025-10-29T09:39:51.274" v="1442" actId="207"/>
        <pc:sldMkLst>
          <pc:docMk/>
          <pc:sldMk cId="1045598335" sldId="320"/>
        </pc:sldMkLst>
        <pc:spChg chg="mod">
          <ac:chgData name="UBAID QURESHI" userId="dd4ae95d8f7c04fe" providerId="LiveId" clId="{AF920071-46B6-4E4C-A6D8-3E93B456AF12}" dt="2025-10-29T07:20:38.596" v="1149" actId="207"/>
          <ac:spMkLst>
            <pc:docMk/>
            <pc:sldMk cId="1045598335" sldId="320"/>
            <ac:spMk id="34" creationId="{6127FDA3-D660-A43F-A45C-FEF469D315CA}"/>
          </ac:spMkLst>
        </pc:spChg>
        <pc:graphicFrameChg chg="modGraphic">
          <ac:chgData name="UBAID QURESHI" userId="dd4ae95d8f7c04fe" providerId="LiveId" clId="{AF920071-46B6-4E4C-A6D8-3E93B456AF12}" dt="2025-10-29T09:39:51.274" v="1442" actId="207"/>
          <ac:graphicFrameMkLst>
            <pc:docMk/>
            <pc:sldMk cId="1045598335" sldId="320"/>
            <ac:graphicFrameMk id="17" creationId="{60CD2666-6969-0D39-11BC-B74CBF293CBA}"/>
          </ac:graphicFrameMkLst>
        </pc:graphicFrameChg>
        <pc:cxnChg chg="mod">
          <ac:chgData name="UBAID QURESHI" userId="dd4ae95d8f7c04fe" providerId="LiveId" clId="{AF920071-46B6-4E4C-A6D8-3E93B456AF12}" dt="2025-10-29T07:20:47.710" v="1151" actId="1076"/>
          <ac:cxnSpMkLst>
            <pc:docMk/>
            <pc:sldMk cId="1045598335" sldId="320"/>
            <ac:cxnSpMk id="45" creationId="{EB3BECDA-D9F4-9F32-31B7-1D78A8388B7D}"/>
          </ac:cxnSpMkLst>
        </pc:cxnChg>
      </pc:sldChg>
      <pc:sldChg chg="modSp add mod">
        <pc:chgData name="UBAID QURESHI" userId="dd4ae95d8f7c04fe" providerId="LiveId" clId="{AF920071-46B6-4E4C-A6D8-3E93B456AF12}" dt="2025-10-29T09:39:47.487" v="1441" actId="207"/>
        <pc:sldMkLst>
          <pc:docMk/>
          <pc:sldMk cId="605123349" sldId="321"/>
        </pc:sldMkLst>
        <pc:spChg chg="mod">
          <ac:chgData name="UBAID QURESHI" userId="dd4ae95d8f7c04fe" providerId="LiveId" clId="{AF920071-46B6-4E4C-A6D8-3E93B456AF12}" dt="2025-10-29T07:21:05.005" v="1153" actId="207"/>
          <ac:spMkLst>
            <pc:docMk/>
            <pc:sldMk cId="605123349" sldId="321"/>
            <ac:spMk id="34" creationId="{90574936-3679-63D5-150F-7578E3FB1DB2}"/>
          </ac:spMkLst>
        </pc:spChg>
        <pc:graphicFrameChg chg="modGraphic">
          <ac:chgData name="UBAID QURESHI" userId="dd4ae95d8f7c04fe" providerId="LiveId" clId="{AF920071-46B6-4E4C-A6D8-3E93B456AF12}" dt="2025-10-29T09:39:47.487" v="1441" actId="207"/>
          <ac:graphicFrameMkLst>
            <pc:docMk/>
            <pc:sldMk cId="605123349" sldId="321"/>
            <ac:graphicFrameMk id="17" creationId="{DFD3C926-8398-83E4-3BC1-EEE164ECBF90}"/>
          </ac:graphicFrameMkLst>
        </pc:graphicFrameChg>
        <pc:cxnChg chg="mod">
          <ac:chgData name="UBAID QURESHI" userId="dd4ae95d8f7c04fe" providerId="LiveId" clId="{AF920071-46B6-4E4C-A6D8-3E93B456AF12}" dt="2025-10-29T07:21:14.246" v="1156" actId="1076"/>
          <ac:cxnSpMkLst>
            <pc:docMk/>
            <pc:sldMk cId="605123349" sldId="321"/>
            <ac:cxnSpMk id="45" creationId="{B45A5C0E-B84F-C76D-D232-3FA4D1E77292}"/>
          </ac:cxnSpMkLst>
        </pc:cxnChg>
      </pc:sldChg>
      <pc:sldChg chg="addSp delSp modSp add mod">
        <pc:chgData name="UBAID QURESHI" userId="dd4ae95d8f7c04fe" providerId="LiveId" clId="{AF920071-46B6-4E4C-A6D8-3E93B456AF12}" dt="2025-10-29T09:39:43.460" v="1440" actId="207"/>
        <pc:sldMkLst>
          <pc:docMk/>
          <pc:sldMk cId="770671036" sldId="322"/>
        </pc:sldMkLst>
        <pc:spChg chg="mod">
          <ac:chgData name="UBAID QURESHI" userId="dd4ae95d8f7c04fe" providerId="LiveId" clId="{AF920071-46B6-4E4C-A6D8-3E93B456AF12}" dt="2025-10-29T07:26:03.899" v="1173" actId="1076"/>
          <ac:spMkLst>
            <pc:docMk/>
            <pc:sldMk cId="770671036" sldId="322"/>
            <ac:spMk id="22" creationId="{F8CD592B-3681-3112-590E-83E8887FCD2D}"/>
          </ac:spMkLst>
        </pc:spChg>
        <pc:graphicFrameChg chg="modGraphic">
          <ac:chgData name="UBAID QURESHI" userId="dd4ae95d8f7c04fe" providerId="LiveId" clId="{AF920071-46B6-4E4C-A6D8-3E93B456AF12}" dt="2025-10-29T09:39:43.460" v="1440" actId="207"/>
          <ac:graphicFrameMkLst>
            <pc:docMk/>
            <pc:sldMk cId="770671036" sldId="322"/>
            <ac:graphicFrameMk id="17" creationId="{2E109B49-574D-2B70-8618-BCA3038C9EC9}"/>
          </ac:graphicFrameMkLst>
        </pc:graphicFrameChg>
        <pc:cxnChg chg="del">
          <ac:chgData name="UBAID QURESHI" userId="dd4ae95d8f7c04fe" providerId="LiveId" clId="{AF920071-46B6-4E4C-A6D8-3E93B456AF12}" dt="2025-10-29T07:25:34.276" v="1169" actId="478"/>
          <ac:cxnSpMkLst>
            <pc:docMk/>
            <pc:sldMk cId="770671036" sldId="322"/>
            <ac:cxnSpMk id="30" creationId="{A20EF42D-C499-3BB2-6878-3FBE0B3C3C40}"/>
          </ac:cxnSpMkLst>
        </pc:cxnChg>
        <pc:cxnChg chg="del">
          <ac:chgData name="UBAID QURESHI" userId="dd4ae95d8f7c04fe" providerId="LiveId" clId="{AF920071-46B6-4E4C-A6D8-3E93B456AF12}" dt="2025-10-29T07:24:08.757" v="1168" actId="478"/>
          <ac:cxnSpMkLst>
            <pc:docMk/>
            <pc:sldMk cId="770671036" sldId="322"/>
            <ac:cxnSpMk id="45" creationId="{F19C1E43-73A1-09DD-8C34-656B0BC28D0B}"/>
          </ac:cxnSpMkLst>
        </pc:cxnChg>
        <pc:cxnChg chg="add mod">
          <ac:chgData name="UBAID QURESHI" userId="dd4ae95d8f7c04fe" providerId="LiveId" clId="{AF920071-46B6-4E4C-A6D8-3E93B456AF12}" dt="2025-10-29T07:22:38.679" v="1160" actId="1076"/>
          <ac:cxnSpMkLst>
            <pc:docMk/>
            <pc:sldMk cId="770671036" sldId="322"/>
            <ac:cxnSpMk id="47" creationId="{CA12B34D-8AEF-4A11-CFF4-A5C890602D74}"/>
          </ac:cxnSpMkLst>
        </pc:cxnChg>
      </pc:sldChg>
      <pc:sldChg chg="delSp modSp add mod">
        <pc:chgData name="UBAID QURESHI" userId="dd4ae95d8f7c04fe" providerId="LiveId" clId="{AF920071-46B6-4E4C-A6D8-3E93B456AF12}" dt="2025-10-29T09:39:39.767" v="1439" actId="207"/>
        <pc:sldMkLst>
          <pc:docMk/>
          <pc:sldMk cId="2265969669" sldId="323"/>
        </pc:sldMkLst>
        <pc:spChg chg="mod">
          <ac:chgData name="UBAID QURESHI" userId="dd4ae95d8f7c04fe" providerId="LiveId" clId="{AF920071-46B6-4E4C-A6D8-3E93B456AF12}" dt="2025-10-29T07:26:17.492" v="1174" actId="1076"/>
          <ac:spMkLst>
            <pc:docMk/>
            <pc:sldMk cId="2265969669" sldId="323"/>
            <ac:spMk id="22" creationId="{FF056656-7A0D-F990-FA36-2D788DDD88A9}"/>
          </ac:spMkLst>
        </pc:spChg>
        <pc:spChg chg="del">
          <ac:chgData name="UBAID QURESHI" userId="dd4ae95d8f7c04fe" providerId="LiveId" clId="{AF920071-46B6-4E4C-A6D8-3E93B456AF12}" dt="2025-10-29T07:23:15.247" v="1162" actId="478"/>
          <ac:spMkLst>
            <pc:docMk/>
            <pc:sldMk cId="2265969669" sldId="323"/>
            <ac:spMk id="29" creationId="{ED0DFE64-50EB-9D16-C86D-B2F6603A4722}"/>
          </ac:spMkLst>
        </pc:spChg>
        <pc:graphicFrameChg chg="modGraphic">
          <ac:chgData name="UBAID QURESHI" userId="dd4ae95d8f7c04fe" providerId="LiveId" clId="{AF920071-46B6-4E4C-A6D8-3E93B456AF12}" dt="2025-10-29T09:39:39.767" v="1439" actId="207"/>
          <ac:graphicFrameMkLst>
            <pc:docMk/>
            <pc:sldMk cId="2265969669" sldId="323"/>
            <ac:graphicFrameMk id="17" creationId="{059C9885-95B0-5E50-B020-90F12498C0D4}"/>
          </ac:graphicFrameMkLst>
        </pc:graphicFrameChg>
        <pc:cxnChg chg="del">
          <ac:chgData name="UBAID QURESHI" userId="dd4ae95d8f7c04fe" providerId="LiveId" clId="{AF920071-46B6-4E4C-A6D8-3E93B456AF12}" dt="2025-10-29T07:25:50.831" v="1171" actId="478"/>
          <ac:cxnSpMkLst>
            <pc:docMk/>
            <pc:sldMk cId="2265969669" sldId="323"/>
            <ac:cxnSpMk id="30" creationId="{8A1E5C21-85CF-FFFF-AF10-081BE9113C4D}"/>
          </ac:cxnSpMkLst>
        </pc:cxnChg>
        <pc:cxnChg chg="del">
          <ac:chgData name="UBAID QURESHI" userId="dd4ae95d8f7c04fe" providerId="LiveId" clId="{AF920071-46B6-4E4C-A6D8-3E93B456AF12}" dt="2025-10-29T07:23:59.722" v="1167" actId="478"/>
          <ac:cxnSpMkLst>
            <pc:docMk/>
            <pc:sldMk cId="2265969669" sldId="323"/>
            <ac:cxnSpMk id="45" creationId="{AAF5812E-9C29-3604-FEC9-E0E16EDD8FC1}"/>
          </ac:cxnSpMkLst>
        </pc:cxnChg>
      </pc:sldChg>
      <pc:sldChg chg="addSp delSp modSp add mod">
        <pc:chgData name="UBAID QURESHI" userId="dd4ae95d8f7c04fe" providerId="LiveId" clId="{AF920071-46B6-4E4C-A6D8-3E93B456AF12}" dt="2025-10-29T09:39:36.047" v="1438" actId="207"/>
        <pc:sldMkLst>
          <pc:docMk/>
          <pc:sldMk cId="830841940" sldId="324"/>
        </pc:sldMkLst>
        <pc:spChg chg="mod">
          <ac:chgData name="UBAID QURESHI" userId="dd4ae95d8f7c04fe" providerId="LiveId" clId="{AF920071-46B6-4E4C-A6D8-3E93B456AF12}" dt="2025-10-29T07:26:28.365" v="1176" actId="1076"/>
          <ac:spMkLst>
            <pc:docMk/>
            <pc:sldMk cId="830841940" sldId="324"/>
            <ac:spMk id="22" creationId="{434BA8B0-9AFA-E8A6-766E-E422962A5CCB}"/>
          </ac:spMkLst>
        </pc:spChg>
        <pc:graphicFrameChg chg="modGraphic">
          <ac:chgData name="UBAID QURESHI" userId="dd4ae95d8f7c04fe" providerId="LiveId" clId="{AF920071-46B6-4E4C-A6D8-3E93B456AF12}" dt="2025-10-29T09:39:36.047" v="1438" actId="207"/>
          <ac:graphicFrameMkLst>
            <pc:docMk/>
            <pc:sldMk cId="830841940" sldId="324"/>
            <ac:graphicFrameMk id="17" creationId="{9D1D3410-C60A-C28C-D3DD-31B36F599FB1}"/>
          </ac:graphicFrameMkLst>
        </pc:graphicFrameChg>
        <pc:cxnChg chg="add mod">
          <ac:chgData name="UBAID QURESHI" userId="dd4ae95d8f7c04fe" providerId="LiveId" clId="{AF920071-46B6-4E4C-A6D8-3E93B456AF12}" dt="2025-10-29T07:23:31.821" v="1165" actId="1076"/>
          <ac:cxnSpMkLst>
            <pc:docMk/>
            <pc:sldMk cId="830841940" sldId="324"/>
            <ac:cxnSpMk id="29" creationId="{E63B641D-42D1-B59F-E19F-4E6969251483}"/>
          </ac:cxnSpMkLst>
        </pc:cxnChg>
        <pc:cxnChg chg="del">
          <ac:chgData name="UBAID QURESHI" userId="dd4ae95d8f7c04fe" providerId="LiveId" clId="{AF920071-46B6-4E4C-A6D8-3E93B456AF12}" dt="2025-10-29T07:26:25.111" v="1175" actId="478"/>
          <ac:cxnSpMkLst>
            <pc:docMk/>
            <pc:sldMk cId="830841940" sldId="324"/>
            <ac:cxnSpMk id="30" creationId="{66EE092E-D82A-D449-2561-6FB85697D059}"/>
          </ac:cxnSpMkLst>
        </pc:cxnChg>
        <pc:cxnChg chg="del">
          <ac:chgData name="UBAID QURESHI" userId="dd4ae95d8f7c04fe" providerId="LiveId" clId="{AF920071-46B6-4E4C-A6D8-3E93B456AF12}" dt="2025-10-29T07:23:56.158" v="1166" actId="478"/>
          <ac:cxnSpMkLst>
            <pc:docMk/>
            <pc:sldMk cId="830841940" sldId="324"/>
            <ac:cxnSpMk id="45" creationId="{CB91DB71-6707-7CC7-37D8-7A083DFC8014}"/>
          </ac:cxnSpMkLst>
        </pc:cxnChg>
      </pc:sldChg>
      <pc:sldChg chg="delSp modSp add mod">
        <pc:chgData name="UBAID QURESHI" userId="dd4ae95d8f7c04fe" providerId="LiveId" clId="{AF920071-46B6-4E4C-A6D8-3E93B456AF12}" dt="2025-10-29T09:39:32.075" v="1437" actId="207"/>
        <pc:sldMkLst>
          <pc:docMk/>
          <pc:sldMk cId="736305169" sldId="325"/>
        </pc:sldMkLst>
        <pc:spChg chg="mod">
          <ac:chgData name="UBAID QURESHI" userId="dd4ae95d8f7c04fe" providerId="LiveId" clId="{AF920071-46B6-4E4C-A6D8-3E93B456AF12}" dt="2025-10-29T07:27:28.066" v="1181" actId="1076"/>
          <ac:spMkLst>
            <pc:docMk/>
            <pc:sldMk cId="736305169" sldId="325"/>
            <ac:spMk id="22" creationId="{6B176CCC-866D-B724-115A-EE7C0A642D52}"/>
          </ac:spMkLst>
        </pc:spChg>
        <pc:spChg chg="del">
          <ac:chgData name="UBAID QURESHI" userId="dd4ae95d8f7c04fe" providerId="LiveId" clId="{AF920071-46B6-4E4C-A6D8-3E93B456AF12}" dt="2025-10-29T07:26:54.873" v="1178" actId="478"/>
          <ac:spMkLst>
            <pc:docMk/>
            <pc:sldMk cId="736305169" sldId="325"/>
            <ac:spMk id="25" creationId="{16EF0B1E-465B-0E73-5D65-0D1D9D17F460}"/>
          </ac:spMkLst>
        </pc:spChg>
        <pc:graphicFrameChg chg="modGraphic">
          <ac:chgData name="UBAID QURESHI" userId="dd4ae95d8f7c04fe" providerId="LiveId" clId="{AF920071-46B6-4E4C-A6D8-3E93B456AF12}" dt="2025-10-29T09:39:32.075" v="1437" actId="207"/>
          <ac:graphicFrameMkLst>
            <pc:docMk/>
            <pc:sldMk cId="736305169" sldId="325"/>
            <ac:graphicFrameMk id="17" creationId="{9E5BBEBE-8727-4DFA-1DB1-3160A71AA6E6}"/>
          </ac:graphicFrameMkLst>
        </pc:graphicFrameChg>
        <pc:cxnChg chg="del">
          <ac:chgData name="UBAID QURESHI" userId="dd4ae95d8f7c04fe" providerId="LiveId" clId="{AF920071-46B6-4E4C-A6D8-3E93B456AF12}" dt="2025-10-29T07:26:57.649" v="1179" actId="478"/>
          <ac:cxnSpMkLst>
            <pc:docMk/>
            <pc:sldMk cId="736305169" sldId="325"/>
            <ac:cxnSpMk id="24" creationId="{9A0C3D73-E0FC-A338-FB23-8E0E50D25EC7}"/>
          </ac:cxnSpMkLst>
        </pc:cxnChg>
      </pc:sldChg>
      <pc:sldChg chg="addSp modSp add mod">
        <pc:chgData name="UBAID QURESHI" userId="dd4ae95d8f7c04fe" providerId="LiveId" clId="{AF920071-46B6-4E4C-A6D8-3E93B456AF12}" dt="2025-10-29T09:39:27.692" v="1436" actId="207"/>
        <pc:sldMkLst>
          <pc:docMk/>
          <pc:sldMk cId="1092991934" sldId="326"/>
        </pc:sldMkLst>
        <pc:spChg chg="mod">
          <ac:chgData name="UBAID QURESHI" userId="dd4ae95d8f7c04fe" providerId="LiveId" clId="{AF920071-46B6-4E4C-A6D8-3E93B456AF12}" dt="2025-10-29T07:27:48.583" v="1183" actId="207"/>
          <ac:spMkLst>
            <pc:docMk/>
            <pc:sldMk cId="1092991934" sldId="326"/>
            <ac:spMk id="15" creationId="{894269A0-26F0-131B-607D-9BF1A84C18A9}"/>
          </ac:spMkLst>
        </pc:spChg>
        <pc:graphicFrameChg chg="modGraphic">
          <ac:chgData name="UBAID QURESHI" userId="dd4ae95d8f7c04fe" providerId="LiveId" clId="{AF920071-46B6-4E4C-A6D8-3E93B456AF12}" dt="2025-10-29T09:39:27.692" v="1436" actId="207"/>
          <ac:graphicFrameMkLst>
            <pc:docMk/>
            <pc:sldMk cId="1092991934" sldId="326"/>
            <ac:graphicFrameMk id="17" creationId="{1E79EC48-D888-9DE2-1D38-A9FFA5EE81BD}"/>
          </ac:graphicFrameMkLst>
        </pc:graphicFrameChg>
        <pc:cxnChg chg="add mod">
          <ac:chgData name="UBAID QURESHI" userId="dd4ae95d8f7c04fe" providerId="LiveId" clId="{AF920071-46B6-4E4C-A6D8-3E93B456AF12}" dt="2025-10-29T07:28:08.790" v="1189" actId="208"/>
          <ac:cxnSpMkLst>
            <pc:docMk/>
            <pc:sldMk cId="1092991934" sldId="326"/>
            <ac:cxnSpMk id="24" creationId="{35C5944B-0A4E-2665-EE70-C5079E4E558B}"/>
          </ac:cxnSpMkLst>
        </pc:cxnChg>
      </pc:sldChg>
      <pc:sldChg chg="addSp delSp modSp add mod">
        <pc:chgData name="UBAID QURESHI" userId="dd4ae95d8f7c04fe" providerId="LiveId" clId="{AF920071-46B6-4E4C-A6D8-3E93B456AF12}" dt="2025-10-29T09:39:23.931" v="1435" actId="207"/>
        <pc:sldMkLst>
          <pc:docMk/>
          <pc:sldMk cId="3272123836" sldId="327"/>
        </pc:sldMkLst>
        <pc:graphicFrameChg chg="modGraphic">
          <ac:chgData name="UBAID QURESHI" userId="dd4ae95d8f7c04fe" providerId="LiveId" clId="{AF920071-46B6-4E4C-A6D8-3E93B456AF12}" dt="2025-10-29T09:39:23.931" v="1435" actId="207"/>
          <ac:graphicFrameMkLst>
            <pc:docMk/>
            <pc:sldMk cId="3272123836" sldId="327"/>
            <ac:graphicFrameMk id="17" creationId="{DE294B65-5CAC-37C6-54B8-0D1919E2F75E}"/>
          </ac:graphicFrameMkLst>
        </pc:graphicFrameChg>
        <pc:cxnChg chg="del">
          <ac:chgData name="UBAID QURESHI" userId="dd4ae95d8f7c04fe" providerId="LiveId" clId="{AF920071-46B6-4E4C-A6D8-3E93B456AF12}" dt="2025-10-29T07:28:17.240" v="1191" actId="478"/>
          <ac:cxnSpMkLst>
            <pc:docMk/>
            <pc:sldMk cId="3272123836" sldId="327"/>
            <ac:cxnSpMk id="24" creationId="{D15CC36C-CBB9-68D3-76E8-37D663C89A8D}"/>
          </ac:cxnSpMkLst>
        </pc:cxnChg>
        <pc:cxnChg chg="add mod">
          <ac:chgData name="UBAID QURESHI" userId="dd4ae95d8f7c04fe" providerId="LiveId" clId="{AF920071-46B6-4E4C-A6D8-3E93B456AF12}" dt="2025-10-29T07:28:25.674" v="1193" actId="1076"/>
          <ac:cxnSpMkLst>
            <pc:docMk/>
            <pc:sldMk cId="3272123836" sldId="327"/>
            <ac:cxnSpMk id="25" creationId="{EFBB96BB-D423-36FC-D35A-BE199E7D02B1}"/>
          </ac:cxnSpMkLst>
        </pc:cxnChg>
      </pc:sldChg>
      <pc:sldChg chg="delSp modSp add mod">
        <pc:chgData name="UBAID QURESHI" userId="dd4ae95d8f7c04fe" providerId="LiveId" clId="{AF920071-46B6-4E4C-A6D8-3E93B456AF12}" dt="2025-10-29T09:39:18.717" v="1434" actId="207"/>
        <pc:sldMkLst>
          <pc:docMk/>
          <pc:sldMk cId="1107203395" sldId="328"/>
        </pc:sldMkLst>
        <pc:spChg chg="mod">
          <ac:chgData name="UBAID QURESHI" userId="dd4ae95d8f7c04fe" providerId="LiveId" clId="{AF920071-46B6-4E4C-A6D8-3E93B456AF12}" dt="2025-10-29T07:29:13.775" v="1199" actId="207"/>
          <ac:spMkLst>
            <pc:docMk/>
            <pc:sldMk cId="1107203395" sldId="328"/>
            <ac:spMk id="5" creationId="{C53D852B-9C30-3E1E-835F-9D9F6AAE8C10}"/>
          </ac:spMkLst>
        </pc:spChg>
        <pc:spChg chg="del">
          <ac:chgData name="UBAID QURESHI" userId="dd4ae95d8f7c04fe" providerId="LiveId" clId="{AF920071-46B6-4E4C-A6D8-3E93B456AF12}" dt="2025-10-29T07:28:35.796" v="1195" actId="478"/>
          <ac:spMkLst>
            <pc:docMk/>
            <pc:sldMk cId="1107203395" sldId="328"/>
            <ac:spMk id="9" creationId="{2CD5CE8F-866C-8875-8202-F017B674888F}"/>
          </ac:spMkLst>
        </pc:spChg>
        <pc:spChg chg="mod">
          <ac:chgData name="UBAID QURESHI" userId="dd4ae95d8f7c04fe" providerId="LiveId" clId="{AF920071-46B6-4E4C-A6D8-3E93B456AF12}" dt="2025-10-29T07:29:09.884" v="1198" actId="207"/>
          <ac:spMkLst>
            <pc:docMk/>
            <pc:sldMk cId="1107203395" sldId="328"/>
            <ac:spMk id="14" creationId="{B17B889A-140B-82E7-519A-7F9FBCFDF97E}"/>
          </ac:spMkLst>
        </pc:spChg>
        <pc:spChg chg="mod">
          <ac:chgData name="UBAID QURESHI" userId="dd4ae95d8f7c04fe" providerId="LiveId" clId="{AF920071-46B6-4E4C-A6D8-3E93B456AF12}" dt="2025-10-29T07:28:49.392" v="1197" actId="1076"/>
          <ac:spMkLst>
            <pc:docMk/>
            <pc:sldMk cId="1107203395" sldId="328"/>
            <ac:spMk id="22" creationId="{B9715F56-9914-4240-E7D5-0C6572E95E4C}"/>
          </ac:spMkLst>
        </pc:spChg>
        <pc:graphicFrameChg chg="modGraphic">
          <ac:chgData name="UBAID QURESHI" userId="dd4ae95d8f7c04fe" providerId="LiveId" clId="{AF920071-46B6-4E4C-A6D8-3E93B456AF12}" dt="2025-10-29T09:39:18.717" v="1434" actId="207"/>
          <ac:graphicFrameMkLst>
            <pc:docMk/>
            <pc:sldMk cId="1107203395" sldId="328"/>
            <ac:graphicFrameMk id="17" creationId="{D38659D6-045C-E3AD-CDEA-95E62BD2F0FE}"/>
          </ac:graphicFrameMkLst>
        </pc:graphicFrameChg>
        <pc:cxnChg chg="del">
          <ac:chgData name="UBAID QURESHI" userId="dd4ae95d8f7c04fe" providerId="LiveId" clId="{AF920071-46B6-4E4C-A6D8-3E93B456AF12}" dt="2025-10-29T07:28:43.753" v="1196" actId="478"/>
          <ac:cxnSpMkLst>
            <pc:docMk/>
            <pc:sldMk cId="1107203395" sldId="328"/>
            <ac:cxnSpMk id="6" creationId="{1A3D1A04-DFC9-C3D9-A49C-4B65406F9DA2}"/>
          </ac:cxnSpMkLst>
        </pc:cxnChg>
      </pc:sldChg>
      <pc:sldChg chg="modSp add mod">
        <pc:chgData name="UBAID QURESHI" userId="dd4ae95d8f7c04fe" providerId="LiveId" clId="{AF920071-46B6-4E4C-A6D8-3E93B456AF12}" dt="2025-10-29T09:39:13.867" v="1433" actId="207"/>
        <pc:sldMkLst>
          <pc:docMk/>
          <pc:sldMk cId="1830075954" sldId="329"/>
        </pc:sldMkLst>
        <pc:spChg chg="mod">
          <ac:chgData name="UBAID QURESHI" userId="dd4ae95d8f7c04fe" providerId="LiveId" clId="{AF920071-46B6-4E4C-A6D8-3E93B456AF12}" dt="2025-10-29T07:29:46.259" v="1201" actId="207"/>
          <ac:spMkLst>
            <pc:docMk/>
            <pc:sldMk cId="1830075954" sldId="329"/>
            <ac:spMk id="14" creationId="{A74D37B7-1145-75E4-978B-17ED93898F34}"/>
          </ac:spMkLst>
        </pc:spChg>
        <pc:graphicFrameChg chg="modGraphic">
          <ac:chgData name="UBAID QURESHI" userId="dd4ae95d8f7c04fe" providerId="LiveId" clId="{AF920071-46B6-4E4C-A6D8-3E93B456AF12}" dt="2025-10-29T09:39:13.867" v="1433" actId="207"/>
          <ac:graphicFrameMkLst>
            <pc:docMk/>
            <pc:sldMk cId="1830075954" sldId="329"/>
            <ac:graphicFrameMk id="17" creationId="{B22CDA81-4B30-8A46-0A85-BEE3B5DE9C1B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9:10.349" v="1432" actId="207"/>
        <pc:sldMkLst>
          <pc:docMk/>
          <pc:sldMk cId="1606766934" sldId="330"/>
        </pc:sldMkLst>
        <pc:spChg chg="mod">
          <ac:chgData name="UBAID QURESHI" userId="dd4ae95d8f7c04fe" providerId="LiveId" clId="{AF920071-46B6-4E4C-A6D8-3E93B456AF12}" dt="2025-10-29T07:30:03.983" v="1203" actId="207"/>
          <ac:spMkLst>
            <pc:docMk/>
            <pc:sldMk cId="1606766934" sldId="330"/>
            <ac:spMk id="14" creationId="{38606E19-9C4B-1298-8A2F-4914E53E9F12}"/>
          </ac:spMkLst>
        </pc:spChg>
        <pc:graphicFrameChg chg="modGraphic">
          <ac:chgData name="UBAID QURESHI" userId="dd4ae95d8f7c04fe" providerId="LiveId" clId="{AF920071-46B6-4E4C-A6D8-3E93B456AF12}" dt="2025-10-29T09:39:10.349" v="1432" actId="207"/>
          <ac:graphicFrameMkLst>
            <pc:docMk/>
            <pc:sldMk cId="1606766934" sldId="330"/>
            <ac:graphicFrameMk id="17" creationId="{A87FEAD4-F812-5E3F-2132-C418B51ED1B9}"/>
          </ac:graphicFrameMkLst>
        </pc:graphicFrameChg>
        <pc:cxnChg chg="add mod">
          <ac:chgData name="UBAID QURESHI" userId="dd4ae95d8f7c04fe" providerId="LiveId" clId="{AF920071-46B6-4E4C-A6D8-3E93B456AF12}" dt="2025-10-29T07:30:19.847" v="1206" actId="1076"/>
          <ac:cxnSpMkLst>
            <pc:docMk/>
            <pc:sldMk cId="1606766934" sldId="330"/>
            <ac:cxnSpMk id="6" creationId="{9BF8CB49-A527-6A52-927F-29E8784C4683}"/>
          </ac:cxnSpMkLst>
        </pc:cxnChg>
      </pc:sldChg>
      <pc:sldChg chg="addSp modSp add mod">
        <pc:chgData name="UBAID QURESHI" userId="dd4ae95d8f7c04fe" providerId="LiveId" clId="{AF920071-46B6-4E4C-A6D8-3E93B456AF12}" dt="2025-10-29T09:39:05.934" v="1431" actId="207"/>
        <pc:sldMkLst>
          <pc:docMk/>
          <pc:sldMk cId="148259076" sldId="331"/>
        </pc:sldMkLst>
        <pc:spChg chg="add mod">
          <ac:chgData name="UBAID QURESHI" userId="dd4ae95d8f7c04fe" providerId="LiveId" clId="{AF920071-46B6-4E4C-A6D8-3E93B456AF12}" dt="2025-10-29T07:30:38.369" v="1209" actId="1076"/>
          <ac:spMkLst>
            <pc:docMk/>
            <pc:sldMk cId="148259076" sldId="331"/>
            <ac:spMk id="9" creationId="{DC1FF971-A297-8644-A903-ECF1EA84D4EE}"/>
          </ac:spMkLst>
        </pc:spChg>
        <pc:graphicFrameChg chg="modGraphic">
          <ac:chgData name="UBAID QURESHI" userId="dd4ae95d8f7c04fe" providerId="LiveId" clId="{AF920071-46B6-4E4C-A6D8-3E93B456AF12}" dt="2025-10-29T09:39:05.934" v="1431" actId="207"/>
          <ac:graphicFrameMkLst>
            <pc:docMk/>
            <pc:sldMk cId="148259076" sldId="331"/>
            <ac:graphicFrameMk id="17" creationId="{45142D72-4005-E201-8832-F351E811406F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9:02.136" v="1430" actId="207"/>
        <pc:sldMkLst>
          <pc:docMk/>
          <pc:sldMk cId="3174918403" sldId="332"/>
        </pc:sldMkLst>
        <pc:spChg chg="mod">
          <ac:chgData name="UBAID QURESHI" userId="dd4ae95d8f7c04fe" providerId="LiveId" clId="{AF920071-46B6-4E4C-A6D8-3E93B456AF12}" dt="2025-10-29T07:31:16.244" v="1212" actId="14100"/>
          <ac:spMkLst>
            <pc:docMk/>
            <pc:sldMk cId="3174918403" sldId="332"/>
            <ac:spMk id="4" creationId="{FD2733E4-2C01-2984-871E-6CFA6A8F40BD}"/>
          </ac:spMkLst>
        </pc:spChg>
        <pc:spChg chg="mod">
          <ac:chgData name="UBAID QURESHI" userId="dd4ae95d8f7c04fe" providerId="LiveId" clId="{AF920071-46B6-4E4C-A6D8-3E93B456AF12}" dt="2025-10-29T07:30:54.188" v="1211" actId="1076"/>
          <ac:spMkLst>
            <pc:docMk/>
            <pc:sldMk cId="3174918403" sldId="332"/>
            <ac:spMk id="22" creationId="{F2AE9D29-D82E-10BC-C40B-3BAC6CCEE580}"/>
          </ac:spMkLst>
        </pc:spChg>
        <pc:spChg chg="add mod">
          <ac:chgData name="UBAID QURESHI" userId="dd4ae95d8f7c04fe" providerId="LiveId" clId="{AF920071-46B6-4E4C-A6D8-3E93B456AF12}" dt="2025-10-29T09:21:21.759" v="1305" actId="20577"/>
          <ac:spMkLst>
            <pc:docMk/>
            <pc:sldMk cId="3174918403" sldId="332"/>
            <ac:spMk id="45" creationId="{21093350-522E-1C5C-E8FD-35DE74AB13E3}"/>
          </ac:spMkLst>
        </pc:spChg>
        <pc:graphicFrameChg chg="modGraphic">
          <ac:chgData name="UBAID QURESHI" userId="dd4ae95d8f7c04fe" providerId="LiveId" clId="{AF920071-46B6-4E4C-A6D8-3E93B456AF12}" dt="2025-10-29T09:39:02.136" v="1430" actId="207"/>
          <ac:graphicFrameMkLst>
            <pc:docMk/>
            <pc:sldMk cId="3174918403" sldId="332"/>
            <ac:graphicFrameMk id="17" creationId="{684024EF-C296-5316-2923-063A32C67BB2}"/>
          </ac:graphicFrameMkLst>
        </pc:graphicFrameChg>
        <pc:cxnChg chg="add mod">
          <ac:chgData name="UBAID QURESHI" userId="dd4ae95d8f7c04fe" providerId="LiveId" clId="{AF920071-46B6-4E4C-A6D8-3E93B456AF12}" dt="2025-10-29T07:31:54.624" v="1215" actId="14100"/>
          <ac:cxnSpMkLst>
            <pc:docMk/>
            <pc:sldMk cId="3174918403" sldId="332"/>
            <ac:cxnSpMk id="24" creationId="{49055C73-237D-2A69-486B-426A656C1F1B}"/>
          </ac:cxnSpMkLst>
        </pc:cxnChg>
      </pc:sldChg>
      <pc:sldChg chg="addSp modSp add mod">
        <pc:chgData name="UBAID QURESHI" userId="dd4ae95d8f7c04fe" providerId="LiveId" clId="{AF920071-46B6-4E4C-A6D8-3E93B456AF12}" dt="2025-10-29T09:38:57.787" v="1429" actId="207"/>
        <pc:sldMkLst>
          <pc:docMk/>
          <pc:sldMk cId="421248075" sldId="333"/>
        </pc:sldMkLst>
        <pc:spChg chg="add mod">
          <ac:chgData name="UBAID QURESHI" userId="dd4ae95d8f7c04fe" providerId="LiveId" clId="{AF920071-46B6-4E4C-A6D8-3E93B456AF12}" dt="2025-10-29T09:21:47.168" v="1309" actId="207"/>
          <ac:spMkLst>
            <pc:docMk/>
            <pc:sldMk cId="421248075" sldId="333"/>
            <ac:spMk id="30" creationId="{D214A1D4-2E1E-E3D5-43E2-C08E85252425}"/>
          </ac:spMkLst>
        </pc:spChg>
        <pc:graphicFrameChg chg="modGraphic">
          <ac:chgData name="UBAID QURESHI" userId="dd4ae95d8f7c04fe" providerId="LiveId" clId="{AF920071-46B6-4E4C-A6D8-3E93B456AF12}" dt="2025-10-29T09:38:57.787" v="1429" actId="207"/>
          <ac:graphicFrameMkLst>
            <pc:docMk/>
            <pc:sldMk cId="421248075" sldId="333"/>
            <ac:graphicFrameMk id="17" creationId="{B0A10BEC-2D87-D3C2-7FC6-10725EB3DF19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8:54.230" v="1428" actId="207"/>
        <pc:sldMkLst>
          <pc:docMk/>
          <pc:sldMk cId="4293065749" sldId="334"/>
        </pc:sldMkLst>
        <pc:graphicFrameChg chg="modGraphic">
          <ac:chgData name="UBAID QURESHI" userId="dd4ae95d8f7c04fe" providerId="LiveId" clId="{AF920071-46B6-4E4C-A6D8-3E93B456AF12}" dt="2025-10-29T09:38:54.230" v="1428" actId="207"/>
          <ac:graphicFrameMkLst>
            <pc:docMk/>
            <pc:sldMk cId="4293065749" sldId="334"/>
            <ac:graphicFrameMk id="17" creationId="{B5B9D3E7-82A0-EBC6-7B7C-156A33FA9441}"/>
          </ac:graphicFrameMkLst>
        </pc:graphicFrameChg>
        <pc:cxnChg chg="add mod">
          <ac:chgData name="UBAID QURESHI" userId="dd4ae95d8f7c04fe" providerId="LiveId" clId="{AF920071-46B6-4E4C-A6D8-3E93B456AF12}" dt="2025-10-29T09:22:43.009" v="1314" actId="1076"/>
          <ac:cxnSpMkLst>
            <pc:docMk/>
            <pc:sldMk cId="4293065749" sldId="334"/>
            <ac:cxnSpMk id="49" creationId="{5F64BD1B-8790-2C00-DA4D-F3AAFD6D30DD}"/>
          </ac:cxnSpMkLst>
        </pc:cxnChg>
      </pc:sldChg>
      <pc:sldChg chg="addSp delSp modSp add mod">
        <pc:chgData name="UBAID QURESHI" userId="dd4ae95d8f7c04fe" providerId="LiveId" clId="{AF920071-46B6-4E4C-A6D8-3E93B456AF12}" dt="2025-10-29T09:38:50.868" v="1427" actId="207"/>
        <pc:sldMkLst>
          <pc:docMk/>
          <pc:sldMk cId="3116603891" sldId="335"/>
        </pc:sldMkLst>
        <pc:spChg chg="mod">
          <ac:chgData name="UBAID QURESHI" userId="dd4ae95d8f7c04fe" providerId="LiveId" clId="{AF920071-46B6-4E4C-A6D8-3E93B456AF12}" dt="2025-10-29T09:25:28.409" v="1336" actId="1076"/>
          <ac:spMkLst>
            <pc:docMk/>
            <pc:sldMk cId="3116603891" sldId="335"/>
            <ac:spMk id="22" creationId="{5F46E266-2E96-7686-2F0A-94BF051DCEEA}"/>
          </ac:spMkLst>
        </pc:spChg>
        <pc:spChg chg="mod">
          <ac:chgData name="UBAID QURESHI" userId="dd4ae95d8f7c04fe" providerId="LiveId" clId="{AF920071-46B6-4E4C-A6D8-3E93B456AF12}" dt="2025-10-29T09:23:57.665" v="1325" actId="207"/>
          <ac:spMkLst>
            <pc:docMk/>
            <pc:sldMk cId="3116603891" sldId="335"/>
            <ac:spMk id="30" creationId="{9EF810E0-7824-7482-AA58-6452870F0923}"/>
          </ac:spMkLst>
        </pc:spChg>
        <pc:spChg chg="add mod">
          <ac:chgData name="UBAID QURESHI" userId="dd4ae95d8f7c04fe" providerId="LiveId" clId="{AF920071-46B6-4E4C-A6D8-3E93B456AF12}" dt="2025-10-29T09:23:07.182" v="1317" actId="1076"/>
          <ac:spMkLst>
            <pc:docMk/>
            <pc:sldMk cId="3116603891" sldId="335"/>
            <ac:spMk id="50" creationId="{D2D22314-CE0A-7C8A-E5AE-AEA2C3CC27CD}"/>
          </ac:spMkLst>
        </pc:spChg>
        <pc:spChg chg="add del mod">
          <ac:chgData name="UBAID QURESHI" userId="dd4ae95d8f7c04fe" providerId="LiveId" clId="{AF920071-46B6-4E4C-A6D8-3E93B456AF12}" dt="2025-10-29T09:25:16.734" v="1334" actId="478"/>
          <ac:spMkLst>
            <pc:docMk/>
            <pc:sldMk cId="3116603891" sldId="335"/>
            <ac:spMk id="53" creationId="{8F2D7FC2-8424-CA31-F086-36FD02BD653E}"/>
          </ac:spMkLst>
        </pc:spChg>
        <pc:spChg chg="add del mod">
          <ac:chgData name="UBAID QURESHI" userId="dd4ae95d8f7c04fe" providerId="LiveId" clId="{AF920071-46B6-4E4C-A6D8-3E93B456AF12}" dt="2025-10-29T09:24:43.574" v="1331" actId="478"/>
          <ac:spMkLst>
            <pc:docMk/>
            <pc:sldMk cId="3116603891" sldId="335"/>
            <ac:spMk id="54" creationId="{121EC775-3864-2948-69EE-4ABD509CF32D}"/>
          </ac:spMkLst>
        </pc:spChg>
        <pc:graphicFrameChg chg="modGraphic">
          <ac:chgData name="UBAID QURESHI" userId="dd4ae95d8f7c04fe" providerId="LiveId" clId="{AF920071-46B6-4E4C-A6D8-3E93B456AF12}" dt="2025-10-29T09:38:50.868" v="1427" actId="207"/>
          <ac:graphicFrameMkLst>
            <pc:docMk/>
            <pc:sldMk cId="3116603891" sldId="335"/>
            <ac:graphicFrameMk id="17" creationId="{58959CC9-D0B3-6EE7-A20D-47B7CE67838F}"/>
          </ac:graphicFrameMkLst>
        </pc:graphicFrameChg>
        <pc:cxnChg chg="add del mod">
          <ac:chgData name="UBAID QURESHI" userId="dd4ae95d8f7c04fe" providerId="LiveId" clId="{AF920071-46B6-4E4C-A6D8-3E93B456AF12}" dt="2025-10-29T09:25:17.754" v="1335" actId="478"/>
          <ac:cxnSpMkLst>
            <pc:docMk/>
            <pc:sldMk cId="3116603891" sldId="335"/>
            <ac:cxnSpMk id="51" creationId="{9DF16E82-01F0-FCAD-7FCB-8B38E5CBFA78}"/>
          </ac:cxnSpMkLst>
        </pc:cxnChg>
      </pc:sldChg>
      <pc:sldChg chg="modSp add mod">
        <pc:chgData name="UBAID QURESHI" userId="dd4ae95d8f7c04fe" providerId="LiveId" clId="{AF920071-46B6-4E4C-A6D8-3E93B456AF12}" dt="2025-10-29T09:38:47.322" v="1426" actId="207"/>
        <pc:sldMkLst>
          <pc:docMk/>
          <pc:sldMk cId="1013238414" sldId="336"/>
        </pc:sldMkLst>
        <pc:graphicFrameChg chg="modGraphic">
          <ac:chgData name="UBAID QURESHI" userId="dd4ae95d8f7c04fe" providerId="LiveId" clId="{AF920071-46B6-4E4C-A6D8-3E93B456AF12}" dt="2025-10-29T09:38:47.322" v="1426" actId="207"/>
          <ac:graphicFrameMkLst>
            <pc:docMk/>
            <pc:sldMk cId="1013238414" sldId="336"/>
            <ac:graphicFrameMk id="17" creationId="{4F53AC78-4481-C982-46A7-ACB92ADBF799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8:44.192" v="1425" actId="207"/>
        <pc:sldMkLst>
          <pc:docMk/>
          <pc:sldMk cId="2475564698" sldId="337"/>
        </pc:sldMkLst>
        <pc:spChg chg="add mod">
          <ac:chgData name="UBAID QURESHI" userId="dd4ae95d8f7c04fe" providerId="LiveId" clId="{AF920071-46B6-4E4C-A6D8-3E93B456AF12}" dt="2025-10-29T09:26:39.363" v="1340" actId="207"/>
          <ac:spMkLst>
            <pc:docMk/>
            <pc:sldMk cId="2475564698" sldId="337"/>
            <ac:spMk id="52" creationId="{ED6ED884-162A-1148-F7F0-334A7E79D21D}"/>
          </ac:spMkLst>
        </pc:spChg>
        <pc:graphicFrameChg chg="modGraphic">
          <ac:chgData name="UBAID QURESHI" userId="dd4ae95d8f7c04fe" providerId="LiveId" clId="{AF920071-46B6-4E4C-A6D8-3E93B456AF12}" dt="2025-10-29T09:38:44.192" v="1425" actId="207"/>
          <ac:graphicFrameMkLst>
            <pc:docMk/>
            <pc:sldMk cId="2475564698" sldId="337"/>
            <ac:graphicFrameMk id="17" creationId="{0292F83D-CFD0-18F0-829E-AFD2FD32AB54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8:40.675" v="1424" actId="207"/>
        <pc:sldMkLst>
          <pc:docMk/>
          <pc:sldMk cId="3785097914" sldId="338"/>
        </pc:sldMkLst>
        <pc:spChg chg="mod">
          <ac:chgData name="UBAID QURESHI" userId="dd4ae95d8f7c04fe" providerId="LiveId" clId="{AF920071-46B6-4E4C-A6D8-3E93B456AF12}" dt="2025-10-29T09:27:43.617" v="1345" actId="207"/>
          <ac:spMkLst>
            <pc:docMk/>
            <pc:sldMk cId="3785097914" sldId="338"/>
            <ac:spMk id="52" creationId="{07C4F24B-74D4-7735-0172-027425541C47}"/>
          </ac:spMkLst>
        </pc:spChg>
        <pc:graphicFrameChg chg="modGraphic">
          <ac:chgData name="UBAID QURESHI" userId="dd4ae95d8f7c04fe" providerId="LiveId" clId="{AF920071-46B6-4E4C-A6D8-3E93B456AF12}" dt="2025-10-29T09:38:40.675" v="1424" actId="207"/>
          <ac:graphicFrameMkLst>
            <pc:docMk/>
            <pc:sldMk cId="3785097914" sldId="338"/>
            <ac:graphicFrameMk id="17" creationId="{1AD7CD52-179B-86A3-3D51-918B3EFD9DCD}"/>
          </ac:graphicFrameMkLst>
        </pc:graphicFrameChg>
        <pc:cxnChg chg="add mod">
          <ac:chgData name="UBAID QURESHI" userId="dd4ae95d8f7c04fe" providerId="LiveId" clId="{AF920071-46B6-4E4C-A6D8-3E93B456AF12}" dt="2025-10-29T09:27:35.290" v="1344" actId="1076"/>
          <ac:cxnSpMkLst>
            <pc:docMk/>
            <pc:sldMk cId="3785097914" sldId="338"/>
            <ac:cxnSpMk id="54" creationId="{A10F4EA9-A4BE-81CF-D3F2-E4E2E2D24C30}"/>
          </ac:cxnSpMkLst>
        </pc:cxnChg>
      </pc:sldChg>
      <pc:sldChg chg="addSp modSp add mod">
        <pc:chgData name="UBAID QURESHI" userId="dd4ae95d8f7c04fe" providerId="LiveId" clId="{AF920071-46B6-4E4C-A6D8-3E93B456AF12}" dt="2025-10-29T09:38:37.430" v="1423" actId="207"/>
        <pc:sldMkLst>
          <pc:docMk/>
          <pc:sldMk cId="4209037425" sldId="339"/>
        </pc:sldMkLst>
        <pc:spChg chg="add mod">
          <ac:chgData name="UBAID QURESHI" userId="dd4ae95d8f7c04fe" providerId="LiveId" clId="{AF920071-46B6-4E4C-A6D8-3E93B456AF12}" dt="2025-10-29T09:27:59.501" v="1347"/>
          <ac:spMkLst>
            <pc:docMk/>
            <pc:sldMk cId="4209037425" sldId="339"/>
            <ac:spMk id="55" creationId="{721086E0-08FF-2089-CE85-2666BCB1E608}"/>
          </ac:spMkLst>
        </pc:spChg>
        <pc:spChg chg="add mod">
          <ac:chgData name="UBAID QURESHI" userId="dd4ae95d8f7c04fe" providerId="LiveId" clId="{AF920071-46B6-4E4C-A6D8-3E93B456AF12}" dt="2025-10-29T09:28:31.001" v="1349" actId="1076"/>
          <ac:spMkLst>
            <pc:docMk/>
            <pc:sldMk cId="4209037425" sldId="339"/>
            <ac:spMk id="56" creationId="{813811A3-C4E7-9CEC-3EC9-E6919880029F}"/>
          </ac:spMkLst>
        </pc:spChg>
        <pc:graphicFrameChg chg="modGraphic">
          <ac:chgData name="UBAID QURESHI" userId="dd4ae95d8f7c04fe" providerId="LiveId" clId="{AF920071-46B6-4E4C-A6D8-3E93B456AF12}" dt="2025-10-29T09:38:37.430" v="1423" actId="207"/>
          <ac:graphicFrameMkLst>
            <pc:docMk/>
            <pc:sldMk cId="4209037425" sldId="339"/>
            <ac:graphicFrameMk id="17" creationId="{CF10B2AD-4ED7-71D1-1286-DEB11C60EED1}"/>
          </ac:graphicFrameMkLst>
        </pc:graphicFrameChg>
      </pc:sldChg>
      <pc:sldChg chg="addSp delSp modSp add mod">
        <pc:chgData name="UBAID QURESHI" userId="dd4ae95d8f7c04fe" providerId="LiveId" clId="{AF920071-46B6-4E4C-A6D8-3E93B456AF12}" dt="2025-10-29T09:38:33.855" v="1422" actId="207"/>
        <pc:sldMkLst>
          <pc:docMk/>
          <pc:sldMk cId="3182510903" sldId="340"/>
        </pc:sldMkLst>
        <pc:spChg chg="mod">
          <ac:chgData name="UBAID QURESHI" userId="dd4ae95d8f7c04fe" providerId="LiveId" clId="{AF920071-46B6-4E4C-A6D8-3E93B456AF12}" dt="2025-10-29T09:28:51.846" v="1352" actId="1076"/>
          <ac:spMkLst>
            <pc:docMk/>
            <pc:sldMk cId="3182510903" sldId="340"/>
            <ac:spMk id="22" creationId="{EB921089-338F-EC83-92B3-CCB6F2ECB996}"/>
          </ac:spMkLst>
        </pc:spChg>
        <pc:spChg chg="add mod">
          <ac:chgData name="UBAID QURESHI" userId="dd4ae95d8f7c04fe" providerId="LiveId" clId="{AF920071-46B6-4E4C-A6D8-3E93B456AF12}" dt="2025-10-29T09:29:56.709" v="1359" actId="14100"/>
          <ac:spMkLst>
            <pc:docMk/>
            <pc:sldMk cId="3182510903" sldId="340"/>
            <ac:spMk id="57" creationId="{8409DCB1-16BC-8ED0-AD13-7FD6B903CBF8}"/>
          </ac:spMkLst>
        </pc:spChg>
        <pc:spChg chg="add del mod">
          <ac:chgData name="UBAID QURESHI" userId="dd4ae95d8f7c04fe" providerId="LiveId" clId="{AF920071-46B6-4E4C-A6D8-3E93B456AF12}" dt="2025-10-29T09:30:39.843" v="1364" actId="478"/>
          <ac:spMkLst>
            <pc:docMk/>
            <pc:sldMk cId="3182510903" sldId="340"/>
            <ac:spMk id="58" creationId="{A649F78F-9153-B186-3631-BB4951EE381E}"/>
          </ac:spMkLst>
        </pc:spChg>
        <pc:graphicFrameChg chg="modGraphic">
          <ac:chgData name="UBAID QURESHI" userId="dd4ae95d8f7c04fe" providerId="LiveId" clId="{AF920071-46B6-4E4C-A6D8-3E93B456AF12}" dt="2025-10-29T09:38:33.855" v="1422" actId="207"/>
          <ac:graphicFrameMkLst>
            <pc:docMk/>
            <pc:sldMk cId="3182510903" sldId="340"/>
            <ac:graphicFrameMk id="17" creationId="{02AA90D2-2D9C-3347-5681-DE9262F94500}"/>
          </ac:graphicFrameMkLst>
        </pc:graphicFrameChg>
        <pc:cxnChg chg="add mod">
          <ac:chgData name="UBAID QURESHI" userId="dd4ae95d8f7c04fe" providerId="LiveId" clId="{AF920071-46B6-4E4C-A6D8-3E93B456AF12}" dt="2025-10-29T09:29:06.111" v="1354" actId="1076"/>
          <ac:cxnSpMkLst>
            <pc:docMk/>
            <pc:sldMk cId="3182510903" sldId="340"/>
            <ac:cxnSpMk id="55" creationId="{FDCA41E6-5422-C74E-54BD-A835AE503246}"/>
          </ac:cxnSpMkLst>
        </pc:cxnChg>
      </pc:sldChg>
      <pc:sldChg chg="modSp add mod">
        <pc:chgData name="UBAID QURESHI" userId="dd4ae95d8f7c04fe" providerId="LiveId" clId="{AF920071-46B6-4E4C-A6D8-3E93B456AF12}" dt="2025-10-29T09:38:29.825" v="1421" actId="207"/>
        <pc:sldMkLst>
          <pc:docMk/>
          <pc:sldMk cId="3476716286" sldId="341"/>
        </pc:sldMkLst>
        <pc:graphicFrameChg chg="modGraphic">
          <ac:chgData name="UBAID QURESHI" userId="dd4ae95d8f7c04fe" providerId="LiveId" clId="{AF920071-46B6-4E4C-A6D8-3E93B456AF12}" dt="2025-10-29T09:38:29.825" v="1421" actId="207"/>
          <ac:graphicFrameMkLst>
            <pc:docMk/>
            <pc:sldMk cId="3476716286" sldId="341"/>
            <ac:graphicFrameMk id="17" creationId="{25CB071E-9D33-678B-9D62-5C13B429F046}"/>
          </ac:graphicFrameMkLst>
        </pc:graphicFrameChg>
      </pc:sldChg>
      <pc:sldChg chg="modSp add mod">
        <pc:chgData name="UBAID QURESHI" userId="dd4ae95d8f7c04fe" providerId="LiveId" clId="{AF920071-46B6-4E4C-A6D8-3E93B456AF12}" dt="2025-10-29T09:38:26.069" v="1420" actId="207"/>
        <pc:sldMkLst>
          <pc:docMk/>
          <pc:sldMk cId="190786908" sldId="342"/>
        </pc:sldMkLst>
        <pc:spChg chg="mod">
          <ac:chgData name="UBAID QURESHI" userId="dd4ae95d8f7c04fe" providerId="LiveId" clId="{AF920071-46B6-4E4C-A6D8-3E93B456AF12}" dt="2025-10-29T09:31:08.042" v="1367" actId="207"/>
          <ac:spMkLst>
            <pc:docMk/>
            <pc:sldMk cId="190786908" sldId="342"/>
            <ac:spMk id="58" creationId="{1AE8BB80-DF1C-2961-1C27-40BAB020564B}"/>
          </ac:spMkLst>
        </pc:spChg>
        <pc:graphicFrameChg chg="modGraphic">
          <ac:chgData name="UBAID QURESHI" userId="dd4ae95d8f7c04fe" providerId="LiveId" clId="{AF920071-46B6-4E4C-A6D8-3E93B456AF12}" dt="2025-10-29T09:38:26.069" v="1420" actId="207"/>
          <ac:graphicFrameMkLst>
            <pc:docMk/>
            <pc:sldMk cId="190786908" sldId="342"/>
            <ac:graphicFrameMk id="17" creationId="{4E840181-3C4D-A981-8DD2-E52F64186178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8:22.764" v="1419" actId="207"/>
        <pc:sldMkLst>
          <pc:docMk/>
          <pc:sldMk cId="1225196011" sldId="343"/>
        </pc:sldMkLst>
        <pc:spChg chg="mod">
          <ac:chgData name="UBAID QURESHI" userId="dd4ae95d8f7c04fe" providerId="LiveId" clId="{AF920071-46B6-4E4C-A6D8-3E93B456AF12}" dt="2025-10-29T09:31:31.209" v="1369" actId="207"/>
          <ac:spMkLst>
            <pc:docMk/>
            <pc:sldMk cId="1225196011" sldId="343"/>
            <ac:spMk id="58" creationId="{0DD6205E-179F-393A-B051-871468ACC6B5}"/>
          </ac:spMkLst>
        </pc:spChg>
        <pc:graphicFrameChg chg="modGraphic">
          <ac:chgData name="UBAID QURESHI" userId="dd4ae95d8f7c04fe" providerId="LiveId" clId="{AF920071-46B6-4E4C-A6D8-3E93B456AF12}" dt="2025-10-29T09:38:22.764" v="1419" actId="207"/>
          <ac:graphicFrameMkLst>
            <pc:docMk/>
            <pc:sldMk cId="1225196011" sldId="343"/>
            <ac:graphicFrameMk id="17" creationId="{55E4D837-1F0D-FA98-C0A3-855996901A38}"/>
          </ac:graphicFrameMkLst>
        </pc:graphicFrameChg>
        <pc:cxnChg chg="add mod">
          <ac:chgData name="UBAID QURESHI" userId="dd4ae95d8f7c04fe" providerId="LiveId" clId="{AF920071-46B6-4E4C-A6D8-3E93B456AF12}" dt="2025-10-29T09:31:45.213" v="1373" actId="208"/>
          <ac:cxnSpMkLst>
            <pc:docMk/>
            <pc:sldMk cId="1225196011" sldId="343"/>
            <ac:cxnSpMk id="59" creationId="{331F6527-644F-38C0-0743-D4ECDBF3B1B8}"/>
          </ac:cxnSpMkLst>
        </pc:cxnChg>
      </pc:sldChg>
      <pc:sldChg chg="addSp delSp modSp add mod">
        <pc:chgData name="UBAID QURESHI" userId="dd4ae95d8f7c04fe" providerId="LiveId" clId="{AF920071-46B6-4E4C-A6D8-3E93B456AF12}" dt="2025-10-29T09:38:18.695" v="1418" actId="207"/>
        <pc:sldMkLst>
          <pc:docMk/>
          <pc:sldMk cId="565732060" sldId="344"/>
        </pc:sldMkLst>
        <pc:spChg chg="mod">
          <ac:chgData name="UBAID QURESHI" userId="dd4ae95d8f7c04fe" providerId="LiveId" clId="{AF920071-46B6-4E4C-A6D8-3E93B456AF12}" dt="2025-10-29T09:32:28.039" v="1376" actId="207"/>
          <ac:spMkLst>
            <pc:docMk/>
            <pc:sldMk cId="565732060" sldId="344"/>
            <ac:spMk id="58" creationId="{BF7A0BA5-424A-BB4E-5713-3AE771013CB1}"/>
          </ac:spMkLst>
        </pc:spChg>
        <pc:graphicFrameChg chg="modGraphic">
          <ac:chgData name="UBAID QURESHI" userId="dd4ae95d8f7c04fe" providerId="LiveId" clId="{AF920071-46B6-4E4C-A6D8-3E93B456AF12}" dt="2025-10-29T09:38:18.695" v="1418" actId="207"/>
          <ac:graphicFrameMkLst>
            <pc:docMk/>
            <pc:sldMk cId="565732060" sldId="344"/>
            <ac:graphicFrameMk id="17" creationId="{303D6879-A9C6-64D0-F07D-D49AA7AD6580}"/>
          </ac:graphicFrameMkLst>
        </pc:graphicFrameChg>
        <pc:cxnChg chg="del">
          <ac:chgData name="UBAID QURESHI" userId="dd4ae95d8f7c04fe" providerId="LiveId" clId="{AF920071-46B6-4E4C-A6D8-3E93B456AF12}" dt="2025-10-29T09:32:21.813" v="1375" actId="478"/>
          <ac:cxnSpMkLst>
            <pc:docMk/>
            <pc:sldMk cId="565732060" sldId="344"/>
            <ac:cxnSpMk id="59" creationId="{6E4900CF-381B-B09D-19C5-FC8CF41F6F44}"/>
          </ac:cxnSpMkLst>
        </pc:cxnChg>
        <pc:cxnChg chg="add mod">
          <ac:chgData name="UBAID QURESHI" userId="dd4ae95d8f7c04fe" providerId="LiveId" clId="{AF920071-46B6-4E4C-A6D8-3E93B456AF12}" dt="2025-10-29T09:32:56.565" v="1378" actId="1076"/>
          <ac:cxnSpMkLst>
            <pc:docMk/>
            <pc:sldMk cId="565732060" sldId="344"/>
            <ac:cxnSpMk id="60" creationId="{50DAB118-C052-5E04-2845-8A7EBB38A14E}"/>
          </ac:cxnSpMkLst>
        </pc:cxnChg>
      </pc:sldChg>
      <pc:sldChg chg="addSp modSp add mod">
        <pc:chgData name="UBAID QURESHI" userId="dd4ae95d8f7c04fe" providerId="LiveId" clId="{AF920071-46B6-4E4C-A6D8-3E93B456AF12}" dt="2025-10-29T09:38:14.376" v="1417" actId="207"/>
        <pc:sldMkLst>
          <pc:docMk/>
          <pc:sldMk cId="3078959000" sldId="345"/>
        </pc:sldMkLst>
        <pc:spChg chg="add mod">
          <ac:chgData name="UBAID QURESHI" userId="dd4ae95d8f7c04fe" providerId="LiveId" clId="{AF920071-46B6-4E4C-A6D8-3E93B456AF12}" dt="2025-10-29T09:33:12.708" v="1381" actId="1076"/>
          <ac:spMkLst>
            <pc:docMk/>
            <pc:sldMk cId="3078959000" sldId="345"/>
            <ac:spMk id="59" creationId="{39B6192A-1D16-0533-CB95-2563E240BB83}"/>
          </ac:spMkLst>
        </pc:spChg>
        <pc:graphicFrameChg chg="modGraphic">
          <ac:chgData name="UBAID QURESHI" userId="dd4ae95d8f7c04fe" providerId="LiveId" clId="{AF920071-46B6-4E4C-A6D8-3E93B456AF12}" dt="2025-10-29T09:38:14.376" v="1417" actId="207"/>
          <ac:graphicFrameMkLst>
            <pc:docMk/>
            <pc:sldMk cId="3078959000" sldId="345"/>
            <ac:graphicFrameMk id="17" creationId="{036E58A7-5890-3BFC-E8EF-2962572F1B68}"/>
          </ac:graphicFrameMkLst>
        </pc:graphicFrameChg>
      </pc:sldChg>
      <pc:sldChg chg="modSp add mod">
        <pc:chgData name="UBAID QURESHI" userId="dd4ae95d8f7c04fe" providerId="LiveId" clId="{AF920071-46B6-4E4C-A6D8-3E93B456AF12}" dt="2025-10-29T09:38:10.663" v="1416" actId="207"/>
        <pc:sldMkLst>
          <pc:docMk/>
          <pc:sldMk cId="538363619" sldId="346"/>
        </pc:sldMkLst>
        <pc:spChg chg="mod">
          <ac:chgData name="UBAID QURESHI" userId="dd4ae95d8f7c04fe" providerId="LiveId" clId="{AF920071-46B6-4E4C-A6D8-3E93B456AF12}" dt="2025-10-29T09:34:11.269" v="1383" actId="1076"/>
          <ac:spMkLst>
            <pc:docMk/>
            <pc:sldMk cId="538363619" sldId="346"/>
            <ac:spMk id="22" creationId="{1154D766-6B24-DAAB-08D6-D1B59C38F48A}"/>
          </ac:spMkLst>
        </pc:spChg>
        <pc:graphicFrameChg chg="modGraphic">
          <ac:chgData name="UBAID QURESHI" userId="dd4ae95d8f7c04fe" providerId="LiveId" clId="{AF920071-46B6-4E4C-A6D8-3E93B456AF12}" dt="2025-10-29T09:38:10.663" v="1416" actId="207"/>
          <ac:graphicFrameMkLst>
            <pc:docMk/>
            <pc:sldMk cId="538363619" sldId="346"/>
            <ac:graphicFrameMk id="17" creationId="{E3D298AB-49B2-2A23-CF6D-FAF32C1C7D06}"/>
          </ac:graphicFrameMkLst>
        </pc:graphicFrameChg>
      </pc:sldChg>
      <pc:sldChg chg="addSp delSp modSp add mod">
        <pc:chgData name="UBAID QURESHI" userId="dd4ae95d8f7c04fe" providerId="LiveId" clId="{AF920071-46B6-4E4C-A6D8-3E93B456AF12}" dt="2025-10-29T09:38:07.050" v="1415" actId="207"/>
        <pc:sldMkLst>
          <pc:docMk/>
          <pc:sldMk cId="412857748" sldId="347"/>
        </pc:sldMkLst>
        <pc:spChg chg="add mod">
          <ac:chgData name="UBAID QURESHI" userId="dd4ae95d8f7c04fe" providerId="LiveId" clId="{AF920071-46B6-4E4C-A6D8-3E93B456AF12}" dt="2025-10-29T09:35:11.418" v="1391" actId="14100"/>
          <ac:spMkLst>
            <pc:docMk/>
            <pc:sldMk cId="412857748" sldId="347"/>
            <ac:spMk id="62" creationId="{AF591784-0B32-ECC5-F4CF-3959A8A54383}"/>
          </ac:spMkLst>
        </pc:spChg>
        <pc:spChg chg="add del mod">
          <ac:chgData name="UBAID QURESHI" userId="dd4ae95d8f7c04fe" providerId="LiveId" clId="{AF920071-46B6-4E4C-A6D8-3E93B456AF12}" dt="2025-10-29T09:35:56.665" v="1395" actId="478"/>
          <ac:spMkLst>
            <pc:docMk/>
            <pc:sldMk cId="412857748" sldId="347"/>
            <ac:spMk id="63" creationId="{43072F7E-F42D-892A-AF36-8E690E5B3767}"/>
          </ac:spMkLst>
        </pc:spChg>
        <pc:graphicFrameChg chg="modGraphic">
          <ac:chgData name="UBAID QURESHI" userId="dd4ae95d8f7c04fe" providerId="LiveId" clId="{AF920071-46B6-4E4C-A6D8-3E93B456AF12}" dt="2025-10-29T09:38:07.050" v="1415" actId="207"/>
          <ac:graphicFrameMkLst>
            <pc:docMk/>
            <pc:sldMk cId="412857748" sldId="347"/>
            <ac:graphicFrameMk id="17" creationId="{5B917CE5-B55A-627B-EC95-088BDCB31EE0}"/>
          </ac:graphicFrameMkLst>
        </pc:graphicFrameChg>
        <pc:cxnChg chg="add mod">
          <ac:chgData name="UBAID QURESHI" userId="dd4ae95d8f7c04fe" providerId="LiveId" clId="{AF920071-46B6-4E4C-A6D8-3E93B456AF12}" dt="2025-10-29T09:34:45.299" v="1386" actId="1076"/>
          <ac:cxnSpMkLst>
            <pc:docMk/>
            <pc:sldMk cId="412857748" sldId="347"/>
            <ac:cxnSpMk id="61" creationId="{4925C84F-ACD3-ABA3-5000-1794BA6E8DF1}"/>
          </ac:cxnSpMkLst>
        </pc:cxnChg>
      </pc:sldChg>
      <pc:sldChg chg="modSp add mod">
        <pc:chgData name="UBAID QURESHI" userId="dd4ae95d8f7c04fe" providerId="LiveId" clId="{AF920071-46B6-4E4C-A6D8-3E93B456AF12}" dt="2025-10-29T09:38:03.422" v="1414" actId="207"/>
        <pc:sldMkLst>
          <pc:docMk/>
          <pc:sldMk cId="1352850454" sldId="348"/>
        </pc:sldMkLst>
        <pc:graphicFrameChg chg="modGraphic">
          <ac:chgData name="UBAID QURESHI" userId="dd4ae95d8f7c04fe" providerId="LiveId" clId="{AF920071-46B6-4E4C-A6D8-3E93B456AF12}" dt="2025-10-29T09:38:03.422" v="1414" actId="207"/>
          <ac:graphicFrameMkLst>
            <pc:docMk/>
            <pc:sldMk cId="1352850454" sldId="348"/>
            <ac:graphicFrameMk id="17" creationId="{7ABB89F9-3F6B-7277-ADF7-E89F6DA739B6}"/>
          </ac:graphicFrameMkLst>
        </pc:graphicFrameChg>
      </pc:sldChg>
      <pc:sldChg chg="modSp add mod">
        <pc:chgData name="UBAID QURESHI" userId="dd4ae95d8f7c04fe" providerId="LiveId" clId="{AF920071-46B6-4E4C-A6D8-3E93B456AF12}" dt="2025-10-29T09:38:00.385" v="1413" actId="207"/>
        <pc:sldMkLst>
          <pc:docMk/>
          <pc:sldMk cId="308579492" sldId="349"/>
        </pc:sldMkLst>
        <pc:spChg chg="mod">
          <ac:chgData name="UBAID QURESHI" userId="dd4ae95d8f7c04fe" providerId="LiveId" clId="{AF920071-46B6-4E4C-A6D8-3E93B456AF12}" dt="2025-10-29T09:36:20.602" v="1397" actId="207"/>
          <ac:spMkLst>
            <pc:docMk/>
            <pc:sldMk cId="308579492" sldId="349"/>
            <ac:spMk id="63" creationId="{246355E1-E733-57E1-BCEA-132ABCB1D73D}"/>
          </ac:spMkLst>
        </pc:spChg>
        <pc:graphicFrameChg chg="modGraphic">
          <ac:chgData name="UBAID QURESHI" userId="dd4ae95d8f7c04fe" providerId="LiveId" clId="{AF920071-46B6-4E4C-A6D8-3E93B456AF12}" dt="2025-10-29T09:38:00.385" v="1413" actId="207"/>
          <ac:graphicFrameMkLst>
            <pc:docMk/>
            <pc:sldMk cId="308579492" sldId="349"/>
            <ac:graphicFrameMk id="17" creationId="{DE3F01AC-8605-A285-A307-848F5823F037}"/>
          </ac:graphicFrameMkLst>
        </pc:graphicFrameChg>
      </pc:sldChg>
      <pc:sldChg chg="addSp modSp add mod">
        <pc:chgData name="UBAID QURESHI" userId="dd4ae95d8f7c04fe" providerId="LiveId" clId="{AF920071-46B6-4E4C-A6D8-3E93B456AF12}" dt="2025-10-29T09:37:56.760" v="1412" actId="207"/>
        <pc:sldMkLst>
          <pc:docMk/>
          <pc:sldMk cId="2887847980" sldId="350"/>
        </pc:sldMkLst>
        <pc:spChg chg="mod">
          <ac:chgData name="UBAID QURESHI" userId="dd4ae95d8f7c04fe" providerId="LiveId" clId="{AF920071-46B6-4E4C-A6D8-3E93B456AF12}" dt="2025-10-29T09:37:25.476" v="1406" actId="207"/>
          <ac:spMkLst>
            <pc:docMk/>
            <pc:sldMk cId="2887847980" sldId="350"/>
            <ac:spMk id="63" creationId="{C033C679-851E-BCA5-6740-82FF65FCF206}"/>
          </ac:spMkLst>
        </pc:spChg>
        <pc:graphicFrameChg chg="modGraphic">
          <ac:chgData name="UBAID QURESHI" userId="dd4ae95d8f7c04fe" providerId="LiveId" clId="{AF920071-46B6-4E4C-A6D8-3E93B456AF12}" dt="2025-10-29T09:37:56.760" v="1412" actId="207"/>
          <ac:graphicFrameMkLst>
            <pc:docMk/>
            <pc:sldMk cId="2887847980" sldId="350"/>
            <ac:graphicFrameMk id="17" creationId="{8DEEBDE5-12E6-96C8-5002-5C623A311D7A}"/>
          </ac:graphicFrameMkLst>
        </pc:graphicFrameChg>
        <pc:cxnChg chg="add mod">
          <ac:chgData name="UBAID QURESHI" userId="dd4ae95d8f7c04fe" providerId="LiveId" clId="{AF920071-46B6-4E4C-A6D8-3E93B456AF12}" dt="2025-10-29T09:37:12.877" v="1405" actId="14100"/>
          <ac:cxnSpMkLst>
            <pc:docMk/>
            <pc:sldMk cId="2887847980" sldId="350"/>
            <ac:cxnSpMk id="64" creationId="{3EAF75A5-29DE-1CC5-07A1-BF6B93D182A3}"/>
          </ac:cxnSpMkLst>
        </pc:cxnChg>
      </pc:sldChg>
      <pc:sldChg chg="addSp delSp modSp add mod">
        <pc:chgData name="UBAID QURESHI" userId="dd4ae95d8f7c04fe" providerId="LiveId" clId="{AF920071-46B6-4E4C-A6D8-3E93B456AF12}" dt="2025-10-29T09:37:52.536" v="1411" actId="207"/>
        <pc:sldMkLst>
          <pc:docMk/>
          <pc:sldMk cId="1449661174" sldId="351"/>
        </pc:sldMkLst>
        <pc:graphicFrameChg chg="modGraphic">
          <ac:chgData name="UBAID QURESHI" userId="dd4ae95d8f7c04fe" providerId="LiveId" clId="{AF920071-46B6-4E4C-A6D8-3E93B456AF12}" dt="2025-10-29T09:37:52.536" v="1411" actId="207"/>
          <ac:graphicFrameMkLst>
            <pc:docMk/>
            <pc:sldMk cId="1449661174" sldId="351"/>
            <ac:graphicFrameMk id="17" creationId="{CC143EC5-C69D-4F02-0E5B-62E99B6C93D3}"/>
          </ac:graphicFrameMkLst>
        </pc:graphicFrameChg>
        <pc:cxnChg chg="del">
          <ac:chgData name="UBAID QURESHI" userId="dd4ae95d8f7c04fe" providerId="LiveId" clId="{AF920071-46B6-4E4C-A6D8-3E93B456AF12}" dt="2025-10-29T09:37:41.588" v="1408" actId="478"/>
          <ac:cxnSpMkLst>
            <pc:docMk/>
            <pc:sldMk cId="1449661174" sldId="351"/>
            <ac:cxnSpMk id="64" creationId="{855CE1BB-7CCD-D8B8-EE37-4AC28F05CE2E}"/>
          </ac:cxnSpMkLst>
        </pc:cxnChg>
        <pc:cxnChg chg="add mod">
          <ac:chgData name="UBAID QURESHI" userId="dd4ae95d8f7c04fe" providerId="LiveId" clId="{AF920071-46B6-4E4C-A6D8-3E93B456AF12}" dt="2025-10-29T09:37:49.839" v="1410" actId="1076"/>
          <ac:cxnSpMkLst>
            <pc:docMk/>
            <pc:sldMk cId="1449661174" sldId="351"/>
            <ac:cxnSpMk id="65" creationId="{1DDD3A93-7D95-EBF4-4818-F37F07F1D98E}"/>
          </ac:cxnSpMkLst>
        </pc:cxnChg>
      </pc:sldChg>
      <pc:sldChg chg="modSp add mod">
        <pc:chgData name="UBAID QURESHI" userId="dd4ae95d8f7c04fe" providerId="LiveId" clId="{AF920071-46B6-4E4C-A6D8-3E93B456AF12}" dt="2025-10-29T09:43:38.418" v="1476" actId="207"/>
        <pc:sldMkLst>
          <pc:docMk/>
          <pc:sldMk cId="1918497542" sldId="352"/>
        </pc:sldMkLst>
        <pc:spChg chg="mod">
          <ac:chgData name="UBAID QURESHI" userId="dd4ae95d8f7c04fe" providerId="LiveId" clId="{AF920071-46B6-4E4C-A6D8-3E93B456AF12}" dt="2025-10-29T09:43:38.418" v="1476" actId="207"/>
          <ac:spMkLst>
            <pc:docMk/>
            <pc:sldMk cId="1918497542" sldId="352"/>
            <ac:spMk id="63" creationId="{E3A098F3-D594-7FB2-B964-69E6568D24F5}"/>
          </ac:spMkLst>
        </pc:spChg>
      </pc:sldChg>
      <pc:sldChg chg="addSp modSp add mod">
        <pc:chgData name="UBAID QURESHI" userId="dd4ae95d8f7c04fe" providerId="LiveId" clId="{AF920071-46B6-4E4C-A6D8-3E93B456AF12}" dt="2025-10-29T09:44:04.167" v="1479" actId="1076"/>
        <pc:sldMkLst>
          <pc:docMk/>
          <pc:sldMk cId="3059179233" sldId="353"/>
        </pc:sldMkLst>
        <pc:spChg chg="add mod">
          <ac:chgData name="UBAID QURESHI" userId="dd4ae95d8f7c04fe" providerId="LiveId" clId="{AF920071-46B6-4E4C-A6D8-3E93B456AF12}" dt="2025-10-29T09:44:04.167" v="1479" actId="1076"/>
          <ac:spMkLst>
            <pc:docMk/>
            <pc:sldMk cId="3059179233" sldId="353"/>
            <ac:spMk id="64" creationId="{2DDC8C7A-44A9-0023-DF44-5ADFB133467F}"/>
          </ac:spMkLst>
        </pc:spChg>
      </pc:sldChg>
      <pc:sldChg chg="addSp modSp add mod">
        <pc:chgData name="UBAID QURESHI" userId="dd4ae95d8f7c04fe" providerId="LiveId" clId="{AF920071-46B6-4E4C-A6D8-3E93B456AF12}" dt="2025-10-29T09:45:09.125" v="1489" actId="14100"/>
        <pc:sldMkLst>
          <pc:docMk/>
          <pc:sldMk cId="3671089687" sldId="354"/>
        </pc:sldMkLst>
        <pc:spChg chg="mod">
          <ac:chgData name="UBAID QURESHI" userId="dd4ae95d8f7c04fe" providerId="LiveId" clId="{AF920071-46B6-4E4C-A6D8-3E93B456AF12}" dt="2025-10-29T09:44:33.495" v="1482" actId="1076"/>
          <ac:spMkLst>
            <pc:docMk/>
            <pc:sldMk cId="3671089687" sldId="354"/>
            <ac:spMk id="22" creationId="{9F7F314A-BABD-A51C-4FED-B4DF21FC0671}"/>
          </ac:spMkLst>
        </pc:spChg>
        <pc:spChg chg="add mod">
          <ac:chgData name="UBAID QURESHI" userId="dd4ae95d8f7c04fe" providerId="LiveId" clId="{AF920071-46B6-4E4C-A6D8-3E93B456AF12}" dt="2025-10-29T09:45:09.125" v="1489" actId="14100"/>
          <ac:spMkLst>
            <pc:docMk/>
            <pc:sldMk cId="3671089687" sldId="354"/>
            <ac:spMk id="67" creationId="{B8D57865-7210-D793-5116-AFD1E2805BD9}"/>
          </ac:spMkLst>
        </pc:spChg>
        <pc:cxnChg chg="add mod">
          <ac:chgData name="UBAID QURESHI" userId="dd4ae95d8f7c04fe" providerId="LiveId" clId="{AF920071-46B6-4E4C-A6D8-3E93B456AF12}" dt="2025-10-29T09:44:44.785" v="1484" actId="1076"/>
          <ac:cxnSpMkLst>
            <pc:docMk/>
            <pc:sldMk cId="3671089687" sldId="354"/>
            <ac:cxnSpMk id="66" creationId="{1F97B4B2-8F64-B0CB-D252-DDCA5411C5DF}"/>
          </ac:cxnSpMkLst>
        </pc:cxnChg>
      </pc:sldChg>
      <pc:sldChg chg="addSp modSp add mod">
        <pc:chgData name="UBAID QURESHI" userId="dd4ae95d8f7c04fe" providerId="LiveId" clId="{AF920071-46B6-4E4C-A6D8-3E93B456AF12}" dt="2025-10-29T09:48:34.027" v="1506" actId="208"/>
        <pc:sldMkLst>
          <pc:docMk/>
          <pc:sldMk cId="3208540579" sldId="355"/>
        </pc:sldMkLst>
        <pc:spChg chg="mod">
          <ac:chgData name="UBAID QURESHI" userId="dd4ae95d8f7c04fe" providerId="LiveId" clId="{AF920071-46B6-4E4C-A6D8-3E93B456AF12}" dt="2025-10-29T09:48:34.027" v="1506" actId="208"/>
          <ac:spMkLst>
            <pc:docMk/>
            <pc:sldMk cId="3208540579" sldId="355"/>
            <ac:spMk id="4" creationId="{31B98ADB-B4E6-19C6-AB6C-C4B219EEC8F5}"/>
          </ac:spMkLst>
        </pc:spChg>
        <pc:spChg chg="add mod">
          <ac:chgData name="UBAID QURESHI" userId="dd4ae95d8f7c04fe" providerId="LiveId" clId="{AF920071-46B6-4E4C-A6D8-3E93B456AF12}" dt="2025-10-29T09:46:26.584" v="1495" actId="1076"/>
          <ac:spMkLst>
            <pc:docMk/>
            <pc:sldMk cId="3208540579" sldId="355"/>
            <ac:spMk id="68" creationId="{A85611A7-99DF-235A-64F2-3370E63EFFE4}"/>
          </ac:spMkLst>
        </pc:spChg>
        <pc:spChg chg="add mod">
          <ac:chgData name="UBAID QURESHI" userId="dd4ae95d8f7c04fe" providerId="LiveId" clId="{AF920071-46B6-4E4C-A6D8-3E93B456AF12}" dt="2025-10-29T09:48:23.451" v="1505" actId="1076"/>
          <ac:spMkLst>
            <pc:docMk/>
            <pc:sldMk cId="3208540579" sldId="355"/>
            <ac:spMk id="69" creationId="{0FF95B1E-F2B8-52CC-A603-93A2E4B8C3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ACFA7-5CF5-4188-9AC4-F1F1B399194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FA3E4-A957-4545-B09C-566B6CD09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7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91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9FD4-5D6B-5C41-1F7F-44AA1723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5F79D-BB04-82D3-E16A-AD2E997D0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152FD-FF0B-F4B2-3267-560B9E7FB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9F84F-2F29-D6C9-772A-1E627BA8C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61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4230-03F9-80B3-7507-F4296F89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8A9FC-0157-24A1-F89D-3AD4205B6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94F50-B286-04D1-11FF-A7CE2AF39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613AE-1784-92B0-BE80-7068CE9EC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9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ED4D-5FB5-15E5-812C-E34A4480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77595-96E3-3ECD-05A8-7A053B74E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CD87F-E79C-E9B8-A011-66B598545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8A9F6-1E7B-A7D4-5361-9462361B5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242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43C3-0740-82F0-A91C-10F6D8E7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3E648-22EA-E270-50CB-526C5EB08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A6DAE-C6BE-743F-8AF6-3E8C97D51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D4F87-DF09-DD86-A188-78973D401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75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38E05-6BA4-9A64-13AD-34F94E83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A399E-A8FB-7F4C-9D57-09FE47FC1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27F8B-086C-FFE4-FB11-A7D466C5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45635-613F-07AA-9978-9F4F518D9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210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3E0D-4727-E293-6ACD-1A5B95AF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D32A8-AF9E-5EBA-C35C-EC9151628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BD3E8-2C3D-244A-C3D2-52CC14657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28B76-CDDD-A1EC-83F2-B54985E3F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694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1A15-6698-EE8F-1CA5-BC063DD5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686A4-EB56-11C3-9808-098C4657F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28274-DFCA-9D52-92BD-2BDF0B606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5D735-9E72-B38D-1798-D099AB405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50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2D7A-9F85-FAF9-AE31-861820E9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A2CB8-CFE6-74D1-5A53-E9BBE3765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315BB-3F17-D43E-22F1-3CD54C26B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20C4-5887-EE58-ACC7-F1D02A17E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87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438F-ACC4-0179-3981-777DC997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A07E5-ABA5-C4B6-F2AC-0EAA43B46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873D1-7EC9-5506-8C83-4C2FBA7DD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F0CC3-EB91-7904-C7ED-A68B8BC9A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12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3BDC-3D22-5E36-DB10-1065A5C0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F752C-888D-CC95-6D8A-CFCE09A8A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F5E61-F053-D143-13E9-6E6DFC565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AB34-B9DA-87AC-3A92-6AD6F3E79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6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9F6D-80A2-CC41-28A9-52839575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0A3EA-359A-24D4-652B-C63A59334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63EB9-C2BA-0924-2EC4-4C55BE52E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E5953-295B-4B6B-3282-00639B889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327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5A1A-249E-F80C-8B1E-764C769F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55B98-7706-5215-A69F-5D7061FD9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3402D-C0AF-1D7A-E34D-87F6AF218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74B0F-0770-5D17-95BB-D4A50CD0B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50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6213-2707-5957-653C-710F64AA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A5D50-BCCA-9BDE-8C5E-896728AE6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F9B9-8EE7-5AF2-2125-3A7D9E063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3A19-36B3-DBE6-FBBC-FBBD839A3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10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41D2-B766-9359-CE1D-AD955355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D333E-B110-359C-63E2-2F7AA1873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9EEF3-1F82-18B1-AA4A-7D59F8238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79FCA-98B0-BF07-6405-266337041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984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CC53-9557-1B08-3367-5113BA3D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6AA56-CF86-E78C-1291-3742ED963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C833B-42D9-439A-5838-ECD8F5B35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20B76-B167-74A1-3EB7-AC9B44A0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669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AB1C-5946-3380-CE20-2FC6A851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C4D3E-EC52-63F8-70ED-7490B107D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264FF-496B-7D15-F98A-0389A8E83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DA717-E365-8F34-BACD-64E1AB44A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860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0377B-5470-9140-46E1-47E11FB0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B3CEA-7A6A-33D1-08C8-694A36003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3148A-D0A4-11FF-B49D-9070B9466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D270F-3A82-3139-AFF5-1BA83C2F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73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553C-1B8C-AE58-F02F-A34CBBFF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E942-C463-557E-36D8-211AB5DB1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566E7-BF58-67FC-4602-DE60F4F3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4411-5BF4-09B6-8B21-BF429764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80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5268-24EB-D6A8-35B0-F7510318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74C76-2ED8-E088-6E5C-E2774AF20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29863-5E30-9A31-B024-F2E205E7A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300CD-66ED-EBAC-5345-D75ED44CA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71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69EE1-415B-B627-0818-663375B5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5C269-342B-9D4B-CE38-1A93E9721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C5478-A1EA-622D-11CD-986821BD5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5844-9826-18CE-9CEF-E3D39E7CD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236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A0CD-FF07-4356-E1E9-135A03F1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23487-4384-E971-3B69-89E8E434C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9BB9F-2975-CFE8-E716-6EE838D94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8E2A0-922F-DAA5-BE77-09B9EC934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195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8737-3350-1BDB-F994-FFFC7822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558D2-ADA1-7756-92DB-0690221CF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A4ABA-019C-18C9-F98E-8E65AF78F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CF220-9960-9EAC-6A0D-24EB801F9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64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167F-31A5-9C31-9628-38D686EB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CD8A5-6B12-D34C-CD79-39637EBF5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42551-5DD8-809A-F8DC-90F285C90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4F2B-FB56-6B26-1B46-0B6B0B469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86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C9C9-1FE6-0DA5-779C-EE58AFA6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EA07C-6B2D-DDEA-6EB2-D5AC25AED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8CB1A-122A-3DB8-EB1C-E78556E10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E234A-D237-F37E-3361-9A1465436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40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48174-2B88-7CD7-D47C-7ACC503E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98169-5D65-C0A7-9A1A-CC150EB9E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5F6BE-282D-3E6C-759F-A8345291C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61673-4E2C-701E-EDC8-81E994ACE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469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74DD-45E4-5E25-14A5-13B043F3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7DF64-CF4C-F84A-4451-A01BE122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81A87-AB71-EC6F-0CF7-C105823BB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40D54-BD67-27A0-BFE3-0A97AB063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38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5270-F45E-2E4E-CEAE-E2F8F71B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F8BDB-6C0A-5FB9-2371-20C13C074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4A17C-D750-63B6-7CBE-F980A818B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9A893-E18C-4B2A-A721-B9C1D3B4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043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2FB7-CA12-A417-6EE3-0D1C9FA0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E2B5B-C672-53CC-A705-BBF549365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2B5C7-4EF1-9171-B0EF-B61A234B9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90F5D-12BD-3DC6-09FC-8BA8758BF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8155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6873-CD35-C575-5D0F-C908581F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6FD3D-6586-BC4A-49DF-503D9DAA0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C00A3-4487-185A-EE5C-5C24AD6F4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101D9-FB55-71A8-CFB9-D8D68F8C3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67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7B2F-692A-AE09-9D69-99E5FA20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1C150-9FBB-0E55-F86B-95A42CA30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9D10E-39F3-51CC-22EF-148ACA9C9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AE2C9-527A-8AA6-04D4-F01FEC891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78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8EF5-3E35-17F8-FE29-9149C319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989BE-0657-B0CC-677D-ED45867A4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7E5CD-ABC6-1783-9A5A-94B22A929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55194-0467-521A-1057-D8373B0D4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551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4B825-FE6B-D363-1556-6E4E3B8B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3A0B5-ACFD-C074-F738-3C4E1606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76677-04EE-36A1-FA9B-611A056A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D40C5-5A50-D545-8545-F322653F0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485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71A4-D57D-E6D7-4E7E-0F7D03EE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98983-70DE-D32E-ED96-2A1990E91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C8D10-BC89-374B-A665-B5B846F6A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C7B0D-D0A3-0ABB-189D-64E9E3120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014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00E3-55FD-EBDB-9713-EDE71781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3ABFA-2793-B989-51C4-67006EDCD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A70C3-D41C-EE71-85BC-2F42A1CE3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CF728-C55D-D8FC-B7FC-0F50ECF70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4231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D502-8FE7-1C3B-154A-799F3154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E0AA5-7EB9-8B3E-363B-D66957471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DB695-59AB-00C7-ADA3-0AF3ECDB5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FA637-D316-8B8C-93F3-52B63C561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426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0DBD0-3806-9E28-4E52-F4162D50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53ADB-B746-DECC-57F2-433BD85FD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8F973-238F-2F8E-2AC1-9ACC82CF5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1FBAE-455A-1B87-0445-8E89FF71C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6590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B46D-2A50-7BD9-9423-FF46EC00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5925A-5017-906C-B7E0-93C0F8C16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D31AA-2EEE-82DC-BF92-B2E0B793F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E5C80-4202-BAD0-423F-1A32725AA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601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7904-D3C8-CF86-ECFA-380CC633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1D02F-4018-95F0-7696-F3A326060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86336-3498-81C2-065B-A7339BF18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10308-CAA6-73D6-8B02-8C0D42F3D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26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1D774-1087-95FB-675A-2B0B25C3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BC55A-CB31-AE1C-5C80-436FFFB65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DC1B4-FC5F-D3AB-D9A9-70DF258C4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63A9-0EF5-67CF-72BD-714305C4A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1165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1F12-19F1-823A-FA1F-5C3420C7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5160B-C22B-C3A5-52B0-E317B59DC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85C1A-3AE3-FE7C-5996-00419B1D3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2865-8E7D-2573-4F6A-9AF5AFE06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0652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F884-A86B-2513-B318-7EDB2AC3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6AFAA-10C3-D2DF-55A6-D744FC13A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F9892-00DE-85C6-1AAB-B994D325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FD4C7-86CF-A951-9A5A-AA7D3E43F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49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282D6-A05C-C49C-C383-27039DDC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3F91F-EF0F-32FF-7CE5-320DF38D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FFB54-E145-8DE7-6B5F-CE146D051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6E0A0-7305-CB6E-3E6D-483A8A361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4427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90EDB-0B1F-E026-DAE5-6A32A791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7430-0117-8760-1CE5-C4063EF73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F1BE6-1FE2-1E3E-D5E9-A2CF18FCE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B3870-D313-89C4-B7C0-6EE837CBC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486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B0DB-2BFF-CC98-17C6-26536025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5D251-F0CF-39F0-CE3E-F4D9C4408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7EA72-BC6F-FE48-49A4-C70330BC7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5E206-4F95-FDB3-B844-1AFDD623C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858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5CE2-94DA-8BDE-D868-C7C8FED6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D4C67-D4CB-37E7-622D-795C61DB5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05C59-6ED2-4C3F-8AA7-1C3C855ED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F91FE-5CE2-F9EE-94BE-7104D8521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3802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1C0F-A7F4-0E51-D18A-3A8A1BC8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6D749-862B-49BA-9A17-0AB6A9D66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17C61-D1D9-1647-5506-5379775FE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7D3EB-28EA-678B-A43C-B44FCDD3A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8128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8FF1-05A6-4B00-234B-2211D0C0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CAFB7-3F92-2BFB-52D8-373BC6390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6B053-69A8-3203-09E3-195C4BD2F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DDEC6-8C7A-B3B0-E589-B8A1C410C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9935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E227-89F7-E7BF-512F-08834E70F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7E014-5770-1335-630F-7FFB8E9A0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CE0E6-4BA4-7C58-535E-7502F4FC4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0149C-F5E3-BB64-B130-DCCD6819F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5555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D929-6C13-784D-DDDA-E94D0E22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FF98C-AA55-6D1A-DBE8-1976EEE12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B508C-A887-8A4F-E601-69EEA903F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927CD-E50E-614C-8ED2-AE2DA333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0485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30054-7A0F-4B1A-185F-236792D1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62769-9A43-F211-9427-868D7520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A6F2D-8EC7-D3F1-5A0A-57CB70389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F0EDF-10EB-B442-AFD1-B5078B6EC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0647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3927-CABB-74CC-8A79-E63BD246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AB182-DF64-DCC1-478E-00064D4A5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20EB2-2044-D0B2-4091-467F9D97B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B8DBD-8A3E-73F5-1FB5-5A60A2DEE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332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3453-B7C5-C877-7496-6C5FAE35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E126E-1C67-60B1-061E-350AFC197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A999E-EC62-622D-0322-2DC76EFC3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73FF4-6916-732E-2CD8-CB8F7A40E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5750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885D-609B-CA54-55AE-32090BAB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6FEB7-7204-CB44-0C9D-030541DFC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63E49-AEF9-CEE8-40FF-2803EFC97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5F4AC-21E2-37B6-A1C9-1714B21CB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9236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4DC9-AB3E-6170-BE7B-8502A52A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5F067-EE8E-7CB6-4D92-6B426E00F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25A66-FF01-991A-87A7-FEE56B200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A29D5-5C14-DB0B-D224-F4E3D7A6B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8272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6A52-3F2B-2399-F79D-AE6E2AAF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6D7C9-DCAD-DB4B-125D-30609E12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E1D45-170A-11DB-D951-F2E716280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2D1AA-D520-7688-9945-2C2327D63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808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E2-FF4B-20C2-A98D-D8E39F06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F2597-E4A2-D9FE-9636-C5DC2216E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63CAF-D456-A58F-75A7-9EE9D0884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F3DF8-25E3-C525-46C8-336E7AA58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4927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5B29-6629-1C64-A209-35ED5A2B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5F9DF-8855-7661-5650-B262CE944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2909C-FD6E-8700-2726-A2570DF6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CC63-7494-FBC7-BAE0-9AA4B42C4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131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A3F4-7B89-5209-9B73-87220B02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1E586-DFE4-1808-829E-8D0C4B044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1A291-116C-4EE0-00C3-35F01BA85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61693-2E94-F094-1539-D28010B98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0095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9EA5-08E5-9383-969D-E4DDB847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262E5-7AE9-0568-3CF7-C79B68CC2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D8499-000B-5D49-7416-A6E48B878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ECF52-0170-6210-9928-BF679AFA1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6512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5412-C359-68C0-9BC5-0C7EC60E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C654E-3609-600C-0F84-E22FB71CB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CEACA-6594-8A77-4F9A-2D15341A9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99839-5BBE-CCDC-DA15-BA38A80F8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3520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A416-1C72-72C1-8CDB-3CB9C0BC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5A15D-1F20-228A-4CA6-E04319974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7B38E-C1F1-9A4F-7671-3C70FE3A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D4148-D713-5788-7330-C6DB67963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5696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6BBBE-ED6D-C4AF-716D-AA556CAE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253A2-7631-1CC9-65FA-F94BDE9B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1D837-7694-4FE1-3E58-E28C8C4C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3D0D-2F39-6FE5-4F8B-B85108F23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874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BB3D-94EC-16FD-B033-1C0C5DC4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EB5-091D-6EE5-F29F-EFDCF98C7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36572-178A-05B2-795A-5D5F4F8C2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93A0-62B2-EA99-4499-F5E933896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115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97F7-3E31-2179-4245-F473F5606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353A7-322F-F658-1FBF-0429BCC89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0D689-52A5-25FF-9EE7-471627AE4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139CB-E968-FF0F-C078-97E513463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23207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8B32B-CDF0-74CA-0565-223C5B83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F3061-3A11-0B59-BA6E-E87685425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FA95C-0B53-6359-93E2-68544783D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11E83-84CB-3F06-7964-A62AC5F82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3631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E7D1-77C5-75E6-5C6F-C0A4D3F3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4CDCB-32EF-9CA6-432B-713365D2E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419BE-0A82-C651-4527-411EFF066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B13D4-0B7E-E0C4-75E1-F9B6A0D0B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20874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548C-A05A-E1D0-06E4-C4DC405C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C863B-5BD1-8AE8-854A-F78380FC0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5A5FF-A6D3-DE77-9BDD-4E9943A9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BA78-1D5E-833C-DBA2-F76B868B7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7795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308EA-B966-510F-D528-F30A6D6E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CF467-8CE3-E19D-9190-EBA5C5EC3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647A1-B80C-7B32-C9EA-781A2A974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742EE-0AC6-6E20-3552-584FAD9CA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2424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FC673-92EA-6FD4-B494-8C274BEE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5813-3FA2-8CEE-0433-B9721EDDB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51EE5-D17F-B5E8-DD9A-3CB258241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B1B70-59EB-B0C8-39D2-31F7B0F98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821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680B-0970-B54B-4491-C689A637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1B198-6DAE-A156-3627-C4838E286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3FA8C-A7A3-A408-EBA4-2BBA2DF5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48CF2-26A5-1E31-71AC-F2A0A0176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5975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5BEA-E8CC-E832-9271-0E552335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1C494-A320-6B3C-545B-CF9B53CB3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DFC25-2EEA-06C0-143B-67024CAF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F4520-DF38-5CD9-B54C-DC37FA14A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739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13F70-84BA-1520-C2A6-6125017E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D4BE9-C817-8998-D265-1850ED55A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94B45-80DA-55E9-7E83-3A68899A5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62D8-906D-9546-55EA-057DF9EBC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6568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43F3-0691-4E8F-0CE0-D1D6AA393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879C8-76C1-278B-D2C1-8B844A2CB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3BE52-AB3C-3B91-2FB9-9D053B574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0324-8446-0F9C-C92C-574B101EB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2907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08C3-97C3-69D4-D453-782346C4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37EC0-6D32-057D-550F-F8D11FDA4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4724A-FEED-ADDE-AE92-03755C919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2949-2639-ABB0-F4DB-07FF60D97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9782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EB48-74FF-4D53-788E-33C821CF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09FC3-2A53-DB49-63D8-0EDE1366D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06A6A-E250-0D00-0A82-6B9F2546A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D7C64-2DA1-47D4-5B86-696103034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6850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BA0D-7A05-23F5-E62C-5759CB8D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83921-2D29-1450-16E6-A7D70125C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547C7-951A-04AE-E691-9EAC8D938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97C6C-7777-B91F-A266-AD2AF351A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124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E99A-F130-C94F-50D3-226BD158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A515E-4C98-9D18-B0D5-E3D160A64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39222-1FB8-AD44-FCAC-EAEC3382D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907C1-95F3-796E-F5CD-82A1B5994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5132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34AE-1B9C-157C-978B-439D2C67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11644-20A5-B9F0-5FC7-0428B39ED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3E87C-8319-5FB3-5D85-41F36A82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34BED-E57C-73DE-B0E1-6EA2FBDE3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42550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7BA2-7C6B-84D2-5EC1-F761307A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94ACD-04F4-31E3-B29B-8594C7308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BC86E-2788-E1B2-837E-0BE35FC06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380B-566E-369D-51F2-3C6039EA5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08448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4EF9-D7E5-52E0-ED57-FE20FA5B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FC6D-E121-910D-DF16-44E18B04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CD224-0BA9-2F36-2F51-718E451F3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029D6-F5A8-102F-DEE0-95C40899F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0496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2C21-114A-6634-B39C-B6F6D5E9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4EBDB-0B59-1555-8C3A-C130BC7E2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5A8C1-9B45-00F1-6B85-FA44D13E8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C1EA5-FE20-949E-C521-DAA0A93BE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8590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C82F-14F4-ED0B-6DEA-4D012A87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D6D49-43BB-4050-43B3-E2249328E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A32C0-BCB7-8AC6-72B2-A496F2615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BFC59-5B37-68E3-4258-29B7D5D23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28686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AAE1-3BC1-E0E6-CA52-FB82941B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A7591-47DB-D6EE-0282-27F4865A1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E1D0C-ABD7-EABA-F9C9-AC717BDD3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877E7-B3BE-C6DE-DAAB-6CED7D294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19689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D135-1379-61F2-234F-1C81C2E2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DD26F-AA5F-20BB-DD9D-A65972960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6FBF4-B08B-FEA2-22DF-DD909A04E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B6AAF-D578-2FB2-5640-6B4359B0B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73202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72FC-88DF-8D9A-3455-B8A74046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4DC0-DB52-A7DD-B407-2873B32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9BAF6-A4F6-9764-C00A-F3A250EC0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C15BF-6C7A-E1CC-B226-506EA0E56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12516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8EBB-868A-3B0D-C84A-516C831A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334F9-3AB5-D285-5E83-ABDA2FED1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C3AF9-1ADC-8AFA-5B62-AF79685C5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66B5F-3A41-4A89-376E-4F29B3EB7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09778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5889-D9F7-0418-1635-8C75DD88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6AA1F-8683-A34C-C4E1-DD33CF55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39005-817A-6234-3400-D2F19C44C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F32C5-DF54-874A-1938-71825616C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1457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8984-3E7F-539C-A124-37C39813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75DEB-271A-F5A5-1F76-DFF3A7C94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8B6DE-154C-1A6E-2B91-4B78035E5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C60AF-6E30-6E45-B477-510D21A06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01238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EB07-5D3D-993A-C3F6-7F5B200B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B8618-A455-4D70-3521-B5BEB907A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0B7A6-2F54-9E46-16E9-C322AC6A8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B4024-F3D7-7834-2A60-6D9290B8F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581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8070-C2EB-413E-28D0-036A9135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B8D00-1012-6427-1937-8CA441EE9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0C18A-EE92-46CB-BF9F-850A77687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8E10-81AF-4F37-F9B4-2E4BB3B74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23735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44A1D-707E-BB78-1428-BEC94302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FEFAD-C0A7-9DF3-015A-17D250C3B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A62FE-9B8D-14D8-57E3-B5A474159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E4CB5-E31E-84DA-AB6E-E28FF7873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04343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DEE8-2DF9-9CC6-1F56-5ABF08E0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CD64A-0802-4F77-897B-7552F361D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A07FB-310F-81AC-C728-D8E74623A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AAC65-2350-DB73-7816-463D7FE33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1823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DCB-4A15-E9B4-6334-2246E2D1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8F84B-C7A0-3C66-6E43-64ED4E3FC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98024-F7E1-E43D-4EBD-6B1B47ADA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D48AE-F2EB-C7DC-1C2E-782EE3BC0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3311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BFAB-092D-F8FA-A791-D9827FA5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541B6-7685-9863-D9AE-EFFA3C701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3894D-354D-C82F-47E8-2B7687FE4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AC303-402E-9DF2-6BB8-50E81B84C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A3E4-A957-4545-B09C-566B6CD098CA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14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E159-D0FA-962F-299D-B2305DB40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70C2F-11C2-8CC4-33AF-C249B07E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98EA4-7286-5A09-3E96-BBA42BBC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4AC4-DE9C-549E-31CD-70CAE009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C44B6-8F54-46DF-161A-61806A98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6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3AD8-55B1-CB36-C88C-156128FB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4CAC3-F015-8EA2-D2B6-9722B6C08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9980-9CC3-F3B6-86F9-FA1B1239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BC32-02B8-3A01-E9EE-0CCA5FC0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D7B5-4BF7-C504-63F5-BDAB1D14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8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4A13-D6C5-815F-7D71-06B9DAE1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A903D-A1FE-E5EC-1723-AB77F37C8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0852D-0C1E-3E3D-4909-B69E6EF2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4809-77CC-9251-C059-667FFE68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C8C80-C717-5085-D12A-0EADBBA8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51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8D27-1772-806F-3C9B-D1A9F716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70CC-FBF9-3F5F-48BC-BEF1371AC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63BFA-C9A0-AA96-6750-18BBEEC3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F79EC-47F7-9B9E-DC62-50551425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669FD-83C0-5E0F-FCCF-3A4A4E89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62632-B1DF-65A1-350F-58D468D1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4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F843-3603-D6D8-F0E3-F1755950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37D7F-C6B2-927B-FDEA-5018A90C9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EF6B6-BD8A-C00C-C2DC-9FBDB610B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5FAAA-5A74-5D27-9F0E-1441C034B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A4C71-5B0C-B876-4160-8A7E5E6FC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57DE1-8CB7-C746-6AD3-256DF697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5DB8E-9AD9-97C3-2BF2-B1F53F9C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C15E2-6B87-F280-7600-0F5BDCB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2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5868-0BE1-8AD0-40E2-13DA9FEBB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7407D-2089-3E1A-072B-50E0195D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68AB9-7AE6-D5AF-48E0-36BFB97E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37A55-F481-1650-DC55-799A1162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9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3AFD3-D8E9-383A-16D4-061E0E03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A5173-2FE6-A589-B688-912271F6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F3D26-6586-126D-24A1-D22112DB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81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7E94-E3B2-4A7D-ABBC-CA02F7B8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543B-68A4-5D52-142E-158E18F3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D7ABB-8ABF-F701-FAFF-9F191E985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6E18F-6AE6-30A9-CEF0-DD2E89DE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4C5DC-058E-BA01-1786-3A3D4F58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4B7B-4039-DF46-FE07-C9C853D1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05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3BC7-D436-5BCB-F04E-07716169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14892-F1FB-97FA-5074-EDD93FAF2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9234B-7BF3-3810-AF73-A9C49F222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F1558-8272-B17A-FA8B-355C7B0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1DCA5-19B7-8327-FDD2-4494E10E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ABAA1-2998-376E-8821-2F1EA019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31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7262-3402-3FE3-2FE4-F4CAA138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EC076-C9DA-82BC-5551-611000EBC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69522-4AC0-9C64-83BE-E35573A9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1BA0-DA70-A762-F10A-CD1AA2FA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20976-4E99-6FF8-0D9D-78B3FDB9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8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13FEA-B7DE-71FE-5E9F-32386D969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D8988-DE78-FFB0-FF87-B84261B5C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E35B-DA9B-2BA9-CBAA-F44F2E65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6EBA8-238A-82BE-3D61-FE8BCE38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2F0F8-E679-1AC1-63D7-90E4ED52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E112E-1E92-D5F2-457C-EF459D13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69201-C84C-AF6F-2A6F-0495179D9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80AA4-A368-D617-3BA8-B1749EDDC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D8F86-EE25-41FE-B2AA-ACE14263677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2DBFE-D2B2-9FB9-A1BD-741722BDA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58894-3F49-66E6-50AA-5272A4BEC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EF878-9589-4D82-862C-F4EA8CEA1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2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2746455" y="2705725"/>
            <a:ext cx="140921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Rat in a Maze</a:t>
            </a:r>
            <a:endParaRPr lang="en-IN" sz="8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817878-C7BB-DA7D-C628-18479488D1C7}"/>
              </a:ext>
            </a:extLst>
          </p:cNvPr>
          <p:cNvSpPr/>
          <p:nvPr/>
        </p:nvSpPr>
        <p:spPr>
          <a:xfrm>
            <a:off x="-2144928" y="-329184"/>
            <a:ext cx="14582451" cy="20159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92E4-8285-4851-FE82-0AF68572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1A0A-E115-567E-DAD0-16D884A30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056FF-BEB4-A3F8-E1ED-6A5198387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DDE79C-DCD8-190F-733E-F483D869523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70A7B5-ECBF-3C2C-5356-115955B2E453}"/>
              </a:ext>
            </a:extLst>
          </p:cNvPr>
          <p:cNvSpPr/>
          <p:nvPr/>
        </p:nvSpPr>
        <p:spPr>
          <a:xfrm>
            <a:off x="-2144928" y="-329184"/>
            <a:ext cx="14582451" cy="20159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5C8F3-58AD-E9B2-8223-F7B9F4EFCCD1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D18FFD-9FF8-C807-238D-2CE91858D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29230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1DEA3B-77CD-6991-EA3E-362DEA0A6AA4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3AE2F-DF91-FD95-5153-41DD1B8AC849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8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1222C-234C-89D8-0D52-68EF9E67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7AFC-18EA-7171-FE0E-05C256B76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1AF1E-DF61-2F39-5221-31B3A65C9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8E875-584E-2DF6-EA19-F4389ADA579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36030A-6FEF-F73C-FDCA-2AB97A719E1F}"/>
              </a:ext>
            </a:extLst>
          </p:cNvPr>
          <p:cNvSpPr/>
          <p:nvPr/>
        </p:nvSpPr>
        <p:spPr>
          <a:xfrm>
            <a:off x="-2144928" y="-329184"/>
            <a:ext cx="14582451" cy="20159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BC8C7-276A-125F-DDB3-ECDFF5535584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3C3C12-D207-B953-9396-4B052F9E363F}"/>
              </a:ext>
            </a:extLst>
          </p:cNvPr>
          <p:cNvGraphicFramePr>
            <a:graphicFrameLocks noGrp="1"/>
          </p:cNvGraphicFramePr>
          <p:nvPr/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C8FC5-9849-DB4F-82A8-66FBA65E045F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DC749-27DF-8C41-588C-47ADEF34F21B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BFDF8-EBF3-CDAC-71EE-688CAFED9C24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</p:spTree>
    <p:extLst>
      <p:ext uri="{BB962C8B-B14F-4D97-AF65-F5344CB8AC3E}">
        <p14:creationId xmlns:p14="http://schemas.microsoft.com/office/powerpoint/2010/main" val="286130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0DD6A-988D-0E63-4709-5177EE46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9490-F1AD-ED84-2F3A-DF9A83455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25C38-B211-506D-99C2-34F9E3579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8DEFE-236A-478B-EE53-249C2FF9A84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1066BC-FF56-840A-7604-72DAC3934533}"/>
              </a:ext>
            </a:extLst>
          </p:cNvPr>
          <p:cNvSpPr/>
          <p:nvPr/>
        </p:nvSpPr>
        <p:spPr>
          <a:xfrm>
            <a:off x="-2144928" y="-329184"/>
            <a:ext cx="14582451" cy="20159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D8F48-9698-74BC-D38A-8E6D4AEA2D7E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99F498-A4A8-B561-08C8-C5F321DC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326945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133B8D-9E46-45E5-90DC-2F7EB521FF64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76DBF-C45B-2F42-959E-7AF1DFC15A52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884BF-D7C5-90EB-B6E1-320209691ED9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AE2D9-8E4E-632D-86D5-6A18E220B2E2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9C926-B9EB-51ED-C4BB-26B9BAF96358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</p:spTree>
    <p:extLst>
      <p:ext uri="{BB962C8B-B14F-4D97-AF65-F5344CB8AC3E}">
        <p14:creationId xmlns:p14="http://schemas.microsoft.com/office/powerpoint/2010/main" val="330163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4A13-46B8-8D28-24E2-BAC11ECE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141E-001C-799B-BD00-9D1458011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F5675-5355-E9D3-A2FB-BFC020D11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CAB83-D0E1-877B-6E88-BA25A6DC4EC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D041C1-59D6-8938-02A5-0D2206CD6AE4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D6A5C-5DE4-3521-FB94-880D37739E14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D676F3-6C05-B93F-2F1B-76BFCC0DF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52895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25096A-ACDA-7B93-608C-AFAF92016A66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36BC6-19A3-463E-556C-9205CA12FC62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6AD9D-F177-7D61-A6DA-DE04651FC8C4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5B26D-47AF-F515-94ED-8406D5EFE761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B9933-8B76-7543-2714-D336716C5014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719729-486F-A16C-4870-E267037A0FFB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27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3D02-4782-BA3D-36C2-F65BA17F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DDD5-2FA9-68AA-771E-B7F33298B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FB97E-9880-5EF2-55D2-E0112CD57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C43A5A-F4E4-8D69-FA4E-8F44459E1B4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FEB6E3-F895-6703-6C62-90AB395B26DB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191C3-362B-7D65-8C8E-BCC9732DD778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EC7F15-0B22-7E27-D451-310BD808B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73936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9E59E0-0058-FDB5-05A8-05579889F817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A060E-8219-4F82-8F4F-39E5D0B34DDD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CAE17-225D-F1BB-FB40-957C6163398F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AE4B5-2EC1-B5DE-B732-51EA3D8E4D38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116A-F631-074F-1D24-BD165AA9F78A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284E81-F129-4991-A800-147539A3234F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3E08A-E09A-E73A-0EA8-DD5D50A46E8C}"/>
              </a:ext>
            </a:extLst>
          </p:cNvPr>
          <p:cNvSpPr txBox="1"/>
          <p:nvPr/>
        </p:nvSpPr>
        <p:spPr>
          <a:xfrm>
            <a:off x="9597438" y="4157471"/>
            <a:ext cx="1364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4BF27D-ABD3-1FE5-985D-2AF63E393DAE}"/>
              </a:ext>
            </a:extLst>
          </p:cNvPr>
          <p:cNvCxnSpPr/>
          <p:nvPr/>
        </p:nvCxnSpPr>
        <p:spPr>
          <a:xfrm flipV="1">
            <a:off x="10339754" y="3509963"/>
            <a:ext cx="0" cy="60373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7A7183-3022-B2D5-AFA3-549F5362AF41}"/>
              </a:ext>
            </a:extLst>
          </p:cNvPr>
          <p:cNvCxnSpPr>
            <a:cxnSpLocks/>
          </p:cNvCxnSpPr>
          <p:nvPr/>
        </p:nvCxnSpPr>
        <p:spPr>
          <a:xfrm>
            <a:off x="10363200" y="5357800"/>
            <a:ext cx="0" cy="65860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46E93F-9A00-3FAA-F50E-E0BA820E22D9}"/>
              </a:ext>
            </a:extLst>
          </p:cNvPr>
          <p:cNvCxnSpPr>
            <a:cxnSpLocks/>
          </p:cNvCxnSpPr>
          <p:nvPr/>
        </p:nvCxnSpPr>
        <p:spPr>
          <a:xfrm flipH="1">
            <a:off x="9058176" y="4656531"/>
            <a:ext cx="539262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C31E83-8610-52F8-C69F-91464A72AED4}"/>
              </a:ext>
            </a:extLst>
          </p:cNvPr>
          <p:cNvCxnSpPr>
            <a:cxnSpLocks/>
          </p:cNvCxnSpPr>
          <p:nvPr/>
        </p:nvCxnSpPr>
        <p:spPr>
          <a:xfrm>
            <a:off x="10961948" y="4656531"/>
            <a:ext cx="58991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329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D279-849B-6701-FE2C-ED50F2C0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6502-E9FD-F3E2-9759-B6DB930D7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FA64E-F5A3-00D0-2EFE-F43DEADC36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AEAA3-7689-BD9B-BE21-820EDDA6A9C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08416C-F936-7761-4303-B1B002DA58D4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A518E-E5B4-531B-142B-C1583CDE977E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B72409-503B-3905-D764-B0149CA4C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123839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5B93F5-EC72-ADA6-A3B3-27746CBD1132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275C3-F465-B936-9714-E7E9AF8548AF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CB703-739C-A998-9B7E-895F63D8E29D}"/>
              </a:ext>
            </a:extLst>
          </p:cNvPr>
          <p:cNvSpPr txBox="1"/>
          <p:nvPr/>
        </p:nvSpPr>
        <p:spPr>
          <a:xfrm>
            <a:off x="3198518" y="4015579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D7656-788B-9748-D614-76E6820754CF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5FA3B-66FC-5967-B1FB-27502B14DD3D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F636FB-8E00-542E-539F-16A8AA445B94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8AEE0-DB0C-0129-0613-C86C6BB708C8}"/>
              </a:ext>
            </a:extLst>
          </p:cNvPr>
          <p:cNvSpPr txBox="1"/>
          <p:nvPr/>
        </p:nvSpPr>
        <p:spPr>
          <a:xfrm>
            <a:off x="9597438" y="4157471"/>
            <a:ext cx="1364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BBA1B5-B3DE-FF78-2180-8CF5A0CA7B38}"/>
              </a:ext>
            </a:extLst>
          </p:cNvPr>
          <p:cNvCxnSpPr/>
          <p:nvPr/>
        </p:nvCxnSpPr>
        <p:spPr>
          <a:xfrm flipV="1">
            <a:off x="10339754" y="3509963"/>
            <a:ext cx="0" cy="60373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2EE746-F674-0450-2030-3FB435363A41}"/>
              </a:ext>
            </a:extLst>
          </p:cNvPr>
          <p:cNvCxnSpPr>
            <a:cxnSpLocks/>
          </p:cNvCxnSpPr>
          <p:nvPr/>
        </p:nvCxnSpPr>
        <p:spPr>
          <a:xfrm>
            <a:off x="10363200" y="5357800"/>
            <a:ext cx="0" cy="65860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F8A43B-8029-E32A-A3BF-A4BF86B41CB3}"/>
              </a:ext>
            </a:extLst>
          </p:cNvPr>
          <p:cNvCxnSpPr>
            <a:cxnSpLocks/>
          </p:cNvCxnSpPr>
          <p:nvPr/>
        </p:nvCxnSpPr>
        <p:spPr>
          <a:xfrm flipH="1">
            <a:off x="9058176" y="4656531"/>
            <a:ext cx="539262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432D34-863A-F90B-C3C3-FC5E4F66D294}"/>
              </a:ext>
            </a:extLst>
          </p:cNvPr>
          <p:cNvCxnSpPr>
            <a:cxnSpLocks/>
          </p:cNvCxnSpPr>
          <p:nvPr/>
        </p:nvCxnSpPr>
        <p:spPr>
          <a:xfrm>
            <a:off x="10961948" y="4656531"/>
            <a:ext cx="58991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14AF76-C210-4002-B710-3DB850809C5E}"/>
              </a:ext>
            </a:extLst>
          </p:cNvPr>
          <p:cNvCxnSpPr>
            <a:cxnSpLocks/>
          </p:cNvCxnSpPr>
          <p:nvPr/>
        </p:nvCxnSpPr>
        <p:spPr>
          <a:xfrm flipV="1">
            <a:off x="3449978" y="3602038"/>
            <a:ext cx="0" cy="3824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46EE3-D498-9E0C-C97D-58117123532A}"/>
              </a:ext>
            </a:extLst>
          </p:cNvPr>
          <p:cNvCxnSpPr>
            <a:cxnSpLocks/>
          </p:cNvCxnSpPr>
          <p:nvPr/>
        </p:nvCxnSpPr>
        <p:spPr>
          <a:xfrm>
            <a:off x="3449978" y="4384911"/>
            <a:ext cx="0" cy="3727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0C5395-F15D-3BD1-493C-91F7FDD5DE1D}"/>
              </a:ext>
            </a:extLst>
          </p:cNvPr>
          <p:cNvCxnSpPr>
            <a:cxnSpLocks/>
          </p:cNvCxnSpPr>
          <p:nvPr/>
        </p:nvCxnSpPr>
        <p:spPr>
          <a:xfrm>
            <a:off x="3701438" y="4205313"/>
            <a:ext cx="3802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0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3146-088C-B455-7ABB-D2BF06BD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1652-1CD1-6E3B-D2BB-54B2A3856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846B6-BA58-1B85-1AF4-CFB96DB99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5FB940-7002-B9E1-C837-C3BE295396A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652C38-099A-444B-7993-EAE19FA321C4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EFC1D-90E9-BD30-0F04-EF10725A7401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30FE6A-A84C-85B5-9635-0BE42C6EE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31013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55BA48-E8F2-9C5E-002F-0A878A112FB1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17822-D138-4D2D-2531-C63F3A9187C6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633A6-8808-40FE-2A77-6246C37AFB3F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FB6AB-F125-0A98-8BB3-96A157CC9269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5E07E-8319-9AF1-A0B0-F1680A38622A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D8F1FE-48CC-E2E4-4916-410B5403A879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683A74-8232-BA77-8297-A85BAEFA0089}"/>
              </a:ext>
            </a:extLst>
          </p:cNvPr>
          <p:cNvCxnSpPr>
            <a:cxnSpLocks/>
          </p:cNvCxnSpPr>
          <p:nvPr/>
        </p:nvCxnSpPr>
        <p:spPr>
          <a:xfrm>
            <a:off x="3600813" y="3532851"/>
            <a:ext cx="4319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07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BA44-778A-3AB1-F5FC-878E69BF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EEE5-9121-DEF9-12C1-8DF332881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EF6D5-6646-799D-56A2-868F91FCF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3FCB3-6C06-6892-EC9B-26A93657889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2D02E-DD72-EC15-D0DC-C971BB2FD931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DDFC6-5594-C55B-97EF-CAA48FD5D03A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AC1B26-EC44-861B-C605-EFBA49F87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746193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B677E6-CA97-AA58-97DE-BFB3D3599471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8AE87-DE17-F9D0-D5E6-1EB90A2DFEE9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80022-7E92-0711-A585-2C556EA47456}"/>
              </a:ext>
            </a:extLst>
          </p:cNvPr>
          <p:cNvSpPr txBox="1"/>
          <p:nvPr/>
        </p:nvSpPr>
        <p:spPr>
          <a:xfrm>
            <a:off x="3203401" y="33649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3D375-99A4-8409-77E1-BE346AA036F2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41E2B-04E6-B0FE-11C1-C5D321374C50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DEDF36-E8AB-8DA8-328E-A17463142B29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1AC29E-E75B-CFF3-7F95-0AC7D52BAA01}"/>
              </a:ext>
            </a:extLst>
          </p:cNvPr>
          <p:cNvCxnSpPr>
            <a:cxnSpLocks/>
          </p:cNvCxnSpPr>
          <p:nvPr/>
        </p:nvCxnSpPr>
        <p:spPr>
          <a:xfrm>
            <a:off x="3483582" y="3734252"/>
            <a:ext cx="0" cy="4412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017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E7CF-DD97-C691-0B28-C2F47A46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DF52-747C-CF42-79A6-2AF4583AB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94389-79ED-D42D-6422-780535FF5D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068C5-D07B-1F12-E1E4-B6116ADEEF9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8D5191-923D-4194-74CA-1EB33E0B32AD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227FE-0187-254A-01BA-E1D639315F07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710E51-C640-48D8-0CD7-DCE1B596F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6631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265F84-4774-E8DE-0716-F814130FC575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8A04E-1EF7-330C-E5B6-6013EFF5EE04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76D8F-84A2-43D9-2634-C392FEE2E9D4}"/>
              </a:ext>
            </a:extLst>
          </p:cNvPr>
          <p:cNvSpPr txBox="1"/>
          <p:nvPr/>
        </p:nvSpPr>
        <p:spPr>
          <a:xfrm>
            <a:off x="3259943" y="422797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0839F-4601-226C-4010-61A3EA383600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A53F5-B2F2-2606-A571-3953D1DC40E3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FD9255-99FD-14DE-F1B9-C9FFE80E9731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59967B-0F2F-7460-8114-DF2849C6ED95}"/>
              </a:ext>
            </a:extLst>
          </p:cNvPr>
          <p:cNvCxnSpPr>
            <a:cxnSpLocks/>
          </p:cNvCxnSpPr>
          <p:nvPr/>
        </p:nvCxnSpPr>
        <p:spPr>
          <a:xfrm>
            <a:off x="3483582" y="3734252"/>
            <a:ext cx="0" cy="4412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37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40A3E-2122-B863-712B-D501A1F9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703C-91BA-D7C7-0584-F7EFEE413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42BD0-F37E-7088-5FD7-608F63232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9BA80-B291-DDCA-0B87-979EF3E1DD3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A46D12-5C5E-59BB-C251-84A385B624C2}"/>
              </a:ext>
            </a:extLst>
          </p:cNvPr>
          <p:cNvSpPr/>
          <p:nvPr/>
        </p:nvSpPr>
        <p:spPr>
          <a:xfrm>
            <a:off x="-2144928" y="-329183"/>
            <a:ext cx="14582451" cy="18017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/>
              <a:t>A rat is placed at coordinates (0, 0) in a square Matrix of order n x n and wants to reach at coordinates (n-1, n-1). Find all possible paths that rat can take to travel from (0, 0) to (n-1, n-1)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A4FD8-A911-498D-AC3A-8747C2CAC9DB}"/>
              </a:ext>
            </a:extLst>
          </p:cNvPr>
          <p:cNvSpPr txBox="1"/>
          <p:nvPr/>
        </p:nvSpPr>
        <p:spPr>
          <a:xfrm>
            <a:off x="-2144928" y="2510516"/>
            <a:ext cx="14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6CB82-693D-D618-8060-42FDA57A1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56361"/>
              </p:ext>
            </p:extLst>
          </p:nvPr>
        </p:nvGraphicFramePr>
        <p:xfrm>
          <a:off x="2957833" y="3222433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F81000-1E96-B943-06D7-BDA7C435F1D8}"/>
              </a:ext>
            </a:extLst>
          </p:cNvPr>
          <p:cNvSpPr txBox="1"/>
          <p:nvPr/>
        </p:nvSpPr>
        <p:spPr>
          <a:xfrm>
            <a:off x="2865120" y="2621280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99580-010D-E879-7E30-DC7458617041}"/>
              </a:ext>
            </a:extLst>
          </p:cNvPr>
          <p:cNvSpPr txBox="1"/>
          <p:nvPr/>
        </p:nvSpPr>
        <p:spPr>
          <a:xfrm>
            <a:off x="2387220" y="3549586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FF033-067B-F1F3-4AED-027863D172EF}"/>
              </a:ext>
            </a:extLst>
          </p:cNvPr>
          <p:cNvSpPr txBox="1"/>
          <p:nvPr/>
        </p:nvSpPr>
        <p:spPr>
          <a:xfrm>
            <a:off x="3259943" y="422797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73A5E-EEC2-F81D-0AB2-5ACF2EAAAEC0}"/>
              </a:ext>
            </a:extLst>
          </p:cNvPr>
          <p:cNvSpPr txBox="1"/>
          <p:nvPr/>
        </p:nvSpPr>
        <p:spPr>
          <a:xfrm>
            <a:off x="7436894" y="5357800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BB229-7E9D-E8E6-ABAA-BE9ECF6BCDDE}"/>
              </a:ext>
            </a:extLst>
          </p:cNvPr>
          <p:cNvSpPr txBox="1"/>
          <p:nvPr/>
        </p:nvSpPr>
        <p:spPr>
          <a:xfrm>
            <a:off x="6499048" y="6016408"/>
            <a:ext cx="562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n-1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FCDA46-AA66-FA42-233A-FC6EBD15D848}"/>
              </a:ext>
            </a:extLst>
          </p:cNvPr>
          <p:cNvSpPr/>
          <p:nvPr/>
        </p:nvSpPr>
        <p:spPr>
          <a:xfrm>
            <a:off x="-2004647" y="1529727"/>
            <a:ext cx="13422923" cy="1007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      </a:t>
            </a:r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1400" dirty="0"/>
              <a:t>  </a:t>
            </a:r>
            <a:r>
              <a:rPr lang="en-US" sz="1400" b="1" dirty="0"/>
              <a:t>Rat can move are 'U' (up) , 'D' (down) , 'L' (left) , 'R' (right)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                               				  2 . Value 0 at a cell in a Matrix represent that it is blocked and a rat cannot move to it while value 1 at cell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               3.  In a path no cell can be visited more then one time 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AB3BDC-52BB-093A-4570-D01C616696ED}"/>
              </a:ext>
            </a:extLst>
          </p:cNvPr>
          <p:cNvCxnSpPr>
            <a:cxnSpLocks/>
          </p:cNvCxnSpPr>
          <p:nvPr/>
        </p:nvCxnSpPr>
        <p:spPr>
          <a:xfrm>
            <a:off x="3483582" y="3734252"/>
            <a:ext cx="0" cy="4412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FD7670-8AA5-6E61-F5C5-C6A8BF237EDC}"/>
              </a:ext>
            </a:extLst>
          </p:cNvPr>
          <p:cNvCxnSpPr>
            <a:cxnSpLocks/>
          </p:cNvCxnSpPr>
          <p:nvPr/>
        </p:nvCxnSpPr>
        <p:spPr>
          <a:xfrm flipV="1">
            <a:off x="3762863" y="3639900"/>
            <a:ext cx="0" cy="5356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85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A479-F531-0835-FC15-9977378C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0590-225F-662B-017D-0D36480CAF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90EEC-4D07-1E11-8491-EF9CA2337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24F020-E719-3254-8D71-89A2D3AD598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040309-B854-D619-22A1-87FFEF0BEE4E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AAD7D7B-65E9-138C-AA7A-A5B55585F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15924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FC438DD-0BF8-0549-0D62-D5396E844151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217C3E-1A12-D134-6F27-841E620F14CD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6A3D2BE-EAEE-25CF-7600-FDA6D9BFE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44413"/>
              </p:ext>
            </p:extLst>
          </p:nvPr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B6C8C4B-290E-12BB-7884-56A0899AB06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3E7265-D893-770D-2821-7A7E10DB022F}"/>
              </a:ext>
            </a:extLst>
          </p:cNvPr>
          <p:cNvSpPr txBox="1"/>
          <p:nvPr/>
        </p:nvSpPr>
        <p:spPr>
          <a:xfrm>
            <a:off x="-1767505" y="93769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</p:spTree>
    <p:extLst>
      <p:ext uri="{BB962C8B-B14F-4D97-AF65-F5344CB8AC3E}">
        <p14:creationId xmlns:p14="http://schemas.microsoft.com/office/powerpoint/2010/main" val="821809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2273-04A9-8F42-A328-C82FCA69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F883-64AD-7B2E-D447-F6062EDA4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7EF33-4826-8164-A56B-BD34CB7F1A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C6416-A8F3-B6E2-E121-F59626BD058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02822B-031D-9944-9CE5-06538BAFCD6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A1B9D73-36A7-C44E-1197-800F6786B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0770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1E06408-1B35-B998-1333-42E69939728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D4457-BB37-E1BF-C1F4-016B36B63C7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84678C-73D7-2A47-31D5-9174AD278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845012"/>
              </p:ext>
            </p:extLst>
          </p:nvPr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C503AAF-8299-8B4E-5DB8-528B926BCC7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2FDFAD-16A6-7BD4-FF2C-E8E4A62BC7AD}"/>
              </a:ext>
            </a:extLst>
          </p:cNvPr>
          <p:cNvSpPr txBox="1"/>
          <p:nvPr/>
        </p:nvSpPr>
        <p:spPr>
          <a:xfrm>
            <a:off x="-1767505" y="93769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591BC-D047-4A1E-44B9-CD4ABCC9AAC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263731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9DB8-6F11-0E31-4A09-2FB0DC58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8F4C-44F6-3C99-F436-5BD68EA91E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7EE18-E2FF-C79C-6F26-AE2DC834B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157D9E-8FAA-F8E3-F49F-B31608F5EE2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7A1A90-BCB9-7BF0-69E2-A82501692614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E6AD04D-218A-D395-4684-A35EE5897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83384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3827DC-0787-590B-661E-6387AB8E72C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A9D6AB-F6A2-683C-8CAC-272649E492FD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9A618B2-C383-31EA-41BB-1C254A25EA9C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BA9A886-0C46-F1F0-2C96-3BBB5F7DE93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BA97C4-C791-FC6D-01D9-A7484C105C00}"/>
              </a:ext>
            </a:extLst>
          </p:cNvPr>
          <p:cNvSpPr txBox="1"/>
          <p:nvPr/>
        </p:nvSpPr>
        <p:spPr>
          <a:xfrm>
            <a:off x="-1767505" y="93769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00CAA-C224-9AB3-384A-4FE402168AF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ADB125-C01F-D2FE-16AB-7A95B0660F27}"/>
              </a:ext>
            </a:extLst>
          </p:cNvPr>
          <p:cNvCxnSpPr>
            <a:stCxn id="22" idx="2"/>
          </p:cNvCxnSpPr>
          <p:nvPr/>
        </p:nvCxnSpPr>
        <p:spPr>
          <a:xfrm>
            <a:off x="-1516045" y="13070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625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43D6-ACB3-D7E9-5DAB-392CE51A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C232-7ED8-CF11-4944-0DDB67445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74B7-EDC4-98F4-0EF2-0AD35A531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44171-F5B5-D313-BAA6-596B1405FCA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D7BD3-27A3-342E-35B3-8BC72D58252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87614DA-88D2-9D78-C7F0-8D86E2C3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06429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566E925-4FE6-61D2-5478-267E5AC1AF2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64315-96F9-8B90-775E-FA600515F418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A735876-CDED-171B-AF86-0723313C7B3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0F9889B-F4A7-01C7-8E0B-BAC2765723B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C3F41-025F-9F58-4882-F21967997828}"/>
              </a:ext>
            </a:extLst>
          </p:cNvPr>
          <p:cNvSpPr txBox="1"/>
          <p:nvPr/>
        </p:nvSpPr>
        <p:spPr>
          <a:xfrm>
            <a:off x="-1767505" y="93769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36D61-7A6D-1773-676D-20179B4B3A3C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132F3-5E46-F07B-A57C-4E00F9F277A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B9F1E1-8799-D102-A05D-06664E3B80E0}"/>
              </a:ext>
            </a:extLst>
          </p:cNvPr>
          <p:cNvCxnSpPr/>
          <p:nvPr/>
        </p:nvCxnSpPr>
        <p:spPr>
          <a:xfrm>
            <a:off x="-1516045" y="13070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631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57E2-910D-4ACA-2C68-2F83E386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14ED-1671-6379-E7EF-4A6217D34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09927-6D7A-3723-3128-3A10DE417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7D8A3-B72E-D7B3-96FD-8A3CC3B1379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BEE84-57C7-1642-0CDD-1FEF293BBC8E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07519A-4231-8134-3ADC-404C10AF2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2183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F2B3207-C283-BF3C-4A00-1F4B3A142855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1AD98-88B8-ABD8-2AC9-53BDAEB8BB4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91EF16F-D575-67A0-D1CB-B1A7C4784BAA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ADC858C-463E-6C32-B50B-8825991AE4D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4DE970-CAD8-3BDB-ED0F-885B4ED6626F}"/>
              </a:ext>
            </a:extLst>
          </p:cNvPr>
          <p:cNvSpPr txBox="1"/>
          <p:nvPr/>
        </p:nvSpPr>
        <p:spPr>
          <a:xfrm>
            <a:off x="-1750944" y="166105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10D95-5019-5829-9730-F2EB4656E036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9B7EF-40BC-EA58-3847-CBEBC0D2F812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641139-9B3D-0B85-1010-5F32DE14A0E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A621D1-27F6-72C2-DA99-6B3C798DB2F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E0DB1A7-259C-E914-4555-FDB3DA7F0A1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4BED89-D442-2584-5BA6-AA3B92AE863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78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5477-E625-77AA-1CF6-7678391F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94C4-753F-079F-BE3C-F204773FFB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F271D-7741-01CC-6305-DC91C8518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AC9CF6-4BC7-AF11-05AE-B5E557C4523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AAC37-2EBA-DF7F-BF51-F69B2EAE5C9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8AEE61B-C47E-A3F9-56C9-59C6E94EA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17845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BDDC17F-6E01-60EB-C362-11A41AFB2CE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F26DC7-AD9B-926B-A05E-B095B4942D6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61E06C0-B757-D829-63E8-BA61D1C7814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45C9454-9A55-1247-419C-A706C683C432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8D5A-2D55-78EB-DDF0-6F463B7A1E2E}"/>
              </a:ext>
            </a:extLst>
          </p:cNvPr>
          <p:cNvSpPr txBox="1"/>
          <p:nvPr/>
        </p:nvSpPr>
        <p:spPr>
          <a:xfrm>
            <a:off x="-1750944" y="166105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DC832-F1E5-3B58-E202-0F4EB2C66B9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B6BC9-F269-2F19-A337-5AB6836A97B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D83271-F0B2-97A6-39A8-ED94E50C51D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282AB2-1049-F2ED-3C72-28E2293D4D3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3240E-47AD-B0FE-560F-090CC12DC6B1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F91F5E-5416-D657-0472-6A4EB1A55809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9DC3A9-753B-F192-039E-61A98FB3ADB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176196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D65C-865E-96C5-858D-6760F001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7400-AB6A-E2C5-12C9-F80D6162A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90611-F726-34F6-F48B-DD2A431B8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75A142-34C8-38C3-F12D-B78A34BD63C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130E5-E79B-DF91-2C98-2191433477D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D10046-0487-FB92-F50D-78255AB2C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0239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96ED2C7-D208-CFDD-AEFB-276FF50DE94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1BFE3-EDA5-00A8-0228-0EF552AA7A6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7AD9F2-FB68-3440-3E11-BDAB5CD7B2D9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BC53007-D274-3852-8BF8-614E88D8C0B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AD32CE-D449-62BD-B7AB-6159F7294113}"/>
              </a:ext>
            </a:extLst>
          </p:cNvPr>
          <p:cNvSpPr txBox="1"/>
          <p:nvPr/>
        </p:nvSpPr>
        <p:spPr>
          <a:xfrm>
            <a:off x="-1750944" y="166105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02490-DBCF-8094-28C6-2B241CCF7771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C3C13-0485-8083-CFB3-4D50835E3C7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1031B9-4DB3-AE50-0D3A-16D7902C8363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7B66B3-6600-2B29-AB5A-98C5A0ADC2B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1ABA33-ABB8-4207-2730-400287D6F8FD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B438A1-3EAC-F20F-DF0C-B1D775724267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9F0D55-8DFA-6A8B-EBD2-B449BA8946A7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5818E7-0CFF-7CFB-C27B-E3BF61A40B9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099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99DC-E6C1-7DF3-7235-C6EC0306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4872-7E5C-4286-FCCE-2B60FC5F9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89D48-6D28-D0CB-80F1-75645D3E9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3FB31-919B-6FDC-5B40-90FF7758007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6056C-7E96-CDA4-4990-7E1A0A7E920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A07C481-E400-2D41-A05D-2C3BA278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2494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B85D5EF-415A-00BC-5017-963E4748A67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69FB8-BE10-F2D4-EAFA-647F68D7013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9BAAF5-BF71-38A8-72C2-FADFAF3F7C3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C1E2484-E2C5-4782-DFA1-E112061DE3E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A1C2E-3D23-B4DA-6C3A-1D9C467FBE0F}"/>
              </a:ext>
            </a:extLst>
          </p:cNvPr>
          <p:cNvSpPr txBox="1"/>
          <p:nvPr/>
        </p:nvSpPr>
        <p:spPr>
          <a:xfrm>
            <a:off x="-1750944" y="166105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93C83-E2C8-D573-D292-1D062FF87CA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FECAE-A842-CDFF-AACC-94047E368E7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5DE88F-985B-0BB4-460D-3E15DE3E4035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51EC9F-C45C-7E0C-13A5-62B7965CD174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1C506EC-8A33-DA07-ED99-BA12A3632205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340B74-64E8-AAC5-0C13-63DEF35751EC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362A1F-925D-E32B-D4F7-5A28701BDC8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80046A-7C90-81EF-0804-6A4F927E5FC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4A033D-F1D9-6814-A638-5BC92617B2F8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678421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BEEE-2F5F-E426-3996-1379F617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1A20B-6018-57C9-95CE-BD49EC0940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B30FF-28CC-9E7A-181F-94B8567F5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B37DD-DB59-AE50-AAE4-E26F19185DF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574-3F5E-092D-2EC2-883B0B56EA8C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A8262BB-6F5E-6406-18DE-951EA73C0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12540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14D7847-49EC-FDA9-0855-73A59511CBE0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59867-21FE-3858-FE40-8F69CE645BB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1D31BF1-3F9A-58E7-E24E-08DDD777D15E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DE7D6B7-4F8F-3C75-3752-A95E682C98D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4CE4DC-6852-5BF5-3184-03B5192E540F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EB951-E458-3E61-F9FE-36670A1A72D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10F28-B025-D0BB-ADCE-05C7F0B8EC2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1997A0-1497-6592-C791-B1F8BFAB24E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8A5C7A-484A-BD60-5EA6-F2E309B872CD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DC8D5-57C1-ECD2-94B5-583A8D6065F9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DC20AE-1752-97A2-2BCE-607FF18CE94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82067D-29AC-1EC4-F5A2-7FE94CB3742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9B8ADE-43E6-969F-7677-426F17FE9611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7386BE-449B-40BD-2512-74D6D6490450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70157B-79A9-78A5-1D8A-9360B51C528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0DD7878-E299-98C6-257B-72748A4C1EA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</p:spTree>
    <p:extLst>
      <p:ext uri="{BB962C8B-B14F-4D97-AF65-F5344CB8AC3E}">
        <p14:creationId xmlns:p14="http://schemas.microsoft.com/office/powerpoint/2010/main" val="3974553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A0D4-9C72-F0A6-9565-D72A0AD9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447A-2C06-4DAA-5F47-EB3380BA7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96B5A-CF94-1651-F369-D4838A185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846484-7300-3EBC-E000-823FFA0CDFB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483FE-BAE3-EBDF-A3DE-6D5C7F5684A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40B84E9-858B-2F24-5B69-100CC7128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2117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C09F0D-D7DA-06B5-BB8D-B1D1F0D0815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770035-6544-977B-50A7-B831FA2AD1B7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20F18DD-82D5-19B6-3173-7810125C8D3B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100FEC1-F06B-947B-329E-4A9027B1AA4B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0F011-7996-70C5-DEB8-4E5C76331043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FE08F-3CCF-5FDD-A160-AE6D2F189F2D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 </a:t>
            </a:r>
            <a:r>
              <a:rPr lang="en-IN" sz="2000" b="1" dirty="0">
                <a:solidFill>
                  <a:srgbClr val="FFFF00"/>
                </a:solidFill>
              </a:rPr>
              <a:t>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DC9D2-4BB6-82E1-46AE-BD67C429915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13A12F-5C4E-0374-CE4D-16495640871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7CCBA6-2A78-5DFD-FF81-2ED44DA1DA16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E5FCC-3391-7A84-4A22-BC8E0161254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52E2E9-D15B-44E7-A259-3B6695DD979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7A1E2B-12FF-9411-6B2B-004D76B3B74A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2CFABA-B1CF-4D01-35C9-53425C81527E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08848A-82F1-5471-1098-61F9E2AF1AD4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9CB89A-50FF-A864-9E08-4A649C29610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8E3B2-177A-9B52-5128-4074751467B8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43825-4F68-79A5-C281-14E713811FD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3487394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1751-C872-6398-2638-7D6FC4399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1061-19CB-3E76-6D64-4030EC443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D7A52-C926-0BA1-179F-EFAB43D3B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1ECC8F-C01D-E621-B5B4-E71276782B9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9D7CF8-156C-95B3-F75F-4A52E843E07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41D7699-6C3E-1B0C-82F5-45DA38DF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0633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0FD6E73-A770-8172-DEC2-72662375C3A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FC7CE9-A7AD-1B15-A06D-E23DC0783B9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E22D4A0-C09C-E863-DD6D-9B8895AB0EEC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1676230-71D9-13FC-8AB0-44051FB32B1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62C344-B7EC-DB0C-7775-1E408C25D1C5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A93AC-3B73-DBFD-4663-9BBE615CC338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A3F8A-8326-E308-2251-9006BC42D93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F6063C-36BF-CB20-936F-E229CE6B00B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4F75FF-981E-DF01-74AD-532399438B89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0FA8D-834C-8A69-F1F8-1747BA04213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55BB3D-FE4E-1322-F1E5-C796F0472F36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397D67-068F-9926-00CD-D70B0892D39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1163E8-743B-6881-E531-EFE4FC6E868D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574BF9-25C3-3D64-2689-D9537BE5D681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CF2AFD-388B-1421-2D11-4C6E8F91CA8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B446729-D3EE-CBAC-4C8A-FF21468B1C5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36AE0-BA54-A8FD-C7C3-8066DE5B828F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773F5D-925B-7B67-260A-F4BEA4B211DB}"/>
              </a:ext>
            </a:extLst>
          </p:cNvPr>
          <p:cNvCxnSpPr/>
          <p:nvPr/>
        </p:nvCxnSpPr>
        <p:spPr>
          <a:xfrm>
            <a:off x="-1692189" y="259816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23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5E16-EDC6-ED3C-3797-991C0B21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88B2-9C18-9615-539D-B5FC76ECF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995BD-53DD-8779-F41D-FBF318ED4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51C93-20E2-9B69-9B88-243E18DB1FA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B212E-1BDA-F1E1-BF37-128455A79A7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7F6AB70-5FFB-F83D-DE8F-472E69D2F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52206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A21F73C-36DA-2736-3105-79A3BF725CF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387AA2-98F1-1F28-0105-0B98FA32767D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6CD0C41-F80B-3EDE-D13D-8951E79F7095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37DFADE-6A6B-37F9-75A9-E50BE659C4C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8F358A-9514-DA19-5C17-938A6666FB67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26224-C267-8C1D-7A77-454802AC326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7D545-B45A-349E-2162-0E4A848A1C65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4129C4-606D-F1AF-D750-394D79E85E09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56C009-213E-B450-6F7A-8A4F0EDC8C2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938BF-6FF3-3A61-2F40-FEF6305288CE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E6A124-91D7-A063-6A32-9C32562100EC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1EB01E-924A-F5D4-4407-AEC49850EFC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D41EA0-0BCB-9A9B-5FF2-9C50DF28D093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348058-6AB5-3B0D-0A26-12A17B0FB131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CF97CB-4C0F-435E-6091-FDF06A5EA277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2757BE-8429-4F5B-C926-3CE26890EE6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DB44F-9543-9F2A-3010-71449FFB86B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R  |  U </a:t>
            </a:r>
          </a:p>
        </p:txBody>
      </p:sp>
    </p:spTree>
    <p:extLst>
      <p:ext uri="{BB962C8B-B14F-4D97-AF65-F5344CB8AC3E}">
        <p14:creationId xmlns:p14="http://schemas.microsoft.com/office/powerpoint/2010/main" val="250117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1484-2A5F-9D5C-BABE-7B1ECDFE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AFE0-D635-AF85-04D7-33BA146BC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525AF-EF07-CA7C-A144-785B59510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D150F-19AA-887F-60AD-CCF881AD8F6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74A276-EA5D-2ECB-F229-5246112EB215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9E96347-A10A-C1A6-8869-009A55D8B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2326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74614B-B588-A51A-41A2-823C6C55E090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14A0-C70C-9BD8-91F6-DD44ACA706B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8BA55C-37FA-7E50-1EB3-DDCA3589E24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82C697F-AA2D-A8A4-3ABF-B3903608142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5234C9-2329-32DF-8AB2-8A7EA5D6E2EA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E263F-D048-5C11-AED8-D2820CD967F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43852-D6ED-BC8F-25F8-8B04BEC2B90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9883FD-1740-1438-F34E-6238D13547D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5A8A06-EDAA-2C81-0040-419C91AB5E65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2ECF186-CB06-AE9A-81F4-83FE00FC4E6E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133A61-2130-1D38-E0AE-407CEAE95F3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75614C-501E-291F-5285-4B2E2CA7569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A661DD-6352-C3D2-E351-123052979748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9AC235-E1AE-CD99-7D9F-9F095AE79195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06298-DDB2-5E7D-F089-7C361524AB8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C00F2-8075-CFF9-6145-F93300ADD505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6FFB0-A03A-B0B4-1655-4E21F07A9112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BE4001-73FA-DB2D-3A88-E5DE5873F862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084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DF98-148E-3003-8BC7-F206B42F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91E8-6E7F-EE4C-CF3B-D5737F0E5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08F20-8933-61C1-6F0A-57BE16F45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5390C-3978-2EEA-8110-C75DF90FB30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3E5C6-9124-8795-860E-49195DB3C08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3BF1391-C79C-5CE6-1A01-9D8D774B3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71361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D1FDA65-6B29-7C2B-9D1B-CE8BC6B355BB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90918-BD0F-A01B-F0EE-942376C8E0B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193203-0E25-5DC4-0366-FAD080E6395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8DF57FC-F9B0-4103-800B-49A15C4123D8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3EDF1D-D01C-471D-FD1C-01256C72D4D7}"/>
              </a:ext>
            </a:extLst>
          </p:cNvPr>
          <p:cNvSpPr txBox="1"/>
          <p:nvPr/>
        </p:nvSpPr>
        <p:spPr>
          <a:xfrm>
            <a:off x="-1766034" y="239844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C679E-1972-9D2A-63EB-ED77A8E57569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A2EB8-1301-9875-AF9F-75FAFF999481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12C4EF-E46B-E2BF-D56C-5155824C9D5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0F959-4F5B-5034-60C0-35E1D3F0625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90526-70C5-7E27-5185-26BD4E874A60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012ACC-AB1D-F509-43A8-08A1E092CD6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1DD7EE-3929-6868-CA91-F847384377D0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CB9197-63B3-1088-9955-D9A14A13D158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3E339A-59E7-2899-1CE1-40D3EC8BFEAD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7E37C1-8165-7743-3A9D-A610DFEA003E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D0334-A8B9-F9C1-AA7D-4ABCFFD47B05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62202-60AD-9CA6-2337-36620F8A0AC9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647E07-8683-FC50-5293-96E7CF49BF3C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C24FB9-1F23-AA3D-5ECF-109339890445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056232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47C8-B239-F1B4-A37E-4C104BBA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9C4F-9A15-55E1-B92E-404EA0620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2C0FC-7E1F-B64D-2E2A-6566DAA14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93F19-22DB-33D3-0EE4-3ACF7CCD3D8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36B09-90FC-1011-83C4-2C3D5DB580D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4CA345F-F7BD-F09E-82A1-B321432C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6734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E75A13C-6EB2-0A87-E4E4-507142293F1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F3B4E0-8103-EE26-7104-5BAB20CCD29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2610992-2997-F9E0-E4DD-F9233EA4E6DB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013DC42-D2C4-D31C-B472-B0DA2F814A3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1D5DD-3710-E8B5-82EE-876E09B75D0C}"/>
              </a:ext>
            </a:extLst>
          </p:cNvPr>
          <p:cNvSpPr txBox="1"/>
          <p:nvPr/>
        </p:nvSpPr>
        <p:spPr>
          <a:xfrm>
            <a:off x="-698985" y="233362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5825-5D8D-19BA-7D41-710D6B9237B9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C3569-01CE-F97B-40DE-1F1B47AA34B4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762444-2FDC-744D-87BB-CC726F18B830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BEAFBA-0AD0-FCBF-7A7F-EFCBB1BB591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97BC53F-495E-7267-0B04-F77112A9E6AB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8CE203-A9FB-1E3F-1F3D-B490E6C386D1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5CBB8D-C5DC-F45C-B0FE-F00C156575B5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19DA28-E8CF-14D8-3284-C959EF1157E6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0457A7-4568-552D-B6EB-8CD2BD6ECB14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BDD876-7D11-7317-709B-ED07EC5B0599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C9EEA5F-4BC3-946E-64C2-4BE1E1E0BFF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2FC88-A16F-B94B-E7FC-2C8A7642179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EEBCE2-3346-59D7-8BA1-2469BA0EACE1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0E36C16-A38F-B5C8-B6DD-70223E796F56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9B73C3-F771-DBF2-49FF-BBF53FC7ED14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DE0AC07-CD5E-1FC0-AC61-C3582056C18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</p:spTree>
    <p:extLst>
      <p:ext uri="{BB962C8B-B14F-4D97-AF65-F5344CB8AC3E}">
        <p14:creationId xmlns:p14="http://schemas.microsoft.com/office/powerpoint/2010/main" val="1138261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EC49-3CAD-4C04-BDAB-EF9D8BC7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A905-816A-F0FA-B977-B6C4ED197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AEDEF-6CFF-D89B-FE5A-EB98479AC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08D7A-46A1-17CD-ACFA-8767BB092F3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B54BD-A24F-D372-8E92-1FE2A515E92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EDFAC8-840E-34D7-1ED5-BDF7D3CB5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2530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9D9AE18-AC48-91C3-8931-0BFFFCE706B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7C491C-47AD-F5AA-9EFD-709F1592B303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E14FFD7-1EDB-A4CC-205A-EDD0907C7E9E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CEF2252-EABE-01B7-F80C-6C50E175B67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3EA851-7E04-29EC-673A-3CFBCE858372}"/>
              </a:ext>
            </a:extLst>
          </p:cNvPr>
          <p:cNvSpPr txBox="1"/>
          <p:nvPr/>
        </p:nvSpPr>
        <p:spPr>
          <a:xfrm>
            <a:off x="-698985" y="233362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3F573-264C-16A2-0009-6B37CDEDE728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7F146-0220-657F-DD96-1CD640801C3A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E30833-D34C-885A-43E2-D2B6077D9FA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0CD357-68B5-1871-DFC0-035B503AF50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4136C-109C-BC09-4E7B-3F1132ADD2B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27C6F1-617B-B420-CDB5-D320CD31433E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597A56-81AD-C6F6-C652-3D968D038205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E1EB4B-A5D7-02A0-F410-B7B615799CEB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33B431-3A52-B765-70D3-593BC3B03FB5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AE5C67-4DD8-72AD-8E89-810C4216D19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DF9F2FC-5F4E-58AD-01E1-25CD35F31F8D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489C6-7516-0B71-09D0-36DA4D646B9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60CBA-0235-DE67-3DDF-827C2D88EDBA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F24F6F-422A-6BE8-7A3E-E05BE5EF88D4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4D6E73-B982-6555-3CC2-796C5F4370A3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8323B28-60BA-FA13-B725-514D8ED9D5A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59614-1613-AAFC-A8AB-6FD53EDCF9F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21068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FB1B-5356-5D15-C272-C196B94A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1B45-51A4-267D-232C-2808FC22DA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CD132-B560-579F-D3E1-AF70C0862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0F569-75DF-6D6C-B33D-A5E82735B68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6051A5-1338-6A22-A219-DA804F9970E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63373B2-B71E-2D6C-E8D0-939C57A3D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93208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59DECCC-74F7-3F68-C2DB-4D7202F8663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7556F-D01F-720E-6115-95AC0A75101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45FCB24-6B59-CCFD-544D-FBC28E32EC7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581E2AF-800E-5605-E9ED-4E364C47B6D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06D8A-9884-7801-4530-1BF1E685C16B}"/>
              </a:ext>
            </a:extLst>
          </p:cNvPr>
          <p:cNvSpPr txBox="1"/>
          <p:nvPr/>
        </p:nvSpPr>
        <p:spPr>
          <a:xfrm>
            <a:off x="-698985" y="228278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841B3-8F33-85CD-A09E-E8707281C30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A4B90-3468-AE38-E8E2-52C274291C4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7070C4-0E6D-D453-6381-2201E0281250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AF559-468A-93B2-A178-4D9F0C0F621C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8B07E-153C-4B8C-D6DF-9CB173EE053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2DCEAA-6902-9154-80BE-27216DB40AF1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37B9AE-E4F8-4A88-16ED-8F12E13A2825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5D54BE-F549-361F-ACFA-9F4BEFD44D9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5699E6-1E80-9DDA-1C50-2B13AF505062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7DBED1-EA34-D5C7-393F-126F04120B7D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527AFF5-765C-F8D1-25F1-06126589CB84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C4EC61-7DDB-10D0-0A92-DC4028882D4D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31A55A-30CE-13E8-6BB4-A6CE17F88173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B1CC02-C070-AD1C-4DCF-2658ED5A9304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4418E3-7327-89AB-C53E-427CDDF42D8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A6CBA2E-DF18-A26C-E57B-87C241AE1A9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B67B5F-BD22-3D39-1F97-37B624D1DD59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F712C8-B526-9C57-3CE2-5A1866A72530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308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C11F-6729-BDFB-2509-6FD2577F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CDAF-BAE2-8125-8D9F-B45D772EFE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06D68-25F1-CDBF-D10A-1699F160C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F6BE2B-35C0-62D2-4338-FB61F4597B9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9CB15-246E-3248-ACC5-04B2BF905AE9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930D852-3B69-0B4A-D371-14289EAEE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612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E8594EB-12BA-9FB4-EFB2-2F656FA4C97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1A1371-F69D-33FC-EE39-D494C3415EC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4DD9105-6319-12A4-2D9F-69D57D8814E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D27F0BC-A982-399E-A63E-D9A67627EFD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A933D3-530E-7F2B-A69D-8D2892858C7F}"/>
              </a:ext>
            </a:extLst>
          </p:cNvPr>
          <p:cNvSpPr txBox="1"/>
          <p:nvPr/>
        </p:nvSpPr>
        <p:spPr>
          <a:xfrm>
            <a:off x="-698985" y="228278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420CF-EE7A-823D-0422-C8DE94CECDB1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D765E-CFDF-8F69-F8AF-ACE93CE5E20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FF7168-635E-6747-4058-F328189FDAD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21AE7E-A0DF-3712-0A75-B8B8737F0EF5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91313-721E-D81E-F699-7B97AC56579B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84B6A1-3C40-A9D2-7CCA-030484DB7B2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6CA2BB-F1B6-526C-724D-80BE5CE0C20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FDF32A-D29B-8218-C43A-5A29EAA847B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AF9564-70C2-621C-BB20-41D6F839A5DB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E07E84-CF15-B0D1-518E-A8724DF2ECAA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3A61738-F237-5AE1-3C61-30594332BAA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AC3D4-35AF-4434-AE4B-6B89E385C6F1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B08762-7E26-7350-42F8-93AF92944B69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F1B797D-34B9-5EFB-B026-5EFE23AF896B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80048E-C7E2-4A2F-0D48-65E86D7621E5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2E02D2D-AE34-3C15-4EAA-D27D3FA021C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B06CAF-4516-3EB4-1D2E-FDFF71645F9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472FCE-8966-2CE6-0D45-B949AA8DDCAE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C4FD449-1754-DBA0-06A3-0DD39C4AEED6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806207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497E-8518-B57B-576F-A5D4921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B181-3D2F-6C85-376E-8B25CB2489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55FD1-78DC-BBCE-D952-069AB3101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B8C81-A562-45D6-7E37-EC48C885257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94DFD3-080D-4F7A-F127-A684BA3F11E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664A294-24D9-F3F5-C91B-48ADF4376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29065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1E74C88-E34A-965B-0377-44985502211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D8348-F736-1E80-1886-ACB932054B4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18FA8E3-2339-EA5D-7DA0-2F378425D1B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3EEF802-13DD-751B-14C2-BE6EF3841808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0D7CD8-60A4-0069-8AD8-FCEBB46F796D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DC6EE-8AB3-F530-0B89-77B658614A2C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9134C-7B86-45B3-9CED-B0E67195ACB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4325CE-1F99-59A7-305B-D80F329B94D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1EF168-4D91-FC32-589A-5A1C959B273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1BF11-21B0-D615-E199-A6AAF3E490C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FB3B76-181E-F9FF-9B1C-680CFDCC92D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3326F9-8788-1BF4-C63D-26F45789F68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46E806-E16D-2DFC-D936-47E2411CD9BD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5F0CB8-BFBD-C488-F01C-703D99B1297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F06322-A829-8A8C-96B3-CD1F7A04FAD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28121AB-DCC0-A956-01C9-99A1A5E07BF6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C2636-C799-B9FC-D041-0B4ED4CED7E7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8DDE15-2A38-64E2-9C9E-FF4AB01DB08B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883A22-11F7-B700-5B9A-B2E9EE3D8C7E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38367A-09EE-1FBC-CC6A-60664919B4D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FD25054-604A-0C81-7AAF-50D4C5DD38A6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968686-74F0-1401-C6DA-9F112B9F8A9E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DC3C85-306A-4535-913C-939C804ACE06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66E02B-4891-9658-2A56-6E1450FE790E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C82BEE6-9627-73AC-F1A5-AF82B13498A0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E87F4AF-3206-DCCD-6608-B7B28B859CAD}"/>
              </a:ext>
            </a:extLst>
          </p:cNvPr>
          <p:cNvSpPr/>
          <p:nvPr/>
        </p:nvSpPr>
        <p:spPr>
          <a:xfrm>
            <a:off x="4343402" y="3875437"/>
            <a:ext cx="16446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</p:spTree>
    <p:extLst>
      <p:ext uri="{BB962C8B-B14F-4D97-AF65-F5344CB8AC3E}">
        <p14:creationId xmlns:p14="http://schemas.microsoft.com/office/powerpoint/2010/main" val="3409621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8974-2367-7FCD-2D1F-F5CE6116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2AE1-CAF8-F3E6-5484-50D3E0C592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25CFD-C4C1-A4B1-CD59-B94D51478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BD6A5-DC89-9AF1-B1AC-57DE0E369EE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AA67B-16D7-2180-6FBF-0D402A8E253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B724036-F158-00E2-FA74-0ED7EFE76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97701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FCD0EFB-906A-DBE0-A294-D13C7E29DF31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12800-4463-4FD7-E5CE-9B87993AF63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8B5CA8A-F2C7-577E-F4EE-F5EDC00AE2FC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DA21B9C-AA6C-DD70-2E4F-AA19B30A638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E0EC00-1C71-6544-CDF6-B905ABA62D5B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1FC34-C6D0-EFF2-BDEA-AA0234D515B1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5134A-9F8F-F23E-F398-05FFC4297BCA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B0DEED-82D9-5914-86CA-BFB97BB22FB5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3AC548-8A48-9C7E-EEFD-2CCB21A2F173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E102B-80F3-6453-80D9-4F778F3E565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7CFC31-BC52-5B54-2E44-5E61E63A1A1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067943-A0CC-EA89-BD43-913019AC147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8F8656-35B7-C478-5062-C79FAE39F60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5A1F9A-98FB-B75F-EE8D-8C70F269A864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8DB3DA-BB42-0E65-9267-2F942AD658F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4366564-52BE-0D97-03D6-6C603698A68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B6171B-45E2-8E67-9FFF-62AA961053FC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BF4CD1-B852-B592-A7A5-A0646E8FB355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AE6B6C-B728-D9CA-DBDA-DE627F176F9D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E6AC79-5C97-180E-B787-F1638445A86B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C354D49-E571-CE20-5C5F-C3D89D5D9FFA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7FA3E0-66E7-A4E9-91C6-B55CBBAD6687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DBD1C5-3924-7137-42B3-AA907FA9E184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90CBC6-4C05-5EC8-ED9E-053C23CEA91F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55B744-6899-132A-D77D-2A088C097972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1D8499D-7602-CF5F-E3FA-0DA761E514EF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41DFD0-0414-DF34-097B-98B8C2224411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462066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9C26-7BA4-979A-46FD-5675641B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F58-CD77-D4D8-DE26-87F9F39BD3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59EEB-B9B1-13D7-56AC-8B58F03895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2BC55-DB90-C5BD-B88A-30F3211C525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2CBA1-F35F-1152-1E2F-9E358A1C502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45BBA97-0FCC-3FE5-677F-AFE5A6F50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3457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A24EAE5-88C5-7EAE-7AFB-41D0824C0B5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D93616-DB97-A170-EA85-E3B65C17247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71D7F57-8A33-558B-AE02-508DF8A442F9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C77B2B0-340F-42A7-9912-549B12EC95FD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C5C1F8-78A1-A1F2-44ED-70A5DB76AA07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4DB2E-9A8D-6E1E-417F-19BF0A498BF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35D3A-4815-EF3F-4C9E-BB8D37E7BA9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F7C07-A20F-0D66-F564-6AD75BBF00F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4E677-1258-C029-B025-64C43BFB35F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145CA7A-4128-D8BB-DAA9-B83FEAD3BA65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4E2C76-016E-3086-7131-5932370DFD29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ABA67AF-F7CA-BDAF-E089-55312E411BCA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A0703B-8430-B3CF-4DEE-EFA64DCF6ADC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80BAE8-3AD6-3014-B47E-33D5ADC60512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349A90-AE52-CC43-06CC-B1512B2A75F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DA4789B-1F43-2A89-66ED-246A2601D53A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81969-3867-EBD9-5E7C-9365F1F17DE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F37406-56B1-C903-B86B-23D8403CDA33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BDC8C4-84A9-B9C7-64B0-3DC49D1B7BA3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8097901-D370-4D1B-C9B5-27965849957E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A3D1867-2614-E591-C14E-42BE20A39854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EDDAC5-1B3A-F867-1E1F-2A13B6F6689D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0055D6-74C9-34D8-391E-804287A0A50A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56EE360-F58F-8384-3C68-0E274BBF981E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B3254F-1550-6B12-A399-09B1D5C4717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6E9ECC2-4C4E-95B7-565E-16279DF4C1CE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299162-B405-7AD3-0126-6D63E3F092AA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4138662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C5986-9CE3-B7CA-A762-DF501741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0063-FB2B-DB3B-7472-BB2422055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F1C6C-DD3A-0DA3-740E-0F488A3A72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18D31C-D265-9A3C-6413-47F8601637A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5C637-2069-BEC9-CF14-EFBDAE5D797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F3ABBEA-341E-7D9C-BA45-BD2FF508F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18866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19E4982-FF1E-122A-F557-E8DC0C0727E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3A3CA4-8BAB-4B3C-34BB-5A79FC5B879F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57D53B6-B2B9-E026-F41F-57F0FAC13B45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5446D6B-A113-8F1C-13C9-AD5471F11548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021C63-CCF4-BD24-C2E4-22CABEC1EBEC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6F255-845C-B967-FC25-2E2EE730180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1B685-5F7D-12BF-94B4-7A9D1EEA5598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27A123-1024-039A-9400-D36BC80A752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FFECF7-4DA0-5413-4A12-E18B7552A843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FA3C850-D315-FD46-D1C3-08F498379C6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7E98C6-E33B-B7A3-EA8F-5B4CAE6D2DD8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8B8D90-9E41-5EA8-5350-83617FFFB7F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7A7BEB-C9BA-835A-C5F8-3FF35D872797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26761-0883-C969-F273-FAF9FC1F011F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EE4D38-E0DA-2671-68A1-7A00F0B46B72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84DD62E-E47E-552D-0FF2-5EE31CA8B43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06750F-8EFC-7AD6-B9D0-138B96530AF2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CF7918-97B1-7712-D0E8-B10E869BF076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8591DD-6204-1C94-322A-D459782454ED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8128A5-5DB5-3DF8-B658-2D582EDB366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052C461-8E60-341A-51EB-6FBD135CA3E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CBBEF0-482E-266D-1EFD-A24B700C69A4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7B0348-BBB8-40CF-5F2E-817D62DCB035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010A81-8CAD-04F4-9413-5AC4EB8EE629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49ABD0-715A-AC1F-A18F-98C2577B77D6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519979D-9306-EE77-A149-F330F5BF68C0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7ED57-4508-5387-317E-BEC40EEE60E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74C7792-FE31-1193-8105-8C9CF07893C7}"/>
              </a:ext>
            </a:extLst>
          </p:cNvPr>
          <p:cNvCxnSpPr>
            <a:cxnSpLocks/>
          </p:cNvCxnSpPr>
          <p:nvPr/>
        </p:nvCxnSpPr>
        <p:spPr>
          <a:xfrm flipH="1">
            <a:off x="-1278255" y="3207771"/>
            <a:ext cx="3578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136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842A-2D83-DBB9-6D6F-31E91E4B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3E0C-7511-11D7-A938-FB826D35D5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32F85-ACE3-901A-BF36-5B2D1FC8A9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A4366-172B-7770-BEFA-CE068DC4EFD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CB7CC8-4A80-B26D-CF78-ED738A7047D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18BF7B0-1A46-D92B-4C2F-EBB7C03AF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9649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7CBFF60-E4C9-6097-D821-99179296EE1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81F83E-B580-CF0F-8E9B-F6E3A390A8F9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923DBAA-5B8D-2144-3A94-8F9D05495DA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DF877CF-5831-4AC7-732D-10AAC24DE615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066D23-1942-541D-B4AC-26B4207336DD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9561D-C4EF-BA1A-581F-584BCE30377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2A7FC-E993-932D-3F92-7C1DD0A2E952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A82F61-A740-C028-1CBC-79BED23FC23E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F56247-159E-2C3A-520C-3A227352FB9B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7ED5315-6246-C15F-934E-5CC8916C829E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6331F4-7385-8230-7D11-B406CAED47F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97617A-822B-05A0-FE2D-0CA6BBF0B875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ABC8B9-3442-FC45-2CC9-4C5A970FDC8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AC62D1-DB55-DB89-9017-E40B518F8F6F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AB4050-3B84-BF4C-8C25-86A057ECB303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D5350B3-5B2D-63B5-EF8E-1A7639FD4ED1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4E63BD-6A4B-4C59-9E85-61F6FF51074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3DB1D1-B8A4-9EA4-C641-9AADD73E845C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99D5446-C973-4D4A-C81D-74166DF9209C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6E6135-5218-26B7-A3ED-0CC7F383F3F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272ECDF-532B-1544-8600-3F8D6B144CF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CFEE2-AD28-0C70-9670-38EA24E05960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BE898B-0B92-0CFF-D165-7DBD97EC83AB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0FD16C-3402-7182-00ED-9E414C206B3D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8EAE9E-667D-46B3-8392-5F44A647577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02F1A10-19B2-A3CA-D637-A6A44D3712E7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3A255-83D8-169A-6A52-9299DB49E9F8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4A5964-705B-D24D-FDD1-1004F2BBAA8A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84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D590-9274-3377-5918-3BED67D9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BCAC-AF73-957A-7E07-2AA98C143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546E2-C258-49F8-D49E-01688E921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4A27E1-E79B-E0CD-028B-966721CD7FB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837BB-0162-E121-1989-F4B69960F18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0017358-DAAF-1EC7-4A0B-049548C5A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0930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7305953-0F8C-0346-F76F-F0E54247B0A0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2D65A-1C94-B64B-9379-E80B93E45AE9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2B21150-9276-EF64-8C22-40C8307873C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4F3F49B-2754-E485-6872-596D75C13EF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538471-691F-E127-E3A2-85E0C989C1EB}"/>
              </a:ext>
            </a:extLst>
          </p:cNvPr>
          <p:cNvSpPr txBox="1"/>
          <p:nvPr/>
        </p:nvSpPr>
        <p:spPr>
          <a:xfrm>
            <a:off x="-651788" y="301283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AEFD7-7664-78CF-9ACC-1E48EF1DC9D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4A5A7-60D4-2F56-C7E2-D5AE12AE039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EDE7A4-350F-9D4E-BFBF-84CAD630084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C83317-D445-D75B-408E-5172EB288053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027CF37-202D-155B-32CF-F6EDEA13E50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EEBB8B-939B-A024-F7E9-CA6BBC7D788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9E56C3-C46B-67CB-5173-67292729D16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54BBA9-B487-926A-98A0-3DE7D34B8C0E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5EC54E-DE2D-D11B-5E32-DB7B029D07A3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E7C779-EAC0-AFB2-0FA4-9CF2AF6C7E0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8599F-78D2-B7C7-FC93-4B472069020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A01322-D6B8-4075-62EE-9D12A6B8BBC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DD50EB-73ED-482B-A1FD-C2A20430A70B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8BECE65-183D-9060-9407-83889E818162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71F90E-0175-561B-793E-ADD23C38BB57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77452C1-C8AF-CA0B-E6BF-5A0FC92EDAD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8BAC52-2FC3-7778-87B8-949CF7B2C920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7DFCCA-24B8-83F8-7444-57F4357908E6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8595FB-FF2E-C8AB-C7C5-B70DB2044303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438A5F-9779-9636-3B1F-15546FD5525D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4EEFD68-A5B1-3DE1-5568-26CC1FA92F25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CA8622-41D1-B898-B32F-FC2FC25F070A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8AEAD7-1521-1ACF-B9E3-270119FE93F8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21013C-4A70-7000-B152-3CFC7C2A8F4E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706350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3F9-6317-0C0B-F763-51B65C5C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DBC5-9C25-1AF4-D1F1-44FA70B23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8D96E-A7AC-B631-E4A6-1039E31E2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15B1C2-4BFC-2A14-A47B-BF2F2EAA9DF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CEC0E-9BA8-B75E-BEFA-E812A052D2FB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C1D6C8-697F-AC2B-BBB9-0DC93CE76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4202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C168493-5192-81EF-4924-8BE0F802FCD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71CAF-E9B1-3BED-40BE-4D7F9B142BD5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E307D17-7DE7-76C6-8600-61DFA2096D6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B546C2B-C91A-E06D-F20B-3CC6E57BA81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6698D9-D3BC-528A-FB7A-A3FE4FB43961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2740E-E8C8-5C95-F67A-FA416C34A08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FD751-C8D5-4BEB-5293-A3790B6894E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88F9E7-D89B-263F-B63A-98494F8D306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F0FA0E-E1D2-6801-0B2F-9AE8655A0D70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A258C-4EFE-9B95-7546-202FEDB32BF1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CEDC53-70E2-52B5-6AA9-B76CC139B1F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DC17FF-72F7-47AF-1A3D-2A4954567FA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C76FEA-DCF8-9600-C9C7-AECE41F92BFB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158484-B96B-D4A7-3D04-DA479EE205CA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84A8FC-4842-0D35-8959-2540A4C3BC13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6D63A-D668-12D3-0D6D-592D744A54FE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C90C0-FD4E-8044-AC4E-A8F4ACF1A382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6D29BF-A2DB-9BE0-8F66-4DCF29E27AEE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9D7C55-2A3D-3239-81D3-4B0C7B6EFDB7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BA4329-996A-C9E6-E5EA-DE63FFCD1218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4E1377A-957D-876C-348B-7C4944189580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4FDEA7-F142-F995-7C07-FA413AF2547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0E209D-34E3-E780-E55A-183F12130D2E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04D2F9-2A0D-6446-C57A-E4D14EFD1D81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838653-D3BB-D600-D467-A3E4E83C06AE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2AAB761-FD65-476E-3BB9-723BA89262CF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B56301-10A6-5298-F4F9-2D9D03E9548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C1656C-21EC-C137-AD86-472F071D3414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65FAB7-E7F1-2410-3124-41A07AFE39AF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0C6527-D800-DEBE-EA21-3180227DDA8E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16469CD-4D75-F19D-8CEA-B8962D7CF59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“DDRDR”</a:t>
            </a:r>
          </a:p>
        </p:txBody>
      </p:sp>
    </p:spTree>
    <p:extLst>
      <p:ext uri="{BB962C8B-B14F-4D97-AF65-F5344CB8AC3E}">
        <p14:creationId xmlns:p14="http://schemas.microsoft.com/office/powerpoint/2010/main" val="249143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A6F9-97C9-2DA0-9C39-1FF31C4F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1C98-CC6E-5429-EB02-1C4D8E4D8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03EA7-B412-2BC3-0A53-196C7C043A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67C1E2-DA55-FAF6-DFAC-EC40BB9EB45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7504E-FD9E-A6A9-45BA-D74F488F5B4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437DB7-77D2-CD42-2C15-BC2317A54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46230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6BF91DB-D07A-0EED-611D-CD9B162C8C5E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06FADF-6E7A-079E-8924-9B0AF41866D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6A8F91E-9CFF-CC7D-0043-CA07AC913B34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9ACDC51-B4BD-83B4-3E74-485B946C0B9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2AF5F2-3921-2190-6373-924F72246A58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4AC5C-9436-85E4-8E84-B4CA70826D2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7CE48-6E2B-D4EE-E840-707758043A86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257355-0FE1-0B16-950F-F275DD18FD75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DFA4BC-0727-0237-EF69-740A5D883ED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5E02C-FC35-4F38-6C8B-5EC56D4B43A4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0A50D1-EB6D-A581-C087-52B92AAA2AAE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798FCE-43C4-53B7-BE83-42997975DEAF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0DE720-6CE7-1E56-1642-690B1B59F690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037373-513A-A801-186B-54DDA2963582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350132-5AB6-26E9-DB14-37D65C4FBBF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DF2F8-FDFF-CEA7-7797-34ACBD34D4D5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2EE99-27A2-251B-BD22-AB6417F5F30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84F40B-B888-2940-3CC8-B6F8AFC1A495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5723921-ED22-87A2-0158-75796D62271F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F00F0E-943F-AF50-B321-2C0D077A2DE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4361AF2-44C7-D2B0-574F-99D7D5C4A36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91CF70-CEB5-ED54-F6EA-39215817EF4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3ADC67-76CC-BAEB-0514-8CE061813591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55ADB53-6C4D-2BDA-0F3D-D36C72421338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CA2DE4A-A658-C113-71E0-8B23CA2D552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D72A9-C819-0B76-F14A-21DAFBF02E46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232E16-E370-9D77-8395-1B1F2D72772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C3A20A-79C9-07C0-5C95-8481E6D02720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A1CB6D-C5ED-F20B-ACBB-43B1B516F979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4EE6B8-BD02-467E-98AC-DE0A09FB7C68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A82E906-4C88-4648-3C52-EBA2F80F7D1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3EBB25-5597-FBAA-EB07-3E85B85E3A83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3659814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A668-1C7B-ACEF-4136-DE25D9E4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5520-9F41-64EC-054C-4C30F883E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D8366-6382-D53D-EA67-B78B40203E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8F599-BB55-42AE-E730-DFA364F5B25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A79031-6AB9-6429-E56A-F8C704AA6E6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A7AAE39-BE72-7AB0-5839-A712F7A3B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00083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A616F62-9655-403E-FC39-AAA7502D301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03500D-1CA3-AC4B-98EC-B22EFEDA105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B6374D-8703-A58D-7F12-12218195513B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9956400-4F04-CE28-9F8E-4C6217A52A2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EF021-FA74-B507-E69F-2128ECFFA68F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EC985-D4C8-DF73-4A74-CF50527FFE9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4EF43-6520-AAE3-42C7-A2B81EA2C5D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203FD-5CA6-4E0E-7BC2-C6F39310FC8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9E575E-E352-DA5B-8205-348BE8273DF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F83C31-7178-2801-BF56-A3E4F66D58B1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DF610F-583E-91D5-DEF8-3B95A70E12B3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A471BE-09BB-8ED5-A9F6-F8C2AC17CB14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6E4642-0E26-D356-CECA-E8F3F29E6D2F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7B9D9B-CBB3-BF24-2AC8-7D7EBB25F5E3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64EFAD-2DAF-5D28-9EE2-E5C17CE138F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7871623-7B5D-CBAB-1F9C-BE766EDCA4E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9A7712-907D-BC5C-C7AC-4DD9E609B4F0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418625-8107-66E5-27A8-9BAEA0397B1E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403A26-4022-584B-92EB-94B1486BA43B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0CC76A-1825-6DF8-C6FE-8793F6376D6C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57DA5A1-72E6-B617-AD38-B6558FA7C0EB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D6DC7F-439A-5DC3-E17B-E2E04D93AB81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4447FA-CD52-66F3-B691-E61D43B77156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1249BCB-A0CD-050E-C6DD-2900B7894269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275D41-37B5-D808-2023-AD8B03E76F5D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FEF88E5-805D-D766-B973-71503E60F8A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E413E6-57A1-D039-C545-9296A614D4D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9C1985-3922-E605-9A14-23D3FB25443B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B59152-8159-09EB-295F-9639D8523527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106143-C8BD-B554-568B-D8220216396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D38DA65-EC4B-0D1E-699B-D8C783E1FDE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3667CB-32C2-04B7-2863-CE3810D4871C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2449771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4A90-7EE3-19DD-B0D8-E8098BBC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7D5A-24EE-C25E-1DD1-2B284E1B6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EFFC7-440C-7832-2F52-2CB2F8702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1196A-B442-9B6B-87EF-2ABFCD35447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FF6D61-2FA5-C5B1-DCAD-FF3518707610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FC49FA-0BE8-5232-D858-A99CC301D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0739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21BB424-ED64-3047-7E3C-F66DC74CE85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B8963-BA37-BD37-F2E1-9367FB6C382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74114A9-CECA-3740-1CA8-D2E1F8EDE2A6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DA0D256-5341-5B30-EDC0-474F3E2AFCC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F38BF-C32D-F3B1-CB0F-BAC3E2441082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5B497-56F4-4819-08C7-E111E7AB57B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C6C27-E596-0E19-A184-B419184C3E61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EB2A7A-F630-B01B-579A-DE126F4A0B5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AC171D-A647-12DE-B11B-A250D98C3CE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EBEFD-5448-C668-0749-0E269C0480D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14F932-66F8-FAA6-CFB9-4DB270F323B8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A7942B-0E29-0084-1E10-0B49EE5B8D7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E8B879-4338-D8E3-CC7B-15472AF3B9B7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C5A638-9E71-20E4-B52D-C0576AAD8F4F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139D44-B982-8ED8-9CAD-D954818791F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CE94C-54B0-EBF4-F74F-199DA437D855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5D854-AF8E-CBAE-F4C9-50CB46DF73B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CF986C-966E-B84A-216F-05B4648400DC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3D591E8-8B09-2098-A836-79B3F15DB873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0F2896-5B04-88B3-99BA-13C77211A8B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7C57CAF-DB3F-18DB-0C52-8B4B5B4ED55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FCF945-A20E-6553-A143-0340D91AE02D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78EFE3-0F50-2881-A405-A56B80A0465C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9D6B36-4217-47FA-827E-28286D022196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185A9B-F543-6E99-AC99-8687EB282B93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1610990-883E-24C6-35AA-BBDD3B4FDA7F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ADA886-BE1E-D117-4C99-703AE41B5955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962B60-CA33-C5D6-D640-CCD970460549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55524AF-2885-D975-5AFD-54AA278F14CF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5C7474-9FA6-4986-3989-D5072E7270EE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2DCD662-38A9-CD88-301D-B38C778D2C58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4285EB-88A5-4387-AF29-E3EBBFB8806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R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142E94-E7F0-5CC3-C42E-342D67496435}"/>
              </a:ext>
            </a:extLst>
          </p:cNvPr>
          <p:cNvCxnSpPr>
            <a:cxnSpLocks/>
          </p:cNvCxnSpPr>
          <p:nvPr/>
        </p:nvCxnSpPr>
        <p:spPr>
          <a:xfrm flipH="1">
            <a:off x="-205440" y="3144310"/>
            <a:ext cx="42487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607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FF58-CD63-CE29-696F-A2E11F22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BA6D-B806-12C1-104B-693DA72B3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8CF12-0644-85EE-42E6-72B9D7180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BF3AA-BBC6-C013-6D51-EDA10B4AD56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141CE7-D060-B5B8-8617-0D0A796FF2BE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D02686E-DE12-6739-BDA9-1A0993F9D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2345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ED56A23-A323-07A6-4BCA-66B85C40E8B1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037849-1506-D609-690B-ABFB229D039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DE2ACB4-2B8F-DB43-787F-ECFA73566B8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953013E-116F-E9C3-DC19-0A4D9944B84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B4C568-5341-5135-822A-8116F9258ECE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6CBD8-1ECB-9627-C5DB-CA22D05A5B6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3DBAE-348B-EC5D-C4A4-8B96B4B2B34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63D3F8-C75A-8E60-5F21-528EA39DBC0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24C8D0-BB8D-47DA-875D-46555537B0B9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398C0D-38CF-7A1D-89E8-FB18A27DE14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3E0DE2-9924-17FD-DDB0-8A70162D7DD3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BEA4DA-CDF0-B1C0-ECFA-47D76E0EA37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85B1FD-D9B0-A74D-B8B1-6353DF4C60E5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B210EE-B95E-B727-80EC-37CB1FD1F798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39AB66-ADC7-464B-96B3-B1347D170A4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908ED4D-7889-1FF8-9E3E-216203A43B6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F47FC-87BE-00CF-2173-1939F82B4DD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BBDD1C-2F69-8ECD-00C5-85EA0C925CC2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FEF6F9-7827-73B9-8DB4-C143095936E4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59C616-8345-CB83-5973-8A9A5C52FF1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39818D2-9FB5-C55E-F9E0-0E580E58A34B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CF750-2110-C61D-2C4F-F2B18F7D33AE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50488C-22E7-EE99-1465-0542E5AD75A0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6367A5B-87D3-CB8E-762F-1CE60A05EF4D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E47517-A463-B079-BD06-B90AC7BBD8CB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ED8D4DB-A198-FC1C-ABFB-C5B76AF8235D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55168A-7B42-5A5B-2DF7-1CF9D4C2E7E6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F00302-8BB0-F914-321C-CEFD42750265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B9875FD-4948-1D8F-D224-E096C11E8BCE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71269A-BAAD-7DEB-9DBA-F17DA1773267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2CCF371-A728-2BE1-63D7-CEF2E8D23205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345F7F-76FC-F4B6-6C0E-00354B6A31AA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D6E0EB-316E-4BDB-7AAA-60FF7E7C7341}"/>
              </a:ext>
            </a:extLst>
          </p:cNvPr>
          <p:cNvCxnSpPr>
            <a:cxnSpLocks/>
          </p:cNvCxnSpPr>
          <p:nvPr/>
        </p:nvCxnSpPr>
        <p:spPr>
          <a:xfrm>
            <a:off x="956032" y="320252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805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BE68B-7317-567B-D362-DADA8CFA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0967-B3B4-30B0-2031-1E8A23192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76C93-99EA-4B35-8D6A-48F86A0FB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83863-1EAD-F803-BDC8-F128F380DB7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C3813-E808-3140-229F-478B092A3D0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EAE4F58-1CEB-2018-3780-CCA1823AC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790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97F3270-4891-C41F-FAA9-53A9747D3D9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D500A-65AB-FFA4-132D-6B262B8D7FE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F86643B-8690-991B-B5A5-FFC63284A53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144C937-920E-7B5F-7D77-33E7CD71591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E43148-25EF-8D33-8060-12F40B2580B2}"/>
              </a:ext>
            </a:extLst>
          </p:cNvPr>
          <p:cNvSpPr txBox="1"/>
          <p:nvPr/>
        </p:nvSpPr>
        <p:spPr>
          <a:xfrm>
            <a:off x="270232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B1E27-9338-7264-BB23-21C9664D8249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FBB9-B540-4842-7203-2BFFEB3C167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3208D7-6B88-98E4-48CF-130FA9B993B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A9CD34-2E02-F55A-350B-217960D27A7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C0347-E02A-B848-F559-2C983041CB8B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547AD6-4B20-E4A8-6A1D-0B419AD8A6B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3583C0-6753-84B2-56A0-A5D864CBC49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7772F0-A986-DEFF-9DAE-1E4B403F0841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B9182F-A2E9-62A7-3F34-1F9212D58B3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1891BD-7B9E-A201-3154-500A500A716E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4ECC98A-7DB0-B764-DB1B-CD15E975D00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08660-82D6-B23A-9DF4-5A302B84CAB9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915FAA-CB4C-9E51-7A1F-AED41F202115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12C232A-4C58-FA67-7E87-DCDBFD435945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7F89B7-5541-E017-D500-F93979A1379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7740DC4-92C0-C638-0D84-FB153589ACA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2D5F7-C8DA-ECC3-A405-5041C5F8DE8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0394A7-E2B7-0614-C6A7-485682835260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19625EC-763F-59F1-E583-BD487B3572C1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5AF4A6-CD28-9A00-FA2E-51F1BB07B611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F6F8084-A255-2D18-B5D6-DD7C7A6136D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D49995-E754-5729-28C0-2480050036D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4C00231-B118-2B84-928C-5349219B8BC5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1C55DD-5934-9976-BDC4-18FB76750EB2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3F499C-E84C-2342-2E59-9D6D666F071F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D8709BA-7E6E-F6A2-CB69-B930079F0DED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A1756F-FC08-AE4B-1142-CBD6927744F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BEEF24-2D83-8B5A-71E2-EBD9E9BF3C40}"/>
              </a:ext>
            </a:extLst>
          </p:cNvPr>
          <p:cNvCxnSpPr>
            <a:cxnSpLocks/>
          </p:cNvCxnSpPr>
          <p:nvPr/>
        </p:nvCxnSpPr>
        <p:spPr>
          <a:xfrm>
            <a:off x="956032" y="320252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E851A8F-20B7-B8A2-E192-5993C65B5452}"/>
              </a:ext>
            </a:extLst>
          </p:cNvPr>
          <p:cNvSpPr txBox="1"/>
          <p:nvPr/>
        </p:nvSpPr>
        <p:spPr>
          <a:xfrm>
            <a:off x="270232" y="618311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115135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C77D-0494-2891-055B-392FE7A1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CECE-983E-900D-F651-E74DC1629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4A4E1-EAD3-8BAD-6E22-A1767F75B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E831B-EF35-C71D-CD31-4AC2B01D0B7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9EAA8-40A0-2969-8520-ED3D0BC1760E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B07FA9-11D0-237E-9671-6A2158E54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9865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46C02FE-034F-BC52-A66F-7067F86BF65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F6493E-DB6C-9071-413F-1F8C850904C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5569151-95E9-1CA6-0DA0-F38EB38F139C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BC39911-094E-9763-2BF3-CB4D0F9E0CA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10251E-40AB-EB32-7EB5-459A4925E35E}"/>
              </a:ext>
            </a:extLst>
          </p:cNvPr>
          <p:cNvSpPr txBox="1"/>
          <p:nvPr/>
        </p:nvSpPr>
        <p:spPr>
          <a:xfrm>
            <a:off x="1450341" y="296605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3E0BF-A0C9-6DB4-8014-2A9F83278BED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26BCE-CF06-FCB9-D884-2981601C83A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56F268-8BA0-744B-6C66-7C5274F26E6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94A96F-EEA0-A96A-C816-7371817C70D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E9721-689F-7696-C3C3-C745C80E4120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242C86-5FAB-9C35-5503-0089EEBA2F0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E4781B-EF43-81E2-740B-4C2D19AECA0A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E67F19-F703-3002-926A-4B6CA27A0EB6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8D88A3-8BDD-FA7A-CE3A-CEF34F368085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BF95F9-2509-FA0F-9F45-5C14E70E939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6CD12F6-5AFF-7C1B-0F52-7476C7B0811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07B87-B790-07B4-B713-BE5C4F7313A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DC55DE-D2F1-8D04-EE02-9EBC4FCD8FD0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21B7AF-BF66-738E-2BD2-F5E4A94AB031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CF5F32-988E-7EEB-E5E3-F0E20773D63F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A3ACACE-D25C-3C82-66CF-E8270B9DC0F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7AE896-DCCB-92A7-EDB8-36202589C88C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B01E9D-DDBB-C676-8FE9-E3687EFDA5A9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99D170C-B199-3C03-F860-806102E4D63F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39E599-E1FF-1588-4C45-9E2CBD05539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7D4FF78-1F76-28FE-E941-7C6A6140DDE0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F96175-5211-F953-E4C0-37F7CE9AB272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76FB17-A9FE-7F8D-CC65-9B7012DFB14C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72ADD8C-542A-A377-09C6-A5239E212366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8EB6FA-5D97-3AF3-1253-1C59ECCC2657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3EBE2E1-70AD-821E-7783-B82C372B4644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AB2593-5E91-3EA3-1339-D7DA9DC013CD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6B5D12-4500-B096-DE61-91E056959603}"/>
              </a:ext>
            </a:extLst>
          </p:cNvPr>
          <p:cNvCxnSpPr>
            <a:cxnSpLocks/>
          </p:cNvCxnSpPr>
          <p:nvPr/>
        </p:nvCxnSpPr>
        <p:spPr>
          <a:xfrm>
            <a:off x="956032" y="320252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2A9D28F-BAD3-C41E-2B88-8FEC9EB8A867}"/>
              </a:ext>
            </a:extLst>
          </p:cNvPr>
          <p:cNvSpPr txBox="1"/>
          <p:nvPr/>
        </p:nvSpPr>
        <p:spPr>
          <a:xfrm>
            <a:off x="270232" y="618311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A30996A-A38A-02DB-D54C-CF374D8F1781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7ABBF7C-84B2-9C6A-D68D-D43F64BC061B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3 , “DDRDRR”</a:t>
            </a:r>
          </a:p>
        </p:txBody>
      </p:sp>
    </p:spTree>
    <p:extLst>
      <p:ext uri="{BB962C8B-B14F-4D97-AF65-F5344CB8AC3E}">
        <p14:creationId xmlns:p14="http://schemas.microsoft.com/office/powerpoint/2010/main" val="2908084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F34F-5000-410A-1947-E78077144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1C13-5332-77DE-5035-EF5810A5D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723C0-7E66-13E7-B5E0-50F0BD7734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DE87D-5620-F8FA-FD68-23A70DDCC9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8EF1A9-92C1-1ADB-A336-24BDBE75ACD5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0E2A93-7236-C71A-DD55-33ECF8597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46764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E382A39-4A32-C94C-B29D-1D567265230A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A9FFB-D518-DB94-5B3D-0C5025B7A99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40BD9E5-13F3-8781-675C-3A03DF56610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BF54DE6-DD2A-2A3A-61D0-72F3A08E641A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BE0C84-0CE6-8D43-8685-164FFA538434}"/>
              </a:ext>
            </a:extLst>
          </p:cNvPr>
          <p:cNvSpPr txBox="1"/>
          <p:nvPr/>
        </p:nvSpPr>
        <p:spPr>
          <a:xfrm>
            <a:off x="1437941" y="297503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AE544-9F27-AF3B-15A5-909AEFB3C00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C2607-04DD-7FEC-E856-1452E59DE134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1AF87E-01B4-99FF-391A-19194FBEF2ED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0490FD-C244-B7A3-4BD0-D4E9DEB226ED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0442A-D205-1C51-F91D-33684AAA280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4B20A0-D171-274F-E0E8-8F1B5BA89F16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7CA2B1-CFBC-8A9A-0C22-F0235B0100F3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3B9A69-E90E-9F4A-0779-3D293F6A81C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530221-1A1B-8462-6004-05F7C4BC74D2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9D6809-8D1C-FD4E-C8AC-E571E674BD2A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5590A83-0F01-EA72-AE6D-B6BD19FF41E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376941-7887-35E3-01F8-38973DEB84C5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FDA103-E730-77FC-5DF2-1A06AC5C2DB6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A24FB9A-C4B8-7AFD-23A7-BE03D54C7CFA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6A2A53-9464-7ED9-03A1-845226F97FF8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BE69671-035C-71FF-9A57-1F5F48E516D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756FC0-C9E4-4CB8-C1CA-4AEDDB7F536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55B623-0410-00AF-7A8D-237CAB377F6C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FF848EB-A8B8-5B0E-48E6-B9BF86823744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ED4C34-3154-0849-FDBA-84E53FC176C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D4CED26-6B64-6C37-7FB7-CB50227BC691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750EEB-AD81-881D-36E6-A514449A97A0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DE63BF-AB73-FB77-A68D-CE78AD7A2938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BBFCE3-C110-9BFF-6D25-C5593FF4774F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A7A4C6C-D710-909F-CE8D-287D3087ECC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52CFC02-9DF2-0109-2A73-4E50DAF558DF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C298AB-807E-BA42-1257-473CFC2D6F74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72B604-84CF-A8C3-1438-FD2259EB490A}"/>
              </a:ext>
            </a:extLst>
          </p:cNvPr>
          <p:cNvCxnSpPr>
            <a:cxnSpLocks/>
          </p:cNvCxnSpPr>
          <p:nvPr/>
        </p:nvCxnSpPr>
        <p:spPr>
          <a:xfrm>
            <a:off x="956032" y="320252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438151-1989-31FF-56F2-6330AB7B46B2}"/>
              </a:ext>
            </a:extLst>
          </p:cNvPr>
          <p:cNvSpPr txBox="1"/>
          <p:nvPr/>
        </p:nvSpPr>
        <p:spPr>
          <a:xfrm>
            <a:off x="270232" y="618311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EF6786-53C9-C388-1729-61ADDD28C64A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64271FE-09BB-FF95-3D71-17A5B20E2FD3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3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76DFCB-8DA2-3526-1F50-AA5075F85748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7F281CB-162B-6FCF-2ECB-91F4A42A46DA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</p:spTree>
    <p:extLst>
      <p:ext uri="{BB962C8B-B14F-4D97-AF65-F5344CB8AC3E}">
        <p14:creationId xmlns:p14="http://schemas.microsoft.com/office/powerpoint/2010/main" val="1215094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D742-7FAD-8745-9DD9-EECFEE02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6550-535A-EE96-74A1-4D5D445BF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C0EC1-DF74-D605-2837-771B21876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8ACD6-5B06-36C4-EC26-280929AE608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CACFE-15A4-6710-EE90-52AD8B9072E0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2637F1-1F35-3474-F00C-3E5CD268D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1410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EE5C0C7-B452-23D0-436F-CE6E390DB65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1A974D-0A85-5DCF-16B1-A17AC29444B1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1CC68D0-EC1C-AEEB-C02B-8B0B304DBA1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BC52987-1544-63D1-1FA7-921CEE1C336E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95B634-5BB8-F6E1-1E22-3EE48560F3F3}"/>
              </a:ext>
            </a:extLst>
          </p:cNvPr>
          <p:cNvSpPr txBox="1"/>
          <p:nvPr/>
        </p:nvSpPr>
        <p:spPr>
          <a:xfrm>
            <a:off x="1450341" y="296995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950003-ECFE-3597-BA5F-7ACC6727585D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07AD2-9CCD-EF9C-E06C-A238B238E00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CF542D-6C48-0E9B-22AC-D74335D64EE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4C14F5-04A7-B0DC-1820-522F663AA79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C17D7-E85A-4C8C-7F52-9F9EC530723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0B005-DED1-CEED-40C8-00360733516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F0E5C3-0A39-C5E6-BCB8-4E9DE155A11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B82742-39DE-7D57-A1E4-CDE54D997F72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046713-45DA-67C1-C5F9-1156CBE15CD1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270F68-75D2-AF96-C892-11A1AFD767F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09F72ED-BE00-A57F-DB5D-5F7F022382F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7DD5F-ECC9-724D-367B-4F1195B8772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5694FF-0B82-7384-FC2F-0271A796AB5B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C46477-39F2-29DE-F5C6-9E928AEAEE44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272CDB-95F9-3E49-38F4-7255A7AB07C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0647024-DE0E-3C1B-55C8-204A29B02A6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7A8711-3E4F-BFE4-4564-86AD858F7A0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310E8F-1DFE-1226-B49E-AFCACE09D8E0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0512F4-D978-18F7-68EF-D7D0360DC050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D3586A-B1ED-DEF3-F53B-21BD71822BF7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5529FD9-4C03-B372-88D7-80BEE32F803B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A07-4FA4-7730-80D2-376547B62CD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E9BC3D-8D76-5C43-0275-EB6279249032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BDDAC8-38AA-F7F3-EFC7-137EA050B94E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DA2DEC-440A-C98D-2F13-098CD678FB2E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188B1A2-0834-048C-B1EC-77C0F86F4B8A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296EE5-73F4-F47B-DE2F-292E790EC59D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8D592A-FD78-2FE9-558E-32CBA6F98287}"/>
              </a:ext>
            </a:extLst>
          </p:cNvPr>
          <p:cNvCxnSpPr>
            <a:cxnSpLocks/>
          </p:cNvCxnSpPr>
          <p:nvPr/>
        </p:nvCxnSpPr>
        <p:spPr>
          <a:xfrm>
            <a:off x="956032" y="320252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8C08178-0E9D-418A-3D9D-A0F631A3A432}"/>
              </a:ext>
            </a:extLst>
          </p:cNvPr>
          <p:cNvSpPr txBox="1"/>
          <p:nvPr/>
        </p:nvSpPr>
        <p:spPr>
          <a:xfrm>
            <a:off x="270232" y="618311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C26541-A490-CCFC-4D46-0EEBC7FDF513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C4C6FBE-2BE0-9180-FBAF-2F7FE45675A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4D3A5-1CB9-D65E-56EC-02AC94475159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929A870-B179-BF2D-B862-E5020EFF63C9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3E2977-29F7-4241-EA31-E99C03BD273E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8239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E1F3-0046-EB92-E27D-609D0608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1E48-9640-038A-A715-004C1FBEF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B055E-ED83-9D6F-FE19-8682D427B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E0E515-1271-7F4B-F8CD-1BEAC302D91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FACEEF-FC6B-4870-D901-141C9613CB7D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25FFEFD-217A-2EE8-26B2-A94AF2551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3324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BFC9C86-0B0A-5C3B-2D64-7260F96189F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B4FA0-CD72-D0D2-93FC-343AE082AFA7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AB29636-94B8-0D14-A0AC-C05E6F0CAF8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E43EB45-F94D-ABEB-DE0A-2E9C6F73279A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8C7F06-5904-E99B-A72E-70FF352C6F2C}"/>
              </a:ext>
            </a:extLst>
          </p:cNvPr>
          <p:cNvSpPr txBox="1"/>
          <p:nvPr/>
        </p:nvSpPr>
        <p:spPr>
          <a:xfrm>
            <a:off x="326492" y="304854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820B2-F8AE-D837-8116-3B00C56F5D2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EBBB5-EB03-3472-A593-6E7E8941CE7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E22518-D00F-E848-543D-08A91FF1020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EB6C10-9BCF-B4C0-BFBB-EE407AD3014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66F0A-F59B-5DA1-B2A5-596A15563AB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1FDD61-22EF-DDDC-3868-4FD34C0F37B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51351D-DB82-F9D5-6B49-F0B10E6B57A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11DA77-2356-70CC-B96A-4F90D94FEBDF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9BE984-01A4-1847-EADA-20FA184A6C05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46ED7E-B43E-0B50-A3C4-2DA9B3C579E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901C06F-DDA1-3E77-558B-2F19A3DE8B0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02604-DDED-FEF6-C4B2-6F53E9ECB71F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866431-544A-8D06-8373-B696F600A557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15FD42-F32F-3252-EC2A-B1603B037AD6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2635B2-AEE9-2149-C1BC-5B282580287F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D400FB2-20D4-4AC5-D689-4D104CBA13D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F9866-AEC0-32B3-3A54-A36B4CD97317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EADD79-6758-6694-A0CC-725EA585301D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9A8E97-54E1-6D22-BB80-915ACDE5DF81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6A26BB-61C0-CC26-3DC4-6F23411DAD5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90B9D32-852B-ECEF-4221-916F5C797428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6043A5-A138-B8CF-6930-5B1F7AD0E655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99786D-BA34-A72F-A70D-3EFD3AAC045E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2B6997F-A3AE-F957-A157-4EAFE8EC1E89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8A9AA5-6FF3-A993-FFC7-72B2495EF340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F57D658-BD5A-8D9C-FC04-1D57D8CDDDA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C9DA4B-AAB4-21C2-EA9C-5710DFD0603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47128F-07D6-FC5D-5390-0630A608E60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E2F02C0-690E-6593-813E-77935C93EEBB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C234EE-2B59-93DF-F9E9-9667EF04FD3E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070306-C38C-D518-7D89-6A73674AB45F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D49725-D8E8-2832-3603-57FB37755332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222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3C16-66C1-DE75-14D8-83952350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2E0E-7E04-092B-923E-232CF02AFE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1DA2D-3D16-E2FD-76BE-B8114C11D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E6276-6337-FA27-F54C-6EFD0D262E7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81619-8913-6FA1-A27C-38B585F285EC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C7622A0-E87A-518C-3D97-43E7DA215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7688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84909DB-F5AD-8968-3B63-78CC9ED73F0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7379EF-40D3-0A35-2971-D8EBCFDE85F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77B152F-569F-2E21-D861-648F67F9FBB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04573EA-9BE6-66C2-DC06-BE7AA3775862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DC821-6666-B9DE-9A17-B8504BCC26D2}"/>
              </a:ext>
            </a:extLst>
          </p:cNvPr>
          <p:cNvSpPr txBox="1"/>
          <p:nvPr/>
        </p:nvSpPr>
        <p:spPr>
          <a:xfrm>
            <a:off x="326492" y="304854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63222-10E7-3FBA-98E2-8509E2AB8C7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EF8E6-F009-54DF-B3EC-ABBB3D16EC0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437D72-933C-8933-C998-4E053B4C1EA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B8BD5E-1A21-BF04-4FBE-05F88FCC085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4A537B4-8C53-08C0-7CBA-F2FDE7663A8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FF5658-62E8-FB85-1D29-C238C8826840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9A1161-F4C8-F35E-D024-04ED1473210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DDCC1B-3BCA-1F58-4231-F7FFADBEA437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C36322-FDC2-03C5-27C4-A2BA10AC8793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0A8B0A-63FD-F415-F898-8472E2127572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8641392-1638-464D-F9C3-30C583E255CA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2AA8F-34B1-81CE-2E83-0C2FCD5F2DD1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813E1A-B1D7-5303-6F90-3F964ACBFC7B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8708AE8-C301-9985-7FCF-0463572829D2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A54F97-7DBB-086B-A3EE-4D67C8DBB586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4CC456E-CA92-461A-C108-B3BA12CA3CF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110B9F-9F1F-A33D-2245-55EA8591255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7FFF6B-6909-8534-50CD-5907BE7B5B6B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18B59A-EBC8-9EDE-9D77-74CBC1CE1B26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24B691-3963-02F5-E0E0-B44981D2F9F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B5061A5-5E35-60F0-4B2F-A58AEE0B9574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61FB01-9F25-7201-3B1F-9A441E1937F5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33FA28B-3D87-F6A2-3861-F62A17CC68D3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4DE0912-0451-5ABD-8573-3AA21951C951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567C00-E9A5-4135-32C2-150EA01E02A7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CD9A112-ED09-A455-8D88-C538A6D48A8D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7E63F6-4816-2B8F-EC85-1B8FF0214A7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84F78E-844F-1D70-92BB-E3A02430F647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D18B7D7-9638-35F4-D191-BE5AFC024192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CC5912-E9A8-46E8-42F4-BCF8DF2A58EF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C7D91F-A613-B697-AB40-7B2223DAAE12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799935-C496-AA0F-A07A-3227B6FA6084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F7836B-099B-D8C7-7E86-D9467F34BD4B}"/>
              </a:ext>
            </a:extLst>
          </p:cNvPr>
          <p:cNvCxnSpPr>
            <a:cxnSpLocks/>
          </p:cNvCxnSpPr>
          <p:nvPr/>
        </p:nvCxnSpPr>
        <p:spPr>
          <a:xfrm flipV="1">
            <a:off x="827172" y="2510057"/>
            <a:ext cx="0" cy="3858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3074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2810-A1BD-1ED8-23E8-0C9AF808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A2BD-D863-2314-0693-98C15EA5E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C420E-98E9-5A65-CB46-843FA4772F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43F8B-1E9F-659D-CBB8-3C1F56781DA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F0EBEA-37EA-FA59-5973-0C2FBDA3FD9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48BD1FD-3C2E-102A-672F-C2BBADFC1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33547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DB9CE69-0DDB-7746-793E-663884B0835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FFB399-72A6-36CF-2427-8B2905C4A55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6EDBB31-8D12-B41A-499C-D65891BDA88E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F79CD91-B689-F034-1D16-753A93D753B4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7C8B7-B6D0-7A2B-CDCE-ECEBA51DB94B}"/>
              </a:ext>
            </a:extLst>
          </p:cNvPr>
          <p:cNvSpPr txBox="1"/>
          <p:nvPr/>
        </p:nvSpPr>
        <p:spPr>
          <a:xfrm>
            <a:off x="326492" y="304854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270F0-9951-F4D9-1AF9-BCFB0C8F9FAC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43896-51DD-57AE-0D8C-11476FB2CE1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E1C5D0-E7BA-BC51-C35C-090A6D44DEE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9AEFF8-E42A-7DED-8E8A-229DEEB3844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FC8A0-DF0E-54BA-58BA-24066EE70D9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0796A7-3734-FC88-CCDF-E8D7822997C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CBAE3A-32EC-86ED-69AC-19034AC05CD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A2A7F5-A305-7066-CBDF-6F56C596F94C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6BC84A-97E0-D9A0-5C4B-E0A303FEF918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4F38FC-A63C-B357-DA0C-4FF6B4BD9AB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046AA77-B771-2B8B-B032-6ED0D8AFB93B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9E125-76C9-BF86-5C75-D7C6B832802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A04EA6-9E6B-9AA1-6E2D-5B7F75D1E2C9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3C5A9FD-5B6E-3C71-0918-CB7F9F0030B2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894781-9687-7E99-BB98-FEB51A5FE40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857172A-6EC4-61D9-89A8-37EB46BBDB09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5F5D22-8F43-EEE8-558C-32E48CB83B67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5082B8-A3C8-199F-FAA3-134DC34C459C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26986AA-95A0-3341-360A-C2739EFF8D11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261271-7546-88C0-0017-4E1EC08CBC73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3C759E5-4267-7A50-8889-993828AAA671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10681B-B86C-C7A1-63CB-47C3B42CAF09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3C65EE-6362-D20B-B20B-C81434097180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25F547-6F08-4518-27B1-C03D3CFD0D12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ACF44A-6867-5B04-9BB3-1590D70ABEE6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D9C2045-5D45-4586-7E77-808BBC46ED18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31F3E2-CBF8-1734-3946-87E13ED3D87B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5FE30D-B7CE-BBF0-A6F0-D87DCB7C5240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BAA2D23-21C6-1B1F-DECC-ACB130F7959A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82AE18-3E59-5CB2-BFC6-8ADECA92CE5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DE0BA7-BB42-C7C0-52C2-3761BF15B9F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F669DBC-639A-2A36-DFAA-CD829C797F1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CC8DC5-76B4-70E6-C4DD-CF02FA63825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852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6C00-CC19-4F75-028D-D026DE82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8202-BEB8-8D15-02CB-F27AD3BDE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985AB-4019-D76A-8C5A-8724B2113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2C37AD-B847-E143-B72D-0876AF351AB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67AFF-1220-AF42-6F29-3375A06F2CDC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12A4085-3B1F-D7C5-FF08-A580E3555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3805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B717EDC-9566-AE25-375A-E561DDED063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E747FD-0368-B079-BB45-1C62719DF63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DE4E120-9FCF-5E6D-267C-6BA90FC0E8F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C5D7C23-FC58-70A3-6262-B4DAF2FDAE3A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70564-A9C5-72CE-7D6C-C2585720CE87}"/>
              </a:ext>
            </a:extLst>
          </p:cNvPr>
          <p:cNvSpPr txBox="1"/>
          <p:nvPr/>
        </p:nvSpPr>
        <p:spPr>
          <a:xfrm>
            <a:off x="326492" y="304854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3BE1E-A735-2792-4BEB-32E388851619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CF3B0-AE4A-9793-F29C-0EF8D598618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7C4147-21B9-6D77-6AF8-07CB5C764EE9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3329F8-5AFD-C447-1E9F-76251D1E500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96386-1BB3-8C0F-686B-DA0F6594B74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3D8AAF-BC7B-D163-A956-E76C976226F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F6E31E-D59C-02DE-47CD-766A86348E5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27ABAB-3458-C94D-FF81-8D91D77BD5EC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AE4B5D-3F84-3E52-DBEF-CCDD93CD844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41EE0D-6BE9-B3EA-C027-424CA31CE13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76808B0-C40A-7069-9993-821C5F04CCEB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849D17-15C8-F84C-F75D-8D5F2C5C9A0F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59B0E6-AE5C-1868-6F0D-B71037FCDF94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F122CE-3B68-7825-53BC-54E230628641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33EC2C-2117-0DD7-AD7A-D03AD921B965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62F3B96-E12C-EE32-80B6-4F072B921C01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BC19AF-7F30-3508-8E01-0AE015D7C774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CA610A-4CC9-C995-7EC9-D5FA3697042F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3C7D04-415E-F362-2418-2686A69A6A2C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555295-BF0F-ADCC-3E09-E60FC1FEDF4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D8B29B0-3427-66F2-105A-38B818202C82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2D7E8A-182F-7CC1-0C43-C635108ACC38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89B40D-5C3D-3D1A-D8C9-64C6077B3033}"/>
              </a:ext>
            </a:extLst>
          </p:cNvPr>
          <p:cNvCxnSpPr>
            <a:cxnSpLocks/>
          </p:cNvCxnSpPr>
          <p:nvPr/>
        </p:nvCxnSpPr>
        <p:spPr>
          <a:xfrm>
            <a:off x="-148868" y="323321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2585748-41FD-FE93-8EFE-18A72EC7C579}"/>
              </a:ext>
            </a:extLst>
          </p:cNvPr>
          <p:cNvSpPr txBox="1"/>
          <p:nvPr/>
        </p:nvSpPr>
        <p:spPr>
          <a:xfrm>
            <a:off x="-855288" y="6124828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72CE8B-0B34-DB24-FE7C-BE185B737E06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6ACD459-1016-A946-A576-C2D22FD9A6AA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D81280-E338-90C7-1606-222F6878C9E6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3E5C8E-C786-5C57-9E1F-CEC0B603E6BB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20DF555-ECF4-4B10-27A4-F8EC26810272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5C8E10-2768-2D6A-9D85-8FE9F8A2742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945833-DDFB-E2D7-A7AE-D4165C7738F1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1812A96-6022-F59F-3428-DC4E3E963768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89C622-9A41-0A2A-F4EB-4F4A2688DCE9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8906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D5EF-72DE-1954-C2C3-ED8FE238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7474-2318-339F-1275-3CBC5F711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4EB9E-DEE7-4194-C8EA-C2EA0CA57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CEE45-5028-EB2F-089B-834168D38E7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6D256-736B-503D-9013-8DD2F72445B2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D18B1AB-112F-9752-A7F5-D321E145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728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7519803-650C-E984-74B6-08F709A6ABC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5F09F-C4AD-B9F8-3FF5-86E998E96ED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9C0378D-FB05-81FE-DC29-6684E6D052C6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7497D75-E33E-89C2-C56C-986D24A2D514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2A902E-A105-5F41-5042-EE04D54EB496}"/>
              </a:ext>
            </a:extLst>
          </p:cNvPr>
          <p:cNvSpPr txBox="1"/>
          <p:nvPr/>
        </p:nvSpPr>
        <p:spPr>
          <a:xfrm>
            <a:off x="-672800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43FAB-7C77-6B34-3866-8A4AFEC5747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23F0E-8E92-8F2F-947D-22359CFE8C9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AEC99C-B10B-4174-325B-055F3ABF60FB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A13D53-6221-3F35-0D3D-557CFA4EC7D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1C5DB9D-D660-26F2-5FFB-26052D26550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24585F-A3FD-3A10-DD5F-2597DC2AAE7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35BA08-DD8F-0300-BB45-4B43746BEED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4DF35C-3453-185B-E1EC-84362B48AFCE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3E32FC-373A-7E0F-E599-08422FFAB24C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0BB817-E633-1BAF-3CD2-C3CEB67D215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C7BC3-4261-A833-802C-F29A9633D0E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73300-8777-2DBE-7DD6-1E97139180A5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99BF4B-4908-66C2-DED4-75F843222B3D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1E5DC4-66CE-DCF1-3287-C7939907C5BF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266808-BDE6-E7AD-7794-CEFD783DC92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1A4B1D3-3670-F71C-BA66-2743C82C90E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EFDA8-58DD-EDEC-6F21-3729C0575403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29435C-97A6-8503-6FF6-D21F3BA4C88F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B98F5BE-2166-C494-BADA-C9035433796D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CBD19CC-BB0F-955C-AA42-9A226E4BCC0B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0D8E6BA-72B5-C7A2-7556-D8F79E803C1F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E33836-A3A3-D218-0820-6856837FE70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55369CC-DE26-9F62-2894-A980708BDBF0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40B2326-5E35-B0CC-9575-1F587838703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D4F61-9735-9AE2-C87D-AF9BB959A26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CAF865-158F-3803-6DD8-8ACD09DE427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3FB56AC-8C6A-47C4-F66B-B74DCA492518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45D1E8-5709-6B3C-992B-8BD7C6ABD9E2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29ACB4-E9E7-E6E9-690E-5D3855B24C66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461B93-94D6-549B-B94F-78A8B564CCC3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D0D8F27-2F9E-1D32-1B66-CFFFFF3B56D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984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B136C-1591-6861-5242-6B3051607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101E-DCDA-FCD1-FF41-58BDA4A29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422C8-160A-3C8E-F816-D56534958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AC4AC-263A-7C27-B0D6-F35C376C604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3189A-1954-D0D7-F17E-DA03F10510B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4B37EB5-BB9F-29F4-7DC5-EC582A287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98853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F66B6B9-1E87-4918-E069-FAC070C6B1C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310C4-53D7-9BF5-82B4-8D45AB32F01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F46562F-15EA-AD77-9897-07B2FEF5366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D6F968C-ED57-CFFE-EB12-EA52407F7D9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772AF8-EADD-22DE-8333-994DFD37DC25}"/>
              </a:ext>
            </a:extLst>
          </p:cNvPr>
          <p:cNvSpPr txBox="1"/>
          <p:nvPr/>
        </p:nvSpPr>
        <p:spPr>
          <a:xfrm>
            <a:off x="-672800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4A5BC-67F1-B571-99F2-ECFFC1EF603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D49EB-1798-F8BB-E781-A9DB84A297F8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901DF3-F702-3C66-DA68-086B5A0A565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00910D-5722-B72E-92D6-03426D71BEA4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06F34-0816-9B7F-85AA-6EAC1B988A5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FA733C-90D1-1ED2-27D1-EC72631B424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CC6045-FE0E-8069-4E44-4BD81658027C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DF74EB-D67E-6E85-DCBC-2D873D2C797A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555C00-18B6-69CE-C744-EB6F30F9950E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4833B8-CAA8-62D0-1444-58F4018A685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4C7F14B-A8F1-8A7F-648B-11FBCAF02B7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C93AC-F3B2-6388-A412-FFB70601C1B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53C8BC-16ED-1173-0BDC-7CD9F6865419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6E995CE-9A15-FBBF-8CD3-D42112E0F925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91AF57-3F08-7704-BF86-CE564353966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9325C66-42D6-E4A9-2CB8-279AD713A46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82740-FBD3-5386-BB28-1D894A3BA28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B630759-5A3A-DA02-A238-708FB72E45C9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163B31-4949-C16C-6600-4D0EA2B1E09E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357345-CF7A-9337-9F44-CB979E04C3E1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2ABEDC1-F9F2-49E3-9945-2EFE21512AD1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F1D82E-5B29-9073-C650-4F78F9D1E96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6E54BD-6961-7B32-48F6-730B40E4E4E2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A952D7A-8D6D-BA41-2F1B-C12098CB4646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34F78F-F937-5E3A-1541-C591A214800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6713B6-ADD3-19C5-B426-0D31EBE2440F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3021219-E01D-C51C-6566-DE8C592B33B5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0D248A-8EC0-20B2-1039-5B09F711D4AD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278948-98EF-495C-074A-817E6F993AA4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874ED4-0E14-7427-3CD2-42E3C04C4A7A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DF9C2E-8D29-1AB4-3E9D-1C2A67B08783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E69B55-4861-11BC-C5A6-77CB1AA4C5BD}"/>
              </a:ext>
            </a:extLst>
          </p:cNvPr>
          <p:cNvCxnSpPr>
            <a:cxnSpLocks/>
          </p:cNvCxnSpPr>
          <p:nvPr/>
        </p:nvCxnSpPr>
        <p:spPr>
          <a:xfrm flipV="1">
            <a:off x="-169880" y="2617870"/>
            <a:ext cx="0" cy="3048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3964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E2473-D009-0C7B-97EA-351852F1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44EC-AA28-F0DF-290D-F541DE1FB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86EF5-E876-BF1B-A1AF-A4900F025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8A179-D6A1-344B-1954-80DCCDCE2B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4C797-C7BD-69E6-7E6F-BD1B199398A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E73D97B-FC94-AF2A-5E29-036A3FBD2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8355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A9CEF1B-5301-C792-5A77-D3BFDEED036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3D271-4908-9FB3-FAE8-BBA18ABEFA73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F0C44A-C9E6-DBBE-6155-9F6872756B9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B2B9AF6-06DA-1221-2DA3-CA4740132EEE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A3815-7449-8BE6-12E0-C5DB0CA0FA9B}"/>
              </a:ext>
            </a:extLst>
          </p:cNvPr>
          <p:cNvSpPr txBox="1"/>
          <p:nvPr/>
        </p:nvSpPr>
        <p:spPr>
          <a:xfrm>
            <a:off x="-672800" y="30319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3899E-C4D7-0A66-BAB3-4692946FA8A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8CEE7-7032-A4FD-7237-749C39F6206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CE5FC2-CE16-8E91-CB60-5F81535DC4B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ABE8BD-C20A-11FE-E4D5-E9CC2B7A233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B0CCAF6-C3D1-002F-D698-2F017BF07385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4941D6-ADB3-6619-73DC-AD138CB9255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09F9FB-0716-F7F5-51B4-681B0DC308B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CF5B89-4D5B-12B4-F41A-0F44639B7550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9860A59-BD7B-88A2-E134-CF7F40EC1E5B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F43605-5BB8-634E-2DD4-0C89105A1F0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9586757-5E65-3BD8-FA70-6FA97B52DD4B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9AEC4-6C90-27C4-D486-ADC04B46B2E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3DAED3-5BD4-5509-DFF0-1801B2E4BD7E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97DB57E-4CCB-001C-8CFE-BD634D1AF38E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1302C8-2F53-D4C9-8715-B31893BDCFD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4CB6EBE-FAC2-ED97-16AC-EF00168B6E6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BC43F0-A5DA-8583-9093-DF4DA706E4A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99F974-6A24-9012-BFD3-B7C784613DEF}"/>
              </a:ext>
            </a:extLst>
          </p:cNvPr>
          <p:cNvCxnSpPr>
            <a:cxnSpLocks/>
          </p:cNvCxnSpPr>
          <p:nvPr/>
        </p:nvCxnSpPr>
        <p:spPr>
          <a:xfrm>
            <a:off x="-421340" y="2652119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26A178F-9E09-CD2A-B7D4-CE977D595706}"/>
              </a:ext>
            </a:extLst>
          </p:cNvPr>
          <p:cNvSpPr txBox="1"/>
          <p:nvPr/>
        </p:nvSpPr>
        <p:spPr>
          <a:xfrm>
            <a:off x="-864235" y="5478497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1DC143-107B-A450-54EC-D898774854EE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C2B225E-B5BE-3092-CB12-801B72CFAB25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4AC271-49E7-0C87-19CC-AE504B72E50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1AD1EE-2E84-1695-950D-A52E4F398500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3B7D38A-B74D-6CBC-FF26-A285EE40D0F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59C4A3-BDE5-BCD2-8B61-68FA6C4E1DF8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FC2D7B-E3CD-F7AB-5043-78B146B83CF5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F3503B4-18B4-2AF5-F58F-FE667512CD45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05F203-3377-0B38-5EF3-E3137F7FAA7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ECC4D6-5B2E-72A8-E118-94101D98CFB6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69C35EE-1765-DABD-C675-429D5AC282E4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3EF15E-B20D-8001-0883-4404D50C17B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A532AA0-B83F-2589-D528-4B620116967A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126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FA08-7B49-DE88-FB74-F5136601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24F9-86D5-57D0-F0EF-B3E0A2E470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15779-9635-BF8F-930C-EA773DE53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E6179-2040-98E0-3472-B57F257ABBD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5C256-7F5C-A0CE-F5CB-28ECBF9D731C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5A286B6-A000-65A0-62AB-2629A62B5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3647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F09EAC2-A8D7-D807-1235-5263EB8C740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6ECA4-4257-B9C5-B9F1-C69402260543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962DC7C-CA05-2B01-B97C-3926266B70F4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9E968FC-6B0A-046C-5047-E291DD21E4CA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0D94F-112A-715D-BC74-DD19E3F6D51B}"/>
              </a:ext>
            </a:extLst>
          </p:cNvPr>
          <p:cNvSpPr txBox="1"/>
          <p:nvPr/>
        </p:nvSpPr>
        <p:spPr>
          <a:xfrm>
            <a:off x="-630416" y="230351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D8C66-E735-E94F-2685-32A71E43469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692A8-56C3-4A64-328C-ADDAEE04683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1776DC-34D9-175A-AB53-4AD6D5E5CD4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8CF28-C480-4C4C-BCBA-FDB66DCB6154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32401-4FE5-807F-E376-34EDC0FD868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88FBC6-538F-6892-B1C3-E5911CFB8223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569F20-F747-5AE9-EE8C-5A22FDBC61D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39B6AE-2ACB-363C-1DD1-3764EC83C2BC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82AE3A-6469-236F-5730-8E77F288C0E6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5B791F-A73F-2FF6-7430-7F6C1C8B018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3738E-F765-BBA3-1CF3-48EAABCFF8A3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B717E4-86C7-9F37-7537-5665756E614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1448A5-4BCA-166C-C6F5-0110C984D06F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CD92F3-D65C-25D7-08D0-CBAC0D3625E8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CFF662-39A3-DDD9-A816-14D8F33AF875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9B41BFE-8DFA-70AF-C93B-8074A5489CB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05A878-659B-4B8C-8423-16CDD3D20C1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60C8F42-7BF2-3252-B454-9747A63DF791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3DA71C1-37A2-34E6-4AC9-D54DE1A3545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E7D5D1-D182-E549-19E2-1E791A14F198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036DE0-A1B1-69C2-1F03-6FF7BF4F4935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84F35C4-CF6C-7DB2-57B7-C179889553E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20BB39-5FEE-A035-8C7B-E731A2578E43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314774-F177-78E8-6DA1-79266248AFB7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0133A00-5859-BFE5-DCDA-4A0C8503C17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7CBDD1-098F-012D-DB5E-9AEE9AC5A378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AB2E70-B946-A469-4E66-3151FAB6A1A6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F1BC971-477C-587D-03A0-DC3EB6A5C6F6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657F4C-1EAD-35AE-BC52-F963510D6E0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9E5DD5-54C6-5225-8A63-EDF309EA067E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5272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C240-3136-9F66-B69D-DAA0B095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CCE7-AC4D-E48F-9D5E-A3E8AB66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D67CF-D62A-2E5A-BF47-7098B3657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B47212-43EF-7F07-9263-D3B0D19FCB7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285F96-FC87-BE86-9E91-532195F8071B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E02FBF1-8CA8-7565-BEEB-2B9ACCC89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5680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37F0BD5-ECD2-B7B9-B0A5-443E1F21683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C5DFB-F9B8-E406-F46C-903B0DB71672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39D7FB6-1855-9410-8F87-8D8746331E6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67A3950-E321-2A3A-6729-3F877DE3C95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13D982-E305-59AE-B38D-7BC37A7D6EBA}"/>
              </a:ext>
            </a:extLst>
          </p:cNvPr>
          <p:cNvSpPr txBox="1"/>
          <p:nvPr/>
        </p:nvSpPr>
        <p:spPr>
          <a:xfrm>
            <a:off x="-630416" y="230351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833C5-8668-B19A-03C6-8DE10E87D566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84F18-E9D7-90CB-C0E9-2D3C5C5A3755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A9C51B-043C-F133-9D6F-C2867497377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375C6F-7220-B85A-A35B-443FD1C6336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6A37693-3199-6EDF-63A9-4CFBFC1CEDD5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A3539A-6CF0-9D60-40B1-1090ED4FDAF7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82C615-E0A4-2A60-638D-4339817AAC47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7A7559-F300-87FF-487D-9C17C5435E3D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E7B7BB-64A6-8587-9405-6479C3E09C3E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73BD6C-A376-8132-D4A3-3203A962531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283AB7C-D24D-5F48-C6BF-DA5F3410C88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1F557-BA1C-3F56-5A16-C5DF8FAFD84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6EB28E-A769-C3A7-C84B-860584DC4722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540029B-43D5-ACE3-3281-047B223E2859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AE7804-82B7-2328-EBEE-03EB2B6EDCB6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DE42772-1AA2-A4CF-0994-37A787D50EF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333F0E-0882-4F25-5D65-4D134A4221D9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6FEA7A-5708-6C4F-92A9-65743C3DC7E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79D1BCC-10B8-618A-3624-CC4F3E0A7E6B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813277-41FD-7ECA-9D05-A57ED7FEF6D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85BDDCA-5A35-8117-4541-BB69EC92A66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5C77659-1395-D8FF-9ED7-BF045B6570F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B25F4E-B0C6-2E21-9DF9-9BDF8A96D2B6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9717ED-3170-E873-2F7D-87BE6E60D26A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78CAD87-F042-A455-E351-215CB52B10F4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E43B49-2C2C-5E93-90A3-3509BB236F82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DC18E-EEDA-7902-EDD9-6147B55318A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E4E2C1-8502-D9D7-D5E5-593B9ADF7F0F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E228BE-6451-B1D8-901D-03155F3AA5C0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9A475E-4E68-C903-EA46-8863319B18D9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101AF0-0170-BA2F-8030-4A631DE69860}"/>
              </a:ext>
            </a:extLst>
          </p:cNvPr>
          <p:cNvCxnSpPr>
            <a:cxnSpLocks/>
          </p:cNvCxnSpPr>
          <p:nvPr/>
        </p:nvCxnSpPr>
        <p:spPr>
          <a:xfrm flipH="1">
            <a:off x="-1257300" y="2418500"/>
            <a:ext cx="41114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0358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6142B-26FE-A556-28DA-BA29D603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1F9B-29FD-DD9B-0F22-7FD503817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422E3-4616-FA52-4BF1-6E5B2632F4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CA44E-271D-0320-2823-91022669392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F714BC-834D-CD1E-C196-BADEF04C624C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0DE021B-21F5-E6B0-22E1-508A6C950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8906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F8AA75E-84BF-9577-60E6-2EC814C72FC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805F6-D4A3-5DF2-480F-5F46488D7477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06E310C-254D-29D3-E26B-212602AFB20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5A14AB2-8DB0-C81F-C948-64C4D6E40F14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81322-667B-20CD-0DE3-640A2CFFAE2B}"/>
              </a:ext>
            </a:extLst>
          </p:cNvPr>
          <p:cNvSpPr txBox="1"/>
          <p:nvPr/>
        </p:nvSpPr>
        <p:spPr>
          <a:xfrm>
            <a:off x="-630416" y="230351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23BCC-CB2B-D885-C5EB-F69F237F4C1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8CA87-E58C-5B45-9857-731B5A23EA8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1DCB62-7334-9B08-1E5C-01431367F01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485D09-E0EE-71CB-C6D1-0C7BF8663500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9A711-D28E-26D9-F880-D06A3483C5A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2BE025-1599-B351-60AC-7CFEBC1C1C83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22D72A9-94DD-AF4E-B571-A4A06477D16F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78E08B-633F-A1C4-E809-B48EAE356DF7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47A463-743D-6F34-77D4-B84EDFAE2E66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243333-CACB-9634-74A5-97C88D32F3F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0DD2848-1B97-8CA1-71FF-6363DA1288E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F2730-3E53-AC02-4E45-BF7B18D428CC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9D6C1D-B0B9-F0CB-4414-7BDAFBF09623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3FEF367-3320-4CED-0067-72E5F2FFCE5E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02B4B6-1A01-1B47-D6BE-8D757F16F29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5B09055-197D-C81A-4326-E28AD9D07D48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B1E20E-C4BB-1843-8225-AF00B3376A68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7C2454-557A-5DE2-0AD7-C255417E0C3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45A6C1D-BCC7-DB96-74EC-1D21000BC292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FC517-7D1F-8B76-14DC-B75EEA17C3EA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DAE4B0-264E-E256-259C-E6900A5262CB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1038667-4C28-6FE6-F7C2-EF028582440B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8B5419-3750-4E5F-A93C-A0E6259C10B4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53759B-212B-B74C-D3D2-93795061010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8F51BBF-F1A0-D3B4-4326-D8D151C4897F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396050-F798-48AA-23CC-01BD9C148E8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C758CE1-EE6D-02CD-17B7-EC0888D4CCE4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0705FD-AE2A-3B71-1EBC-E4A117474888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6A6FD16-A959-7C5A-48C1-39E79468D8D0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82B5B1-6120-4823-1419-C08535CA84B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F013AD-3BE9-FB45-AB2F-FB57992DC78E}"/>
              </a:ext>
            </a:extLst>
          </p:cNvPr>
          <p:cNvCxnSpPr>
            <a:cxnSpLocks/>
          </p:cNvCxnSpPr>
          <p:nvPr/>
        </p:nvCxnSpPr>
        <p:spPr>
          <a:xfrm>
            <a:off x="-127496" y="2583600"/>
            <a:ext cx="4191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40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277A-9074-4EFB-F33C-F0EC7644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AF86-A0E5-91A1-63BA-449B00747C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81F32-E84F-3E7C-9731-BC869639EA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1828C-5079-700D-3FB7-14910AFF5B7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6683F-9FED-C6E7-0EBC-74835D2A9BC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D79AA7-2AE8-83B9-29C7-1F960F62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7261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A1E19D9-4E5D-6A88-21A7-A4D23F39E575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9B1D2-9652-ED15-BC09-D8DD34A83F1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04C5E12-9904-195C-03C8-46D0EC251E3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5DFC2EB-56C8-48CF-6B20-EB22FA8C0291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FF39B0-3A63-7875-614A-4C02E437C216}"/>
              </a:ext>
            </a:extLst>
          </p:cNvPr>
          <p:cNvSpPr txBox="1"/>
          <p:nvPr/>
        </p:nvSpPr>
        <p:spPr>
          <a:xfrm>
            <a:off x="-630416" y="230351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12F89-FD04-C56E-4A31-F2A63DB797E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58220-5F3A-2AB5-71E3-9EB6FE97456A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B22F07-BA6E-B6FB-9FF9-CA0F508AF62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C2DF2D-F9CE-CD06-1B09-1DFCD53BB4FC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F5CD9-4ECF-E048-D260-5510B300DD2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168660-E160-3B07-79C4-17D63E740D1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59F51D-DE5E-A54E-EF6A-6AF0139CA938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9A07BF-98E7-32F2-F4B2-A9030E8AE0A9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730CBC-44B2-792B-2405-979EAF26287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9BD814-FAE5-FB8B-940C-016920C147E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F4E158C-34D2-E5C0-8920-33A30F3EEAA8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4EB5B-BAE2-293D-E031-F20A93DE343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A9EBD2-4609-71DB-989F-4CDA435D0698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5885266-7F6E-8421-D36A-385DE457EA1F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8F05B9-CAAC-120E-2FA0-9715FA99CF1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AC7E344-D340-49B7-F64A-2D0FCC834447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AFD28F-BA88-0EEF-0F46-BD38721FCA2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A62E8D-40D2-148A-E7C0-B2953E5AA1B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F9B82BD-C805-A48E-41BB-6D9AAF69D5FD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2C7345-4CE7-5B7C-7C00-1AD3E1AAC2FF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3E62E3-B6F7-F056-E648-9C148B1684E2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E3B7579-AAC4-4FB7-A18A-5F5EE35CBF9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158BA2-0FCF-739B-8CF7-6CCBBEFD14B7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6B3509-A7E7-03F9-7BBF-C52A475D2B2E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3DE2DB7-052D-C245-DFD5-14BB20BEF404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6F8561-CBF7-B3B9-0B23-73AC2C85754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6DEFE2-C649-4CC1-86DE-C595DDF622E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A4ED62-81B2-98E7-E201-645681878C61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17F9158-482B-2A9E-50B0-FC519114FC0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0F3567-FAEC-8F54-1ECA-ABC049474342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2AFCF2-41A6-17A6-F27F-1F420C9092FF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8454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1B79-9611-B2F0-155F-35EEC0F5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CADD-9FA3-39DC-62EA-33A6D1D007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50B25-3AC8-ED93-D56E-0F9E6C8F96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4CC22-F07B-7FF1-72C9-A34810C1741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497B2-E146-6C98-D469-70060DD17E5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A12764-5640-082F-43DF-66F0C657A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8663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FF136F1-379B-A1A9-49BD-523506947C5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C14596-6AA4-99D2-41B5-1D0E299D9B7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9D6053B-F7A0-2E7C-B3D0-FBEC9DB71C6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32BE1D2-D168-5B32-C6BA-579BEBF68CD0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22BEB8-85E7-EE70-B868-F7731FB805FA}"/>
              </a:ext>
            </a:extLst>
          </p:cNvPr>
          <p:cNvSpPr txBox="1"/>
          <p:nvPr/>
        </p:nvSpPr>
        <p:spPr>
          <a:xfrm>
            <a:off x="-630416" y="230351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E83C9-27A2-C741-885E-6537898FA829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796D6-02A2-19FA-7A35-76463CEBA7B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097AD1-2AB1-DBF0-2780-01C1687DD4ED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D5C31B-D481-3FCE-EB12-2D2897806480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C5204-C7D8-9ABE-1692-C9DCD991638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F7CD51-4B26-8AE0-39D0-5556C15AED0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42804CC-1106-E84E-92A5-5BC70470FFF7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9BDA64-6F5E-D116-F0D1-0BD7BD5431CF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0FA708F-7458-54D6-B4F8-F06B5E3A97E8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7D9A6A-F806-B1CB-7F2B-D998CDD161B7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F17366E-6A40-6A20-96DF-2276FB7824E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71FF7-65F1-B96F-9E1E-39C2141A5A91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37E8E9-C1C9-80A9-0106-03B20507A7DE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0E2E307-C18E-2FA7-F017-76E4F5B3358A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51133B-EFC9-171E-B5F3-0B9B70959533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0817E5F-226B-3568-EB99-96A2E7147BEA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FE2D32-5510-8660-6566-BCA9920591D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D748FF-68C3-2254-448B-E3F48B1F927D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563FAA0-9995-4439-4B68-2D8D403BAF55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969616-B6CB-830B-03D4-AAFC53B0402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621D9E-E76E-EADE-C502-AD55C2F2BE3D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A6A43C0-EDBB-673D-53E3-03B7C8FC49A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9EBED7-5CCB-0A92-FDF5-A9EE03F1440E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EDF90D-7B4E-74A8-95D4-9B1267B7B3DB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47AB8-E56E-8114-74A1-522A61C42E33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302AC7-8C46-AC03-19FE-35880DBB906E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2ACFB6-6C05-CC1F-B7F5-C78E348F3E78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84DC97-909D-6AE6-F673-BBAB3F448E1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E493F3-61EA-D297-B975-2396C644119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51E158-476F-DE21-07A7-62104F4160F5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AB2881-5B8A-259D-22D2-975F4921EBFD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787707-E72E-795E-8E9C-D915C92BD62D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033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5C07-1925-12FE-5058-1D55D23D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C5DB-A890-6973-99FA-695746EFF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254BC-1703-5F28-3C33-D453507AE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094B5-F93E-80B7-DD54-4FDEF5D3132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4E01DB-2E91-CFFF-E10B-E2F708EE5466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70D8DD0-C817-4D6E-8303-6A8E85D08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9973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77E3219-A580-2134-0E38-CCADDD794476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AF58BC-97BD-2C3A-933D-A3B525A99D99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1DB3A8-ED46-01BB-03F6-04CC0E7C5A3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F20AB9B-55F4-C78C-FE0C-F5EF9EF903C1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8EA50-C522-745C-313A-85F9AFED4304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24FB2-4AEA-7E1C-EFA7-A082FF2A9A1D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0A4C3-E77B-299D-C594-229A373662CA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722E09-50C0-660C-C0FD-F7F07B653DE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F317E8-4819-0C20-4666-EC1FB231226D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9C1D1B8-E21F-5376-0007-F766EFC7AF5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388F98-6686-09BD-24A7-9D2ABC6FD36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1B17FC-9162-B13B-AB58-66C79C01B5B1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FE0E7D-E3C0-9929-3F4B-829BCE16916F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BA8FAE-E2CD-7B7E-EAA7-134C9429A18F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9FC391-522E-F954-18DE-CCE903788E5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2BA6BB3-5A1D-8D2F-9CFB-85B241391C3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CC64B-2541-43E8-EC84-8F62CCA1E38C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0E7710-7B47-6160-A9E1-1E04CEC9CA55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1B17DE-102E-639A-E011-D056D3464A9F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9BF6D4-AB2B-ED38-4802-064F2F787EA5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611E13D-C5C4-4001-C477-46CE93ABE12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9389FD-E778-7A81-ED73-0E4DBBCDC6A3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8FACAE-CEC5-2EED-80E9-18E566B45914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C5C4D96-0E4C-7412-4FC6-FFBA7806CB60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25C61-B81C-C79B-23A2-BEAA04CB2A5F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45FF180-53C5-8AB1-6D27-83FC9050229F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6B3B676-327A-D956-6324-331A25945818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E07438-F310-733D-A27C-C30041FF2203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0BA10C-186D-421E-99D6-C011FAB46963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C6C0AFA-3493-3994-1F96-1CD18ABA8F26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9D9FAF-1679-FF59-67D5-AFF1FB3A196B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141B33-14F8-6539-8D5F-F02001E24488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6D96C1E-614A-02FE-0B6C-65B35954CFD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9CA43D-BADE-192F-A705-FB5E6911E57B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21D5C2-DA32-C35A-ADEB-C108B0630961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C63C214-0125-A84A-2868-97479DE9C4EC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0439067-D5BC-45FE-2AD1-E6274D3598B1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0473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3B73-7B26-5F4C-219E-F1C7C22F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7963-F242-5D1F-843B-C17201B0F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5B728-1267-54B1-E72A-77FCDEDB13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B60C9-7510-CC7A-0388-A5B8DDE3C4E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C398F8-A028-718F-E31A-08B66075C065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74A5FC4-2273-BDAD-C722-208F430C6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9169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015F524-A5CC-6C77-C42B-42552D25B1E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F95860-1B7E-DDE4-C685-E6687C798BB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B05465F-8EBB-B1A7-FCF4-D826BD28B30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1759FF70-83C2-59A4-EAFC-0AF36DBE6091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2A7E4-4FB3-CE7E-780A-9AB2C0122B44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E534F-9D6B-422D-28E7-32DFF1F1441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71454-9A7E-FA34-F4DD-4DD2BB6F4121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AACC45-3090-CFE2-3B93-A9E828D3C6B9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E9C46C-3D60-5A4D-3141-64BD76AC047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4EFE0-2F11-A7CB-0D59-EAF673D728BA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1F43F7-4D8F-82EE-877D-5A9CA00E4320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18BDAB-C3F0-84BA-EBCA-F762F318F7C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0EB27C-FB36-ACD2-13A0-ACC69A8D6306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B331E6-BE4D-67E8-8E63-F4376BD1B650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AB6A23-3F3A-ABEE-E446-0A3A4091DE5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7AD3DFC-3C11-8096-C67F-87A7F435DC8E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0E427-7702-347E-E3F3-8AF58AAF644C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F7D476-C14F-41A6-BFE4-9A8C64E2B5E0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A1A98D-BBC5-92E4-902B-A63FA2C9F260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B8CAF5-2CCC-E746-BC02-221C9C60B75E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630C4A3-C483-946A-C6F0-300D518DB4C8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55902-4911-A7D3-09FB-0F7A00491FE8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007DD7-ACF5-1BFF-06F5-9743E54BEE5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C30738D-D30D-C3FA-4C38-134BB0B50822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BD02EB-AA91-FBE8-76C4-F743292AB41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9D6CF8-BEC1-A6A2-A093-3CBEAA1DBF81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C4A4C98-D696-0C55-10A5-8852398A4945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178C66-9B39-DD63-00C9-4A89DA11F44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4B2C79-8046-AD88-A23B-469206D4C5B9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7DB793B-195C-50A4-A75C-372A4317BD31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CC9039-B87E-8782-8BAB-A2CC55C1E76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57E6D4-E45E-EEA4-D546-F4E8E8B0C0E5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765AC31-7D22-9604-429A-B08512F13FF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EDBE3F-4175-9D3C-4DFF-8F0A8CA8325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03403A-8A3B-E73A-CFD2-7AB587F07933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1139D68-A58B-493B-0FEB-095E9BD86FFE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265817-CFED-88AA-355C-51164605FBD3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597E5D-8E49-4A8E-0FAE-09A77B57B932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65F9B-09F6-6887-BAA7-B1D58BCC6D0E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</p:spTree>
    <p:extLst>
      <p:ext uri="{BB962C8B-B14F-4D97-AF65-F5344CB8AC3E}">
        <p14:creationId xmlns:p14="http://schemas.microsoft.com/office/powerpoint/2010/main" val="8325365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2BC-15A1-DA0E-3B36-09249FBB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03D6-59EE-1DEB-1179-F463E579A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F2626-41E3-94A4-0D36-979FB5FE7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BB95A-B6CA-8356-404A-65B43D86A19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DBFC0C-C1C4-4C75-7387-C35802C55A1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296A852-81AB-0D0A-4423-3675AF182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21415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D5473F-0939-D7F1-9AE4-AA83DD1D0F6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D2D48F-1169-C1DD-6B5B-E2AC26A4C422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010F959-C00B-A70A-9296-2B27E183BD2B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6C9170E-4603-F4D2-8A0D-64325DB60E0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A6ADC6-23C7-E34B-CE10-F6CE4FD0E75B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75E93-9E40-E751-E535-837F163AF82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160FE-B677-874C-6182-BB9E9E5E9E1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112B2C-C5CF-AEBA-3C4E-5445AB83BD6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56E24F-492D-8FDB-3DBE-8D9387B63063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17E7D5-AEFC-5E2D-99B7-3D8236A2AB0A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109187-D1F1-DFF4-A733-71B0F2180BC8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5F9B53-7A0C-899A-5A28-2042C732AE8F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7B5041-8026-0A6E-2523-ACAA842E8191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CBFB9A-E96D-81DE-9060-3DE1E70FFA28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0CC17-28AB-E650-020D-207668C40953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BD70614-73C7-28BE-4F87-A8C943CEE62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EC9315-B463-5270-45E5-F4B83D5A2E4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835EBA-C9E9-EFA7-7193-D7729D7B17E6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F822CD-BCE0-6D56-807C-BC537204C128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1E8281-35C0-12CC-AFCA-54AF55C5A8C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344EC99-77FE-C770-47BA-02521781980A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065F22-8D6C-4708-BE28-D4F63EEA6981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2E4084-6358-9FEE-9A46-9C5641E99707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B60ED5E-F0CE-30F6-FF09-1212907A3B90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B91210-7E9D-E815-3712-EF21D2A0481D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77101F-EB08-B223-5FF7-77EDC645099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7057643-198B-7632-12A1-8EBFC563FE3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738EA2-BB59-E5E6-FF82-3F373D581328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229A79-6AFC-E395-973B-C881ADC9C1F3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2FF857C-CACC-3FB9-2AEF-E58F4A268AE6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332939-49E1-03EB-6806-C4630211D0B9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75D235-212F-DCB8-7516-BEBD62130E3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349BA0-9E46-5800-892F-B1BE52ADDAEF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019E72-ACF7-FD24-B8C9-9AC8928C6D94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BD0464-B14E-EDE9-9B2F-AD75FE01598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37EB563-7F2D-6692-518E-C64932B7F331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CB4995-4006-30D2-2F93-C375A67DF702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C6D7B5F-F1C6-E3E9-4D4A-AE4C87C45202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FF54A9-7315-0277-407D-7E7A3BED533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06B3E9-944D-1B47-7A79-24919E89D227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2147085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824B2-A2FE-7D84-277A-37BC1511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68D1-AB60-F4FB-CEDF-BAD4ECA5F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FD5B8-584D-40BA-7027-6838F73D8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62687-E1D9-357F-5D91-2F2525F73CA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2C928-EBA5-F1FD-CE34-84CAC7A58A7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823C583-0366-39D5-9D3F-143A5EA21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15613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9C1AA05-A300-1657-D5E9-14888380C5D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7FE5D-D265-4233-11DE-6DA2426C4E6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AF0C397-F67A-68FC-1EC1-B20476CB211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B3E7094-3A5F-E557-A5DA-7AAA73CCFB9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9E1C3-3FC1-B6F2-53E1-C316C2927DB5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F3BDA-60C5-D1DB-83D8-28CFE446C74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98218-DD5B-166D-6D80-91C559B8F32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B2D7D8-1CEA-3B14-2BB0-0F0DF6973C6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085CDD-3910-EFA9-C677-D8DBF3D383F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18031-3BE9-63A1-C3C5-645608440E5E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155B7A-56FC-7509-714D-21A7786D4AF1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BA23D6-07F6-88C9-FE69-2A0C8331058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FB6F29-AB48-38D4-28A2-955A2E328D19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1D9109-BEBB-97B2-11AF-28FDC1F5125E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995061-5DC7-40E6-F786-6959AECDDE8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EE1DB-B195-2850-DAE3-93193CF86066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535C40-4569-5424-E648-26EDB3BCE4F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4A9F63-4818-C302-CF89-A458A1BEA60D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4AD85A-B90E-0056-5C9E-587FEB5042DD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4159CA-F3F4-FCDF-FFDC-0FF6229EF514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2C441BD-1341-A9F9-4286-F9DB220BF03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8FF4D8-FAC1-D193-6375-30E4FDEEA2DA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549E02-B0A8-33BB-45D8-96C37B6B59A3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C884109-0B47-8E25-6C84-DD3CE3D912A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ABD246-F3C4-15A4-EB4A-EC99B24DFDA9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3358E9-348A-9CEE-A8E0-B65B5411F7D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2F8105A-04F3-5037-5720-F28A70063F3E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CF0DB4-2E1D-8A54-99FB-5AD07FC8890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DC752A-4580-DE37-AFBB-79EC1946DADD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1B91A24-8202-337B-85BD-DC14EE5523D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8BCC88-90AB-1A08-72B0-688CC66D28A4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E13F1E-9E07-3C97-8711-56BFBFC1A01F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C52ADD-C86C-0138-DC5B-98ACEF874F81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7BCAC3-0F6E-EDAC-7C7C-35D1B11CC119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D91DB5-FBD5-4293-C5E2-3A329B8916FB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A4A34AB-559D-0E23-6D8B-6A4DFAD14D5B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6CB61C-498D-EE09-0DBE-CDDF73AB5C65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A90AC2-A4CC-36FC-478B-29BE72A47C2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FBF3D2B-D00A-0597-6E2F-E3C4809AD30E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DB9923-3CAD-D4B8-EFE5-8FAF538CD1CB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C9DB73C-1DC1-B5B7-142D-143F04BE025E}"/>
              </a:ext>
            </a:extLst>
          </p:cNvPr>
          <p:cNvCxnSpPr>
            <a:cxnSpLocks/>
          </p:cNvCxnSpPr>
          <p:nvPr/>
        </p:nvCxnSpPr>
        <p:spPr>
          <a:xfrm>
            <a:off x="-127496" y="1961080"/>
            <a:ext cx="0" cy="2995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7061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F36A-A007-9633-E279-CAFB0493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0D7C-858F-DB20-A3B5-26DB0CCF3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45CFC-8C17-F437-11F2-361D813A05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DF12D6-27FD-0688-35E9-016266577DA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743D5-52B8-23CE-6C18-234478A9678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AF18D84-3356-0E11-6F45-3795B7EFF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46932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1809354-73C8-EB51-C9DD-61F916AE750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36FB17-1E4A-ABB1-5B7A-7EFDDFC4FE05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49F6DAC-23F1-F5C6-9A98-01798146912C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AFC3274-C13A-30CD-FFB3-02D71972A7A0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CC16E8-8F33-F4A1-735D-08DE29D4A2DB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858BA-8042-375C-C01B-AEC2DB7E26D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66E24-5242-8B63-97B1-8D9670AAA838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AC2E3-09F4-B156-EBD0-99506D92D0E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7132B6-64D9-5F25-0B7C-51BA97168A3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493BE-884E-BF1A-97CD-098D96E9160D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D5B47A-30AF-EF0D-3015-F07ECAB29A4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A7A3F2-E1AA-798C-19BA-3094370DBB17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0A78D8-E2A3-50DD-F46C-215E90AFBAF8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B683FE-AAD6-8123-2878-03F0AD671083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157A84-8E09-0F67-7712-7E298934EF8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07E24B7-EBC4-D084-9E7A-D63234F4A563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A516F-55B1-9FFD-824F-31F5D3963DB5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2706C9-B1EB-6827-FBF2-48C8DD60E58E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4BDA2C-E414-0802-6F07-A265EAB37A8A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5F8DDE-9CB3-47AA-640F-F9E71644898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999FFEE-2C00-322B-E1C1-40FC5D0396C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C3593-52A0-131F-C7E5-07493D56E554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7FC311-951D-626C-436C-4FA0EB24022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1D3E707-3A31-F4B4-E55F-54E6DCA12D06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D00CA1-0277-27A1-3A7F-154C6CF5C00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D3B7C6-DE8E-86EC-81CD-3E8B7AE5F680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EDF9B2E-076D-56DB-5C27-11B20C23B2E0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3B0F48-6D21-3E08-CDF1-6F54A477661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38FC07-22D6-7176-0056-320FF3455509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97C9AF7-07B7-1C36-11E2-054BA58A0B3B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C6F70F-6ABC-B20F-9B04-8372A7E5AF30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83D38F-5EBB-060D-4160-92DA4A8D2E3E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B241E9-1DAD-F665-8DB8-9705E10737C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47E752-A194-A746-B737-8F053D5D5F0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52712F-80FC-39A5-9A13-446E39DFFD73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54019F-978D-B0E0-132B-FB7C32279D6F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233AC0-F570-9683-9BF5-EAFBB59FE63C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0F47E38-94E0-663A-DAB0-C745B724E4C5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5618938-7453-9A71-BC16-A251119B26B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F41968-41B5-D0FC-5B95-A470A3174A0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C4AB0C-FF2B-BF14-C972-C4CDAFC828A8}"/>
              </a:ext>
            </a:extLst>
          </p:cNvPr>
          <p:cNvCxnSpPr>
            <a:cxnSpLocks/>
          </p:cNvCxnSpPr>
          <p:nvPr/>
        </p:nvCxnSpPr>
        <p:spPr>
          <a:xfrm flipH="1">
            <a:off x="-1206004" y="1834080"/>
            <a:ext cx="3678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1742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9B1A8-7473-AF22-4E3B-3456F2D5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7ED9-F056-5E03-873B-A9E5F5AC3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2DFF6-F285-C589-BBAD-C37005AB4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E9D7A-4849-AA1D-BD9A-53BC4731956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E55E53-7101-AD88-B799-0C4E84B23D1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0CD2666-6969-0D39-11BC-B74CBF293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91954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5F78208-AE6A-7D63-33B8-BADB2E6268D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0B3EE-9EC2-046A-6073-E8152C9AA50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FA99DD4-ACFE-4643-5F6A-721B8E7DBA9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F5C16B2-3987-B986-8BF1-D94BBA21155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5FEB18-8634-2E70-0DA6-CE39BE8FA1EB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67D82-95AF-1CB2-7C4B-A299180BCE83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BE294-7D60-808A-40B4-A96DA2173C21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4D0B23-8CDC-A21C-B79B-29FE7319FAF9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B6A5F9-AF83-FE3D-F969-84F56D2C02D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F7475-E906-0B45-6223-F0C906971C8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BBDF30-7F7F-38E8-3B93-8C0E407FBD0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BF4DD6-815F-F323-52FD-1439FE7FC5E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B6A870-D6C8-095B-3867-A590BB496B1B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8CE9F51-1886-5186-1197-9DFEF739311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2521DA-3FB1-59E4-C3E3-D6C34CF2DDA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40DBE91-9DF8-0E30-390E-3EAF6124C50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957E58-73C1-6054-CB52-D20597A89CD0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C92AF5-7D69-1E62-A9A1-CA485FFC3832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DE9233A-DF6E-08F0-10F9-4CF6B46CDC06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9BA933-E9A6-F4D5-DA4A-5CABAF996FCB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59B5E0F-268C-FB13-27CA-811191A8232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C4AEE9-D54F-DE1E-DBED-E10CF183218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7307EC2-C3E1-0A24-FE57-22D0E878A2F3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15C1A-912B-6A69-287A-9B2DEBBDE5D0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E2F7DB-3C66-FAAB-3272-BD9F0997072E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B9E8BE-7554-24B4-C8DE-5EE9C081D79B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1B90442-7E1F-7D16-E607-274C93E4D83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BFCC49-A739-9462-844F-629A19820BA3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56F06E-4077-E82E-37FF-7B62033FE5F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A4B2F08-DA04-0A19-B709-BC72695EE467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D62D51-18CE-6A53-FAD6-82096E28D291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E71D0F-039B-1643-1B26-19D05A7DCD65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B845694-2873-5408-2B14-338AB17DD57B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CF98C9F-C18B-AB81-87B5-8D72D8790F7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32D299-97BE-6A21-DE25-409B1C229E68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0AB84E2-22A2-81CA-3E9A-A974611AF01A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4F9E69-56C9-8961-F4BD-C0EB0448C7B9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465CB7-B576-1ABB-034A-88CA6A965B8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4931CA0-790C-B75D-55FD-2CE70F62CB46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27FDA3-D660-A43F-A45C-FEF469D315CA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B3BECDA-D9F4-9F32-31B7-1D78A8388B7D}"/>
              </a:ext>
            </a:extLst>
          </p:cNvPr>
          <p:cNvCxnSpPr>
            <a:cxnSpLocks/>
          </p:cNvCxnSpPr>
          <p:nvPr/>
        </p:nvCxnSpPr>
        <p:spPr>
          <a:xfrm>
            <a:off x="-190477" y="1834080"/>
            <a:ext cx="4564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598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1558B-3C98-B243-9FD1-22F2EA90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B83D-9573-0E93-8BA8-D91E958D9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BE0AD-5C58-78FF-35E1-585C4DE261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CCFDC-93E2-D556-03FC-A2FA40439E9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C13BA-DE68-4371-98E2-992FA1A98C4D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FD3C926-8398-83E4-3BC1-EEE164ECB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3269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675889E-C294-17E6-C112-28D5DE19B82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3938B-A4A3-DF32-4D32-32A43E971E7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95A7A4C-45FB-0F8E-7621-E2D2F590105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954DFB2-56F2-1C6B-4990-07E4F9441E9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79F74B-5DB9-17CD-B2CB-EB379FDBD373}"/>
              </a:ext>
            </a:extLst>
          </p:cNvPr>
          <p:cNvSpPr txBox="1"/>
          <p:nvPr/>
        </p:nvSpPr>
        <p:spPr>
          <a:xfrm>
            <a:off x="-630416" y="1553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B555B-B1FC-BA0A-812F-E35A3C3C329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7653C-564C-8ED9-425C-F718160938A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4E5C2F-D1BA-47A1-42B6-4CCF4CD1D6E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4193B6-6474-E752-E1DB-A055405732B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9660F-CC0B-BE8A-A279-6F2EB306268E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16ED39-200A-920F-F0BB-B50CF1285BE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EAAC72-D7C6-A0C4-2A13-EA5860036D37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B533C7-A184-AFEF-B69D-DDD95A94B5DB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465EA3-326F-1C1E-FB11-D9832A6EED77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E7776A-37A4-6105-65CA-35EBC671EAB5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EF1082C-7F34-79CC-1389-F547613D2D63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03AE2-99FD-F3E7-BC27-D4B4CCFA1C02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0A70FC-0C2B-54B5-8A6C-0E2BCCEEE343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281B443-2416-F857-12F2-97D33B45CE38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E6DD48-ABA1-EE05-69E5-985B8B583FB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14475-9CDA-DE57-5D5E-75EA1297FDE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26D72-7E48-06A4-EB09-6F4B97AD40B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33388C-7A9B-4AAE-82B6-8991A8695099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DCF7631-56D4-6579-773C-C900538465AE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7AC3DB-E4DD-2A62-85CB-AAB0B8E8E6B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8EC9E3-D738-B0C3-AC32-960AC13E5648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8FA05-70AD-161C-86D7-3094033BCE6E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90E8CE-E850-EEFF-9EDD-6E727F30793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22B9E9-F920-7FBC-6189-F47FB57F7971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A5BA5D7-B820-07A2-5E39-B1662E52F32F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745058-5DF1-7CDF-8645-8760E0AE5757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486AF9-8D00-1513-8BE4-79CE6C088A7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2E9CF46-06AF-7916-DB6F-BFD6E25F4BA4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D39B4A0-AF2E-3CB9-D099-8429DE5D0CE5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FC81E8-0B9E-CEA3-BCA6-6E4017AB47E1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0528AC9-9F11-6545-D14E-F3CF36193327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D2A51C-7181-BCAE-DC29-7B381DB20DE5}"/>
              </a:ext>
            </a:extLst>
          </p:cNvPr>
          <p:cNvCxnSpPr>
            <a:cxnSpLocks/>
          </p:cNvCxnSpPr>
          <p:nvPr/>
        </p:nvCxnSpPr>
        <p:spPr>
          <a:xfrm flipV="1">
            <a:off x="-381738" y="1933524"/>
            <a:ext cx="5565" cy="3175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3F54FB1-ABB2-23F4-E55D-ACB74472B2FA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CB70575-CEF8-205A-D18B-A7960B6264B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574936-3679-63D5-150F-7578E3FB1DB2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5A5C0E-B84F-C76D-D232-3FA4D1E77292}"/>
              </a:ext>
            </a:extLst>
          </p:cNvPr>
          <p:cNvCxnSpPr>
            <a:cxnSpLocks/>
          </p:cNvCxnSpPr>
          <p:nvPr/>
        </p:nvCxnSpPr>
        <p:spPr>
          <a:xfrm flipV="1">
            <a:off x="-381738" y="1223904"/>
            <a:ext cx="0" cy="2802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1233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12EE-43D1-7C76-87A9-3D39B998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D2AA-7AE5-C3A4-B57B-B3ECAFD97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6542F-CF2E-5B0D-E500-7AD83BBF4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2ADD1-5541-9AFF-4ED7-E87D7D8A0CD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B66FA-5DF1-E35C-FEC5-6F4EC5137AB6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E109B49-574D-2B70-8618-BCA3038C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033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AC48F3C-0602-8769-10DF-47241CE3D13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E84D9-211E-4340-B196-DF12FE2F0792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7226BD-E60C-6B6D-8FED-2B0B4F04EDDA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7288C28-E915-D505-7B40-ADFF9B4378E0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CD592B-3681-3112-590E-83E8887FCD2D}"/>
              </a:ext>
            </a:extLst>
          </p:cNvPr>
          <p:cNvSpPr txBox="1"/>
          <p:nvPr/>
        </p:nvSpPr>
        <p:spPr>
          <a:xfrm>
            <a:off x="-723900" y="233362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0EB5D-0598-2A5D-E662-32183235D48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A4E77-360D-4675-2FE8-D0A36E7F19CB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A02EB5-E03A-294A-F458-D2223FD0116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12E754-0A55-DDCE-C360-CCED19A39BC9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4D32A91-9232-5807-67F2-F23755E5FC9F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DF25D3-8B16-264C-64B2-7896E5E1FCF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9D8650-F4B0-3796-D186-4948B940940C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386F5B-196F-2D07-AF7C-833E59F38480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128B76-298A-6C1F-CAA2-7B9E117EAA91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A9065D-E015-03D4-CBAC-9CBFD609B5A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D1C0900-4C71-827B-6D3E-F087947F01EB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4E36D-00B0-34BA-615E-8095076E3EC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AD32EF-D7DF-5A6E-6B2B-4F9038CB2B74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0537F6-9397-6813-428B-C3272AD8FF5F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585E65-E6F0-3217-C96B-F893E95834F3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1329EBC-940C-17EB-D913-01CAF61CB85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40E621-06F3-6FE2-EA27-301FFF13AE6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8C0767-38C7-692C-7A34-D35017EBC56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27A366B-0655-FFDB-0B73-A73BBF9CF43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D79876-A53E-E5F8-B5A4-F4F4E783232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227430-2B07-09B3-80CB-ABAA5536B4D7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198C933-7D7D-C728-5FD1-B7354785C4C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31F6CE-757E-F357-0280-5CDBB7D587E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5E13F12-D9C6-BA13-B6E5-EFB23DEB093C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0617A63-283E-D3CC-6814-673D6C85B813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73871C-EE9D-0C95-3C92-BB376EB0CBD4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98E714-4904-509A-F42E-7ED127F71FF1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3CC5A2D-3059-2031-58D6-640F3C9503E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5D4436-915B-CACD-5A4C-1D25B4E31C37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09402D-C923-95B1-E276-C2B41268FC9B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F8A9B27-7E9B-05EF-2F27-3434A6F7E873}"/>
              </a:ext>
            </a:extLst>
          </p:cNvPr>
          <p:cNvSpPr txBox="1"/>
          <p:nvPr/>
        </p:nvSpPr>
        <p:spPr>
          <a:xfrm>
            <a:off x="-795666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53F711-13FB-9372-C151-BF4DB8E5C46E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30F9FF0-6237-E031-9D3F-C3E1E76BA7DA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4324B1-6827-BE73-C433-FCAF57E639DD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12B34D-8AEF-4A11-CFF4-A5C890602D74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71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93FA-46B5-0071-920E-B3F38492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7A2A-75B9-5A6F-2967-3DC52B58A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C30CA-03DB-40E3-E7BF-E00D148ACE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7A82B-D529-6139-A7A6-D4FF6085458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5E071-2B7D-F5CC-85BA-671776E6030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59C9885-95B0-5E50-B020-90F12498C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62184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B1020E5-7DF8-F4F3-C92D-BCFA79F9E9D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930D5A-8DCD-91C1-5476-42ACE5300DC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953AD08-84F3-9C8F-9EB1-5C55C4A6426E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14CFA01-DF66-B1F8-1B76-9A890E59FDB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56656-7A0D-F990-FA36-2D788DDD88A9}"/>
              </a:ext>
            </a:extLst>
          </p:cNvPr>
          <p:cNvSpPr txBox="1"/>
          <p:nvPr/>
        </p:nvSpPr>
        <p:spPr>
          <a:xfrm>
            <a:off x="-723900" y="233362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5CBBC-7E7A-9F8F-156F-947111ED0F37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AC1F7-D181-C7EF-6E3C-55084717C8F9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0341A4-3949-4807-F3DF-07DFB7ACAB4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EA534E-837B-3EBD-6EE3-508972DC98C6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CF8B3C3-BBA3-03D0-F1D0-DE6A86700B4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98A121-01B1-1611-CD29-F4829E5AD87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5F3593-3EED-66E2-3EBE-775A3C6C758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6C8CD7-583E-D3DB-6FA5-E8956245EA95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74151C-0B53-0EE4-EF18-828E47227F59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024BCE-7EBC-DADB-AC2B-E70411D79C6E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D302EEA-F197-3FCC-DCE7-D6B7140B8798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3EB0F8-075A-207D-CAAB-03C2B8E77E1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2C3FAF-CCDC-CADA-69C9-DE8C6D175997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5795143-47C2-3D6A-5E03-6FC9C7DA8B63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379767-F213-E776-D50D-B966E62E515F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AF55500-60C5-5C68-2610-10A6E4F477D4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E35350-6DD2-6E3E-28BE-F2B3F1BE5729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3305E0C-EB8B-1D2B-5CA7-00EB7CAD1E6E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3D375E4-FC30-E361-1787-FA915C20016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ECF3BE-6E84-2B86-E9D4-9025CFD8D60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CF29CB-0F90-9278-9646-CE31DB64C1D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183C0-7737-C7D4-3BD6-18CA541D2C7D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C27FB-254A-057C-8B40-A0CBBEE5E981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6E78A2-FE7D-11BB-AB4E-8AC5C5B8FDBE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DEFB045-6A07-D058-68EC-DDC458CD60AB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62FCA8-7594-55FB-573C-E98E64C4899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5C534D-9614-E289-D42F-32378F1253B0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299953-FAC1-5502-37A6-D3A0A84A746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903A63-B523-AD0A-0DFB-8F931AF94B6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A1B90A-5819-B1FA-B5F4-A709D5279B6F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9928C9-54EF-AC73-8B9B-9B46B99D96F5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862CFC6-B568-83C5-AD37-697C1BDBD5C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E2E941-F97F-1AAD-7C1C-AE6EE73DCFEE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B6EF92E-B74B-7C84-4C04-17628D499117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9696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605B-D1B4-FC6B-8A7C-299C0C8A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9DBD-01A1-A324-65B4-C7FC47C54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9E02B-5BB1-EED0-F433-303C8F1C1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7C5FD7-E1A7-0AEA-CBE6-994EE0033E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7A8F63-DF74-2519-AACB-47283E66BEFD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D1D3410-C60A-C28C-D3DD-31B36F599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0312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CD207E8-4172-C6C2-7D2E-11D269E1CB3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458EE-92E1-4802-58D0-EC1E1C22642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A89FD91-95BC-C2B9-4A95-89A6FDD560D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46FC549-854A-A107-0BB6-64329EBBAFF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BA8B0-9AFA-E8A6-766E-E422962A5CCB}"/>
              </a:ext>
            </a:extLst>
          </p:cNvPr>
          <p:cNvSpPr txBox="1"/>
          <p:nvPr/>
        </p:nvSpPr>
        <p:spPr>
          <a:xfrm>
            <a:off x="-723900" y="2339087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1BF14-B1AD-EC55-63B9-A37FDC392243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F917F-8137-9039-DF6B-8B29C594A512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CFAB03-B9D4-9086-EEE1-3A5C9AF1DB3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3D708F-3A13-36AA-8E18-A6EA8593289B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AC473-BA72-03D9-4685-9140BDC1178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8FC9E8-916C-A585-049A-67F3CCB2612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AF8F66-4980-6F1E-EA69-C806693E3B2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20F1DF-12C8-6DE8-6481-6CA76C1C4364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9E5FC6-B1ED-1854-1D56-049E59D5FBBF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5CA52E-E573-69F6-7FE6-5176B8A47ED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603CA5F-724A-A289-7D3B-ADA3E944D50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34B68-3995-D0B3-0028-055677F7EAF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D2954E-2EB2-63D8-ADA0-CF42570C0DDD}"/>
              </a:ext>
            </a:extLst>
          </p:cNvPr>
          <p:cNvCxnSpPr>
            <a:cxnSpLocks/>
          </p:cNvCxnSpPr>
          <p:nvPr/>
        </p:nvCxnSpPr>
        <p:spPr>
          <a:xfrm>
            <a:off x="-1257300" y="2583600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56C876-D79A-D2FC-B572-9BB40B748A8C}"/>
              </a:ext>
            </a:extLst>
          </p:cNvPr>
          <p:cNvSpPr txBox="1"/>
          <p:nvPr/>
        </p:nvSpPr>
        <p:spPr>
          <a:xfrm>
            <a:off x="-1932755" y="54416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856D12-FA38-3358-1754-505429A223F3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5A2FD95-506A-5911-C6B5-3E49C137EA1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E452B5-7924-2A66-D6A3-4C1ED94886DA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5B6F4A-CA34-EC37-64AA-0E75875D4360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5E1CE-F407-0A09-BEC1-A1127642A387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1B6E0-7FCF-986F-CD16-4D0E0EEA237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5102B4E-360C-53C7-7434-B526F6033B2E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9FAD9A5-9104-9EFE-CEDB-DC9E132FFF6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A658C6-7F18-E486-83AD-3631466D6B26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838C15-1F50-90A1-D6C3-014EBC163747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F8A5BD9-0FE7-77AE-E0EE-399D36D3B4C9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7DA8CA-A77D-FA27-DE2D-22F81BF4942D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FACCAB-92D6-2B0C-9807-E000C94CF208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CE4A21-F292-6044-DBB5-8E2ACCD3629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9B7FD5-6290-4B16-3FD3-A03D34B221DF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580578-44C2-C524-F74E-882364528B04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232605-539F-5DED-EEB6-94413757EB01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8FA8A02-ED30-7829-8B01-A695CFD978ED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936400-C37E-9E21-94C8-A0102749464A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F90035-D5F5-D1D2-F0BC-3461ECA4681B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3B641D-42D1-B59F-E19F-4E6969251483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8419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C765-264A-FC7E-6D7D-7413EFC7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9439-350C-9027-C611-A3F1EC709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FDD1E-3CE8-0AC0-3B23-F50A703E3B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BCD22-5A3F-52AC-9379-6411355F849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1A210C-F8AF-B875-456A-FF234DAC73CB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E5BBEBE-8727-4DFA-1DB1-3160A71AA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8895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097F52C-51DC-774B-8F5E-8CF15133D5F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AAEF8-E598-7EA7-5F35-A153C2E0AFA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1419B40-D6F2-97BA-A5B5-CB2EEC0BECA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2C2B2A1-5F3C-06EA-814C-CFC8C760DF96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176CCC-866D-B724-115A-EE7C0A642D52}"/>
              </a:ext>
            </a:extLst>
          </p:cNvPr>
          <p:cNvSpPr txBox="1"/>
          <p:nvPr/>
        </p:nvSpPr>
        <p:spPr>
          <a:xfrm>
            <a:off x="-1767505" y="2412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EDE52-2870-35F1-C1CF-65ADD590013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AC254-E88B-1E69-E6B1-C4498DAC3205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FA09B2-0A7A-E927-DCB0-C04CC7672E8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0EDBFF-2230-D73E-4519-5B3201974F4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E5FEF3B-89BB-FE53-20FD-818092C3C9B8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75DFA1-2600-989B-24D3-45803FD4564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504CBC7-C1ED-853C-73FC-A8121375037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7EF849-3D67-7D8F-CE08-D2E25BE82764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81AA3A-AE4C-3E39-BF38-371481933306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565992-3E96-F2C5-678D-8B803C68153E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C64B4C8-1DD0-B77C-CE84-07986132319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1F252E-2164-9933-8D2E-75CB36895AAE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20B0C9-23A3-4ACB-AE9C-F092E189A742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B9E9F17-0D62-CD45-F8C2-B318DF3C193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37E489-8CCE-62EE-5FB8-F5706617D2D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AA1710-232A-0F96-A880-5D2C509978D8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6099894-FCEE-E9FA-D303-10A605C0F084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F3266-D95B-0D9D-232C-A3B97FE621CF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9C6157-B71E-65EF-D020-51B29CE0F87B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7665815-12BD-CFE7-E888-4FB5FA95CC7D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D37A10-5B06-03AD-76B0-58EA30866293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8D4E03-70E9-EE33-AD01-D17D218620DC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AE52DA8-3542-7611-371E-9D1E0AFABA1E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A39D2A-F7A0-0354-C868-300304B5C696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32CA64-F7AB-1A0B-C0D1-A3319FB6EC04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1E0BB5-5B9C-461C-E060-74DF94A4CFF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901737-DCFD-5C01-0CDE-ACB240569FA4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92360C-CEED-3B7F-406F-F49656021C9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BCD221-80CE-A5C6-998B-6C5AA924ACC8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66E8B17-9823-D1BA-0B50-772F2E0CF1FA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D47A8D-AE81-8C31-EDF1-8A70595AC53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692CED-ADEC-92F4-AF88-10203AFE2B43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B4D582-D6CA-B9CE-F428-D680984E72D7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305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6642-0D82-5F2B-6E0C-B7DB5928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52AC-6B99-7285-489F-EC0CA0FC2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EBEC1-FFCB-90A6-5C33-9CFDA5B32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96038-55EB-0F16-A500-5CCC524C842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0F1CF-BEA9-3A7D-86BF-E511A2A7E5F9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E79EC48-D888-9DE2-1D38-A9FFA5EE8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4151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619A594-9EEE-5099-22BA-26B8981F6C4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036E9-D0B0-DA4B-442B-62F0DA7C37E8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0485119-7ED3-2CD4-501B-2BD8548C287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2A505F6-B0E7-E907-D8CA-88AF4982996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95854C-AEC6-A4FB-38C5-B885163A9563}"/>
              </a:ext>
            </a:extLst>
          </p:cNvPr>
          <p:cNvSpPr txBox="1"/>
          <p:nvPr/>
        </p:nvSpPr>
        <p:spPr>
          <a:xfrm>
            <a:off x="-1767505" y="2412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C9031-1117-9E57-B1E9-1321D6D523A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A6673-7835-3F59-39C1-B938BC8AFE99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C98239-77B8-FB84-4199-B6FD3ADD55F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FAEF99-6E30-F015-709E-59BE70F7156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49681-1BE2-C8EC-5805-568E5675E9F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FD29C-6F5D-45D1-E18F-C4BC4CC53BB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D6CA65-31CF-F84C-B6B2-022FA2CB7EC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5994E6-C380-EB9A-4A3B-8773F7288633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D14AAE-AC3D-74BE-DE0D-357145FB408D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764BF6-9998-1972-38F8-E5BEB2AFF112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887E831-67E1-EE3F-39FC-D542C566213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269A0-26F0-131B-607D-9BF1A84C18A9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B6119A-B0A8-0E59-E49C-A832781562E8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3E8C959-995F-F616-D3A1-165755B42BBD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FD73CC-DD0B-F19A-6CB1-7412CFC627C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C49E21-ADE5-B685-3C04-5CB728333370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B85CE31-ECFD-E6A3-21B9-B5D7BAB92AB7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82545A-6335-2A4F-8367-D9C6706A4147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6BD97B-7C59-D3A3-690B-28382C84CD39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021157E-59DF-A3E7-B5E8-72EC8D4E3E7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F3B7B9-6709-2C71-9984-0C501B9A472F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16F22A-90B4-46C6-DA97-B59B7D23A6E7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0498FEB-8055-0895-2839-EB7A5662AEFE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84BE01-CD14-7B25-92E4-5FC761E0B8C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286E5B-B713-3770-C935-2EDDC7317562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0D4D5B-77E9-175E-0C8E-443BD8D011D6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E40481-DB1F-D99B-3304-9842D030AD7B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754A5E-5317-0849-0FED-2F70D19D5FFE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D4AA04-3F63-B3B5-9587-769E5A203E3F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6C90721-45CB-1E00-7C26-48F79CC289F7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3DF8F0-17D0-83CA-4FFB-B24BD7CCF14E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DF45666-A639-FA67-E7C6-5DE20CB69080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459EBA-3867-491B-597B-5473DF9D542E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C5944B-0A4E-2665-EE70-C5079E4E558B}"/>
              </a:ext>
            </a:extLst>
          </p:cNvPr>
          <p:cNvCxnSpPr>
            <a:cxnSpLocks/>
          </p:cNvCxnSpPr>
          <p:nvPr/>
        </p:nvCxnSpPr>
        <p:spPr>
          <a:xfrm flipV="1">
            <a:off x="-1346200" y="1909537"/>
            <a:ext cx="0" cy="4222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9919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7B33-879D-CB9D-E4ED-55C2ED34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A394-8A97-9FF4-0614-93646482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1432F-F99F-64FF-ADA4-2B839A1BC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88387-BB1B-5343-789C-CB7C80EA5B9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25E6E-D553-F11D-B3DE-C47591D06C06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294B65-5CAC-37C6-54B8-0D1919E2F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4732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9268F8A-4AAC-D18F-2E91-3D606550BC8B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BA6068-CF3E-E4D2-62A0-831E666FB85F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458A38A-76BA-0F4D-23D2-8C6EB76C2FF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D1FD9F9-07D6-157A-29A5-C209B59C51A5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3651A5-B66D-373B-380C-42DD5212D808}"/>
              </a:ext>
            </a:extLst>
          </p:cNvPr>
          <p:cNvSpPr txBox="1"/>
          <p:nvPr/>
        </p:nvSpPr>
        <p:spPr>
          <a:xfrm>
            <a:off x="-1767505" y="241279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EC3BE-98E8-7D38-DDA0-52949C7530D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A0ECC-34D2-C7DD-233A-3B0AD8FAEF6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286DF3-608A-4882-B878-987FF560FF9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923352-16EE-E40F-5B38-7DC9D2B07EEB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A53592-4BA5-DD3E-F128-5BC611208A0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866D35-DBD8-FCCB-37C2-41FDA7678D69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77AB8F-7BFF-619A-D92B-ED695EFDA6B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25FF1F-45A4-F460-9CFF-DFD6E1FC5294}"/>
              </a:ext>
            </a:extLst>
          </p:cNvPr>
          <p:cNvCxnSpPr/>
          <p:nvPr/>
        </p:nvCxnSpPr>
        <p:spPr>
          <a:xfrm>
            <a:off x="-1516045" y="1998329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745BEA-9B77-9928-E271-42BEBD89ADD3}"/>
              </a:ext>
            </a:extLst>
          </p:cNvPr>
          <p:cNvSpPr txBox="1"/>
          <p:nvPr/>
        </p:nvSpPr>
        <p:spPr>
          <a:xfrm>
            <a:off x="-1976420" y="478450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7A92E6-19CC-C894-0586-A2863E8E622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9D9799B-9057-6A64-BBAB-6DAD8E56792D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534A2-D772-877B-7E48-8D07063E015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856B1D-A677-822E-F5A6-942F1105BA0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F59F4CD-E615-90AD-B8FE-A4E218304565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BF16DC-168D-E7D6-C762-3F03680C753A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DC9A65-B186-C28D-2FA5-6D9C5660D91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3C0B4B8-B2AC-F91D-3CF6-26BEA2ADF88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25D8BE-608B-823E-952C-53391AD9687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EB8A70-F62D-8C99-EF98-3C99E61D7205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18B7A29-E9D2-B10E-F34E-7D8612FEFEB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F8031-72B0-F87A-3B5B-697F8806945D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D5595C1-FA40-AF1F-3690-F3BE29FF41E1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8DAE729-E0DB-BEE5-2429-9ABAB35003C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DD55D5-DD11-9730-8946-4B30D7A2770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708FCF-6FDA-3D50-ED25-5031B7FA8124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77047CC-ECDC-A724-875F-7CCF16D8A3E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807D85-0B59-3CED-2202-A9BEE74EA8D9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1B6B65-7ED0-6E78-BC64-7362453F6FF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36BCB0-344F-AA2E-3C07-9A59A69416D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8107D30-F01A-80C8-C9FA-4BBA04E9510F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D7C52F-A41A-37EF-2A66-DA8D0D0F573D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D15A5D-C9FA-C2CC-E033-40CD5B642258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194F08-CD44-EC0C-F771-036F1F32F0B1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BB96BB-D423-36FC-D35A-BE199E7D02B1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1238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7003-EDAF-C5DC-AE29-13A8AB44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D2AA-6D55-964F-007C-DCC3A49DC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E570C-3F00-DCCE-BBBB-B9BDD42C4B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6D9E1D-D9E3-74BF-19B3-FF4784E1C8D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4A83C-5114-1443-654C-D292912D3694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38659D6-045C-E3AD-CDEA-95E62BD2F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65712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C8A993D-4471-B11A-4FD0-CCA7353E4BA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DF243-191A-46C5-E732-D4BEE4531A6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4639CC0-DA09-76E5-7750-1188C3F08DD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E2049B7-1978-70DD-7167-24AE1A48197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715F56-9914-4240-E7D5-0C6572E95E4C}"/>
              </a:ext>
            </a:extLst>
          </p:cNvPr>
          <p:cNvSpPr txBox="1"/>
          <p:nvPr/>
        </p:nvSpPr>
        <p:spPr>
          <a:xfrm>
            <a:off x="-1753930" y="16647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D852B-9C30-3E1E-835F-9D9F6AAE8C1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30629-5143-F1ED-F790-07529A9EC1A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D9F301-22C9-1804-2E9E-6434514E00C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ACFE77-D05C-300F-A68B-EEF958FF462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2EBBD-326F-5D77-4856-37B0D4E2F89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E96FF9-88C3-44CD-B9B9-99BC080C6AC4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7B889A-140B-82E7-519A-7F9FBCFDF97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E5AB88-67E9-C8CF-0C01-639DC0F49ECD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FEBD48-CF98-AA1C-E9F1-FEAF0BF08D8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BDBE11-84AC-09CC-1180-790AA686BC13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844BA8-5B19-437C-95DB-FC714FE8D12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579B1A0-70A4-00C1-484A-A7EAEB4D8EAD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E0A87F-CA85-4584-0EE3-48E1EC5D9EAA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2427BF-A49E-1578-72C2-C1C1BD33A0E4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341C827-E250-2D58-C990-E527281A69C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2C6DC-13F7-4B18-D62C-92D9FF471AE7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7EF8E1-C4A9-2933-CE4F-E5873F953AE9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744300F-DE31-682A-E12E-9A1C2C7C625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681E4C-04B8-C6F5-DA91-2222E72D51D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1F00D8-8E78-E603-FAF3-F5BF58C1CFEA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78D8EF1-7C12-AF36-F4EB-0E050F468281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D74B27-62BE-3D82-4544-BCEAF71B3D20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B045A5-F323-D152-0A3B-9092B5EC800F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E43F125-675D-1743-6235-BD8248EBC18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8CE711B-305E-2597-B221-DFC2C5A869F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EDF9DA1-BA12-6E11-E778-26C15DE8F6BB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091DFC8-6C46-9778-E9CD-8E1615C5726D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DCF352E-E2A7-42B7-6004-C44379BC7D49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FC657D-6F2A-4643-607C-37F80B1437CD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2601378-8FA9-1319-D269-472D0C45ADA5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5FB4D1-4417-9947-FEAF-BB9A74D648B5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6D6421-718B-41A9-E749-5B36E6CA91E4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2033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F8F3-8A81-12D3-15C4-B7D01C31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9371-36BF-918E-1C1B-5B71514AC0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E4EAB-BE6D-5112-24B5-A99468B90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27F77-EA51-00EB-A972-EF361005D16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BD4E0-4E37-E441-A4C2-D6EBC2028A2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22CDA81-4B30-8A46-0A85-BEE3B5DE9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4439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2355686-2450-F2BB-6E1E-7453483B83A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F43126-50A5-A526-C3E4-D17AE8C39671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D804084-F99B-4587-DF0C-2EAD80E92D54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13E0EDF-2679-BC48-1D6C-6A7D9C1268FE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203D3-73B6-D56A-B194-D3852303A0C3}"/>
              </a:ext>
            </a:extLst>
          </p:cNvPr>
          <p:cNvSpPr txBox="1"/>
          <p:nvPr/>
        </p:nvSpPr>
        <p:spPr>
          <a:xfrm>
            <a:off x="-1753930" y="16647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2B36D-49AB-F9F9-4960-0F6C118867F7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F32B-C776-5746-A2C2-6D569B2DD5B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14C03B-8955-E755-A85F-1EC3064531E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ED76EC-352C-1DF7-249D-F10913035D7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9E246C5-48BC-A14C-CD6F-F2E82CE2D62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6B82B2-7A06-8EA1-FFB6-41192A92A332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4D37B7-1145-75E4-978B-17ED93898F34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73DFB3-CDBB-EB04-0536-D199D70E998D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BA5DF07-8064-0196-3EBE-145921C497B6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90FC4-9E4A-84BD-B42F-FF2778C0C8F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2DD279-B2A0-257E-1971-BD31E0F503D4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379A5C5-ECDC-DAF0-1E5B-528B435FFBF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EA93FB-42F9-1E67-2D00-93BDFDE1E954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738CBD-ECEA-C90E-4982-FF4A3D8D22D6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61077-4E68-A99E-B2CC-1C28D6BB385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4152A7-4885-C8C7-6F38-0FD053022A0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BFE0A4-718D-4C53-836B-8DC5B12B4DBB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26D9449-914B-D15C-130A-FD0C4AB2510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3867E6-B01F-A0D0-48FC-9B453912240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23494E-F330-9088-49E5-ACFF98217AE8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BBFC106-47F2-E220-8546-65791A8C08BB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0F5357-2706-750C-9C50-9A9EC1FA3A6C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FEC760-7117-2B70-FC97-5CFAF59933E6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2947D6-D3BD-5B70-1E77-3C21A59A78A2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73DF00B-D9C9-63A9-5D84-E1497AD1250E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37FF93-E229-208D-5F3D-CDD89E02F358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ACDCF7-A70C-E534-B09E-6472D77712D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4219EAE-70A1-C19C-940F-65996B339F4B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2FD18C-E7F0-C986-04F2-83A4B3F0510F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CD0A50-FF91-C5E5-8A6A-BC9938425B8D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163AF2-9150-1041-1982-B8314E171628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EBCE7D-A6AA-1254-8B45-918528AEE898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759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B685-8450-27D3-7ABF-501151BC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1438-CD77-447E-6652-71FB00D01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CDAB4-6CB6-F4C2-B3E1-A3D0DD3B5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34B14-D216-0898-D4E9-EE4687557CB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2F190-1B32-F794-CB09-43DED2033E0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87FEAD4-F812-5E3F-2132-C418B51ED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2594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EC22A88-F8FD-C078-5AB0-51A9BCFBB2FA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A9B607-7D76-E859-384A-B9CD4911F068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5C1676E-DFA7-328E-0835-77D6AC41493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1FB6F9F4-E592-F923-9ECF-0459223DF8F0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3FA29-FFDC-B6BE-8DF9-749A46D5E472}"/>
              </a:ext>
            </a:extLst>
          </p:cNvPr>
          <p:cNvSpPr txBox="1"/>
          <p:nvPr/>
        </p:nvSpPr>
        <p:spPr>
          <a:xfrm>
            <a:off x="-1753930" y="16647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ED008-624C-131D-3789-CA6B83A6F6F7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0FCE8-3E26-2C96-C929-E2E3AF921890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7730EA-9447-A286-956F-52FD241E5B22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FFEAF9-BEBA-9118-FAD1-2FA31002DBA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20563F-68CF-28E8-211C-7BE1AC839674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3831A2-342F-E310-C8C7-5047BE4261A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606E19-9C4B-1298-8A2F-4914E53E9F12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4C4DFF-635D-66B7-D316-1287FF0ADEC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1E155-A278-B756-862B-BAFD71D44E24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0B8E8-9484-2621-0DE6-DF3A6D51823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6B7BB6-9EF0-8800-B7AE-B2589B6F8B12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E597029-E630-37F6-22E4-04D9C917D02E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0BF715-732E-23D5-2B64-1D2C42BCAE1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6ABC85-D8E2-0130-9E40-B3EFFE04B782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C48777E-3D6C-018C-E79C-D5EDD5CCE7CB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F58E97-0B42-67E3-A0BD-30CCBA0529D2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43AC97-5C30-287C-830F-FB3ACC0172C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6C6B731-AD22-018E-1DB4-E4C4AF4E39B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2BE3AB-4E90-C3CB-DFAD-19CA53EDC47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EB28CF-3B8C-7D96-810B-E54BA7A1C5B9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6CC7776-1AC9-83BA-19DE-C32ADB1FE066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D4FE87-8EB1-5343-C117-9F1AC8C7C27D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B0A972-B7B6-6DC6-E1CA-44418CB215AA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5D40E09-5EF9-E59A-40BF-6483495C686C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09F842-7D32-E472-AD19-95CAE7D9EB4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5957B6-744E-C76E-B312-B81CDC481649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376D68E-8DDF-0A9A-4435-5A094C1AD79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3DFBB5A-FE34-4B49-1757-3ACA079331FD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8E13A-AA2A-1AA8-703B-94E9825F58B7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C770E24-99B9-77B2-7D60-08D44B953354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DAD541-D44B-D0DC-322E-0D4F3DCF1C52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DB98BD-3463-813F-BF07-5F45FCF72F3E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F8CB49-A527-6A52-927F-29E8784C4683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7669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B07B-2A6B-8134-33E4-473ED90D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D5A1-B0A8-B9BD-C3EA-1768A24B8F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A5296-B196-6989-0A13-195ACA540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9B376-EEA0-DA0D-0749-490FF9D95FD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5FE181-E91B-1612-0BC4-53CD53E637D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5142D72-4005-E201-8832-F351E8114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21656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1CD8327-0B82-5990-4569-5C29EF28DB2F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AD736E-A986-E44F-C6DB-92E5B8570292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B5AA736-AED4-83C2-26CB-AC6FC1D362EB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1BA7FAA-7E71-08CF-20D4-B9BF2692A9A8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E602BD-4088-FD33-5ACE-4FAC378A33E2}"/>
              </a:ext>
            </a:extLst>
          </p:cNvPr>
          <p:cNvSpPr txBox="1"/>
          <p:nvPr/>
        </p:nvSpPr>
        <p:spPr>
          <a:xfrm>
            <a:off x="-1753930" y="16647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9C4D4-49CC-99FB-BAEF-C417A8A5918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EC59-5DB5-5392-3589-A7120213A1B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3F8AB0-C246-B2CE-2B62-F4C972D4ED1B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57DD38-8D32-22CC-8C4E-3CCDA571FC4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2D1C3-56F6-F8EC-5F96-9BE52CFA2E59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812C63-9971-29C4-E4C9-7941A291CCA1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E63539-8B8B-D483-832B-071476A1960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DFC6EE-FC12-016A-938B-BFE2960D1765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8E57C-EE2E-AB73-A5B5-A27D1C33B738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6DB25-4726-9069-3552-1CE8EBEF419E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C2DF10-D523-41C8-2F37-08F214B660D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90638C5-7479-6305-7A4E-232E58224C51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B54F5D-6E16-4E44-6C84-846B46BE7E53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7F6ABA-25C1-4C08-81FE-93D0D03CA6ED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BFE16F0-ABCE-A2EE-ACB5-A7C68204B91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267ACC-4336-A83C-DE60-36674A2A5F18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F1DA95-B15F-B775-EE42-1C991F9C4099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B135855-96E2-DA7C-5B44-16AD584DB0C1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962323-51A3-3AC1-0893-8BCFBAA5607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A323C4-B000-B2E6-ADB0-7A4BA690EA0F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E9162A0-113C-A23F-5D71-6F2B92EB275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50BC6C-660D-2F18-A362-63C01C873678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33A888-1905-2E91-D696-94761E2CD7B1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57C414B-D4CF-76C0-D93B-B904FC46F27C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E40617-9CD5-36B3-B0D0-20D09E75A1F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752E0D-76ED-FCFA-3061-DD3977201D44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A4E303-1A39-1763-6F65-5507E484304A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BA46CBF-61BB-E374-010D-81C431D262A2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58BD04-5C14-E5C8-F7E9-2397FC87CBDE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31A15D-D39A-10B5-1D15-6234084AF266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82456E-A8CC-75E1-8F0E-25203CEF1668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C55FC4-28A7-9CC3-825F-24464AE431C1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E6CD61-A042-ECEF-5DEC-43589D963565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1FF971-A297-8644-A903-ECF1EA84D4EE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482590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1962-2737-ECFF-2733-17D57E53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EEF74-0C10-74A9-A3BC-9D29D24496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FFA17-5F60-D2F8-BB93-BBDC76025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2733E4-2C01-2984-871E-6CFA6A8F40BD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1FF13-3518-B89E-865F-3F9439A81604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84024EF-C296-5316-2923-063A32C67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46693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9B21083-15AB-3B11-9AE6-338DD4AA4DC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42FA6A-6F00-69C1-D902-9F42EF29DE0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7AF0632-22C6-9B0F-ED63-6F2AF64C9189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A288B26-D9EB-9095-8493-CC4471CCD09A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AE9D29-D82E-10BC-C40B-3BAC6CCEE580}"/>
              </a:ext>
            </a:extLst>
          </p:cNvPr>
          <p:cNvSpPr txBox="1"/>
          <p:nvPr/>
        </p:nvSpPr>
        <p:spPr>
          <a:xfrm>
            <a:off x="-816275" y="164407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07B24-C944-3A59-D293-FAB69A3CB72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1E527-3A87-FF58-F66D-15B46427557A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49FE4B-B947-FA08-5453-78675FA9FA3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DC4E6A-21A3-AC07-0ABE-7F19D8BBE98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E3BABE6-61F1-9861-C362-905023CD18C9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C9EC61-DAC5-AC53-0DE7-101CED93D21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30BFF0-82F0-8923-D49E-E8C2BE546ED4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7E5B08-1F82-46E0-001A-472D3BEBA75A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AF4C6-2F63-29C8-F8A8-C9FE1BCFF91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83553-0101-7B1F-FE58-70E21496DADC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B64F47-3FDB-413E-AD26-8C6C527C3EF7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84E75FD-B91A-66A2-5DFE-52D5C967ABC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448F5F-CD8D-40EC-E8E3-A2DAF1BA5829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89CEB1-0E8D-4729-316B-3149AF1F97C6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864D9E6-5C0C-DF32-3D92-CF17FF27D9A7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AA337B-D549-36B7-D1DC-83AD8A322EB8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7C0010-83D7-73DA-B7B0-F174DD2C9FD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F8AAD36-D7AD-611B-9C23-137EDC99DB9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91013B-3C05-B599-2611-4A5BBDCAC6F2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32FF6E1-F66D-D5C2-589A-88EC386974D6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BF72561-0610-47A7-2AB8-59B5B2C2F44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A518B4-0F0F-B1FA-092B-12954F22AF02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501387-9893-2628-D25A-17743E4F0DD7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195D1DB-9646-D080-F793-68B172E2C788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ADC5191-CDA4-8BA5-9C4D-CCE20BEE211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9BD97BC-9ED9-01C1-A985-2933B942E62C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E205CF-2BB5-A931-5B80-85940EF9D7C4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6834877-FC9C-1739-DCA6-3EEC6FB0C2F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7855DA-DD94-00B6-1732-A7042C7A0D4A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E3874F-F855-AE5F-D426-495A00198FD0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444911-370F-969A-4EA5-94D5085BD61A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4E6219-DB9C-E4CD-2D67-F678C79517B0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1564A6-53DC-C3DE-69AD-90AA45CAB94C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3C211B-DA0F-CCFF-F6C8-CFF7778B15A3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055C73-237D-2A69-486B-426A656C1F1B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1093350-522E-1C5C-E8FD-35DE74AB13E3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</p:spTree>
    <p:extLst>
      <p:ext uri="{BB962C8B-B14F-4D97-AF65-F5344CB8AC3E}">
        <p14:creationId xmlns:p14="http://schemas.microsoft.com/office/powerpoint/2010/main" val="31749184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3CA7-1C88-A53D-FDB9-F7ED9503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C19A-FA0E-28A7-2B5C-8F9511524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10CC6-8893-E4C6-24CD-2C826078E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1CDA1-E119-2AB0-B420-F49CF57D338B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57724B-0868-0ECA-22D6-94D3D941F63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0A10BEC-2D87-D3C2-7FC6-10725EB3D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0148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2FBD3BF-CEFF-C09D-B4F7-3A3D053A3CCB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3F778-E22B-CDB8-B2E5-7A0E8241D25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C51B6E7-0FDA-9761-E7C6-028E2995563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6D44DAD-6226-0884-3775-6B525F963565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F6DDEF-E920-B68C-A360-C6EA64E10975}"/>
              </a:ext>
            </a:extLst>
          </p:cNvPr>
          <p:cNvSpPr txBox="1"/>
          <p:nvPr/>
        </p:nvSpPr>
        <p:spPr>
          <a:xfrm>
            <a:off x="-816275" y="164407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280BA-5182-D5B3-D918-AEF78FE3754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82BFD-C9D4-9B4F-AE0F-79ACF1BEF165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C9757A-80C4-58EC-9AF7-9690FB4972BD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132847-A6D6-88CB-9E1D-61F02C5AD2D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02F3D-7711-652A-71C4-7B20FDC02AD6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22791B-1253-4AB0-4267-119106F8C4B0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B65DEB-643D-1CDB-832A-7A29AFCF58E0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B2F884-CC8F-8498-014C-7DE0DED9ABB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705A507-7FE1-A737-8136-0B60FC837B4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6A2CE-270F-AB18-8F60-88E1E4DCD443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0F104C-A237-AF2E-A7C7-0F3F658E14F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5C44679-144F-9D1B-44B4-2148B405D054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AC7558-A768-E132-DA2D-DF56072A76A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951696-002E-1B76-3C87-55848AC0A95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80C3800-9027-FDB1-0330-AE9A451F4D9D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65D02C-A692-FB8C-1F9B-2E0DB8E3D4A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CFCA1A-A320-23AC-39D2-6E3F1942A154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CDFC022-FC09-6BEC-36D8-800AE9EBD054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D6EDF8-99A5-46B2-D6F7-929664D540B2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8D5702C-CB7E-E043-2601-AE7543D1DE0A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44E1B68-7982-C85D-B924-DA2F119C29EA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70A1C4-3825-2BBF-8050-CD31D10F780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1B565F4-3AB1-CD3E-4147-3EF06EBB896E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DAD8AA-5AAD-3328-6F59-3FB9440E707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218490-301B-D419-3C76-BD5463E01BD4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73C443-899C-F275-D285-B54477D72CD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AA5C97-73D6-76F6-AE8D-6933050C6F93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EBD335E-73A5-CF37-B88C-B017BF98843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A5AB64-7B9A-9D2D-79CF-0B3E772174D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DCDA89-E88E-31EA-3FDD-3DEC95118B88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0685A1-796C-3B7E-D4D7-3D87D5C94286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A2A24F-EFA7-72A6-8FA6-E66DD105A12C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7287E5-69BF-A8C2-C08F-B72207FBA9F7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B8B9ED-535C-01E7-2E16-2F108A73D090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0338B2-809D-FA14-CF21-E618A1D70199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87F6497-BF4F-8A13-960E-ED4F7858E7B7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14A1D4-2E1E-E3D5-43E2-C08E85252425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4212480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6D83-284C-FBA0-9462-C615635F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BFA5-6053-D1AD-EACE-717A12682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77DCE-A33F-0232-5DE5-F6C989CEB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B941E-6723-9368-0CBE-40861F17AE75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3189E-0C9A-635A-03F3-DF04A24F1116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5B9D3E7-82A0-EBC6-7B7C-156A33FA9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56020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1831B4B-6BDF-075C-734E-FADEC82D3E7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8C61E6-B825-8308-2A04-82B04FEF048A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3B2E144-3EBF-722F-3D89-CA7BBE248DD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92AF6FF-AE54-6F74-9254-ED39AF89FADD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111157-63E3-D7BA-B639-B43D7542D727}"/>
              </a:ext>
            </a:extLst>
          </p:cNvPr>
          <p:cNvSpPr txBox="1"/>
          <p:nvPr/>
        </p:nvSpPr>
        <p:spPr>
          <a:xfrm>
            <a:off x="-816275" y="164407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76942-145C-D9F3-0066-A3F1FBB93CD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FF3C8-58A0-D4C9-3C1E-884EBC5717D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5AB1AC-C8D5-88CC-6893-406BC4649F9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7E9905-B5EB-CAE7-F865-0A38294705B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807FD-B5EF-B7CD-72D1-F797771FEE00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1C1C1D-FFF2-1258-8805-4A6474A6A507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DEF529-BD66-3FA9-C482-A95EECFDA0F8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36E37C-F6E9-9C6F-5817-AEB554EC721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96E68B7-BFE3-C662-E0B2-C057F5559D8E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2CE0E-8F54-EB46-EFDC-5359BBD5354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7B30D9-71D5-2183-F8F8-93D26139A024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D1E25-EDE8-99D4-0BC6-82FF1D3BDDD4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E0946-6DF7-1FF6-2EFE-6C1F3FDB731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B8E8E6-EFAC-C2E8-0B59-4BBDB083AA4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CD0D9AE-E96F-1CEA-470D-3CCAA3E7801C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C3246D-9CD4-8A48-0AC1-38DBF0F28AD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840412-A21C-F347-2E21-8E98780B44E9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A1D53DE-44D7-4968-53C8-3E15B84F7B6C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193C81-66D9-BC77-7D35-6D1EA8DE5AD1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FE5C327-4A44-5700-F543-B2C35DB56AAA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C1A136C-FA44-4D9C-34C7-7D2B9D7D9F2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3F7590-E22B-ADC4-0F02-08BB14F95BF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F8E2A3-249F-EC03-EEC5-4C2E4AD61EBA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D9F441-D3EE-0CEC-8B55-36765CE1A35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234968-71CA-346E-0DF3-0836042818F3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1CEB03-83E9-5661-74D3-DD815AF6B469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A68A7F-6889-EBC4-8D4E-567857DE45DA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EC64643-FAB6-454E-AA01-C39A618637D2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E8EEE8-CC65-C284-CD04-7B77057D3D87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697B09-9131-E400-9642-9A71F411093F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9EE8E5-8905-6DA3-9861-E9C375E7E4F4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00E616-76CF-2915-0B6D-CE11A61226D2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4BCF42-72B4-3D20-4B8A-D23CEE61ACC2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371830-5B5E-A104-D8DC-B33A520402A3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2A7F90-8EFC-1971-70BB-39D465E81EB2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BAB282C-08C3-2040-D633-0448A69985E6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E5A97C-776E-A54E-76AF-42DAA11AA68E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64BD1B-8790-2C00-DA4D-F3AAFD6D30DD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0657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6E30-7E48-CFFA-C647-12FDF67D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D157-F2D6-F8B2-F03D-3851E02B1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54E93-BDD7-CA6A-B6FD-CA3F15CAA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9B8193-F399-E953-9557-4B23A9265275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F426D-EC05-8506-B550-F4D7ABA48A2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8959CC9-D0B3-6EE7-A20D-47B7CE678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48866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53416DB-9135-5447-2992-E9C34808FB8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084510-DD25-C029-6945-8D3C78B78AC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718BCA4-BCE6-C636-349B-E8B875BA5A5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EDD91FA-7A12-00AA-63EA-213B859A1602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6E266-2E96-7686-2F0A-94BF051DCEEA}"/>
              </a:ext>
            </a:extLst>
          </p:cNvPr>
          <p:cNvSpPr txBox="1"/>
          <p:nvPr/>
        </p:nvSpPr>
        <p:spPr>
          <a:xfrm>
            <a:off x="-838784" y="162036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94286-0C1C-E262-370A-A7AEEE1551E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61689-0490-BE18-AE65-FB107685510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363137-264C-6178-C359-91FA4076D30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5A9381-6014-6B85-40E8-B29A3B2746B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2BF743-91DF-2F4C-9B32-DCFC8A2CBEB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162DA1-C588-E35D-4FD9-EB771E8C738E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1B965B-D6A8-B8A6-E1DB-454E76CB255F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8A8683-CD97-E1BB-68A8-9CA1900D0978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30FBD-35FE-2386-DB1D-65DA730AB724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B9450-0E85-B84C-2991-740C15001015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08CB13-D9BF-593C-34CE-F80EC83DED5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5E9E217-660B-EC18-037C-8699A50A325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EEEA19-EEF7-1FF6-A92D-DE81F3BECA58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A22D4F-BE50-C2B6-D2EA-78A17CC4DB47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E6547E8-F7BA-63E4-51DE-BC76296A082A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57B01-1089-669B-3126-4646214ADC4C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2B7D38-F7C2-09D1-EE8E-F01BAF97599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EA4371D-DFE9-AF2B-59D5-BC8BDC911DE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2F8A3C-1A39-6DDE-D4AE-A7BA20B86622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A8FA34-CFF2-A909-835A-3106BB5D250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F7EB109-0A8C-A15B-0016-8EE87A06D941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572163-A8F0-1F43-858B-A7479765D5F4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EDD2C8-C5A5-2E92-C605-228F15B97A94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62DDF10-304B-D065-36D6-1CD72A78F974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1EB587-4B3B-6057-DAB2-B8F69D303EE2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1AC26F-92BB-5099-EAF7-FAEE5E2A7124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FAA2233-D8A6-BB11-57E3-DEE896AE0EB0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9D9B6B0-DAEC-364D-2CFD-EB4193457D9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0B2AAF-891B-6BF1-0CD0-6900E717EC5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920D5D-63D8-5415-C374-772C975EE008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944224-3A27-43A8-4C6D-6DC8747798CF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04F8D1-3210-B8AA-01C3-7309F466573A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F91C82-4B5A-A666-2956-662D0BDD1625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80FC75-F9BB-6E6D-4E21-B13045B883D8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63A76C-4432-DD0D-56CD-4269A6526089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24BCA23-0867-1DAD-AF27-32249D3BEFCE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F810E0-7824-7482-AA58-6452870F0923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28F79D2-24EE-A50D-83A5-F0102EB8F3F7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2D22314-CE0A-7C8A-E5AE-AEA2C3CC27CD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1166038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7ECE-F6D9-A7A5-3EEE-C8AA4671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5B11-26CE-782A-E230-5AC90A2889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63835-2826-A4CA-DC6B-E87175CAD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5EE0AB-6BC4-3557-C1FB-B0ACCE905BBE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66DEF-8437-3BD1-9F3B-56947237B8F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F53AC78-4481-C982-46A7-ACB92ADBF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504398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2629508-BE3B-E3E1-FE93-FD460211D18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DA5CCD-1827-E1AB-2D35-6260F3CEA6E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A394D18-1D7E-EF21-2F7D-6E4CEEAFF10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D9E7495-DDC9-6A18-2022-BAD39C82F29B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BACCB-7FC6-EB1A-D5D0-6E6561C31322}"/>
              </a:ext>
            </a:extLst>
          </p:cNvPr>
          <p:cNvSpPr txBox="1"/>
          <p:nvPr/>
        </p:nvSpPr>
        <p:spPr>
          <a:xfrm>
            <a:off x="-740689" y="23543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EDE7C-E5C7-0244-A88F-26A4007CE31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9528B-18A6-A48C-07D2-B415E12FE0E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235D14-0E2B-18BC-0042-4EFC74DAE395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D3CA0B-2C3E-416A-94BE-4A30B6EF350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8E940-065F-2A99-6299-92DBD37B2BB9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CF7745-86C7-EA48-40C2-C8BA9DBC0F7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654BC5-8A73-B10C-FC8E-5BB21881F82B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E3A852-22C1-05BB-5CE3-0D876C80FC0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30802B7-9A4F-6932-3AB5-0543470EFF25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642CFE-A9CA-8333-6285-CF8625968D2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B5CEF8-7EEE-9D17-DA47-4ED1AAF18AE4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653F685-EE9D-9CF9-2993-181EC9377D8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69B9C3-E43A-E38D-E744-7356B832BE9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48900B-5C6D-FB05-39AB-55AB02FD2240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0435056-D809-4B23-9B5B-033F0E8B54EC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775DDC-086E-EE87-1E46-763B851C1369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AD8BF8-C41B-B0E2-5C24-3CAD76507EF7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1524B-5AD3-D7C5-555A-3CB85FE3DB7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ABA0D5-1546-0F3C-B182-BE3539CEBED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243B52-FA3E-701E-856B-CF1FFDB73DEB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9F0B775-8C99-C42F-4F9A-04119BAE2CE6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EE355-51C7-E744-D416-D1A783618E4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40FE21-798E-FAB4-225A-5F99B3BBCE86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76E3AEA-8E5B-5969-E352-8A8E75978D72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A8F719-DF8D-8D7B-FA84-00962E1E8116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3E9B39-9BDB-1C3F-61D6-2240D27A1108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5F2C13-C733-FD2F-1713-D5C1FDC65131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E64184C-F022-24A5-7D14-54FB93DCE55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0EC397-0166-6E3F-3619-2A910DDBF6D2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EC78BA4-6DC1-5C19-05DA-3A8AEB5A6038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0C1FA3-0EE6-2A4A-572E-FE543B949981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3E0632-5661-B340-952C-31FDF23E2DAE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17C7F3-2BB3-42D1-6A5C-7A54335DF2CD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C56639-0182-80F0-2EFC-E954811570E1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1662D3-4060-DF38-292A-09D01CA178E4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95165E2-74E2-2203-2FA3-D2295555F7A9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17FDF0-53D0-8D0A-4E93-F001ED81FC60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7C4DE1-84B2-C6F7-E76D-BC827FB7A3E1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CBD9CA1-0C0B-3F8C-9E88-C82E596C3D31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981F8C3-7CE5-08A0-EC0E-2895BBEA98CF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094C904-A988-9594-CD51-19DA0B5E8BE4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</p:spTree>
    <p:extLst>
      <p:ext uri="{BB962C8B-B14F-4D97-AF65-F5344CB8AC3E}">
        <p14:creationId xmlns:p14="http://schemas.microsoft.com/office/powerpoint/2010/main" val="1013238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0DB-0CB1-8E6D-A190-099CBBC8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A745-440C-D37A-82B8-5BFDD1388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F4C93-F92A-3C95-33FD-172F11E87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A16CA-9F07-170D-C64E-D1E4094B3244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FE93A2-EA6B-9F60-64D8-8A93E845D9CB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292F83D-CFD0-18F0-829E-AFD2FD32A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327965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F2723CC-D6E1-F10A-69BC-8DE4BB091B2C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85ECBE-8A2B-4C93-0CDA-A8F6EC5088E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D03DDC8-5998-DD30-0FB0-9FD157CFCFF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DDCFEFF-D768-B315-FA4E-6DE894255DA7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27E331-AE72-7766-3BEA-8B0442EA072E}"/>
              </a:ext>
            </a:extLst>
          </p:cNvPr>
          <p:cNvSpPr txBox="1"/>
          <p:nvPr/>
        </p:nvSpPr>
        <p:spPr>
          <a:xfrm>
            <a:off x="-740689" y="23543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F8D78-758E-FFFE-EFC5-5BD85939148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88E6F-B675-5D1A-920F-BAF723CF72E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89DDE-6C18-A013-6FA0-9FD6089D1FC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9773ED-D9CC-3B86-ADD7-CE3E79B0FC8D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B3DC1-C171-39FA-5114-5AA37CD24BB1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32DD59-CCD1-387A-63A5-861A093597FC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815536-7950-F58B-8A96-52BF3F8E7C82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57EBDA-97F9-8F24-7BB0-E0652C21BCE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E8A5C6A-63CF-A3D9-859C-78240D85FAB9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B97EE-EC90-D8B9-810D-AA974B4E3190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09245F-90E4-B3A4-4C44-AB29E4EFB27F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E3C8F9C-8B35-94D9-8DB3-EF36D99DDF8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D23E40-AAA7-BAA0-8717-B7C828A4237D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23EB16-4C6C-2D2E-F2A8-EBA8056FF8B9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F82A662-A69A-A694-136A-A6F796013AC6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6CF52-EE88-B334-223F-D6854B5ED66D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C9AD29-C279-EBAA-2968-9FD9BAFDB38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B77473F-EF12-78F9-09F2-465693262868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497A28-5EAB-B3E6-4F98-D503ADB1250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A7C827-BF76-B905-34FC-C1C621EE987F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8202529-9B2D-853F-3F58-273156C27E84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43AD68-4D3D-A376-646C-9FDECEB3ABC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8E54C4-2D78-3364-6094-2389E411E662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862CBD-A078-8E50-C501-C7A915351F98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7981EE2-E449-8031-51A0-B75894E23946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C028ED1-4D1F-FBB7-C510-6A9680113166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EE1B0A-7AC6-ED85-6AEA-BBE7A94BE8CA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6ABE732-D944-A89E-0E85-F5EC64E9F67F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B8DB04-FDA0-41A8-EC6E-3AC96A89ED0C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EBA4B47-AA1E-B85D-E8C1-3A7EC575EC8C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DC9A2A-0DBA-E7EC-C66F-A63689349AE5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F382D6-8AA2-2998-EC56-BE83861CC307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F3C045-4721-3DC5-DC21-74CD83F41867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792206-EBE9-3780-7048-A06AD38573C9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C4A809-0D2C-46E4-8191-008B4CBF12E6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FB66E717-0D9D-AAA4-0A4B-679DC282CB4D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972D4F-1CC7-3F3F-194E-BA7B1757B377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CA3297-80E2-35D9-5E7C-28C450960780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3E87EC0-E8E4-F63B-0520-6FA9BE4083BC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49DB34-D70A-87B3-EB2C-FCEF49D488D7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AAB125E-1706-ABCA-40F1-3175D6A725F3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6ED884-162A-1148-F7F0-334A7E79D21D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24755646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FCB7-7354-06FC-9A85-D972C36C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832D-AF52-4A57-8DF2-F4433BE6E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D31EF-1C64-DDB6-4A6F-A1489F27E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36A00-C0C5-D6D9-9973-DA1731D010C9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1527F-8448-1AC1-9276-39061D8B255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AD7CD52-179B-86A3-3D51-918B3EFD9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6895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7A48851-6536-5135-622C-7ED75E817C8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B4A0B-9163-05D5-AAF8-AB9F43539652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B51B9D2-EE2E-B9D3-1B9B-7B6380AA767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1F462C7-3921-9DE9-5DDB-8D699FE3E0A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29A61-DA40-7992-17AC-33CEA336A508}"/>
              </a:ext>
            </a:extLst>
          </p:cNvPr>
          <p:cNvSpPr txBox="1"/>
          <p:nvPr/>
        </p:nvSpPr>
        <p:spPr>
          <a:xfrm>
            <a:off x="-740689" y="23543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4287B-571F-9347-2594-59274093F8E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2D46F-18DD-006C-D6FA-B2CFFCCD5174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986882-5EE4-DC7D-D3B2-B6E975DE2DE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E88247-C17C-CDE2-BD1B-51DA56A48E96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E447C14-414E-3C9F-1546-41BE10C5BE7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4DFC91-AC31-A494-88FC-7EF7CA80C9D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BE8E99-D69A-3863-A0AA-6FF3C850AA62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8354DC-9DA5-4017-91BA-88F384675CF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4CC03C0-20AE-1DED-DF28-5525D81AE67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38897-FB1E-B382-C4F5-797DD033052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9988C2-45D6-1F7A-44FF-7F378E9F6FF0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5BA03AA-3DE3-8D6E-47B6-02A90E70C6B1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FE2AA6-E9BD-4721-35CA-05993DB3E0CE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AC3F74-74AC-B4A2-4F55-76FC26AB07F2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11B6ED4-251B-CA81-6B01-2D3F43A2DD98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FFF8D0-8EAB-CEB6-8A22-9944F39E5605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C1ED65-56A9-53CE-56B4-18FF6CA20D68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7675100-15C8-1097-AF8F-B07FEBF1344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55F7E5-FC42-2111-DB2E-CE0FE4E5E32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7D3D337-B1E5-0E5C-CAAF-AE1942AF4BF0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E3F540F-2AD2-66D3-3AEF-229ED97B8604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AD9A3B-3760-3560-B610-D1BF7EF2B7F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E5478F-C7CB-BAF1-654E-0313CAF6D343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3EAB2E-B940-7324-D0CB-2B4A982B1BDE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D85FA6-3C48-8265-888A-81F13D7E9E32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76911A-5ED8-0D70-7F43-E4E50DD3D249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E86962-D819-4B68-D1A2-565925C78921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C60FD2E-22B7-0134-2C8B-31D52A580011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EE3235-2E19-5BDB-C683-BA0C32C1001A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4A3100-86AB-8CC2-8460-87114DE92FD6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1458EB-17E1-BA00-0FE9-2A983F61C361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25095C-1AB3-739B-4707-80F9856B6E3B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AF461E-3D61-020B-04E7-F4B05D418867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86BE8E-3BE3-BE51-369E-C129064B6045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ABF5D5-5146-807B-4305-95AC743799D5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86A2317-A1F2-AEE4-275D-F3612E8C1F19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9EBDC7-408A-42CA-E9FE-3DDAF429F848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52D6DF3-386D-81F0-C211-256E0611484B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758BE4-FF22-43F5-5295-09C53097829F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63EE287-4841-2A8B-D47C-12F6BC0F677D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4AC7FB4-E6C8-5FAD-C74C-869AE3EF58C9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C4F24B-74D4-7735-0172-027425541C47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10F4EA9-A4BE-81CF-D3F2-E4E2E2D24C30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979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F8F2-998B-E2C0-D1EF-61F8D78E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9263-6737-B1D3-0029-902126487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3DB1B-8536-D116-524B-36B2276EDB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2004E-C849-D0C0-2B65-B2DC4FB3D5BA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9451CE-9260-3D9C-AD0A-9EA5F3B15EAF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F10B2AD-4ED7-71D1-1286-DEB11C60E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35804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162698A-884D-C2B5-5F4F-92117051CBB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FFD92-D220-0896-1E4A-AF82A6E28381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C413D6D-A2D0-EC76-3AA4-B95527D60F9A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122B513F-6187-DEF5-1C36-729CF2EE42B5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5DBB1-5920-A17E-01BB-1C1CB5D6D54E}"/>
              </a:ext>
            </a:extLst>
          </p:cNvPr>
          <p:cNvSpPr txBox="1"/>
          <p:nvPr/>
        </p:nvSpPr>
        <p:spPr>
          <a:xfrm>
            <a:off x="-740689" y="235432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442A3-6EE1-73A9-424B-850E0330D39C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16159-C00B-00FF-6827-2E6A76627614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54ABC6-DF4F-F45B-E14E-F79C34564D21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3EC146-95E4-C31B-4C5D-54F0EA9CEBC7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640D3A-6700-9682-E531-9E1875BB4BE0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3A5EFF-45A9-6A1E-420F-B514C051617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92F301-40F7-8E83-E55D-4BC43CE7003A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D80854-3481-7D39-9FAE-8E035E286101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7594837-9C41-1936-1B55-F20CD6F214DD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0F520-161D-37CC-4E68-28D529902D9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43983A-47AB-9D98-2881-5EC9BCEC925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F409FE-71DA-07E5-9F33-50E4FF3946F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4BF81E-5AE7-0E5A-054B-0036871C6B6A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647189-EF20-1281-5960-9873DBAD78BA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9F6ECB8-5338-5ACE-310D-7F2D6EE47B0E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973C7F-02BD-B216-02A9-08C5E6F57E12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B16B0D-671C-67D4-8579-696642ABEF0B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C6B32F4-69CF-E5C0-542D-240343742DD0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C5A453-CAB0-0900-C05E-861EFF41DCDB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577F01-FAE4-91C3-C209-D5A3150149A6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D582D0D-0C5F-6D1D-2E00-D1A29189C735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36109A-4B31-C3C4-419D-E3EF6979E81E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5BF135-1535-8762-829F-459C0A710C3A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FACEA5-B4A3-7CF5-FED7-D95214A4B116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FCA7BE-B731-8374-F1A6-BB0175D5C177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B49054-351F-2492-A5EF-77901DC07FA3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5F619A-1195-2827-72A8-B5A4375DEB2D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CCAF179-5749-62BD-DEEC-7214E9C9D16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2B76D4-5FAB-AF24-5826-2D5279039C74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E71DC76-0EF5-D537-745B-2FDA76FA1DAC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2AFD78-5268-6FBD-2166-A44E19535414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CC18398-86B2-2111-BDAB-76A765D9E621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7E5D23-5806-6553-990E-CA903380AC0E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7C518F-E745-CDA6-595F-B37B0323C022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76AEE4-EBDD-C2CC-B432-A0A28F5B686D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9DF217B-9B4B-564E-A730-6346C1F55FDA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E447DB-80BB-9A0A-6E58-DAF5320BA36D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B161BB-9677-3467-F61B-3BFFC02E9769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F6AE5C9-94B7-FE0D-8A55-131471709B75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10E57EB-A3AA-C3CD-FB4F-A81032095E10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93E98F6-8F99-C264-F506-C68DD1075907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5F7006-0D09-334E-2912-B1D9D892C46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723A552-996C-70B5-03F1-D0392B27A7F6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13811A3-C4E7-9CEC-3EC9-E6919880029F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42090374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B78D2-9608-66A4-BA5E-0545D1A3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22EA-361E-1A42-73DB-D170DB844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0C2F1-58A7-9220-B10F-B6E408E4E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0E304-C65A-94AC-358B-4B9A52430E11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78A9F-B95C-D07A-939F-857CC82E3975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2AA90D2-2D9C-3347-5681-DE9262F94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52804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67071D3-262F-AE78-07AF-0EC99C8E3088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A4143-6B9E-68F8-9914-C1F5465A29F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486AB65-C60D-542D-EB12-F14AAE69F461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57F17DE-FEAB-630D-E914-BCAFBAEF65B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21089-338F-EC83-92B3-CCB6F2ECB996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7C461-D7CA-297F-8D3B-4578014B4A4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A2DB-7E9B-7546-D2B2-5C2FF6C05527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1C038F-8283-B7F2-B56A-0E0A3D11FDDA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2618ED-7A28-626A-B7E4-201B73071DA3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8122E-D083-4409-EBFD-A50482AEAA7A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C62DB8-EDB3-87E5-BA67-BD6ADD4DB750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3B01D2-F49B-5452-8732-81B1809E544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DE831C-C113-78C2-6AD0-E878E8B85CE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7BB2367-5AAF-1A22-F131-A0457B563F9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7473A-649F-6120-4EB4-4D849825F24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47BF35-55CA-643A-0147-3E6AE38615E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D22F25A-4F02-159A-3626-00A6250CFC10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A0A8F-8C2A-155B-77CB-EEC9BACF50DC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1A8042-42EE-A14A-C668-297057F106E2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EB6BDAE-D986-B3FD-439E-0974D33A568A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EDC837-F703-7692-932D-97F8A42CB5B1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A8624F-3BE5-5F79-5A05-9DE23C20449E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5A9B6EB-88F3-E5DC-9EEC-11064991318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F2EA64-0D08-E861-4647-9A6A21BB339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814024-FF34-CEE2-6973-39C35CBE686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441139B-FB31-1D26-87E5-B6E38A7D1CF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5B9290-595F-B6D7-5EA1-3A4F018F3518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5E9927-5BD2-3C8D-C87F-4D8A8D360E25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C47844-3CB8-CD66-31E8-C6C4CF14785B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4706DE4-16C2-64D0-1C60-CCA9A073F6E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5AF222-5DAB-A88D-FD89-D94478C87809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FB255D-CAFD-9F24-29A8-D1515A34F123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1930544-9B9F-B1A4-B5C6-452795C9DBF6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5A2EAA-8FA0-A00F-7014-A23456D120CD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D62210-7923-D40B-6385-E5036284E435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E67A16-05DA-A0B4-5B6F-928B5A7C7341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A77FF52-47EE-B1BB-EDD2-3E0D8F3B58B4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8A66AD-978F-7438-0672-4AD816444A31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2CD3B2-C8EB-BBC4-E37B-296C1F0CA62E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7AF989-019D-5901-9AD9-E8DCC84E069E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B9D2D38-8320-018E-B970-59D200EA3AAD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1E728F-4502-477C-72EE-DA4A9FD5C958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CC97515-23FB-9160-70D1-E331BF428315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D822709-5C3E-1EDB-7C96-7249690039EF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3A67D6F-65B0-E71B-C57D-D8E053ECC048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A592298-FAD8-83D9-055F-CE95A7BCFF6F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454651-E7E1-59C6-2A84-DA00CAAFD66E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682A75-C1E9-DB8A-BAB7-275226E14B91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3806306-EB9B-8EA9-7CD8-9E0A7917D6C5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DCA41E6-5422-C74E-54BD-A835AE503246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8409DCB1-16BC-8ED0-AD13-7FD6B903CBF8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</p:spTree>
    <p:extLst>
      <p:ext uri="{BB962C8B-B14F-4D97-AF65-F5344CB8AC3E}">
        <p14:creationId xmlns:p14="http://schemas.microsoft.com/office/powerpoint/2010/main" val="31825109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1B1A-2778-77AD-30BD-98253619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AAC0-AF72-A98D-7455-4B4040C77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0AC15-B340-8108-5D3D-6938B3C97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2D02B2-C1DC-0F4E-06C2-0F1C5FB509AF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38DB18-5435-E2EE-FAC8-837F3A923DF2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5CB071E-9D33-678B-9D62-5C13B429F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35061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5B3E0B3-142D-E176-4C20-50D0FB6AB5B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125439-CA9B-2D8E-0164-59E8A726F0AC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48A189F-8228-3CC2-AF9E-03E97E90596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0FF6BB2-1901-4CB1-C504-4B4935B363CD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5F633-F1E3-2DD7-35B1-49F790301860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730BE-3B1C-E53B-3154-46E39C39A51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E5C05-9431-B91F-74FF-2910F92EE222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7A91DF-64C9-8BB2-6C85-65B6BEB9B3A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81D5EF-9846-7963-4CFB-A6399022770B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49A73-D20D-A467-F536-BCAAB3FC2C9A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E1EBC6-4B06-9B32-FCA8-54CCEFBEA88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A36917-D970-C93E-6084-9BC7E775DC44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6F31C1-339F-55DB-1E0B-42AAB3875196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C8B6801-0D99-75AB-9384-25C497C0C7E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1E0DF-F439-4ED4-4D3D-7B47FB0F4C8E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BEE6D4-7CDB-8132-86D2-29007F1E0CD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E8534AD-C46F-E44E-CB92-46B079A885F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70EAB-6FF4-A52C-012C-91E678B81DC8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ECF943-AE09-6F7E-0FFD-4C5776266BA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72817CB-14B1-2F9F-53D9-E0593B918B86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2635EB-14D1-63C9-B09B-0838EAAA8C51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1B5435-9885-3A17-8F77-593FA6212353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646B981-5FE1-B649-715A-CF6A5B9BD47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0F8D40-CEC0-AC50-E52F-60CC6E95AC51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1D37E3-92C3-7DE5-FBAA-19C1EAD468F4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8D1F4BD-9CB7-102C-B19E-276AB70D2FA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C9794C-64F0-DF22-C23E-27609BCE5F3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B4C1E6-F46C-9EE8-986D-16F91E5B48E0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FF103F-CF77-2B27-14AA-050315516C3C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2F18827-9676-9F03-CEBF-C1C251282B0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FEB4ED-053E-925B-B8F6-E8195674669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C999F2-069A-0E49-A565-93EB231E2343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CCE9D35-1A04-CA5A-9910-A6DF01369A11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0F59E1-A00C-A88D-5927-4A2BC9396B52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8A1B5F-D0C2-0D5F-80D4-A6FFB5A82AC3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3DCC40-22BE-C86D-B9C8-6861164B038D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BD5A1A-BDEF-35BA-8E12-99268B98850B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015B86-3DF1-DB1F-1C1C-72311C58E219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B05EDC-5089-8CC7-C4A4-2EA573DE6D38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64E36C-8016-5696-7A30-15348337DFFB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D1719DD-E0A2-FA3C-9D32-9304A2B085AD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B5941D-3E55-3FDF-3CAC-539BF3B5A570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4438DC3-06BA-AF1E-3640-B1FCED0FD01E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D2DC3F1-5857-5EAC-9FEC-8CE13A12E75A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26C06E6-B00B-396A-4EB2-615FB4EAA1CD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CE67394-F794-3A6B-E99D-89466B22435B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A91CAA-6B30-3B3F-5D0B-C196A02E2002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A129E57-F7AE-57CA-AAEA-A938C5F8AEE3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0BF7D99-777B-B91D-0475-526CA29AAA9B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657805-860A-E424-CE6F-6E1F8CD06453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856D65D-365F-5F24-0AA6-C32300C677C1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139C43-DBAF-A5D7-208E-3F46C9C02F14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34767162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217E-254D-1A70-B6B7-D0D3A9AC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0AA2-4FF5-98A6-257C-60BD94CC4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C1E07-2FE8-2F65-7B86-AF372E565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8CDE0-1D9D-E673-9E2E-30DD0ABCA8FD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EA895-575B-AAB7-FAA2-F1B113081CE9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E840181-3C4D-A981-8DD2-E52F64186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6067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7A14BB3-6E67-5AF3-BBFD-982260B28FE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47153-5A60-CE04-1532-D79CBA1FE27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7651A99-5D7E-E14A-AD89-2A97CC47126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15C744AF-544C-E1B1-8AE5-41371CF2F44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3B4C3-2B2C-7FCA-0DEF-D56E525420A2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4FB14-33E2-E08F-A81B-26695A3F6E1E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89BF8-1B14-0F9D-6C5B-E22F01271C1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648774-7CAA-F04D-69ED-7239E5D4EB68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1D6813-10F7-A640-A020-074AE417D022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731542-C014-27D9-8235-7D20BC0ABAC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BE9958-777B-9B2C-AE82-07F1B8BB81FD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B91078-4B30-5C55-CD5A-493B076750B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347441-A9EB-EC67-3755-C776004510C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77D69E-7900-8DE8-9D3D-F6C1CBA4F72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4D3D2-088F-A258-A651-3216F40C635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D2BEB3-3B63-544E-70FB-2D7CBC3E6C09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CB1FD-614A-25D4-1DE4-42C87844029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8053C4-C6C4-C2BD-7D07-1231769B68A9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862F46-C587-760E-3012-C1F153BD7B98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32D585E-E8FA-8C6C-9769-0F48A11ABF48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FAF429-DE50-FC59-12CE-48274B6F59ED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7D9A59-24D9-66C8-F148-D56D209CCBA2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74261A4-B652-2169-38C9-263F077797B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4E1D0E-872C-9D75-8AF8-5ABD1144E18C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7A2C10-C6D7-FA5B-2AA1-4E325D8687D0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23F81BB-040D-649C-6406-D3DC3B7331F5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9CBD01-3BF4-90F5-1299-5274A416E1E0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9C597-BAB2-9223-0DEE-4D3F4389A05F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A4ECAE6-5B1F-34E8-47C6-354C8EB307A8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B3436D-2C1D-B9E6-3DAC-3831006225A7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8F63F3-C9CF-5731-0C36-4D3FE489F44E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F60A3E-2DA4-A2D7-943A-AA6D8DEE6C9A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5A16D11-2367-E3BF-BCCB-2308DA541347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E6234C-C608-B900-12DF-36E5254C852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0B6482-BEF5-A0BD-A0C9-5AE96EC16EE7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2AD7A21-6773-9279-1A3B-DA6CDB542EFD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A6F0AC-3295-1FB8-CF33-EFCA0D41A10C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980908-635A-68AC-9184-00608A50E109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76E42B-652B-7065-3A20-6CA1E5000019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E912A1-9513-5811-4205-F7AA8EB8768D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71713D0-EE19-28AB-50D5-CE34657A1CA7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ADAE0C-0A53-58AE-25C6-A17CF1353BDE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7DAB934-BDF6-25BE-4D67-B3B6761E2718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675C46-0342-EBD1-9FCB-697E4E0FC7F4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6BAD446-43B2-B3C7-BC2A-A141B7EB8F15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783D80B-C66A-9FAC-E5F8-390014B6A0AE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8AA3B8-2CFA-6655-AE06-55A4C183C07F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B8E826D-C1CD-45DB-FDE5-770E5A28E482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0015486-05E4-40BE-41CD-AA7280752084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3A8F4D7-5F24-60DB-76DD-03E0C5007B8C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B9EFB59-7086-E1E4-E02D-F0E4E71130B6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E8BB80-DF1C-2961-1C27-40BAB020564B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1907869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E620-CAB5-551F-18E5-31094171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200E-F95D-9AC8-AFD8-96F8F86DA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E02F7-1E2B-AC9C-A925-A5C2B702F2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3A38DA-D56D-B57F-26A7-6BCFB2FA014A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B8D0A5-BEC1-7C70-1310-838C79309454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5E4D837-1F0D-FA98-C0A3-855996901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8081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F144D95-DA95-24BA-998F-7E1B331D17CF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26D5B-4030-C55C-1FE7-765B0715EA4E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68C29BD-47DD-AFA7-C8E0-363BFDEE3CB4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F7ABE68-AB47-BA31-FC38-30AF242F7B2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A02126-8DCF-CF2C-15F1-CBD2CBC4754D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65094-8ED5-745A-DFCE-089A8959117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076F7-5D6C-A3AA-11C8-E53E2D0E2B2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0139B9-2914-0D9C-C38D-2815FDC1A9FE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57F606-4638-6F86-862F-94672E499794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BEAD599-9556-D7F1-6CD2-F60FD5CA7A6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BAF6A2-3FA9-C145-31CC-B4E7E323FCA0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AFEB37-B4F1-D3B2-6A0D-DDA2F4B81B9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997EAB-0968-6FCC-3A8B-B63029D48098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0F054-013D-0002-EC91-D9AA4FDDFC82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6EDC8-688C-A52A-0070-32DBBA664AD0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D79F90-164A-866C-AB04-761FFAA7B34F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EB40507-0C44-3892-F4D4-4467D2AEC88F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10838-A34D-A89E-8CA1-D09B63B3A64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D3C56B-E986-377E-4BA7-31EE59958176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2DC83D3-753C-A9AD-B674-16BD8C5FC38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7A02B8-7A9F-A72D-1852-B6AC6B0D604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3C53B3-682E-3220-968F-01428D67DEDC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5EB1CA6-ABD2-0C97-6A6D-1FAB667BFFC8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364C70-834E-35F5-024C-7A0B2B96A20A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E79300-F92B-4437-B502-8DD46ED92AF8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7C31795-0FBB-DB28-1AC7-B625749239F4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5ACA25-990E-D67C-6309-236CC3741749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E2B01D-09B8-84FA-4E3A-07730D51CAD2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A46CB41-182D-857A-6463-234E68DFC900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7A3771-AAB0-266D-7614-DEE17210F8C1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6EB3DB-8AF1-744C-5756-D11656FEEA0D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EEFEDF-ADA2-ED87-9F15-AEA2EAB37CD0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804117B-5230-7C90-9642-49035D3AEA6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6B6DE2-9097-67ED-63AD-B30F26435C24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B3152E-8C47-04E0-3D18-AF750B823DB2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80AC41-DEC7-54D7-8D0E-804459D13073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3ABD42-668D-0661-F271-8D85D96ECAAA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CB1957-4B65-AA37-1DD3-258341FE9E90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4D39BB-D078-5F82-1940-75785CD07B8F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1F3B46-254A-A58B-5E65-5D58554E958F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70FB5C7-518F-39CA-6DEF-8A6D8844A2F3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80E6D6-F639-BE62-296B-EC16398346C9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6FE392C-657C-3DB5-8F75-E69450CD0658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BC02159-FB2A-3A4E-D3AB-827DD8A1901B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B4BCA4-321D-B6BD-D64B-3159C937547D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0F2AF77-1DED-E621-FCA4-5AE4FDC9653F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D9CA99-5C87-6281-AE04-463FC3AA739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5A721F3-0A67-AE2F-BB6D-C7E3C1086325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5D3CA7B-DD01-EF75-4D9E-3AC814759BE4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5415FD-D9E9-152D-1BAE-0F8845DF8888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29E1B35-8B9C-9BAD-2113-7E508FAD9C31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D6205E-179F-393A-B051-871468ACC6B5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31F6527-644F-38C0-0743-D4ECDBF3B1B8}"/>
              </a:ext>
            </a:extLst>
          </p:cNvPr>
          <p:cNvCxnSpPr>
            <a:cxnSpLocks/>
          </p:cNvCxnSpPr>
          <p:nvPr/>
        </p:nvCxnSpPr>
        <p:spPr>
          <a:xfrm flipH="1">
            <a:off x="-1209017" y="3220108"/>
            <a:ext cx="355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960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96F1-04EE-A0F9-CE32-D06F8E4E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0F20-D3FC-F5CB-E025-1C1D6CAE5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9D2B1-5070-F31C-E8B8-AC9258BF5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7B291-F5C4-62D3-5FFB-227AFB08D76E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564A1-2E48-D39A-3E8D-FC9E023ABEA3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3D6879-A9C6-64D0-F07D-D49AA7AD6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04369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1065AC0-3258-8CAB-BCE7-541E8A3652D7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C57FE-435A-06D6-1D03-9549C58C4954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B30D0B2-D31C-C360-9431-80A7C83C75AF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3313112-5429-8DE7-8BB0-574D5881B600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3257B-D3F9-E88E-FB1D-F807D42680CE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21425-E14B-6B76-E010-24C2BF0B6E50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2638E-CEAB-E309-A462-D10E2980602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865470-BF84-1EB2-7F26-81715369C65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CC9A8D-DD89-3626-96B1-F5655CCDFF2C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C1E2448-B672-B3C5-53CD-54CB4987F70C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B97BCC-74AC-BD83-FB71-3BE1936F7ED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48F804-2913-49BD-9F4B-166D82D6EC58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45D3DD-206E-D2DC-183E-157DE0AF0EA4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BBC752-42C9-16DD-6495-144DFDC0AFFF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235A0-5B99-12B0-4923-CC52B5D0489A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A1E63C-1D41-44D5-7B3E-68F35BBFDB62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B362260-C897-FACF-46B7-850CA61F8AD9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8713F0-7257-2F60-C9F3-61A85D88625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777F53-F5B5-9772-2521-EADE7EBB0042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9483532-4CE5-5544-E166-B59DE057D7CD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CE87BC-DF76-B54B-2FB8-A4BB2AB246C6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BCF10D-AEFA-F6B3-5089-F316F759576A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26F02B3-81D4-328E-8D3B-A09D7EE4B623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893341-E1F4-017C-E164-8346255AD192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61EBFF-1CC3-5720-CF04-D88C4E31A40C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D639D42-17A1-9150-CC3A-CB1CB7050EF8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F23893-9734-96C8-0409-1AF620849F5C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FF68D0-BC4C-59EA-E470-2BEA82098047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3FFFFD-9C13-FC2C-EDFF-5B0C722B4B6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B2EB6D-8697-B7EF-0CCF-63E8A1052CB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E24884-F557-CC53-F6DA-BECE0BD2B38D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8E64DD4-51F9-90B2-1F98-640164D21C72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3D13E36-7F0D-2D41-E333-18181422D7F5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ED3E8E-3ADF-2A99-CDAF-8A2B266A5AB5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660095-0D9C-6265-BB6B-153EE048261D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DF8563-9221-9949-DA16-A017B7754948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F83B86-8449-72C6-BC08-4E134972F252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19106F-F206-79AC-058F-028B0E520D6A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4D65E7-FE47-E92E-5805-4970A3BF95B3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7AE4C2-B80D-2466-A727-228FD5A9A049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15158C8-017C-E93E-9F90-6C4557A39A33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5045DE-A6B2-2409-78EC-7F04C70FA596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C9A1A4A-F550-C88F-D34C-D1F1013E0017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7AD267-1393-D4E9-5275-DBCB9D97BC0B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A66CF4-6A71-0CCF-6046-F5EF4282C0B6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A7ABAF2-BC8C-AF26-F16A-426986E0E5CA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1D042C-3C98-BAFF-6912-6B7B076B2AC5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2651C0-A50F-D27E-D53A-E95A731B67BA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D05B4F1-DFC3-2CEC-E294-7A3D06B64B9E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6521D08-7B35-A319-746D-8FE011F2A5CF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762C4206-2470-EAFE-EE02-2C1667B3CDDA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7A0BA5-424A-BB4E-5713-3AE771013CB1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0DAB118-C052-5E04-2845-8A7EBB38A14E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7320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1417-298D-0741-C7A5-54F5C76F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8002-BA95-7AFF-AC01-AAECAD48A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2D868-7447-FBAE-65E3-9B6D45DC4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05E78-8B2B-1758-D04B-AA8A0A3B6684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CE845-88AE-3CCD-0031-591EE497DD84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36E58A7-5890-3BFC-E8EF-2962572F1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32150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D7609C-00F4-21CF-DE0C-D2F1AA9083D4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DA013-B3DF-865C-3D4A-6DBBD72D32E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C5E0A2F-39A1-9BD7-8CD9-EBA8CE972DB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CC57CAF-FF04-32CF-4AAD-2C01247359AD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E5B05-21CC-7029-9E83-66616CF3F6C9}"/>
              </a:ext>
            </a:extLst>
          </p:cNvPr>
          <p:cNvSpPr txBox="1"/>
          <p:nvPr/>
        </p:nvSpPr>
        <p:spPr>
          <a:xfrm>
            <a:off x="-853417" y="3033148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F45C2-686D-335A-882D-056297BA66E8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412A6-F053-CDE9-5300-1D6DD02906D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3DACBF-464F-47A8-D701-FAFEACFDC739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177E8F-B4A6-5811-D4AF-E4D4983DD741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4B5A8-DB85-DABF-200F-3261A459148A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39D2BC-C2D9-E55E-F778-EFC99902498F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92915E-7E33-FD9F-CB09-8D3A3F95296D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87C57F-8FA0-9182-FB51-07F4574060F0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66140DB-8AC8-B507-3B2F-82A8726D5577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87CA75-240C-4D9E-30C5-A2F86460C77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CD8B5E-A8D6-2601-D7C7-AE0DF968B711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ED8F56E-2C35-00D2-12C6-F87DABA11B6B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8EA864-5119-B211-7264-017B3E25B463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1026F8-0F02-1283-B9D4-3CB8820932E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E6A01C1-26F2-1AFF-6269-4CC6D172B843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1239D9-B70E-C950-9E60-91D28433439F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7F2CC5-4C12-4418-ABE8-3CA96993A8F4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56DCE8F-3D9A-8C2A-497A-AFB5D60DE896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2CCA3E-A9E0-18E9-0AA4-016604482CB4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9D86D6-5512-2707-95B5-343EBA35ABF1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3C225EF-5DFD-559D-B07B-646E44BB9F9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A5411D-14D0-F134-E712-17965C9ECBB5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C41926-5976-A638-5EA2-82E7AA59E508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4F4921-9BC0-8DD4-7501-969FB60FD13C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670D08-6796-79B5-DFDC-BD1687EAC33A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F78FE6-8AF8-6455-718D-BE360F3BE353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99412A1-50DA-18CA-6AEE-991103E34A4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245C3DF-811A-E080-E2C9-0BC5600BB24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2C2F98-5075-659B-3940-8DF8C0988678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E5609E9-94CA-0880-E55D-818893D48886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BA1D801-5A5A-F6E6-1A72-6354F3813F0A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BC00AF-4EE5-BC67-58D3-B70214D885D0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035F16-1F9C-7B0F-0DE4-CD6BE6D0991C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318F15-B1EC-4E4A-280F-3E716A9C5939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013E3B-2772-82BE-F014-2E36BEAB4F1B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C19DFC5-82BF-C312-9585-41FB83440F23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BE3942-F635-4F4F-9948-A403654F2CCC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7DF144-F45A-D512-C765-873AADC325CD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F244AF0-71E2-0F5E-3584-1A5B7A9FAD8D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4783550-F969-C508-0920-E1120D8717EF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B9F0E71-C134-A986-3862-14B03289FD0C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28FCD3-9CAA-99E0-DD92-073995FFFB99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E36DE5-0B32-6683-1749-EEB37986D319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C2D3556-C5B2-A7B0-CE08-6FF5C2DB6C74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25484C-D0C4-22F7-23A7-777B286E5977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842334F-4752-4911-4131-A804B34EA911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9CE465-0098-E062-23CB-9C2F099BBF3B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5C0211-DE18-4317-2885-B5284B5C98CD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9B6192A-1D16-0533-CB95-2563E240BB83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0789590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0228-D5B4-A1DC-D236-6A7AD781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F007-E751-DD70-53B4-1EA2836FF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DE4EB-EC1A-6C27-618E-33E1595B5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DF11D-D137-1F9E-CB91-164998FEDCE3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0BF3AE-33B7-7BAB-93CB-38428F5863CD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3D298AB-49B2-2A23-CF6D-FAF32C1C7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933307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2D26FE4-FE4C-077D-64E5-6D0713A79570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1E903F-7F8E-B02B-734E-D4041E6D7859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E847084-3A88-D681-CB41-42764CB13A2A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53A0D62-D060-369B-18B1-A8CA18378609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4D766-6B24-DAAB-08D6-D1B59C38F48A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035A3-E276-0513-7CA3-719DF85B6EA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B3574-3F44-23B8-D418-1865B6D2FCEE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4BAC79-887E-6547-370D-53F3C8089EFC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A55D4E-8C34-1242-D38E-60695EF8168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163EF-1AED-4280-2429-FBA131F856F5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33617-B834-FB84-7258-1BD0A31B9FA3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5671CA-90DC-C8FD-080D-26C61B8E246F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19742F-DB3D-0BC6-1C8B-C9801C0E500C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54370BD-F4AC-4661-F569-4961CC2C5904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BB00E-88B0-646A-86EA-3403C428D5CB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B7F083-11CF-A7E6-EEAD-0329282C4C56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6AB4A5C-BAB6-CBBB-6892-D859CF09F9D8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D0D9EC-D829-B0AB-0B95-D81150E63D61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4AF46D-2871-4BD0-62E1-187B6DEF9DD1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715E4A6-CBA6-2CD2-47DE-3C162ED5B04D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0599C5-C6C6-1050-C55F-A35B60EEBDD5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87E3E2-28B7-92F2-BE23-61E372659F9D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B4BD9EF-12A0-9496-5DEC-1C2C8FA7D57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14FAF-F870-EA5E-5CCE-361D8F732C2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B6AB8C-DCD1-CEE0-6C98-80C0BFB12C9D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D5ABD95-8D24-BB30-19C9-D865AA80C6AA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6D4F63-A221-7028-FE16-4CFC092C5B2C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E19514-860D-DC60-5408-060B3C598867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C966AC-BD90-1178-BF09-73A21FFEC57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7FB10D-48C0-85D6-1F57-36C567CB4DB5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2D15B1-7E13-0587-7F96-7F7587995DAA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782336-68EE-2ED9-307F-D589926DB7B1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6743863-8FC1-72C5-DEA4-08DD4DE5E406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C4EBC0-0CBD-6B7B-8D71-5C9CAC3EAAB9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CE26B6A-7C1D-33A3-B84F-54B0C579A70B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51ABA6-A69D-F31C-3619-A0295922BFE0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7A2370-51DA-8CB3-A0A6-0694D6181E55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D8E5F9-AD25-9EAD-89DB-D1D740967EE4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CF6FE7-9954-9247-A95E-E3788A4B6879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E5EED6-80A7-138D-7D89-7D6E082AEC2E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47BB4D4C-543A-928B-99B2-D589038F23AD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82FB1C-B078-D25E-5D6D-472563A79A72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CB1422-8EA8-9D82-319F-E8D2FC422CB0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7AD174-7FE9-605B-2473-CC35CC44AFAD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007625-8085-B1E5-066C-35C839E4FE55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1C77E27-D600-7196-E3C7-B84C79CAD7EC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B3A5AE-7B08-2292-7EEE-9A8CF6D9DF75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7F482D3-82A9-01B9-27D4-F2FA8D5955F3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C46A453-AAC0-98D4-6C70-D4C4FE6643DC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52F31A-DCA3-284B-57E3-B65BA15877DB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7D2BF85F-E245-672F-0EE6-A613F922E7F8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8ACB9F-807F-D1FB-6FD6-AB2916ADABAD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CA16482-6002-FEE0-1A34-25A9D63ACCBF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4D97330-2B1B-B1C0-8920-C9F2BA1EB4E7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5383636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B215-D849-366B-D82C-D9ADEEF7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8353-10CE-600D-DA1F-8741D7675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733E-7EE2-B102-913A-5A4C3415D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9218B-057A-D2B3-CB07-9D9A765B20AD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5820D-C1D2-9B79-E75E-6CB4FF82BF51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B917CE5-B55A-627B-EC95-088BDCB31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53403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D3C4B04-A850-7BD2-6D7E-A235E0F02C4A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3D0D8-5358-EAF9-2193-014387996F77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8BCD556-0F57-52F0-31DC-1B00E655B00D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B6DE91D-F8DB-1F4B-0A66-CE4BD49EFC7F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FF2AE-9EDB-6848-EA90-053AAB7B7006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F8A17-CDFA-C5E0-0F61-F05C73DC938F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B533D-F676-3CDC-F961-BE4BBFD5525C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4F0F2-617D-0671-3252-B8A004CDCDE6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8661AA-6FD8-C6F3-1F5C-AB22F90C984B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2A273-1AB1-60BB-8713-1C06552010DD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2CAA43-8608-A984-101F-769984CF6B3E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A1059B-931C-9092-8922-C1DA875B0F16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E62F5B-33B9-8AAC-E69B-EBB409C826EA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CC8F7FC-996E-677C-18AE-9BB2931F0E46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E8EA9-B13C-7107-E1C8-DE4B3BB349B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FE4844-2C69-135E-D99B-8BEADEDB9EE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487FE27-9502-F6B2-84E5-804483F4FC3A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D351BE-BF74-F36B-8948-0E03415B1FBF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3362E5E-8007-D37A-319C-CB0C918151DD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11540F1-769F-98BF-23D0-C31D269D2A4F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A7C64C-9280-39CA-FCD2-A16F10BF5CC7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0F4462-340F-FDB6-A9E5-F7D048FBAD48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D798CC5-CC69-D287-36C3-ED4A9D4624E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DDE64D-59B3-8065-6B14-52A4C4DC12A9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3DCC47-675E-1B36-0F4A-DA06E9C4352B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E7A5F-6B6C-284F-F748-7ACC93A1DF0D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3AC78C-F247-3BC2-6D49-129351232E1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F875F9-50E6-4F43-A65D-504A2B20BE89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EFFC715-624F-F984-2EC3-877FF07EC0FA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604CCC-167B-C18E-4790-AAF5837BEF49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9B4D7B-E3E7-565E-0D58-2A917DE41D48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A1C2A93-AEB4-153E-D4C5-CF62894F14AB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902176-A50D-E039-61A0-85CDBE1E0913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ABDA24-3D63-61E3-AED8-AC22306215E0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79EF81-5645-DAFD-0BD1-9C53FDCB4040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03B335-0075-F07C-E4FE-FCC6C1B0E2F7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1C4DA7-7E84-2247-0AE1-5520C91CCC41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693715-87F9-68FF-D247-3D96A4D9F54E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4A104A-E082-84A7-FF2D-ED757C9E7883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446A9F-3937-CF4C-5CC6-A0A421D7AD66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4E74E57B-69E7-C789-A762-40227BD561FB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D5207A-5626-9B26-CE5A-C89931C69B19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F42278-DA7E-8D92-C50A-F8B27198E19E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DF852E4-6F39-C42A-37CB-E1D2C37C66DE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75C3D1-7CA4-DEFF-C7AA-1B83E2DAB40E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457A734-A8A2-C7DF-43D7-48C11851BBEB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FF06F8-8E08-51BC-426B-0BAFB8A67E2F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8BA578-75D6-A6FD-7BCD-714902585A80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4D7ECFA-7E4F-985E-8DCB-DFD394BBC162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20F8255-01BB-22FB-F6E7-EA56269ADBD6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5DF0BB4E-2235-6FB2-2D66-7A586437186F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4E1BD4-3A5A-6E20-F3BE-1FC0AF282DD8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66E24BF-CF22-A858-E43B-8ABC294B034D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1B173D7-1F9F-DA2C-3B6A-DBDD23946B53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925C84F-ACD3-ABA3-5000-1794BA6E8DF1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F591784-0B32-ECC5-F4CF-3959A8A54383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</p:spTree>
    <p:extLst>
      <p:ext uri="{BB962C8B-B14F-4D97-AF65-F5344CB8AC3E}">
        <p14:creationId xmlns:p14="http://schemas.microsoft.com/office/powerpoint/2010/main" val="4128577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AF95A-6532-4F8A-A5D9-65DA78D7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FC92-4F6A-BFD0-B58E-4D6432A33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43E47-292B-18E8-FBD3-0C0A7729E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777BD-6D55-5E6A-8B5D-3AB1ACA6F7F0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CB72E-9EC4-AE4B-EA9D-5984D78D3B6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ABB89F9-3F6B-7277-ADF7-E89F6DA73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18456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3011737-D337-68E3-122F-64A4DD932F45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88BCA-7C1C-91F5-0762-30BAF6E16E38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C5FBC8B-E778-973F-6880-FE872B3A5044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1EB4882-29D9-062C-FB7B-966E5CE92B2D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3B235-621F-05A1-7974-73C9E9180688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C8FED-C101-74DF-3585-9D4FAEE5455D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50146-C034-BCF5-6D74-DEDD2EA6D1DF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742945-BBA6-49F6-A8CE-8FF88966779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3287DC-43A2-1017-A70A-E214201EE238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7A35F-15A3-B32E-74E3-D7F3AF7BA848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FE0254-5BB7-09C4-EFA7-7E0748D8E96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DA8A697-079C-CE2F-0E8C-C345482DB2DC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2396C7-F759-544D-D046-5BAEBD2F3658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B6938A-5651-1859-03C9-D5B9D4266FD0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DFE58-F230-4A7A-B541-4EBFED3837F8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B6DEA5-902C-7258-EB67-AF1C465897FD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FF082B3-03C0-0056-4086-998DE43CE4F1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A48469-0C53-7D08-5072-FFA1435E3326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877BEB-E8D7-4FF8-CBE9-9EF67D1A5F08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11DE9AD-E1D9-9B98-275D-39D70DEEBC41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7B6BB-519E-53D7-0B62-09F72D97CA86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C4B473-07F4-CBF0-97F1-790EAB1997A1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A2C04-D7C0-BF09-8D84-A2AAFC72125A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D815E3-8F35-F6E9-36C9-9C0EA3D8950A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5BA7A1F-2E08-9D15-24BF-AFE8B6A5C629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D59992F-0E63-3267-1739-0FE1A553DB1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155DAD-3096-BD5F-5BFE-4BED0B7EF15D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C84302-B71C-BC2E-022D-07E9537EBA9C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AA2A2E-A6B4-1885-60F7-10B9BDEF6394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C3282F-F6C2-549F-5838-83B245B9425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D4425-AF36-5BFF-BC1F-1AE404B8DED4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6306A4-88F0-C786-F8DA-FAFD271F646D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2624A6B-0E6E-648B-6D89-FF84E3E1F51A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8709F-793C-0D48-F21C-08BDE41D8FA5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61B4B1-D016-9E1E-C781-7C08EFA6170E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8F340E-BD0F-6EEC-A254-F526A67EC9C2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F06E33-AB51-2C2D-DD51-96F898380EE8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E4AADE-20E8-2797-93F9-94F01E008609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9910ED-53D8-EE16-F516-AD05F90EB1C1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FFF763-2CCD-AA39-EA61-A0CA60F13FBC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3B273C8-FE18-1BFE-9E2B-57CD377DD016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55ADAF-62A0-1FC7-4EAD-E403451AE5A7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9E78E98-BC68-B256-D93D-464E730AF6EC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C69F3DC-8D9A-AE86-B1E2-37962766CDF8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BD61CD1-248E-0AB2-46A0-DC90BCD4313E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DE7C77E-84B3-C708-8426-4CC6D9A4B455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1A72F7-AD6F-EC2F-5239-FEC3BD173C2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9916F7A-69C6-B308-89B9-DB287DA1ECF5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2517529-C504-28C7-3ED1-F95F6EB5FFAF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5490F3-BB15-BD77-E557-A46335C59D6D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531CF82D-C755-1A6A-58C7-6771698B1EA1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0271D3-BC53-52B9-6617-18D83E14D02A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76D9BFC-A283-970C-1E76-29B4C6203289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7A55C89-FE76-DB1E-2169-7752A233D8C1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73C8D75-CEA2-C338-2609-23287D606B67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FB06C9C-5357-5684-3C8C-88726E423672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398053-8173-8E04-1C58-C3F1346D3158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D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13528504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286D-C1F9-AF46-3FC8-DCCE2D20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8DB6-9531-ED5E-D0F3-A47632652B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F3C4E-A228-9872-BC07-BF49687A8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C1E71-7BA8-4B6F-D950-84AF2B35C1A9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6D7EE-C1C0-ED69-7C8C-E18999F17457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3F01AC-8605-A285-A307-848F5823F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950732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C785C31-3D42-59C2-A20E-2D6B15BCCD0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34B86E-0CBD-BFD9-A7AD-DDBA902F0179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60599B5-A0F7-0D1A-9428-9FCAE611D0CA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CE36EA5-BFC2-19C0-2FD7-35B2713A8EEE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CF9B4-5BA4-D542-4E49-E10221176CDC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FA889-5425-B41B-BB7E-1305EEDD3FF5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B8D6B-BC06-2678-CEFC-80806F7569ED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DDA8F9-9B2D-FFD8-FC92-1F4125E9863F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1581BD-44D1-4580-25A0-5CFAA7D028D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02046-E3AD-8DB1-5580-EA2E39CAEB7B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8C6752-0CA4-B7B0-E1E5-680AF24C8176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2C43DA-A13B-EE19-28FA-701EEF935638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4EC331-5C6A-09C9-067D-107879015BA8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40DF728-2DD5-4E52-5ECC-291C9D5F215C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6B17E-B7A3-49EA-4AD9-A43411C25EB3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8A55A6C-B4BF-24EA-2401-0039BE55121A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F387601-25FA-88A2-EB87-F1D7764856B3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B9C9F9-09A6-80AE-5586-49D644B2B205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244D08-5945-7910-08DF-74797539A814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2A99977-D86A-581E-03B4-F87ED3827A82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0231AB-5B6C-2B3C-CF58-FA696BF540C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6BA77F-297A-11DB-8CB4-C71B866B5C68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AB19519-1B00-299A-3158-1EA3F0796110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D9A9A8-712C-AD7F-6EAB-432C3A8DA76B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0971F9-9F94-4D6E-AED6-22328EA0A013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991B86B-5926-A430-ED6E-491DAE63F692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F023DA-968D-B966-4E2B-CF4980A7275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437960-D2C7-5032-EA42-67EEF9905D8B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6295CE-A558-5CF4-B189-991FBB38055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229FF5-2672-3EEE-43CE-1492F3EEFD04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0340B7-7BD0-7670-7462-4BEDB76E327C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C862AC-ABC6-CF45-DFB1-27B37744F725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643D336-EC32-4F54-738F-94EE4BEF1558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F365E2-4706-B87A-28AB-DE87D4CE5F41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265344-006F-D4B3-FC13-5DB2129DC081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9FC841-7DE4-6881-109C-D7F321DA9EBD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08199C-D4D0-F3D2-7D72-AA18C9AB8969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88D475-BB2F-19AE-7396-2768A14F28F4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3DDF25-B2F1-F1B2-1025-E656C102E6F8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C1BB5E-4614-B09D-963F-6BB318FA1975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B978FEE-7766-D8F3-5188-F28F4D3289C3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43D643-6D38-9238-ADE8-24AFA9DD8D32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A66C21-321E-D9F0-53FF-0F060D1ADE15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45AEC61-E2EF-67D8-6E4F-4E7BB1D8C229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205EF2B-15B7-FFFA-17DD-AFBDE68B2A00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A11E08A-888A-7F06-D5C8-8B4BFC83D38C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5FC542-EF19-118B-23DF-DC3C3206C3AE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11509CE-B78E-E98F-D4B2-2E058E732290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5CEFB4B-39DB-36C8-E7D3-BC42C57418CC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0CFC45-E1C0-5FB0-941D-1AADE5A8B06B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53ACE0-E240-51F9-31DC-977B2D1C3BAF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ED25ED-58DD-3B3D-5E3F-A9E154B9FFB8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4258828-C52B-A808-4B79-BEA577F9FE14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D85B70B-4847-4719-E2BD-A561F1316240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AC0CAE5-38B8-3497-0FB4-F9A429BEC524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4E8988A6-4B1C-EE45-1446-EA9D6A90027C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6355E1-E733-57E1-BCEA-132ABCB1D73D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</p:spTree>
    <p:extLst>
      <p:ext uri="{BB962C8B-B14F-4D97-AF65-F5344CB8AC3E}">
        <p14:creationId xmlns:p14="http://schemas.microsoft.com/office/powerpoint/2010/main" val="3085794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2949-A820-868F-552E-4CF24EF0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649D-B75D-4165-3AD5-30A2D0A5A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E569C-D4D3-F751-BF87-7213CF289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CDD1E-F748-4C8D-2176-2CAA3FB9EED4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E7F04B-4427-82E1-3471-10DFE7B795D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DEEBDE5-12E6-96C8-5002-5C623A311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387421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220B557-0488-CA4B-378B-A681D3780BB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2EC5D4-C968-C254-CB7D-DFED4CC5B3C5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7B62F5-3141-7A52-BE78-84B08860624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3D4CD72-327E-1049-1DA0-94D342FC20F5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538FDE-8E2E-1E75-8D4B-E4AF6B92FC35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81F25-32F2-E45B-37EB-17F1160AE5A2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48055-6C7D-F783-5657-DB86C5F7D1F5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BF636A-9029-A8FF-FF98-40FF876B7C00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1653B5-D39A-CC74-EE3E-0E6BC3F35DB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A263D-4431-4F56-94D0-73BBFA67F483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453820-534D-73C0-CD24-1D8BA79ED57C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6DCCF01-6D3F-CB09-8ADE-04BE402850C0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EE54E0-E282-126F-EE09-33E7AF88D975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5468E5C-409C-44EC-3D27-215A401B14E8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1190D-26CA-DD45-6830-E2BA2B60B604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C179ED-CC16-5003-FB30-65887B5F076E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54A05CF-D50E-517B-6F5D-51CC7B8E304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3E5B71-CE33-BCF5-DCAA-967343127860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94FBA3-422B-C365-378E-7AE90BE79F56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7AB54DA-DB0F-3819-BD15-4745F308F13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F4B6E3-D427-33F3-798A-88FDF9DD95EB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2FFD16-5066-8FD4-ECE5-88E692DADE30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C3B344E-2ED9-A3F7-7E69-2362E83504E9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AC37D-B4FA-4821-0EF4-4604A73853F8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EFFC79-312C-94B5-DDD8-DA17DAE8BA63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3ECD375-7BCB-34C8-197E-70D99E3C004F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17CD23-A783-6F20-1231-B4C76EA1A248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DDD674-2BC0-40E2-4CF5-BA9BF244E8B1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28B8AE-5FA3-D8DF-AA7A-5DFEE0A99765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57FCA3-0DB6-88F6-DE4E-2F82DDD52EF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3C4BD2F-AF09-21C2-B01E-50643CA2CF2D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F60029B-FD1C-960E-EF10-2DAD71289714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69124F7-C57E-AD7C-AFAE-892D23A2AB71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CF9FA5-7108-EB38-A553-A3E29C4443C9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2C3C93F-7FDC-BC1A-BA6D-BE90B639D9ED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9011FD-A816-2D67-18FD-0538B5523C31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9AACD6-0B70-A385-4535-D3468C9BE189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F006BB-F95B-26C8-8EAD-A4A8B8E0C392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1ECB00-3831-C8F1-08FD-7DFBE840B4F7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3635CE-C218-D313-CBCB-12101F0FFAB1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0B011C8-DD9B-6E38-28EA-80EDF31A2B3B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26143A-9F65-4061-AD6C-852B48A0054A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DC69397-3D35-9789-FDD9-A9E63810B021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83A0AC6-59F3-7546-1EEE-7077A83EA8CA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570C89C-9B06-C665-9204-BAB061E6FABE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491B04B-9C81-0CBD-BD42-82278EA16256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1FBA53-2429-86FF-C05B-85F48699586B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40868B3-675E-29AE-DE43-5268747AF0FA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6201A59-A66C-193B-30EA-7F0463D8D1EF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E469C2C-2A59-70B0-FBED-56A52EEBA317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7D1B521-18AB-F851-873E-944DFCCA9E74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A9B88A-97AC-BE07-07B2-8D83FA891406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670450-F2DC-4C63-5C97-D0741034ABEF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5377D6C-CC45-B49F-BC62-18227007C196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0D2CE5-580A-83B9-F476-4A9F9A1B4933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2F82375-2A52-6948-D999-08951DCB99D5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33C679-851E-BCA5-6740-82FF65FCF206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EAF75A5-29DE-1CC5-07A1-BF6B93D182A3}"/>
              </a:ext>
            </a:extLst>
          </p:cNvPr>
          <p:cNvCxnSpPr>
            <a:cxnSpLocks/>
          </p:cNvCxnSpPr>
          <p:nvPr/>
        </p:nvCxnSpPr>
        <p:spPr>
          <a:xfrm flipH="1">
            <a:off x="-173019" y="3095484"/>
            <a:ext cx="415455" cy="87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8479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C195-D6BC-D624-EDBF-B159C582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02E0-B266-76DC-B7CB-FE8CE4A88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FE1C7-C6EB-2F48-72CF-6E6CAF5FA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EC3166-8C23-6940-54B6-383B4A72134E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2067DF-2B49-E18C-7CF3-67C2EFB3FD06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C143EC5-C69D-4F02-0E5B-62E99B6C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840180"/>
              </p:ext>
            </p:extLst>
          </p:nvPr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058F335-6A2B-EF0F-1AE8-434CB74EE472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40620-02BF-7262-4E19-D03D9FEFE1C6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C04838C-F639-3E57-AAFE-D2932300C40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853B6D2-B0D6-27D1-23A9-FD78C12265E2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A1871-697F-EF39-1EB6-B5495834FF38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123C9-FE64-F83D-B882-7C9C185CCED8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89983-AD39-D64E-3EF3-79C32BDF2364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410B2-1046-B8A5-CF17-26AEE951FD74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819620-40F4-A2D4-BF44-CF7899324D0E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25A53-05C0-60EF-F277-66F2CF7B3E4B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8EF357-FA2D-6376-2E8A-41EFF065E31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098B2F-BB47-9D9B-8C00-351A6D4ED29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5DB5AE-B4AA-29CC-46A2-0DB998484F3B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2E65A7-281C-018D-E343-E13A909FC13B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85181-B5CE-81EC-9EE5-75C879E92EF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6F4616-A6D7-BC6B-F5E3-9520324F7302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AE5836B-23AB-15EE-0214-08E475AFE322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861097-3435-C974-3601-45EBB9C1C09C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7281BD2-99DD-4AA5-1F1C-80A414F491A9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B64B309-A000-E2BC-B97C-98AEA45DC959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EEC16A-C2C7-29AD-4C69-F1F004E4D7B1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869AB6-7DA2-29E2-0EDD-DD093D644084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D553EF5-6240-8D59-EE96-642116FE6675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15A33A-825B-9688-F625-99A1C6B76ABF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A0AD43-27F7-3079-B379-7F0E02A26695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588D1C1-8824-A2D8-7AB3-83382A0367B0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4809F4-E6CB-B1CD-766C-DE275C4BE9BA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D94FD3-A9C0-0907-2025-5D0668597FD1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36AC2F-B425-7275-6317-C7C19EDE5D2D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54677B-B805-28CF-E5EA-BDA3D518CA33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6F0882-367B-FC18-142E-573AA5A87A5C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ECE97B-432A-BCD3-25CF-122218CF5E0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08C8A26-0D44-64A9-7CC4-21E01FCD9BA7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EFC69A-1B1D-3427-EAFE-136666FBA223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250479-B788-6E87-13A9-62263AF40675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AED4AA-52B5-2C54-60E9-63C30A523EDC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A2B839-F96E-69C5-6958-712B415AC592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1D6C95-39C4-BE8C-0711-8B70E20CFCB8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5C734B-5910-959D-BEDF-698F1F8AF3B4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A23031-1990-9370-2CB1-AD7B67BDF744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50EA57B-8862-7BED-8C7E-02A461AA6359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3DFCC-A25E-3026-2D71-99B5376A39F1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22ABD6-91B4-A8F9-D39B-A5F933D233CA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A3DAE38-4275-06B3-A4D0-98F2F170BAB4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E4F2F62-0426-4729-CD19-45616890AB48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E8D80F4-098B-33D2-52FC-C7154C8AC185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DECB71-19E9-84E9-60C3-DD3C31F05B0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7581D39-B01F-48A8-43CB-A7A89C1024E1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32B4599-3981-00B2-B62A-1EAD992097E6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C772361-DF62-52A3-00A2-C7706A4C57C6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FDEDD20-2F9E-1F83-FC0D-1A3CDD508A49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256AA6-35DF-B9F1-DA0A-D3D1207CB86C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1CBEDC1-C8D8-2423-86B7-0B85D74355EA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152FBD4-2E18-8CCB-4B75-A8E42FF5B0CC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D554E3E-9677-1828-60A9-A265408C1B66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A625B11-CB79-97E6-AE41-465D1032DDD2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DA5012-6767-F5B1-BBEE-DED620150F32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R  |  U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DDD3A93-7D95-EBF4-4818-F37F07F1D98E}"/>
              </a:ext>
            </a:extLst>
          </p:cNvPr>
          <p:cNvCxnSpPr>
            <a:cxnSpLocks/>
          </p:cNvCxnSpPr>
          <p:nvPr/>
        </p:nvCxnSpPr>
        <p:spPr>
          <a:xfrm>
            <a:off x="998462" y="32696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6611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5885-8CC9-6A6A-3883-72A64AEF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0CA8-7B6E-9827-AA5A-C5D15BC8E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4F910-C9A9-0B82-5576-25AF74FFD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D82A71-215D-A448-7751-DF33756AABB7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19CF7-463B-E50D-802B-077BB0C8967A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63FD8B-AB08-AF6B-E622-6A9051E7FED8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70C0522-C5F4-B7BD-B6B4-E685B9671C0B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E0E0F2-C6BC-2F64-9AFD-A5DEEFBE149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4D75A48-4064-237A-D931-D66CAD4172A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6E709DA-227D-7AC9-3FC8-01B6A02BA8A8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D2685-BCC8-5DAA-BE87-C6BD606AF81B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2DE57-77E5-448E-E182-35499FEED97A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063DD-E872-A479-55E6-CF44B1809648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429373-EF84-81F8-F6E9-CDC08DAF2E95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B642CE-D9D9-786B-769C-1F8C18ED6C5F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E81895-A938-24CA-D505-89EE199EF5E7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C2DED8-0B9A-1C41-0647-CA405EF03541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A418AB7-B3CF-14D8-3F90-885BDFC50F39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5EACA0-0221-0134-8074-C9225ECA0FF8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22223EE-F787-5E4C-C9E1-367C84A9E7DA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80D3D4-94D5-0EFB-1156-DB5F6EF7B4FD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13FC95-D4FE-46D9-DFC7-610D1441D18C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1EE0CB0-907D-C5AD-DC27-253DC064713C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A363D-48D2-6807-7A91-7577334D53B0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5CE2F9-931D-7C1D-5599-3CAE885D384C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403FBFE-4EE0-0F5E-6234-BA28C71A8227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0E976D-9C33-F6BF-EE99-4BBFDFEFB8B4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EA5575-F375-75CD-98BA-5C12A3ABE605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F7DC81F-37F5-EC4A-EE9A-24278C4D8D50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CF3018-F5B2-291B-301C-6415DFA75EBE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D2D4F5-C200-DFF2-A441-5DE7A16136F8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2FA3B27-DE6B-6E9D-6795-39F7DD95B9C2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BCB222-A708-8EC5-BB81-13F9D2AC6FEB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8B5260-A553-C0CC-B354-142E712E8473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3B26FD-2099-FCD3-23C9-FE81D189224B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311AFB-21B8-B5AE-6BB1-70A54FF3D2E3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712071-D6EB-854E-6B12-25E4A260DB61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21695B-0969-48E8-95AD-FD84E3ED445C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EF5400-86C3-0F32-CDAD-3D9F3B7FD389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DFD0A4-AEB9-AB30-2E15-5A18297A2310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8D3B9D-0EEC-98BA-93F4-96E5A1B97706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10EA3B-8F98-2721-2956-59D57C7399DD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E6E55C-CF7F-EA15-A883-558932BF6F9D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C15296-3537-060D-8119-F93A38048B9F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1CFE60-CEDD-CE9F-90F7-7CCEF7A14CB8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7E4734-6306-1C6C-B196-1BD332311396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C5BB079-5C36-DADE-D785-8E825FCE4A6C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D60B3A-1E1D-0E85-0C11-EAB21C5F2523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BD078CB-0FD7-6B18-919C-E2E6D9E6EA90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1D6D826-CA82-28AC-5A40-784386442DE6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6BCFA26-D7A1-6DD2-D851-BB95D5525662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FC40CC9-ADA3-B863-2E6F-DC6A68ED6D2E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2ABD44-51BE-CE18-9678-1DFD9709C01F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1FCFF2F-07DF-DFE9-1D43-2EF7CC54E2FC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5E8AC06-21EC-506C-1045-DFFDC5AEB174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2577A92-9FA0-16E6-64E7-D3DBD9A3FE8C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7BBFF78-B9A5-6901-44B5-B5B8F35BDEBE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AA44EF-4A2F-DAA4-985B-581FBA8F1CE8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2DEAE1D-F134-5A4B-8441-9181C3FE5268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ACE4D59-0CEC-8E64-E289-73B40B598F4D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B04FDD1-F8F1-B4A7-8CC1-8A13621B7EC0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35E1CA5-CE94-9CD6-C303-A3F6FB106513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A098F3-D594-7FB2-B964-69E6568D24F5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623D9E8-D2A9-AFC8-F6A6-AFC835D25277}"/>
              </a:ext>
            </a:extLst>
          </p:cNvPr>
          <p:cNvCxnSpPr>
            <a:cxnSpLocks/>
          </p:cNvCxnSpPr>
          <p:nvPr/>
        </p:nvCxnSpPr>
        <p:spPr>
          <a:xfrm>
            <a:off x="998462" y="32696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4975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DA3F-DA05-50C5-5515-A4A257B7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3B5D-4ECE-1542-AC43-2BBD6A5BD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9880D-1046-38DC-F275-E753F4343E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61A7D-EA60-9830-ABF3-412FDB39C27E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67314-9E48-9454-3261-85AC0873A7BE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C347CD8-3C4D-912E-3C77-86E6F6A5B1A7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DF8DBEF-C9F4-4872-F448-6BB9875897C3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E41FCE-FA25-30C6-E2E1-3695542B004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9D4791D-207C-7E5F-2796-44A97477496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A9E9A39-EFBD-BEDB-769C-3C9197D39553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C3A44A-106A-6F52-5855-8E3B5750E620}"/>
              </a:ext>
            </a:extLst>
          </p:cNvPr>
          <p:cNvSpPr txBox="1"/>
          <p:nvPr/>
        </p:nvSpPr>
        <p:spPr>
          <a:xfrm>
            <a:off x="334376" y="30238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9D747-CE28-BFB2-62BB-33A10F889DCB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1C75B-E8CD-C7EA-C5B5-6C06B079CF63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170687-0C15-0EB0-3688-1B0CA6C8CB67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817CA0-D021-DADB-8DD6-067C2FFE7D8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A127781-6136-4E59-D360-021EB5E0D9D4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5A3EFE-E8AF-4C03-C421-D83342BE9EEB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DF820B-3263-96F5-957D-05C273B16D2C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BC44D1-80A2-FC26-531F-C62D18CC59FE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97870-E3FA-0FA4-6803-CE56C12CE6C1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38E64-8885-88A2-3296-EE310413A719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288C84-D878-90FB-B386-300C0B3E6EE6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310D2A7-549B-8CAE-47D0-D0A2F4E20624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0DB0C-E08C-6751-4440-43104505FFF2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AB20DD-379C-0CE0-4B97-D4EA196D1700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9ECA9F4-1EBB-089F-98BF-8863D42FB74E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315685-F235-E444-CBFE-E4F00F0775A9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EAEF17-3AFA-ED61-526F-3F27829BBDCC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5C8268C-8260-7BF6-B1E4-7642F4471014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1C86C-E21A-DCAF-C5E8-492640F2F8C0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10395D-ADC4-0318-E627-FC96D5B5650B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E0CB1D9-A411-051D-7FCB-3A62F59301A9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AC35C3-F453-9CCA-3C9B-9C5BD9C8737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BB52D3-6C27-4FFE-2770-7DF5DC1BE599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FA31D8-611A-BF80-9E6B-0D6088519F51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D42706-E3EE-513D-7368-FE80F4AD9B88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F52ADF1-AEBA-C476-0BC1-AB6F05D6B163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C80984-5E6A-A4B1-2BC3-FC68306BF193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858811E-4E2E-61D9-EBEB-A0F3274841EC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FA816D-CD4C-4679-9937-3281D9919B47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A4A138F-F0A3-CA3B-06C9-62FDB44CA5C0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C1C961-9B4C-3FE7-7F28-41DFE55CEA9D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43CAEC-2CA9-4167-5190-0786CCDFE8EF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AC01A-FF64-4774-398F-866556551C72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9E9998-AF47-A98E-677A-18860188FEF3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E8CF09-DDE4-623A-0985-0AD657A13D51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8E767C4-0D19-E2FD-54B4-EA84371E12E5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82ABD-9B85-C698-61C6-1F36EF4A2409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80DB9AE-0683-E29A-7A8D-596ABB63FC6C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7354425-B833-FCD1-AC68-EEBB3AC256FC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0EF0294-0573-E429-8DD5-04385E40EE6C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8AA2AB6-7B6A-4868-AB14-6BCC01FBA767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1923A0-4D81-EE27-8912-617D0058A1DB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1042FD2-3D42-13BB-2E4D-DF129AFC3A09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E4243D4-F69B-FD92-F3C2-4F418C849EDA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DB2224A-DF09-3373-21C7-8D7ABD54F7F4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315E0CF-B42E-9070-0C16-622F88AE4392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EF3C5-FC6E-2B91-7169-5F57C05E72B6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40264A-D4ED-C922-8A98-DA7B26BCF1EA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9BF0E06-BBC6-6C4A-6D8D-039CCE47BD8C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0010B0D-FBDD-3882-F4B6-60BA247E18D9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FD2B25C-6F88-6CAA-6B13-9265703A4469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91664E-AE79-4A10-86E9-29E8423A5271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9748DF-26D3-CCFD-94EF-2225E460939A}"/>
              </a:ext>
            </a:extLst>
          </p:cNvPr>
          <p:cNvCxnSpPr>
            <a:cxnSpLocks/>
          </p:cNvCxnSpPr>
          <p:nvPr/>
        </p:nvCxnSpPr>
        <p:spPr>
          <a:xfrm>
            <a:off x="998462" y="32696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DDC8C7A-44A9-0023-DF44-5ADFB133467F}"/>
              </a:ext>
            </a:extLst>
          </p:cNvPr>
          <p:cNvSpPr txBox="1"/>
          <p:nvPr/>
        </p:nvSpPr>
        <p:spPr>
          <a:xfrm>
            <a:off x="248315" y="6172855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0591792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BDFF-1D32-6CF5-D29D-4D0D995F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F19F-C61B-103E-8B2E-FF938BDA7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99CFE-E90D-9B81-289D-6C47097D9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9B5E7-8AE9-4C63-5242-588660E1E661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D9531-41AB-3906-482C-749AF8DD7188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04B2BF-9E00-B647-6DAB-3757ED152632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8D075E0-72BD-3C97-B909-B5E85A42DAED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380EE-5BFD-72EF-7C33-7779D9B9E00B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2D5F9C1-6084-CB43-9105-60C2B3CD1B50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4127547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55732892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370685610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204660835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049427478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16499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4110592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99746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5526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666279A-975C-81EB-EAB3-72DB05C8E1E4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7F314A-BABD-A51C-4FED-B4DF21FC0671}"/>
              </a:ext>
            </a:extLst>
          </p:cNvPr>
          <p:cNvSpPr txBox="1"/>
          <p:nvPr/>
        </p:nvSpPr>
        <p:spPr>
          <a:xfrm>
            <a:off x="1513378" y="294515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1708F-70B6-B0DD-93F9-AAD7D4526C83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520FF-1AC8-DDC7-97E5-648184C04748}"/>
              </a:ext>
            </a:extLst>
          </p:cNvPr>
          <p:cNvSpPr txBox="1"/>
          <p:nvPr/>
        </p:nvSpPr>
        <p:spPr>
          <a:xfrm>
            <a:off x="-1976420" y="410675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79973-1934-3F2D-C4B7-EA7130C596FE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36F98B-A40D-3357-5C82-11B147D6CA96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68CE1-FDB5-10F9-57CE-350DD9591F02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F4DEAE-3468-E172-AF86-4C15575D3FB5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404ECC-CF27-9EE8-119F-2329E0F4F0EC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CC22A2-DA6B-D375-E381-A7609E44FD55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AB723C1-3D64-92C3-F784-A536E63586B2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DE4C24-233B-6465-C3B1-9A6088FBA385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3049F4-C17D-FCBC-D281-ED89131F3F16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2CC4565-A27A-54E6-5E16-7B606E180EA0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E640C-82E5-439A-D2ED-7EAD242BA2DB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F97721-250F-59AF-D004-834A4E9F26E1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7B27EA4-241E-BB57-290D-9C08CB462561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EF2736-8D1D-936B-37B9-2F47769E4823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713139-DC6E-7B0B-0D35-AAB864551E0D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5F635A4-4215-FE81-A9C9-992939D7D267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E7FF3E-7ECA-936F-3CDC-4C971013C566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EB3775-EA5E-CEC5-CD06-22D927E0AC60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15090E8-9E20-D9FA-46D4-1B9F083F1055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9622F5-AA61-3D6F-2517-46EB41F9F696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CBC595-0FF1-0A81-D4FC-FCBAD0D8D4E2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785235-3346-AE80-833D-884AEDEF76A7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0A7FC4-BCED-E3AF-05CE-BCAB0603390D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40C1F6-F1A7-6DC4-135E-0898CB1445EC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80BF17-D0DC-1B86-6CF8-A5ABE71CA4B5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D702F37-DD5B-B981-8EA9-CB4C4D810B3A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2F8D46-3683-C47D-9E70-613440F6B7CD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F6A9BC-1ABE-97CE-C3D6-62990159BE8C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59B9AD-09F1-3007-C184-CD4E0161C6CB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8415C1-D84D-9C1D-7B1D-F57EFE97EBFD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70C8D7-EA8F-5A77-A357-9E25866E7423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9DD6E0-9738-4251-FCD2-3CFF9F1B3F55}"/>
              </a:ext>
            </a:extLst>
          </p:cNvPr>
          <p:cNvSpPr txBox="1"/>
          <p:nvPr/>
        </p:nvSpPr>
        <p:spPr>
          <a:xfrm>
            <a:off x="-1976420" y="4839443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F80646-42F5-6422-D43B-9BA7B2537BFC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1127F0C-B471-AEF5-98D8-C89B73A81BD9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58619A-601E-0FEA-B7B3-10D144140BCA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F69A69-EEFF-0325-FF6B-7CA5AC05E2DB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0684529-303A-B209-B70B-08D858F18F50}"/>
              </a:ext>
            </a:extLst>
          </p:cNvPr>
          <p:cNvSpPr txBox="1"/>
          <p:nvPr/>
        </p:nvSpPr>
        <p:spPr>
          <a:xfrm>
            <a:off x="-782620" y="480763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93B5B3-746E-1353-4A75-8B22D397519F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89AFE83-26A0-6203-F212-3EF81B2B330C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898ACF-FE99-51C8-56B1-04EAE18DC93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6608AE6-E8E5-6AF8-D5B4-E4C72D512572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5C1963A-3C55-04B5-E04C-9F6E54602635}"/>
              </a:ext>
            </a:extLst>
          </p:cNvPr>
          <p:cNvSpPr txBox="1"/>
          <p:nvPr/>
        </p:nvSpPr>
        <p:spPr>
          <a:xfrm>
            <a:off x="-782620" y="5474309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761B9E9-0530-FD94-CDEF-DEE9B4BC6A53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2FE3124-0480-9E59-5A6E-60A55E5119A3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83A1A7-0755-0EFB-6659-76ABDD379CE0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53E33CF-0F13-31B6-4219-CF9211B4F7AF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FC9333B-0C5C-5B7E-5F2B-F1E02B460EA0}"/>
              </a:ext>
            </a:extLst>
          </p:cNvPr>
          <p:cNvSpPr txBox="1"/>
          <p:nvPr/>
        </p:nvSpPr>
        <p:spPr>
          <a:xfrm>
            <a:off x="-769846" y="6172856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342BF3-4341-A269-8D96-F69482362E35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5C9E45A-BD07-0762-84DD-DD5AD0A29F82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3AE0C9-827E-DC1A-2403-14B8659C9D4D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991A811-09C5-F0E6-E063-0089D186B0A6}"/>
              </a:ext>
            </a:extLst>
          </p:cNvPr>
          <p:cNvCxnSpPr>
            <a:cxnSpLocks/>
          </p:cNvCxnSpPr>
          <p:nvPr/>
        </p:nvCxnSpPr>
        <p:spPr>
          <a:xfrm>
            <a:off x="998462" y="32696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07D311-5618-686B-15D8-0498747ECC98}"/>
              </a:ext>
            </a:extLst>
          </p:cNvPr>
          <p:cNvSpPr txBox="1"/>
          <p:nvPr/>
        </p:nvSpPr>
        <p:spPr>
          <a:xfrm>
            <a:off x="248315" y="6172855"/>
            <a:ext cx="8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F97B4B2-8F64-B0CB-D252-DDCA5411C5DF}"/>
              </a:ext>
            </a:extLst>
          </p:cNvPr>
          <p:cNvCxnSpPr>
            <a:cxnSpLocks/>
          </p:cNvCxnSpPr>
          <p:nvPr/>
        </p:nvCxnSpPr>
        <p:spPr>
          <a:xfrm>
            <a:off x="12049578" y="5065228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8D57865-7210-D793-5116-AFD1E2805BD9}"/>
              </a:ext>
            </a:extLst>
          </p:cNvPr>
          <p:cNvSpPr/>
          <p:nvPr/>
        </p:nvSpPr>
        <p:spPr>
          <a:xfrm>
            <a:off x="11020881" y="5653639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3 , “DRDDRR”</a:t>
            </a:r>
          </a:p>
        </p:txBody>
      </p:sp>
    </p:spTree>
    <p:extLst>
      <p:ext uri="{BB962C8B-B14F-4D97-AF65-F5344CB8AC3E}">
        <p14:creationId xmlns:p14="http://schemas.microsoft.com/office/powerpoint/2010/main" val="36710896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862E-2CF0-731F-8254-9F848854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8F81-37D0-9785-4091-FB725448B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19DAF-4EDF-C0C5-2698-DDF5B138A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98ADB-B4E6-19C6-AB6C-C4B219EEC8F5}"/>
              </a:ext>
            </a:extLst>
          </p:cNvPr>
          <p:cNvSpPr/>
          <p:nvPr/>
        </p:nvSpPr>
        <p:spPr>
          <a:xfrm>
            <a:off x="-2760929" y="-792263"/>
            <a:ext cx="18940729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8DE1D2-98A0-EB99-EA7C-339E3892A01B}"/>
              </a:ext>
            </a:extLst>
          </p:cNvPr>
          <p:cNvSpPr txBox="1"/>
          <p:nvPr/>
        </p:nvSpPr>
        <p:spPr>
          <a:xfrm>
            <a:off x="-2640228" y="-672584"/>
            <a:ext cx="129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N = 4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D64F276-1246-7739-899A-BB1A347A4163}"/>
              </a:ext>
            </a:extLst>
          </p:cNvPr>
          <p:cNvGraphicFramePr>
            <a:graphicFrameLocks noGrp="1"/>
          </p:cNvGraphicFramePr>
          <p:nvPr/>
        </p:nvGraphicFramePr>
        <p:xfrm>
          <a:off x="-2069615" y="727100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9E9EC67-D69C-B1AA-FFA0-9355E8205169}"/>
              </a:ext>
            </a:extLst>
          </p:cNvPr>
          <p:cNvSpPr txBox="1"/>
          <p:nvPr/>
        </p:nvSpPr>
        <p:spPr>
          <a:xfrm>
            <a:off x="-2162328" y="125947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DC83B7-46EE-4D96-4840-EFAAF0FB25B0}"/>
              </a:ext>
            </a:extLst>
          </p:cNvPr>
          <p:cNvSpPr txBox="1"/>
          <p:nvPr/>
        </p:nvSpPr>
        <p:spPr>
          <a:xfrm>
            <a:off x="-2640228" y="1054253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1D1C9E-B296-BDDB-D78F-B1980841A91C}"/>
              </a:ext>
            </a:extLst>
          </p:cNvPr>
          <p:cNvSpPr/>
          <p:nvPr/>
        </p:nvSpPr>
        <p:spPr>
          <a:xfrm>
            <a:off x="6096000" y="-523220"/>
            <a:ext cx="1294028" cy="52322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 , 0 , “   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DA5118-C23B-2BFA-2A0B-936ECF07AC78}"/>
              </a:ext>
            </a:extLst>
          </p:cNvPr>
          <p:cNvSpPr txBox="1"/>
          <p:nvPr/>
        </p:nvSpPr>
        <p:spPr>
          <a:xfrm>
            <a:off x="1513378" y="294515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A51FE-BDFC-BA94-C937-F02DB4D78234}"/>
              </a:ext>
            </a:extLst>
          </p:cNvPr>
          <p:cNvSpPr txBox="1"/>
          <p:nvPr/>
        </p:nvSpPr>
        <p:spPr>
          <a:xfrm>
            <a:off x="7620000" y="-52322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D9F96D-2EF4-4152-B885-ADD0BBD735C3}"/>
              </a:ext>
            </a:extLst>
          </p:cNvPr>
          <p:cNvCxnSpPr/>
          <p:nvPr/>
        </p:nvCxnSpPr>
        <p:spPr>
          <a:xfrm>
            <a:off x="5308600" y="-266700"/>
            <a:ext cx="685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D2E8F6-5FD8-E003-C5EB-0BC4616C1DAA}"/>
              </a:ext>
            </a:extLst>
          </p:cNvPr>
          <p:cNvCxnSpPr>
            <a:cxnSpLocks/>
          </p:cNvCxnSpPr>
          <p:nvPr/>
        </p:nvCxnSpPr>
        <p:spPr>
          <a:xfrm>
            <a:off x="5308600" y="-266700"/>
            <a:ext cx="0" cy="7619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4E434-58F4-D29E-203D-0BF2018FA2C0}"/>
              </a:ext>
            </a:extLst>
          </p:cNvPr>
          <p:cNvSpPr/>
          <p:nvPr/>
        </p:nvSpPr>
        <p:spPr>
          <a:xfrm>
            <a:off x="4662272" y="55310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0 , “D”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E9F2DA-87E8-B106-82E3-3B1C13EAFF8A}"/>
              </a:ext>
            </a:extLst>
          </p:cNvPr>
          <p:cNvCxnSpPr/>
          <p:nvPr/>
        </p:nvCxnSpPr>
        <p:spPr>
          <a:xfrm>
            <a:off x="-1516045" y="1223904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EB3DF9-4649-A42B-5B1C-8AFC6FBB8F7E}"/>
              </a:ext>
            </a:extLst>
          </p:cNvPr>
          <p:cNvSpPr txBox="1"/>
          <p:nvPr/>
        </p:nvSpPr>
        <p:spPr>
          <a:xfrm>
            <a:off x="6096000" y="61466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21BE0B-0976-1B62-6AA4-0AB7C88B30FF}"/>
              </a:ext>
            </a:extLst>
          </p:cNvPr>
          <p:cNvCxnSpPr>
            <a:cxnSpLocks/>
          </p:cNvCxnSpPr>
          <p:nvPr/>
        </p:nvCxnSpPr>
        <p:spPr>
          <a:xfrm>
            <a:off x="5308600" y="1173104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9CFB203-F42F-A298-F4D5-580C1240F17D}"/>
              </a:ext>
            </a:extLst>
          </p:cNvPr>
          <p:cNvSpPr/>
          <p:nvPr/>
        </p:nvSpPr>
        <p:spPr>
          <a:xfrm>
            <a:off x="4572002" y="1647927"/>
            <a:ext cx="138429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0 , “DD”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F2A10-189F-2D7B-4688-E77041267BF6}"/>
              </a:ext>
            </a:extLst>
          </p:cNvPr>
          <p:cNvSpPr txBox="1"/>
          <p:nvPr/>
        </p:nvSpPr>
        <p:spPr>
          <a:xfrm>
            <a:off x="6096000" y="171073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rgbClr val="FF0000"/>
                </a:solidFill>
              </a:rPr>
              <a:t> L  </a:t>
            </a:r>
            <a:r>
              <a:rPr lang="en-IN" sz="2000" b="1" dirty="0">
                <a:solidFill>
                  <a:srgbClr val="FFFF00"/>
                </a:solidFill>
              </a:rPr>
              <a:t>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3B6DB3-AD14-A2D9-91BF-61E431AE6365}"/>
              </a:ext>
            </a:extLst>
          </p:cNvPr>
          <p:cNvCxnSpPr>
            <a:cxnSpLocks/>
          </p:cNvCxnSpPr>
          <p:nvPr/>
        </p:nvCxnSpPr>
        <p:spPr>
          <a:xfrm>
            <a:off x="5295900" y="228278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0F938DB-2A51-7F56-118D-BCB297E4D9BB}"/>
              </a:ext>
            </a:extLst>
          </p:cNvPr>
          <p:cNvSpPr/>
          <p:nvPr/>
        </p:nvSpPr>
        <p:spPr>
          <a:xfrm>
            <a:off x="4483101" y="2770290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“DDR”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DED421-D95F-D07F-74FE-EF1A19EB50A2}"/>
              </a:ext>
            </a:extLst>
          </p:cNvPr>
          <p:cNvSpPr txBox="1"/>
          <p:nvPr/>
        </p:nvSpPr>
        <p:spPr>
          <a:xfrm>
            <a:off x="6096000" y="2833100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chemeClr val="accent6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9CBFC6-66F4-3143-3104-B53C9D3CE245}"/>
              </a:ext>
            </a:extLst>
          </p:cNvPr>
          <p:cNvCxnSpPr>
            <a:cxnSpLocks/>
          </p:cNvCxnSpPr>
          <p:nvPr/>
        </p:nvCxnSpPr>
        <p:spPr>
          <a:xfrm>
            <a:off x="5308600" y="336257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DE88A4F-788D-79A1-7306-464D532C3E28}"/>
              </a:ext>
            </a:extLst>
          </p:cNvPr>
          <p:cNvSpPr/>
          <p:nvPr/>
        </p:nvSpPr>
        <p:spPr>
          <a:xfrm>
            <a:off x="4305301" y="3875437"/>
            <a:ext cx="16827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D6D6E2-C656-D7AC-EE72-3181F8FBCFCD}"/>
              </a:ext>
            </a:extLst>
          </p:cNvPr>
          <p:cNvSpPr txBox="1"/>
          <p:nvPr/>
        </p:nvSpPr>
        <p:spPr>
          <a:xfrm>
            <a:off x="6096000" y="390522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DE5E9A-4CA0-5997-4290-B19D28603461}"/>
              </a:ext>
            </a:extLst>
          </p:cNvPr>
          <p:cNvCxnSpPr>
            <a:cxnSpLocks/>
          </p:cNvCxnSpPr>
          <p:nvPr/>
        </p:nvCxnSpPr>
        <p:spPr>
          <a:xfrm>
            <a:off x="5308600" y="4474857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E0F4FD5-A99A-965A-955F-0CEAAF23A512}"/>
              </a:ext>
            </a:extLst>
          </p:cNvPr>
          <p:cNvSpPr/>
          <p:nvPr/>
        </p:nvSpPr>
        <p:spPr>
          <a:xfrm>
            <a:off x="4152900" y="4999912"/>
            <a:ext cx="18034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2E568-8B0B-E874-EEC8-1F7E4577CC95}"/>
              </a:ext>
            </a:extLst>
          </p:cNvPr>
          <p:cNvSpPr txBox="1"/>
          <p:nvPr/>
        </p:nvSpPr>
        <p:spPr>
          <a:xfrm>
            <a:off x="6081928" y="5057745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 </a:t>
            </a:r>
            <a:r>
              <a:rPr lang="en-IN" sz="2000" b="1" dirty="0">
                <a:solidFill>
                  <a:srgbClr val="FFFF00"/>
                </a:solidFill>
              </a:rPr>
              <a:t>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89D5C16-A008-BC9F-84EC-1698E9D74F38}"/>
              </a:ext>
            </a:extLst>
          </p:cNvPr>
          <p:cNvCxnSpPr>
            <a:cxnSpLocks/>
          </p:cNvCxnSpPr>
          <p:nvPr/>
        </p:nvCxnSpPr>
        <p:spPr>
          <a:xfrm>
            <a:off x="5308600" y="5591576"/>
            <a:ext cx="0" cy="4201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15674E6-595D-F495-F06E-1A4FBEF27F2A}"/>
              </a:ext>
            </a:extLst>
          </p:cNvPr>
          <p:cNvSpPr/>
          <p:nvPr/>
        </p:nvSpPr>
        <p:spPr>
          <a:xfrm>
            <a:off x="4064002" y="6080191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“DDRDRR”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D9C4D5-07D5-862B-84B9-D3DB07766BA3}"/>
              </a:ext>
            </a:extLst>
          </p:cNvPr>
          <p:cNvSpPr txBox="1"/>
          <p:nvPr/>
        </p:nvSpPr>
        <p:spPr>
          <a:xfrm>
            <a:off x="-2457348" y="7127042"/>
            <a:ext cx="173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2"/>
                </a:solidFill>
              </a:rPr>
              <a:t>OutPut</a:t>
            </a:r>
            <a:r>
              <a:rPr lang="en-IN" sz="2800" b="1" dirty="0">
                <a:solidFill>
                  <a:schemeClr val="bg2"/>
                </a:solidFill>
              </a:rPr>
              <a:t> :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CF51D2A-F70E-3EFF-2067-B14F681D595C}"/>
              </a:ext>
            </a:extLst>
          </p:cNvPr>
          <p:cNvSpPr/>
          <p:nvPr/>
        </p:nvSpPr>
        <p:spPr>
          <a:xfrm>
            <a:off x="-901341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“DDRDRR”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A60459-A4D1-45F4-77FF-73F442FA3EBE}"/>
              </a:ext>
            </a:extLst>
          </p:cNvPr>
          <p:cNvCxnSpPr/>
          <p:nvPr/>
        </p:nvCxnSpPr>
        <p:spPr>
          <a:xfrm flipV="1">
            <a:off x="4838700" y="5591576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C2FA070-0AA6-C744-CFBF-106B26A064FC}"/>
              </a:ext>
            </a:extLst>
          </p:cNvPr>
          <p:cNvCxnSpPr/>
          <p:nvPr/>
        </p:nvCxnSpPr>
        <p:spPr>
          <a:xfrm flipV="1">
            <a:off x="4838700" y="4474857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1E362D-CD3D-F69B-E428-7D5E923D3757}"/>
              </a:ext>
            </a:extLst>
          </p:cNvPr>
          <p:cNvCxnSpPr/>
          <p:nvPr/>
        </p:nvCxnSpPr>
        <p:spPr>
          <a:xfrm flipV="1">
            <a:off x="4838700" y="3352495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CC22A1-5718-D9DB-E9EF-8D4F82FA3B06}"/>
              </a:ext>
            </a:extLst>
          </p:cNvPr>
          <p:cNvCxnSpPr>
            <a:cxnSpLocks/>
          </p:cNvCxnSpPr>
          <p:nvPr/>
        </p:nvCxnSpPr>
        <p:spPr>
          <a:xfrm>
            <a:off x="6096000" y="3233210"/>
            <a:ext cx="17766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A80CAA3-1059-D44A-F680-EB71A7F355CE}"/>
              </a:ext>
            </a:extLst>
          </p:cNvPr>
          <p:cNvSpPr/>
          <p:nvPr/>
        </p:nvSpPr>
        <p:spPr>
          <a:xfrm>
            <a:off x="7958689" y="2825161"/>
            <a:ext cx="150494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“DDR”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38F37F-5508-5BB5-0B36-5505C4579B19}"/>
              </a:ext>
            </a:extLst>
          </p:cNvPr>
          <p:cNvSpPr txBox="1"/>
          <p:nvPr/>
        </p:nvSpPr>
        <p:spPr>
          <a:xfrm>
            <a:off x="9535626" y="2965667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rgbClr val="FF0000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</a:t>
            </a:r>
            <a:r>
              <a:rPr lang="en-IN" sz="2000" b="1" dirty="0">
                <a:solidFill>
                  <a:srgbClr val="FF0000"/>
                </a:solidFill>
              </a:rPr>
              <a:t>U</a:t>
            </a:r>
            <a:r>
              <a:rPr lang="en-IN" sz="2000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23B184-ED6A-A89C-F3AF-28FF7DE87EC2}"/>
              </a:ext>
            </a:extLst>
          </p:cNvPr>
          <p:cNvCxnSpPr>
            <a:cxnSpLocks/>
          </p:cNvCxnSpPr>
          <p:nvPr/>
        </p:nvCxnSpPr>
        <p:spPr>
          <a:xfrm flipH="1">
            <a:off x="6438900" y="3423710"/>
            <a:ext cx="11811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807346-82CF-D43C-AE31-43528B2CAED2}"/>
              </a:ext>
            </a:extLst>
          </p:cNvPr>
          <p:cNvCxnSpPr/>
          <p:nvPr/>
        </p:nvCxnSpPr>
        <p:spPr>
          <a:xfrm flipV="1">
            <a:off x="4838700" y="225102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DA79E7-C3F5-F650-DC6D-412196EE521C}"/>
              </a:ext>
            </a:extLst>
          </p:cNvPr>
          <p:cNvCxnSpPr/>
          <p:nvPr/>
        </p:nvCxnSpPr>
        <p:spPr>
          <a:xfrm flipV="1">
            <a:off x="4838700" y="1173104"/>
            <a:ext cx="0" cy="4201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8DA52A-E21B-BC71-CD5C-B806601C7746}"/>
              </a:ext>
            </a:extLst>
          </p:cNvPr>
          <p:cNvCxnSpPr>
            <a:cxnSpLocks/>
          </p:cNvCxnSpPr>
          <p:nvPr/>
        </p:nvCxnSpPr>
        <p:spPr>
          <a:xfrm>
            <a:off x="-1143000" y="19234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FAFD0D-BBA8-EBD3-CA83-98211EFB1FA0}"/>
              </a:ext>
            </a:extLst>
          </p:cNvPr>
          <p:cNvCxnSpPr>
            <a:cxnSpLocks/>
          </p:cNvCxnSpPr>
          <p:nvPr/>
        </p:nvCxnSpPr>
        <p:spPr>
          <a:xfrm>
            <a:off x="6110072" y="1014771"/>
            <a:ext cx="530722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437D0095-0E8D-274F-59A2-BEFA965D7204}"/>
              </a:ext>
            </a:extLst>
          </p:cNvPr>
          <p:cNvSpPr/>
          <p:nvPr/>
        </p:nvSpPr>
        <p:spPr>
          <a:xfrm>
            <a:off x="11571072" y="729016"/>
            <a:ext cx="1294028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, 1 , “DR”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728793-4207-0AF3-6929-EB4F2FEF2604}"/>
              </a:ext>
            </a:extLst>
          </p:cNvPr>
          <p:cNvSpPr txBox="1"/>
          <p:nvPr/>
        </p:nvSpPr>
        <p:spPr>
          <a:xfrm>
            <a:off x="13018872" y="87627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A9CBE3-60D3-1AF8-8E3E-6296D236BC2A}"/>
              </a:ext>
            </a:extLst>
          </p:cNvPr>
          <p:cNvCxnSpPr/>
          <p:nvPr/>
        </p:nvCxnSpPr>
        <p:spPr>
          <a:xfrm>
            <a:off x="-444499" y="1967466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A6CDA1-94C8-3828-3105-89E601224F4E}"/>
              </a:ext>
            </a:extLst>
          </p:cNvPr>
          <p:cNvCxnSpPr>
            <a:cxnSpLocks/>
          </p:cNvCxnSpPr>
          <p:nvPr/>
        </p:nvCxnSpPr>
        <p:spPr>
          <a:xfrm>
            <a:off x="11988800" y="1330101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454CD15-4804-0BA0-FF12-60EF0C449482}"/>
              </a:ext>
            </a:extLst>
          </p:cNvPr>
          <p:cNvSpPr/>
          <p:nvPr/>
        </p:nvSpPr>
        <p:spPr>
          <a:xfrm>
            <a:off x="11326326" y="1947190"/>
            <a:ext cx="1538774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, 1 , “DRD”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CC83DB-C891-2CFC-274A-5627FBAA3DCA}"/>
              </a:ext>
            </a:extLst>
          </p:cNvPr>
          <p:cNvSpPr txBox="1"/>
          <p:nvPr/>
        </p:nvSpPr>
        <p:spPr>
          <a:xfrm>
            <a:off x="13018872" y="1977496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L  | R  |  U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C076C1D-375B-E222-323E-5856D365274B}"/>
              </a:ext>
            </a:extLst>
          </p:cNvPr>
          <p:cNvCxnSpPr/>
          <p:nvPr/>
        </p:nvCxnSpPr>
        <p:spPr>
          <a:xfrm>
            <a:off x="-449013" y="269033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A9E1A58-B956-A018-D209-520B4B055D2E}"/>
              </a:ext>
            </a:extLst>
          </p:cNvPr>
          <p:cNvCxnSpPr>
            <a:cxnSpLocks/>
          </p:cNvCxnSpPr>
          <p:nvPr/>
        </p:nvCxnSpPr>
        <p:spPr>
          <a:xfrm>
            <a:off x="11988800" y="2569926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898513B-8F6C-DAA4-5EB7-00F955F21FB7}"/>
              </a:ext>
            </a:extLst>
          </p:cNvPr>
          <p:cNvSpPr/>
          <p:nvPr/>
        </p:nvSpPr>
        <p:spPr>
          <a:xfrm>
            <a:off x="11234057" y="3220108"/>
            <a:ext cx="1631043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1 , “DRDD”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DA97F7-8E86-4002-FF53-93632FE820D7}"/>
              </a:ext>
            </a:extLst>
          </p:cNvPr>
          <p:cNvSpPr txBox="1"/>
          <p:nvPr/>
        </p:nvSpPr>
        <p:spPr>
          <a:xfrm>
            <a:off x="13018872" y="3234451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DA9056-200A-E661-98D4-F9227514ABC7}"/>
              </a:ext>
            </a:extLst>
          </p:cNvPr>
          <p:cNvCxnSpPr>
            <a:cxnSpLocks/>
          </p:cNvCxnSpPr>
          <p:nvPr/>
        </p:nvCxnSpPr>
        <p:spPr>
          <a:xfrm>
            <a:off x="-146715" y="3220108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1CDFA10-A63C-4451-A098-21285AE56E11}"/>
              </a:ext>
            </a:extLst>
          </p:cNvPr>
          <p:cNvCxnSpPr>
            <a:cxnSpLocks/>
          </p:cNvCxnSpPr>
          <p:nvPr/>
        </p:nvCxnSpPr>
        <p:spPr>
          <a:xfrm>
            <a:off x="11988800" y="3843579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566FA0A-35FF-9A8A-6FAD-240A3AF50AA9}"/>
              </a:ext>
            </a:extLst>
          </p:cNvPr>
          <p:cNvSpPr/>
          <p:nvPr/>
        </p:nvSpPr>
        <p:spPr>
          <a:xfrm>
            <a:off x="11074400" y="4482724"/>
            <a:ext cx="1790700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2 , “DRDDR”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0A4807-0C90-6EFD-7A86-0666DA6785BD}"/>
              </a:ext>
            </a:extLst>
          </p:cNvPr>
          <p:cNvSpPr txBox="1"/>
          <p:nvPr/>
        </p:nvSpPr>
        <p:spPr>
          <a:xfrm>
            <a:off x="13018872" y="4553029"/>
            <a:ext cx="179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</a:t>
            </a:r>
            <a:r>
              <a:rPr lang="en-IN" sz="2000" b="1" dirty="0">
                <a:solidFill>
                  <a:srgbClr val="FFFF00"/>
                </a:solidFill>
              </a:rPr>
              <a:t> |  </a:t>
            </a:r>
            <a:r>
              <a:rPr lang="en-IN" sz="2000" b="1" dirty="0">
                <a:solidFill>
                  <a:srgbClr val="FF0000"/>
                </a:solidFill>
              </a:rPr>
              <a:t>L</a:t>
            </a:r>
            <a:r>
              <a:rPr lang="en-IN" sz="2000" b="1" dirty="0">
                <a:solidFill>
                  <a:srgbClr val="FFFF00"/>
                </a:solidFill>
              </a:rPr>
              <a:t>  | </a:t>
            </a:r>
            <a:r>
              <a:rPr lang="en-IN" sz="2000" b="1" dirty="0">
                <a:solidFill>
                  <a:schemeClr val="accent6"/>
                </a:solidFill>
              </a:rPr>
              <a:t>R</a:t>
            </a:r>
            <a:r>
              <a:rPr lang="en-IN" sz="2000" b="1" dirty="0">
                <a:solidFill>
                  <a:srgbClr val="FFFF00"/>
                </a:solidFill>
              </a:rPr>
              <a:t>  |  U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655A49A-DA43-5AD4-DB3A-3D1B23014B46}"/>
              </a:ext>
            </a:extLst>
          </p:cNvPr>
          <p:cNvCxnSpPr>
            <a:cxnSpLocks/>
          </p:cNvCxnSpPr>
          <p:nvPr/>
        </p:nvCxnSpPr>
        <p:spPr>
          <a:xfrm>
            <a:off x="998462" y="3269675"/>
            <a:ext cx="39503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F8CFF65-19BB-FADB-165F-0CB1A0ED1C82}"/>
              </a:ext>
            </a:extLst>
          </p:cNvPr>
          <p:cNvCxnSpPr>
            <a:cxnSpLocks/>
          </p:cNvCxnSpPr>
          <p:nvPr/>
        </p:nvCxnSpPr>
        <p:spPr>
          <a:xfrm>
            <a:off x="12049578" y="5065228"/>
            <a:ext cx="0" cy="5263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98322F8B-0514-F016-9E54-6066EF87F3C8}"/>
              </a:ext>
            </a:extLst>
          </p:cNvPr>
          <p:cNvSpPr/>
          <p:nvPr/>
        </p:nvSpPr>
        <p:spPr>
          <a:xfrm>
            <a:off x="11020881" y="5653639"/>
            <a:ext cx="1924047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 , 3 , “DRDDRR”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85611A7-99DF-235A-64F2-3370E63EFFE4}"/>
              </a:ext>
            </a:extLst>
          </p:cNvPr>
          <p:cNvSpPr/>
          <p:nvPr/>
        </p:nvSpPr>
        <p:spPr>
          <a:xfrm>
            <a:off x="645056" y="7040683"/>
            <a:ext cx="1371242" cy="52322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“DRDDRR”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F95B1E-F2B8-52CC-A603-93A2E4B8C382}"/>
              </a:ext>
            </a:extLst>
          </p:cNvPr>
          <p:cNvSpPr txBox="1"/>
          <p:nvPr/>
        </p:nvSpPr>
        <p:spPr>
          <a:xfrm>
            <a:off x="12470442" y="-570733"/>
            <a:ext cx="3186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Lexicographically</a:t>
            </a:r>
          </a:p>
        </p:txBody>
      </p: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24AD75CD-72DB-7FA4-667C-AB8EC9891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300972"/>
              </p:ext>
            </p:extLst>
          </p:nvPr>
        </p:nvGraphicFramePr>
        <p:xfrm>
          <a:off x="-2085755" y="4098496"/>
          <a:ext cx="4376928" cy="270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32">
                  <a:extLst>
                    <a:ext uri="{9D8B030D-6E8A-4147-A177-3AD203B41FA5}">
                      <a16:colId xmlns:a16="http://schemas.microsoft.com/office/drawing/2014/main" val="3050298482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2569111043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4047162731"/>
                    </a:ext>
                  </a:extLst>
                </a:gridCol>
                <a:gridCol w="1094232">
                  <a:extLst>
                    <a:ext uri="{9D8B030D-6E8A-4147-A177-3AD203B41FA5}">
                      <a16:colId xmlns:a16="http://schemas.microsoft.com/office/drawing/2014/main" val="1568548781"/>
                    </a:ext>
                  </a:extLst>
                </a:gridCol>
              </a:tblGrid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6125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462493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79998"/>
                  </a:ext>
                </a:extLst>
              </a:tr>
              <a:tr h="675475">
                <a:tc>
                  <a:txBody>
                    <a:bodyPr/>
                    <a:lstStyle/>
                    <a:p>
                      <a:r>
                        <a:rPr lang="en-IN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8407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DF87975-F96B-87E6-83E3-E5F834487FEA}"/>
              </a:ext>
            </a:extLst>
          </p:cNvPr>
          <p:cNvSpPr txBox="1"/>
          <p:nvPr/>
        </p:nvSpPr>
        <p:spPr>
          <a:xfrm>
            <a:off x="-2178468" y="3497343"/>
            <a:ext cx="44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  0                    1                      2                     3             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BD675D-8DD4-8D41-81FC-960522906527}"/>
              </a:ext>
            </a:extLst>
          </p:cNvPr>
          <p:cNvSpPr txBox="1"/>
          <p:nvPr/>
        </p:nvSpPr>
        <p:spPr>
          <a:xfrm>
            <a:off x="-2656368" y="4425649"/>
            <a:ext cx="182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0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1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2</a:t>
            </a:r>
          </a:p>
          <a:p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3</a:t>
            </a:r>
          </a:p>
          <a:p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4F0128-9942-AC46-0AF0-010D63D7CC81}"/>
              </a:ext>
            </a:extLst>
          </p:cNvPr>
          <p:cNvSpPr txBox="1"/>
          <p:nvPr/>
        </p:nvSpPr>
        <p:spPr>
          <a:xfrm>
            <a:off x="1424059" y="636272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🐀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24C3080-02F6-FF04-B17A-84959858F011}"/>
              </a:ext>
            </a:extLst>
          </p:cNvPr>
          <p:cNvCxnSpPr/>
          <p:nvPr/>
        </p:nvCxnSpPr>
        <p:spPr>
          <a:xfrm>
            <a:off x="-1532185" y="4595300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4B41789-5037-43CD-38B9-48B44E64B1B4}"/>
              </a:ext>
            </a:extLst>
          </p:cNvPr>
          <p:cNvCxnSpPr/>
          <p:nvPr/>
        </p:nvCxnSpPr>
        <p:spPr>
          <a:xfrm>
            <a:off x="-1532185" y="5369725"/>
            <a:ext cx="4745" cy="42017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1DE207-BB52-C696-56AF-B1EFE982524C}"/>
              </a:ext>
            </a:extLst>
          </p:cNvPr>
          <p:cNvCxnSpPr>
            <a:cxnSpLocks/>
          </p:cNvCxnSpPr>
          <p:nvPr/>
        </p:nvCxnSpPr>
        <p:spPr>
          <a:xfrm>
            <a:off x="-1273440" y="5954996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0A7EC36-EEC3-ACA0-CE83-083B3F59BEAB}"/>
              </a:ext>
            </a:extLst>
          </p:cNvPr>
          <p:cNvCxnSpPr>
            <a:cxnSpLocks/>
          </p:cNvCxnSpPr>
          <p:nvPr/>
        </p:nvCxnSpPr>
        <p:spPr>
          <a:xfrm>
            <a:off x="-437480" y="6023515"/>
            <a:ext cx="0" cy="31964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2F48583-0C91-29DC-3CD8-53BC69450276}"/>
              </a:ext>
            </a:extLst>
          </p:cNvPr>
          <p:cNvCxnSpPr>
            <a:cxnSpLocks/>
          </p:cNvCxnSpPr>
          <p:nvPr/>
        </p:nvCxnSpPr>
        <p:spPr>
          <a:xfrm>
            <a:off x="-165008" y="6604606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DFC19BA-C908-9BDD-E491-BD5CA61A0019}"/>
              </a:ext>
            </a:extLst>
          </p:cNvPr>
          <p:cNvCxnSpPr>
            <a:cxnSpLocks/>
          </p:cNvCxnSpPr>
          <p:nvPr/>
        </p:nvCxnSpPr>
        <p:spPr>
          <a:xfrm>
            <a:off x="939892" y="6573916"/>
            <a:ext cx="41910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54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12701</Words>
  <Application>Microsoft Office PowerPoint</Application>
  <PresentationFormat>Widescreen</PresentationFormat>
  <Paragraphs>4236</Paragraphs>
  <Slides>98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3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3</cp:revision>
  <dcterms:created xsi:type="dcterms:W3CDTF">2025-10-29T03:23:22Z</dcterms:created>
  <dcterms:modified xsi:type="dcterms:W3CDTF">2025-11-09T15:33:52Z</dcterms:modified>
</cp:coreProperties>
</file>