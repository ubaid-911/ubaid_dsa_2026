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4" r:id="rId2"/>
    <p:sldId id="329" r:id="rId3"/>
    <p:sldId id="345" r:id="rId4"/>
    <p:sldId id="346" r:id="rId5"/>
    <p:sldId id="347" r:id="rId6"/>
    <p:sldId id="348" r:id="rId7"/>
    <p:sldId id="349" r:id="rId8"/>
    <p:sldId id="350" r:id="rId9"/>
    <p:sldId id="351" r:id="rId10"/>
    <p:sldId id="352" r:id="rId11"/>
    <p:sldId id="353" r:id="rId12"/>
    <p:sldId id="354" r:id="rId13"/>
    <p:sldId id="355" r:id="rId14"/>
    <p:sldId id="356" r:id="rId15"/>
    <p:sldId id="357" r:id="rId16"/>
    <p:sldId id="35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53" autoAdjust="0"/>
    <p:restoredTop sz="94660"/>
  </p:normalViewPr>
  <p:slideViewPr>
    <p:cSldViewPr snapToGrid="0">
      <p:cViewPr>
        <p:scale>
          <a:sx n="66" d="100"/>
          <a:sy n="66" d="100"/>
        </p:scale>
        <p:origin x="998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E9BA0-CB21-B67E-5D81-FF04F2111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0AD72D-7B10-9270-FB52-67EC063DDE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D29C6-97E1-B1CD-B595-3781CD072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8271-9E54-4B8C-94B2-B018C5C81D8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DD1A2-C0B4-3280-F58D-8573BFE97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8FD40-AEE7-82DD-384E-81EA02B38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5E5D4-3373-4E67-93B3-B0AF22A1DD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801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966F5-1769-9E59-EAC7-B29B1EB9F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9EC93-5EFE-24DC-390E-E5D2A5930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7CA11-4F9A-9DCE-7B41-533162B84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8271-9E54-4B8C-94B2-B018C5C81D8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DA4FA-5102-8C77-6E83-7BA45AB6F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683E8-A679-9F1D-E484-1F32AF3DE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5E5D4-3373-4E67-93B3-B0AF22A1DD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913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4795A-F284-79CA-F4C3-7223A282A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0267EB-62BA-ABDF-4E90-9F5D29C0A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354C4-2A1D-0AFF-5999-F3E5981BC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8271-9E54-4B8C-94B2-B018C5C81D8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1AA40-5912-440C-8158-E26542977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57D90-1C21-3EFE-AF12-D77DD3664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5E5D4-3373-4E67-93B3-B0AF22A1DD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144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1FAF5-5179-2AB1-EB75-4868A63FD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37F54-1503-6BF5-7370-C3808C983A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69D690-0225-3103-CA2F-99A517986D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416D12-B3DE-7C47-C678-B549F40A4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8271-9E54-4B8C-94B2-B018C5C81D8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B6B21-9528-C3C4-DB84-812C55C2E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B19A7-4E45-34A2-4480-C27161CF3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5E5D4-3373-4E67-93B3-B0AF22A1DD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920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C9082-A7E0-8B83-68E7-B4250AA98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C61284-31C4-7568-D434-4F317C279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8305F0-A0E2-08A0-D49C-3BB74F54E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446F50-B3EC-8780-FC19-469265B6A6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5A1BC4-837E-BABE-0B0C-D8A09560D8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B9F7E4-2157-C488-A474-51702F4C2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8271-9E54-4B8C-94B2-B018C5C81D8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6F7C97-C909-1EF3-2B74-FA60C8062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31988E-31CC-F46F-CD69-8F9AA4222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5E5D4-3373-4E67-93B3-B0AF22A1DD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349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59B31-CE47-501F-EA1C-28E24BC4B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045001-FECB-EFBA-C00D-55464AEA6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8271-9E54-4B8C-94B2-B018C5C81D8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AF2188-B0D0-A4A0-BFB8-1E3376106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13BB03-DDA2-4C95-FEC4-BA2B8C006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5E5D4-3373-4E67-93B3-B0AF22A1DD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416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08E5C5-D3B5-DA99-B8A6-87E272047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8271-9E54-4B8C-94B2-B018C5C81D8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A3E85B-545E-BCCB-69D4-577EACCA0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A49BA-1D16-E100-2D92-70DDD66A7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5E5D4-3373-4E67-93B3-B0AF22A1DD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273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237E1-243A-AF8A-9730-D6F350457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DA039-C207-CDA5-C413-152A3A79D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64CE95-D24F-8E16-8904-13F3CC00A8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7C8EEA-985E-6AC5-4CFC-8F0827262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8271-9E54-4B8C-94B2-B018C5C81D8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42272-5396-AC0E-321C-E905AA2A0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56932D-3CE4-1EA8-074E-AC75667C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5E5D4-3373-4E67-93B3-B0AF22A1DD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371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FDA18-DFDD-CDAE-3F7C-9DD368D56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6DC58E-0254-D864-25D1-871105B668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AFA47A-BE90-50D4-BA14-2243EE924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77F11E-BABA-2F8F-86F6-D333247C9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8271-9E54-4B8C-94B2-B018C5C81D8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29245F-587C-E760-9E3F-418F218A3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7B3937-C3A9-1E31-492C-F008D517E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5E5D4-3373-4E67-93B3-B0AF22A1DD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732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2901F-0F4E-3EAD-8E93-51E989540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341538-ADD2-F419-5C02-DA2A554C0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2C339-0E3D-2D77-CC71-31883FDC2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8271-9E54-4B8C-94B2-B018C5C81D8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699C1-3A1C-2A21-BB73-2CC0F8974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AB49C-5375-A3EF-D98D-10043472D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5E5D4-3373-4E67-93B3-B0AF22A1DD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948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C9DF00-75B8-F882-2426-1D13A13C23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9B8977-2931-6CD2-FFC3-FE11A3122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9F307-23A2-526E-A00A-C2FB0DAB6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8271-9E54-4B8C-94B2-B018C5C81D8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9386A-5307-86A2-4977-135A4E938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6C38A-A451-0655-F43D-3B1990F1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5E5D4-3373-4E67-93B3-B0AF22A1DD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914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8BAED-E5A2-A0E6-2179-EDDB35AEE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610FC-6FFF-1CD5-808A-2C0936060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8726F-FA5E-9C4B-0ACC-83FD0D9F25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578271-9E54-4B8C-94B2-B018C5C81D8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DA6DC-1766-65AB-36FF-7847C22E35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F694E-41B8-49CC-A176-842E51ABF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E5E5D4-3373-4E67-93B3-B0AF22A1DD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933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72B02-2ADB-0D98-1585-26CB56F0C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1B4635-01B6-E961-9133-01AE857AD3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F6874E-17A3-9FFE-E2F1-E79510436EEA}"/>
              </a:ext>
            </a:extLst>
          </p:cNvPr>
          <p:cNvSpPr txBox="1"/>
          <p:nvPr/>
        </p:nvSpPr>
        <p:spPr>
          <a:xfrm>
            <a:off x="3562096" y="2644170"/>
            <a:ext cx="118668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Say Digit</a:t>
            </a:r>
            <a:endParaRPr lang="en-IN" sz="96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661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E104E-1A1C-DDC2-5539-DD34EECE9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FB2352-720C-10D9-9B58-6859293CE8AD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B11A087-6215-D80A-0459-0A484259FD4F}"/>
              </a:ext>
            </a:extLst>
          </p:cNvPr>
          <p:cNvSpPr/>
          <p:nvPr/>
        </p:nvSpPr>
        <p:spPr>
          <a:xfrm>
            <a:off x="4811268" y="-535824"/>
            <a:ext cx="2569464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B0F0"/>
                </a:solidFill>
              </a:rPr>
              <a:t>n  =  1    2    3</a:t>
            </a:r>
          </a:p>
        </p:txBody>
      </p:sp>
    </p:spTree>
    <p:extLst>
      <p:ext uri="{BB962C8B-B14F-4D97-AF65-F5344CB8AC3E}">
        <p14:creationId xmlns:p14="http://schemas.microsoft.com/office/powerpoint/2010/main" val="4056609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128A0-649A-D0FF-D51D-23908A0C9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30CEF44-9462-4732-1614-1197D2C6AB96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0B226B0-6473-A198-33EC-678FCC14C348}"/>
              </a:ext>
            </a:extLst>
          </p:cNvPr>
          <p:cNvSpPr/>
          <p:nvPr/>
        </p:nvSpPr>
        <p:spPr>
          <a:xfrm>
            <a:off x="4811268" y="-535824"/>
            <a:ext cx="2569464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B0F0"/>
                </a:solidFill>
              </a:rPr>
              <a:t>n  =  1    2    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DE4030-5A34-AEF3-6C33-7418E9F8051B}"/>
              </a:ext>
            </a:extLst>
          </p:cNvPr>
          <p:cNvCxnSpPr/>
          <p:nvPr/>
        </p:nvCxnSpPr>
        <p:spPr>
          <a:xfrm>
            <a:off x="2106592" y="-138896"/>
            <a:ext cx="251170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D830E5-34E3-897A-3B26-AE8A117A6168}"/>
              </a:ext>
            </a:extLst>
          </p:cNvPr>
          <p:cNvCxnSpPr>
            <a:cxnSpLocks/>
          </p:cNvCxnSpPr>
          <p:nvPr/>
        </p:nvCxnSpPr>
        <p:spPr>
          <a:xfrm>
            <a:off x="2120095" y="-138896"/>
            <a:ext cx="0" cy="116711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1DA49B-4ADC-DE1E-4353-602009423EAB}"/>
              </a:ext>
            </a:extLst>
          </p:cNvPr>
          <p:cNvCxnSpPr>
            <a:cxnSpLocks/>
          </p:cNvCxnSpPr>
          <p:nvPr/>
        </p:nvCxnSpPr>
        <p:spPr>
          <a:xfrm>
            <a:off x="2106592" y="1039793"/>
            <a:ext cx="1091877" cy="0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1DAB8C8-B471-AC5A-295D-403710488E5C}"/>
              </a:ext>
            </a:extLst>
          </p:cNvPr>
          <p:cNvSpPr/>
          <p:nvPr/>
        </p:nvSpPr>
        <p:spPr>
          <a:xfrm>
            <a:off x="3333565" y="755268"/>
            <a:ext cx="1770867" cy="54590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digit = n % 10</a:t>
            </a:r>
          </a:p>
        </p:txBody>
      </p:sp>
    </p:spTree>
    <p:extLst>
      <p:ext uri="{BB962C8B-B14F-4D97-AF65-F5344CB8AC3E}">
        <p14:creationId xmlns:p14="http://schemas.microsoft.com/office/powerpoint/2010/main" val="4062516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91B90-022B-A217-FC84-8BB5F927D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D7717B9-171F-34E9-B385-AC487987D382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DF3CDB1-E0F0-C570-736F-9B87BF825522}"/>
              </a:ext>
            </a:extLst>
          </p:cNvPr>
          <p:cNvSpPr/>
          <p:nvPr/>
        </p:nvSpPr>
        <p:spPr>
          <a:xfrm>
            <a:off x="4811268" y="-535824"/>
            <a:ext cx="2569464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B0F0"/>
                </a:solidFill>
              </a:rPr>
              <a:t>n  =  1    2    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3696811-7D13-E446-6E6F-9E3BE22DCD39}"/>
              </a:ext>
            </a:extLst>
          </p:cNvPr>
          <p:cNvCxnSpPr/>
          <p:nvPr/>
        </p:nvCxnSpPr>
        <p:spPr>
          <a:xfrm>
            <a:off x="2106592" y="-138896"/>
            <a:ext cx="251170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9BE3056-F099-D532-E674-6804F9547D4A}"/>
              </a:ext>
            </a:extLst>
          </p:cNvPr>
          <p:cNvCxnSpPr>
            <a:cxnSpLocks/>
          </p:cNvCxnSpPr>
          <p:nvPr/>
        </p:nvCxnSpPr>
        <p:spPr>
          <a:xfrm>
            <a:off x="2120095" y="-138896"/>
            <a:ext cx="0" cy="116711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FF2714B-BE59-51A9-CF97-B3D323783F73}"/>
              </a:ext>
            </a:extLst>
          </p:cNvPr>
          <p:cNvCxnSpPr>
            <a:cxnSpLocks/>
          </p:cNvCxnSpPr>
          <p:nvPr/>
        </p:nvCxnSpPr>
        <p:spPr>
          <a:xfrm>
            <a:off x="2106592" y="1039793"/>
            <a:ext cx="1091877" cy="0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5E15725-560D-7ECC-0E1A-1536DF7B3B17}"/>
              </a:ext>
            </a:extLst>
          </p:cNvPr>
          <p:cNvSpPr/>
          <p:nvPr/>
        </p:nvSpPr>
        <p:spPr>
          <a:xfrm>
            <a:off x="3333565" y="755268"/>
            <a:ext cx="1770867" cy="54590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digit = n % 10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4C48777-0C4A-7B02-B873-1715B6CC1EC4}"/>
              </a:ext>
            </a:extLst>
          </p:cNvPr>
          <p:cNvCxnSpPr>
            <a:cxnSpLocks/>
          </p:cNvCxnSpPr>
          <p:nvPr/>
        </p:nvCxnSpPr>
        <p:spPr>
          <a:xfrm>
            <a:off x="5185455" y="1039793"/>
            <a:ext cx="798785" cy="0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054A2F7-8250-3510-B48D-1B9E40735051}"/>
              </a:ext>
            </a:extLst>
          </p:cNvPr>
          <p:cNvSpPr txBox="1"/>
          <p:nvPr/>
        </p:nvSpPr>
        <p:spPr>
          <a:xfrm>
            <a:off x="5930166" y="797385"/>
            <a:ext cx="3318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7030A0"/>
                </a:solidFill>
              </a:rPr>
              <a:t>1 2 3   %   10  </a:t>
            </a:r>
            <a:r>
              <a:rPr lang="en-IN" sz="2400" b="1" dirty="0">
                <a:solidFill>
                  <a:schemeClr val="bg1"/>
                </a:solidFill>
              </a:rPr>
              <a:t>--- &gt;</a:t>
            </a:r>
            <a:r>
              <a:rPr lang="en-IN" sz="2400" b="1" dirty="0">
                <a:solidFill>
                  <a:srgbClr val="7030A0"/>
                </a:solidFill>
              </a:rPr>
              <a:t> </a:t>
            </a:r>
            <a:r>
              <a:rPr lang="en-IN" sz="2400" b="1" dirty="0">
                <a:solidFill>
                  <a:srgbClr val="7030A0"/>
                </a:solidFill>
                <a:sym typeface="Wingdings" panose="05000000000000000000" pitchFamily="2" charset="2"/>
              </a:rPr>
              <a:t>  </a:t>
            </a:r>
            <a:r>
              <a:rPr lang="en-IN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3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E6A562-31F8-F836-42C1-F061FA126FA7}"/>
              </a:ext>
            </a:extLst>
          </p:cNvPr>
          <p:cNvSpPr txBox="1"/>
          <p:nvPr/>
        </p:nvSpPr>
        <p:spPr>
          <a:xfrm>
            <a:off x="9248172" y="839503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digit =</a:t>
            </a:r>
            <a:r>
              <a:rPr lang="en-IN" sz="2400" b="1" dirty="0">
                <a:solidFill>
                  <a:srgbClr val="FFFF00"/>
                </a:solidFill>
                <a:sym typeface="Wingdings" panose="05000000000000000000" pitchFamily="2" charset="2"/>
              </a:rPr>
              <a:t>  3</a:t>
            </a:r>
            <a:endParaRPr lang="en-IN" sz="24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8212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4D0B1-6860-91B9-B5E3-6CC6A87B1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52C2E8F-1FF7-9C68-BD92-D7FC3AA222EB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40E801B-DADE-2E79-85C3-377599D15CD5}"/>
              </a:ext>
            </a:extLst>
          </p:cNvPr>
          <p:cNvSpPr/>
          <p:nvPr/>
        </p:nvSpPr>
        <p:spPr>
          <a:xfrm>
            <a:off x="4811268" y="-535824"/>
            <a:ext cx="2569464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B0F0"/>
                </a:solidFill>
              </a:rPr>
              <a:t>n  =  1    2    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05F9234-8AAE-834B-36B8-98DBA8C867F7}"/>
              </a:ext>
            </a:extLst>
          </p:cNvPr>
          <p:cNvCxnSpPr/>
          <p:nvPr/>
        </p:nvCxnSpPr>
        <p:spPr>
          <a:xfrm>
            <a:off x="2106592" y="-138896"/>
            <a:ext cx="251170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8A0DA59-1714-11A7-B1EA-74A17568FE49}"/>
              </a:ext>
            </a:extLst>
          </p:cNvPr>
          <p:cNvCxnSpPr>
            <a:cxnSpLocks/>
          </p:cNvCxnSpPr>
          <p:nvPr/>
        </p:nvCxnSpPr>
        <p:spPr>
          <a:xfrm>
            <a:off x="2120095" y="-138896"/>
            <a:ext cx="0" cy="116711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61A158A-0D16-380E-902E-B5AB8629EF80}"/>
              </a:ext>
            </a:extLst>
          </p:cNvPr>
          <p:cNvCxnSpPr>
            <a:cxnSpLocks/>
          </p:cNvCxnSpPr>
          <p:nvPr/>
        </p:nvCxnSpPr>
        <p:spPr>
          <a:xfrm>
            <a:off x="2106592" y="1039793"/>
            <a:ext cx="1091877" cy="0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8D59CED-A2D8-7FCB-F292-D4679F332CA9}"/>
              </a:ext>
            </a:extLst>
          </p:cNvPr>
          <p:cNvSpPr/>
          <p:nvPr/>
        </p:nvSpPr>
        <p:spPr>
          <a:xfrm>
            <a:off x="3333565" y="755268"/>
            <a:ext cx="1770867" cy="54590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digit = n % 10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8722745-2E2B-4B7D-1117-5BEEE4B1AFC2}"/>
              </a:ext>
            </a:extLst>
          </p:cNvPr>
          <p:cNvCxnSpPr>
            <a:cxnSpLocks/>
          </p:cNvCxnSpPr>
          <p:nvPr/>
        </p:nvCxnSpPr>
        <p:spPr>
          <a:xfrm>
            <a:off x="5185455" y="1039793"/>
            <a:ext cx="798785" cy="0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DA768EB-A607-90F0-73CA-697B99CAE02A}"/>
              </a:ext>
            </a:extLst>
          </p:cNvPr>
          <p:cNvSpPr txBox="1"/>
          <p:nvPr/>
        </p:nvSpPr>
        <p:spPr>
          <a:xfrm>
            <a:off x="5930166" y="797385"/>
            <a:ext cx="3318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7030A0"/>
                </a:solidFill>
              </a:rPr>
              <a:t>1 2 3   %   10  </a:t>
            </a:r>
            <a:r>
              <a:rPr lang="en-IN" sz="2400" b="1" dirty="0">
                <a:solidFill>
                  <a:schemeClr val="bg1"/>
                </a:solidFill>
              </a:rPr>
              <a:t>--- &gt;</a:t>
            </a:r>
            <a:r>
              <a:rPr lang="en-IN" sz="2400" b="1" dirty="0">
                <a:solidFill>
                  <a:srgbClr val="7030A0"/>
                </a:solidFill>
              </a:rPr>
              <a:t> </a:t>
            </a:r>
            <a:r>
              <a:rPr lang="en-IN" sz="2400" b="1" dirty="0">
                <a:solidFill>
                  <a:srgbClr val="7030A0"/>
                </a:solidFill>
                <a:sym typeface="Wingdings" panose="05000000000000000000" pitchFamily="2" charset="2"/>
              </a:rPr>
              <a:t>  </a:t>
            </a:r>
            <a:r>
              <a:rPr lang="en-IN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3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014BB3-9891-4A79-4B9B-9C1C4685D317}"/>
              </a:ext>
            </a:extLst>
          </p:cNvPr>
          <p:cNvCxnSpPr>
            <a:cxnSpLocks/>
          </p:cNvCxnSpPr>
          <p:nvPr/>
        </p:nvCxnSpPr>
        <p:spPr>
          <a:xfrm>
            <a:off x="2123952" y="1039793"/>
            <a:ext cx="0" cy="939478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F309F55-6EC2-3D49-11B0-AFDF738708B2}"/>
              </a:ext>
            </a:extLst>
          </p:cNvPr>
          <p:cNvCxnSpPr>
            <a:cxnSpLocks/>
          </p:cNvCxnSpPr>
          <p:nvPr/>
        </p:nvCxnSpPr>
        <p:spPr>
          <a:xfrm>
            <a:off x="2106592" y="1979271"/>
            <a:ext cx="1091877" cy="0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CA2B2B4-270E-688F-1225-34C997F1B583}"/>
              </a:ext>
            </a:extLst>
          </p:cNvPr>
          <p:cNvSpPr/>
          <p:nvPr/>
        </p:nvSpPr>
        <p:spPr>
          <a:xfrm>
            <a:off x="3333565" y="1649431"/>
            <a:ext cx="1770867" cy="5459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n = n / 10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644E0EF-CD33-0FC1-A6C0-7C5C4BE63ACD}"/>
              </a:ext>
            </a:extLst>
          </p:cNvPr>
          <p:cNvCxnSpPr>
            <a:cxnSpLocks/>
          </p:cNvCxnSpPr>
          <p:nvPr/>
        </p:nvCxnSpPr>
        <p:spPr>
          <a:xfrm>
            <a:off x="5185455" y="1899232"/>
            <a:ext cx="798785" cy="0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EA97654-4EFF-B946-3696-526827112E68}"/>
              </a:ext>
            </a:extLst>
          </p:cNvPr>
          <p:cNvSpPr txBox="1"/>
          <p:nvPr/>
        </p:nvSpPr>
        <p:spPr>
          <a:xfrm>
            <a:off x="5881315" y="1668399"/>
            <a:ext cx="3318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7030A0"/>
                </a:solidFill>
              </a:rPr>
              <a:t>1 2 3   /   10  </a:t>
            </a:r>
            <a:r>
              <a:rPr lang="en-IN" sz="2400" b="1" dirty="0">
                <a:solidFill>
                  <a:schemeClr val="bg1"/>
                </a:solidFill>
              </a:rPr>
              <a:t>--- &gt;</a:t>
            </a:r>
            <a:r>
              <a:rPr lang="en-IN" sz="2400" b="1" dirty="0">
                <a:solidFill>
                  <a:srgbClr val="7030A0"/>
                </a:solidFill>
              </a:rPr>
              <a:t> </a:t>
            </a:r>
            <a:r>
              <a:rPr lang="en-IN" sz="2400" b="1" dirty="0">
                <a:solidFill>
                  <a:srgbClr val="7030A0"/>
                </a:solidFill>
                <a:sym typeface="Wingdings" panose="05000000000000000000" pitchFamily="2" charset="2"/>
              </a:rPr>
              <a:t>  </a:t>
            </a:r>
            <a:r>
              <a:rPr lang="en-IN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1 2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1100DC-4487-91BA-63D5-4DD70ECAE0FB}"/>
              </a:ext>
            </a:extLst>
          </p:cNvPr>
          <p:cNvSpPr txBox="1"/>
          <p:nvPr/>
        </p:nvSpPr>
        <p:spPr>
          <a:xfrm>
            <a:off x="9248172" y="839503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digit =</a:t>
            </a:r>
            <a:r>
              <a:rPr lang="en-IN" sz="2400" b="1" dirty="0">
                <a:solidFill>
                  <a:srgbClr val="FFFF00"/>
                </a:solidFill>
                <a:sym typeface="Wingdings" panose="05000000000000000000" pitchFamily="2" charset="2"/>
              </a:rPr>
              <a:t>  3</a:t>
            </a:r>
            <a:endParaRPr lang="en-IN" sz="2400" b="1" dirty="0">
              <a:solidFill>
                <a:srgbClr val="FFFF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A1E495-9AB1-44A9-880D-3A21729DE431}"/>
              </a:ext>
            </a:extLst>
          </p:cNvPr>
          <p:cNvSpPr txBox="1"/>
          <p:nvPr/>
        </p:nvSpPr>
        <p:spPr>
          <a:xfrm>
            <a:off x="9199321" y="1710517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 =</a:t>
            </a:r>
            <a:r>
              <a:rPr lang="en-IN" sz="2400" b="1" dirty="0">
                <a:solidFill>
                  <a:schemeClr val="accent1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  1 2</a:t>
            </a:r>
            <a:endParaRPr lang="en-IN" sz="24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487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435B3-1F10-FADE-0FE4-1C8DC0BD8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EFE8186-C950-C298-804B-B6D5036FCC10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BE384AF-48BA-7833-61A9-CD1E8B060AF5}"/>
              </a:ext>
            </a:extLst>
          </p:cNvPr>
          <p:cNvSpPr/>
          <p:nvPr/>
        </p:nvSpPr>
        <p:spPr>
          <a:xfrm>
            <a:off x="4811268" y="-535824"/>
            <a:ext cx="2569464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B0F0"/>
                </a:solidFill>
              </a:rPr>
              <a:t>n  =  1    2    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206DF22-8983-95E7-A20B-D75545EE6173}"/>
              </a:ext>
            </a:extLst>
          </p:cNvPr>
          <p:cNvCxnSpPr/>
          <p:nvPr/>
        </p:nvCxnSpPr>
        <p:spPr>
          <a:xfrm>
            <a:off x="2106592" y="-138896"/>
            <a:ext cx="251170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04B1701-D371-6209-B3B0-980561996F4C}"/>
              </a:ext>
            </a:extLst>
          </p:cNvPr>
          <p:cNvCxnSpPr>
            <a:cxnSpLocks/>
          </p:cNvCxnSpPr>
          <p:nvPr/>
        </p:nvCxnSpPr>
        <p:spPr>
          <a:xfrm>
            <a:off x="2120095" y="-138896"/>
            <a:ext cx="0" cy="116711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093FA5-8EFD-BB9B-4971-27120C4E7722}"/>
              </a:ext>
            </a:extLst>
          </p:cNvPr>
          <p:cNvCxnSpPr>
            <a:cxnSpLocks/>
          </p:cNvCxnSpPr>
          <p:nvPr/>
        </p:nvCxnSpPr>
        <p:spPr>
          <a:xfrm>
            <a:off x="2106592" y="1039793"/>
            <a:ext cx="1091877" cy="0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A7D7388-5136-54BB-D527-937BA0176E3F}"/>
              </a:ext>
            </a:extLst>
          </p:cNvPr>
          <p:cNvSpPr/>
          <p:nvPr/>
        </p:nvSpPr>
        <p:spPr>
          <a:xfrm>
            <a:off x="3333565" y="755268"/>
            <a:ext cx="1770867" cy="54590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digit = n % 10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3774432-BFF9-9F4D-A420-042A8B83E40B}"/>
              </a:ext>
            </a:extLst>
          </p:cNvPr>
          <p:cNvCxnSpPr>
            <a:cxnSpLocks/>
          </p:cNvCxnSpPr>
          <p:nvPr/>
        </p:nvCxnSpPr>
        <p:spPr>
          <a:xfrm>
            <a:off x="5185455" y="1039793"/>
            <a:ext cx="798785" cy="0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960A4CE-DD2D-A81A-B126-B98D2B9F944B}"/>
              </a:ext>
            </a:extLst>
          </p:cNvPr>
          <p:cNvSpPr txBox="1"/>
          <p:nvPr/>
        </p:nvSpPr>
        <p:spPr>
          <a:xfrm>
            <a:off x="5930166" y="797385"/>
            <a:ext cx="3318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7030A0"/>
                </a:solidFill>
              </a:rPr>
              <a:t>1 2 3   %   10  </a:t>
            </a:r>
            <a:r>
              <a:rPr lang="en-IN" sz="2400" b="1" dirty="0">
                <a:solidFill>
                  <a:schemeClr val="bg1"/>
                </a:solidFill>
              </a:rPr>
              <a:t>--- &gt;</a:t>
            </a:r>
            <a:r>
              <a:rPr lang="en-IN" sz="2400" b="1" dirty="0">
                <a:solidFill>
                  <a:srgbClr val="7030A0"/>
                </a:solidFill>
              </a:rPr>
              <a:t> </a:t>
            </a:r>
            <a:r>
              <a:rPr lang="en-IN" sz="2400" b="1" dirty="0">
                <a:solidFill>
                  <a:srgbClr val="7030A0"/>
                </a:solidFill>
                <a:sym typeface="Wingdings" panose="05000000000000000000" pitchFamily="2" charset="2"/>
              </a:rPr>
              <a:t>  </a:t>
            </a:r>
            <a:r>
              <a:rPr lang="en-IN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3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DC19C47-2B8F-1B27-F8DC-81BC17FBF5F3}"/>
              </a:ext>
            </a:extLst>
          </p:cNvPr>
          <p:cNvCxnSpPr>
            <a:cxnSpLocks/>
          </p:cNvCxnSpPr>
          <p:nvPr/>
        </p:nvCxnSpPr>
        <p:spPr>
          <a:xfrm>
            <a:off x="2123952" y="1039793"/>
            <a:ext cx="0" cy="939478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03A92F9-4AF6-B0F9-C9E7-B30651742D50}"/>
              </a:ext>
            </a:extLst>
          </p:cNvPr>
          <p:cNvCxnSpPr>
            <a:cxnSpLocks/>
          </p:cNvCxnSpPr>
          <p:nvPr/>
        </p:nvCxnSpPr>
        <p:spPr>
          <a:xfrm>
            <a:off x="2106592" y="1979271"/>
            <a:ext cx="1091877" cy="0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10B0B73-1CB1-FA2F-4374-200F4D9829FD}"/>
              </a:ext>
            </a:extLst>
          </p:cNvPr>
          <p:cNvSpPr/>
          <p:nvPr/>
        </p:nvSpPr>
        <p:spPr>
          <a:xfrm>
            <a:off x="3333565" y="1649431"/>
            <a:ext cx="1770867" cy="5459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n = n / 10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AFD3E3B-8B3A-FB80-5271-496A4E1EB483}"/>
              </a:ext>
            </a:extLst>
          </p:cNvPr>
          <p:cNvCxnSpPr>
            <a:cxnSpLocks/>
          </p:cNvCxnSpPr>
          <p:nvPr/>
        </p:nvCxnSpPr>
        <p:spPr>
          <a:xfrm>
            <a:off x="5185455" y="1899232"/>
            <a:ext cx="798785" cy="0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A16E679-BB95-3E36-C10E-869BD38E9A90}"/>
              </a:ext>
            </a:extLst>
          </p:cNvPr>
          <p:cNvSpPr txBox="1"/>
          <p:nvPr/>
        </p:nvSpPr>
        <p:spPr>
          <a:xfrm>
            <a:off x="5881315" y="1668399"/>
            <a:ext cx="3318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7030A0"/>
                </a:solidFill>
              </a:rPr>
              <a:t>1 2 3   /   10  </a:t>
            </a:r>
            <a:r>
              <a:rPr lang="en-IN" sz="2400" b="1" dirty="0">
                <a:solidFill>
                  <a:schemeClr val="bg1"/>
                </a:solidFill>
              </a:rPr>
              <a:t>--- &gt;</a:t>
            </a:r>
            <a:r>
              <a:rPr lang="en-IN" sz="2400" b="1" dirty="0">
                <a:solidFill>
                  <a:srgbClr val="7030A0"/>
                </a:solidFill>
              </a:rPr>
              <a:t> </a:t>
            </a:r>
            <a:r>
              <a:rPr lang="en-IN" sz="2400" b="1" dirty="0">
                <a:solidFill>
                  <a:srgbClr val="7030A0"/>
                </a:solidFill>
                <a:sym typeface="Wingdings" panose="05000000000000000000" pitchFamily="2" charset="2"/>
              </a:rPr>
              <a:t>  </a:t>
            </a:r>
            <a:r>
              <a:rPr lang="en-IN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1 2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6A572C-4441-78D5-87F9-6FB7333A322D}"/>
              </a:ext>
            </a:extLst>
          </p:cNvPr>
          <p:cNvCxnSpPr>
            <a:cxnSpLocks/>
          </p:cNvCxnSpPr>
          <p:nvPr/>
        </p:nvCxnSpPr>
        <p:spPr>
          <a:xfrm>
            <a:off x="2120095" y="1979271"/>
            <a:ext cx="0" cy="75235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2D14BA9-3840-4B99-E171-2702CD01F28D}"/>
              </a:ext>
            </a:extLst>
          </p:cNvPr>
          <p:cNvCxnSpPr>
            <a:cxnSpLocks/>
          </p:cNvCxnSpPr>
          <p:nvPr/>
        </p:nvCxnSpPr>
        <p:spPr>
          <a:xfrm>
            <a:off x="2106592" y="2731625"/>
            <a:ext cx="1091877" cy="0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071520E-4F7A-A238-FE18-33565C94B581}"/>
              </a:ext>
            </a:extLst>
          </p:cNvPr>
          <p:cNvSpPr/>
          <p:nvPr/>
        </p:nvSpPr>
        <p:spPr>
          <a:xfrm>
            <a:off x="3362445" y="2458675"/>
            <a:ext cx="1770867" cy="54590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digit = n % 10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E4EAFD2-EF8E-3EA5-0D99-09E628B9DD76}"/>
              </a:ext>
            </a:extLst>
          </p:cNvPr>
          <p:cNvCxnSpPr>
            <a:cxnSpLocks/>
          </p:cNvCxnSpPr>
          <p:nvPr/>
        </p:nvCxnSpPr>
        <p:spPr>
          <a:xfrm>
            <a:off x="5185455" y="2731625"/>
            <a:ext cx="798785" cy="0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63BFBB9-C95F-504E-4076-65E1885657CC}"/>
              </a:ext>
            </a:extLst>
          </p:cNvPr>
          <p:cNvSpPr txBox="1"/>
          <p:nvPr/>
        </p:nvSpPr>
        <p:spPr>
          <a:xfrm>
            <a:off x="5881315" y="2473185"/>
            <a:ext cx="3318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7030A0"/>
                </a:solidFill>
              </a:rPr>
              <a:t>1 2   %   10  </a:t>
            </a:r>
            <a:r>
              <a:rPr lang="en-IN" sz="2400" b="1" dirty="0">
                <a:solidFill>
                  <a:schemeClr val="bg1"/>
                </a:solidFill>
              </a:rPr>
              <a:t>--- &gt;</a:t>
            </a:r>
            <a:r>
              <a:rPr lang="en-IN" sz="2400" b="1" dirty="0">
                <a:solidFill>
                  <a:srgbClr val="7030A0"/>
                </a:solidFill>
              </a:rPr>
              <a:t> </a:t>
            </a:r>
            <a:r>
              <a:rPr lang="en-IN" sz="2400" b="1" dirty="0">
                <a:solidFill>
                  <a:srgbClr val="7030A0"/>
                </a:solidFill>
                <a:sym typeface="Wingdings" panose="05000000000000000000" pitchFamily="2" charset="2"/>
              </a:rPr>
              <a:t>  </a:t>
            </a:r>
            <a:r>
              <a:rPr lang="en-IN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2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81D4CD-7733-023B-68DA-06711600E0CD}"/>
              </a:ext>
            </a:extLst>
          </p:cNvPr>
          <p:cNvSpPr txBox="1"/>
          <p:nvPr/>
        </p:nvSpPr>
        <p:spPr>
          <a:xfrm>
            <a:off x="9248172" y="839503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digit =</a:t>
            </a:r>
            <a:r>
              <a:rPr lang="en-IN" sz="2400" b="1" dirty="0">
                <a:solidFill>
                  <a:srgbClr val="FFFF00"/>
                </a:solidFill>
                <a:sym typeface="Wingdings" panose="05000000000000000000" pitchFamily="2" charset="2"/>
              </a:rPr>
              <a:t>  3</a:t>
            </a:r>
            <a:endParaRPr lang="en-IN" sz="2400" b="1" dirty="0">
              <a:solidFill>
                <a:srgbClr val="FFFF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F6E922-C316-7D25-5EF2-BAC3D2E2B13B}"/>
              </a:ext>
            </a:extLst>
          </p:cNvPr>
          <p:cNvSpPr txBox="1"/>
          <p:nvPr/>
        </p:nvSpPr>
        <p:spPr>
          <a:xfrm>
            <a:off x="9199321" y="1710517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 =</a:t>
            </a:r>
            <a:r>
              <a:rPr lang="en-IN" sz="2400" b="1" dirty="0">
                <a:solidFill>
                  <a:schemeClr val="accent1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  1 2</a:t>
            </a:r>
            <a:endParaRPr lang="en-IN" sz="24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F159C6-1CA8-F0C1-705C-41DDEE2C7876}"/>
              </a:ext>
            </a:extLst>
          </p:cNvPr>
          <p:cNvSpPr txBox="1"/>
          <p:nvPr/>
        </p:nvSpPr>
        <p:spPr>
          <a:xfrm>
            <a:off x="9206544" y="2542910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digit =</a:t>
            </a:r>
            <a:r>
              <a:rPr lang="en-IN" sz="2400" b="1" dirty="0">
                <a:solidFill>
                  <a:srgbClr val="FFFF00"/>
                </a:solidFill>
                <a:sym typeface="Wingdings" panose="05000000000000000000" pitchFamily="2" charset="2"/>
              </a:rPr>
              <a:t>  2</a:t>
            </a:r>
            <a:endParaRPr lang="en-IN" sz="24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7977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FB8BC-484E-5F13-15FE-3E75FEC66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C860534-5E88-A7D0-3580-4E1B8B2BD94A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B65831-DE7C-A806-AEAD-1E5EDCB6C7AD}"/>
              </a:ext>
            </a:extLst>
          </p:cNvPr>
          <p:cNvSpPr/>
          <p:nvPr/>
        </p:nvSpPr>
        <p:spPr>
          <a:xfrm>
            <a:off x="4811268" y="-535824"/>
            <a:ext cx="2569464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B0F0"/>
                </a:solidFill>
              </a:rPr>
              <a:t>n  =  1    2    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13900ED-B94C-8996-B5A9-17F6D10CDE80}"/>
              </a:ext>
            </a:extLst>
          </p:cNvPr>
          <p:cNvCxnSpPr/>
          <p:nvPr/>
        </p:nvCxnSpPr>
        <p:spPr>
          <a:xfrm>
            <a:off x="2106592" y="-138896"/>
            <a:ext cx="251170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90C6B83-9AFE-FFAC-A94C-CC093FF3FD15}"/>
              </a:ext>
            </a:extLst>
          </p:cNvPr>
          <p:cNvCxnSpPr>
            <a:cxnSpLocks/>
          </p:cNvCxnSpPr>
          <p:nvPr/>
        </p:nvCxnSpPr>
        <p:spPr>
          <a:xfrm>
            <a:off x="2120095" y="-138896"/>
            <a:ext cx="0" cy="116711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9A0D756-61F1-48D3-6643-81011B907A0D}"/>
              </a:ext>
            </a:extLst>
          </p:cNvPr>
          <p:cNvCxnSpPr>
            <a:cxnSpLocks/>
          </p:cNvCxnSpPr>
          <p:nvPr/>
        </p:nvCxnSpPr>
        <p:spPr>
          <a:xfrm>
            <a:off x="2106592" y="1039793"/>
            <a:ext cx="1091877" cy="0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6599075-B1F9-6060-1C5A-4E7464168903}"/>
              </a:ext>
            </a:extLst>
          </p:cNvPr>
          <p:cNvSpPr/>
          <p:nvPr/>
        </p:nvSpPr>
        <p:spPr>
          <a:xfrm>
            <a:off x="3333565" y="755268"/>
            <a:ext cx="1770867" cy="54590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digit = n % 10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5D729A1-D13E-15F1-E9D3-2EF97D2F8896}"/>
              </a:ext>
            </a:extLst>
          </p:cNvPr>
          <p:cNvCxnSpPr>
            <a:cxnSpLocks/>
          </p:cNvCxnSpPr>
          <p:nvPr/>
        </p:nvCxnSpPr>
        <p:spPr>
          <a:xfrm>
            <a:off x="5185455" y="1039793"/>
            <a:ext cx="798785" cy="0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5BC9ACB-4DD4-06AC-DB49-6BA03F612A1A}"/>
              </a:ext>
            </a:extLst>
          </p:cNvPr>
          <p:cNvSpPr txBox="1"/>
          <p:nvPr/>
        </p:nvSpPr>
        <p:spPr>
          <a:xfrm>
            <a:off x="5930166" y="797385"/>
            <a:ext cx="3318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7030A0"/>
                </a:solidFill>
              </a:rPr>
              <a:t>1 2 3   %   10  </a:t>
            </a:r>
            <a:r>
              <a:rPr lang="en-IN" sz="2400" b="1" dirty="0">
                <a:solidFill>
                  <a:schemeClr val="bg1"/>
                </a:solidFill>
              </a:rPr>
              <a:t>--- &gt;</a:t>
            </a:r>
            <a:r>
              <a:rPr lang="en-IN" sz="2400" b="1" dirty="0">
                <a:solidFill>
                  <a:srgbClr val="7030A0"/>
                </a:solidFill>
              </a:rPr>
              <a:t> </a:t>
            </a:r>
            <a:r>
              <a:rPr lang="en-IN" sz="2400" b="1" dirty="0">
                <a:solidFill>
                  <a:srgbClr val="7030A0"/>
                </a:solidFill>
                <a:sym typeface="Wingdings" panose="05000000000000000000" pitchFamily="2" charset="2"/>
              </a:rPr>
              <a:t>  </a:t>
            </a:r>
            <a:r>
              <a:rPr lang="en-IN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3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DEBD29-9DC1-B371-FFE4-4711F0997634}"/>
              </a:ext>
            </a:extLst>
          </p:cNvPr>
          <p:cNvCxnSpPr>
            <a:cxnSpLocks/>
          </p:cNvCxnSpPr>
          <p:nvPr/>
        </p:nvCxnSpPr>
        <p:spPr>
          <a:xfrm>
            <a:off x="2123952" y="1039793"/>
            <a:ext cx="0" cy="939478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CBEF23-9699-60A3-47F6-991CC573D653}"/>
              </a:ext>
            </a:extLst>
          </p:cNvPr>
          <p:cNvCxnSpPr>
            <a:cxnSpLocks/>
          </p:cNvCxnSpPr>
          <p:nvPr/>
        </p:nvCxnSpPr>
        <p:spPr>
          <a:xfrm>
            <a:off x="2106592" y="1979271"/>
            <a:ext cx="1091877" cy="0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7D7E225-9D47-B983-286B-3AD6B087B18C}"/>
              </a:ext>
            </a:extLst>
          </p:cNvPr>
          <p:cNvSpPr/>
          <p:nvPr/>
        </p:nvSpPr>
        <p:spPr>
          <a:xfrm>
            <a:off x="3333565" y="1649431"/>
            <a:ext cx="1770867" cy="5459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n = n / 10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95F77EA-C59A-3A55-D80D-FDF955F34A42}"/>
              </a:ext>
            </a:extLst>
          </p:cNvPr>
          <p:cNvCxnSpPr>
            <a:cxnSpLocks/>
          </p:cNvCxnSpPr>
          <p:nvPr/>
        </p:nvCxnSpPr>
        <p:spPr>
          <a:xfrm>
            <a:off x="5185455" y="1899232"/>
            <a:ext cx="798785" cy="0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3F8FD48-CCAA-74EB-6BF8-C3A06F5712A1}"/>
              </a:ext>
            </a:extLst>
          </p:cNvPr>
          <p:cNvSpPr txBox="1"/>
          <p:nvPr/>
        </p:nvSpPr>
        <p:spPr>
          <a:xfrm>
            <a:off x="5881315" y="1668399"/>
            <a:ext cx="3318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7030A0"/>
                </a:solidFill>
              </a:rPr>
              <a:t>1 2 3   /   10  </a:t>
            </a:r>
            <a:r>
              <a:rPr lang="en-IN" sz="2400" b="1" dirty="0">
                <a:solidFill>
                  <a:schemeClr val="bg1"/>
                </a:solidFill>
              </a:rPr>
              <a:t>--- &gt;</a:t>
            </a:r>
            <a:r>
              <a:rPr lang="en-IN" sz="2400" b="1" dirty="0">
                <a:solidFill>
                  <a:srgbClr val="7030A0"/>
                </a:solidFill>
              </a:rPr>
              <a:t> </a:t>
            </a:r>
            <a:r>
              <a:rPr lang="en-IN" sz="2400" b="1" dirty="0">
                <a:solidFill>
                  <a:srgbClr val="7030A0"/>
                </a:solidFill>
                <a:sym typeface="Wingdings" panose="05000000000000000000" pitchFamily="2" charset="2"/>
              </a:rPr>
              <a:t>  </a:t>
            </a:r>
            <a:r>
              <a:rPr lang="en-IN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1 2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DDE391-2247-8E3C-077C-21101C7625C2}"/>
              </a:ext>
            </a:extLst>
          </p:cNvPr>
          <p:cNvCxnSpPr>
            <a:cxnSpLocks/>
          </p:cNvCxnSpPr>
          <p:nvPr/>
        </p:nvCxnSpPr>
        <p:spPr>
          <a:xfrm>
            <a:off x="2120095" y="1979271"/>
            <a:ext cx="0" cy="75235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F53C9A8-60E2-D972-142D-8B79B505947C}"/>
              </a:ext>
            </a:extLst>
          </p:cNvPr>
          <p:cNvCxnSpPr>
            <a:cxnSpLocks/>
          </p:cNvCxnSpPr>
          <p:nvPr/>
        </p:nvCxnSpPr>
        <p:spPr>
          <a:xfrm>
            <a:off x="2106592" y="2731625"/>
            <a:ext cx="1091877" cy="0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37C61BB-6E40-E0C2-7194-F9B0EB1F05F8}"/>
              </a:ext>
            </a:extLst>
          </p:cNvPr>
          <p:cNvSpPr/>
          <p:nvPr/>
        </p:nvSpPr>
        <p:spPr>
          <a:xfrm>
            <a:off x="3362445" y="2458675"/>
            <a:ext cx="1770867" cy="54590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digit = n % 10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A6E44B5-1EDD-1DB2-A6D8-FB0E31C02680}"/>
              </a:ext>
            </a:extLst>
          </p:cNvPr>
          <p:cNvCxnSpPr>
            <a:cxnSpLocks/>
          </p:cNvCxnSpPr>
          <p:nvPr/>
        </p:nvCxnSpPr>
        <p:spPr>
          <a:xfrm>
            <a:off x="5185455" y="2731625"/>
            <a:ext cx="798785" cy="0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EFB4133-9B45-D7B6-3E2F-9C1A32C61674}"/>
              </a:ext>
            </a:extLst>
          </p:cNvPr>
          <p:cNvSpPr txBox="1"/>
          <p:nvPr/>
        </p:nvSpPr>
        <p:spPr>
          <a:xfrm>
            <a:off x="5881315" y="2473185"/>
            <a:ext cx="3318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7030A0"/>
                </a:solidFill>
              </a:rPr>
              <a:t>1 2   %   10  </a:t>
            </a:r>
            <a:r>
              <a:rPr lang="en-IN" sz="2400" b="1" dirty="0">
                <a:solidFill>
                  <a:schemeClr val="bg1"/>
                </a:solidFill>
              </a:rPr>
              <a:t>--- &gt;</a:t>
            </a:r>
            <a:r>
              <a:rPr lang="en-IN" sz="2400" b="1" dirty="0">
                <a:solidFill>
                  <a:srgbClr val="7030A0"/>
                </a:solidFill>
              </a:rPr>
              <a:t> </a:t>
            </a:r>
            <a:r>
              <a:rPr lang="en-IN" sz="2400" b="1" dirty="0">
                <a:solidFill>
                  <a:srgbClr val="7030A0"/>
                </a:solidFill>
                <a:sym typeface="Wingdings" panose="05000000000000000000" pitchFamily="2" charset="2"/>
              </a:rPr>
              <a:t>  </a:t>
            </a:r>
            <a:r>
              <a:rPr lang="en-IN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2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A2A46F-C352-EB99-1592-3010F24DAC89}"/>
              </a:ext>
            </a:extLst>
          </p:cNvPr>
          <p:cNvSpPr txBox="1"/>
          <p:nvPr/>
        </p:nvSpPr>
        <p:spPr>
          <a:xfrm>
            <a:off x="9248172" y="839503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digit =</a:t>
            </a:r>
            <a:r>
              <a:rPr lang="en-IN" sz="2400" b="1" dirty="0">
                <a:solidFill>
                  <a:srgbClr val="FFFF00"/>
                </a:solidFill>
                <a:sym typeface="Wingdings" panose="05000000000000000000" pitchFamily="2" charset="2"/>
              </a:rPr>
              <a:t>  3</a:t>
            </a:r>
            <a:endParaRPr lang="en-IN" sz="2400" b="1" dirty="0">
              <a:solidFill>
                <a:srgbClr val="FFFF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9445CC-AAA9-EF70-D1E2-7768A01D2E1A}"/>
              </a:ext>
            </a:extLst>
          </p:cNvPr>
          <p:cNvSpPr txBox="1"/>
          <p:nvPr/>
        </p:nvSpPr>
        <p:spPr>
          <a:xfrm>
            <a:off x="9199321" y="1710517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 =</a:t>
            </a:r>
            <a:r>
              <a:rPr lang="en-IN" sz="2400" b="1" dirty="0">
                <a:solidFill>
                  <a:schemeClr val="accent1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  1 2</a:t>
            </a:r>
            <a:endParaRPr lang="en-IN" sz="24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8EB9B7-8318-7E0D-068F-56D58A4DB4F1}"/>
              </a:ext>
            </a:extLst>
          </p:cNvPr>
          <p:cNvSpPr txBox="1"/>
          <p:nvPr/>
        </p:nvSpPr>
        <p:spPr>
          <a:xfrm>
            <a:off x="9206544" y="2542910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digit =</a:t>
            </a:r>
            <a:r>
              <a:rPr lang="en-IN" sz="2400" b="1" dirty="0">
                <a:solidFill>
                  <a:srgbClr val="FFFF00"/>
                </a:solidFill>
                <a:sym typeface="Wingdings" panose="05000000000000000000" pitchFamily="2" charset="2"/>
              </a:rPr>
              <a:t>  2</a:t>
            </a:r>
            <a:endParaRPr lang="en-IN" sz="2400" b="1" dirty="0">
              <a:solidFill>
                <a:srgbClr val="FFFF00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DE77948-400C-D558-5C91-0F1E392A812A}"/>
              </a:ext>
            </a:extLst>
          </p:cNvPr>
          <p:cNvCxnSpPr>
            <a:cxnSpLocks/>
          </p:cNvCxnSpPr>
          <p:nvPr/>
        </p:nvCxnSpPr>
        <p:spPr>
          <a:xfrm>
            <a:off x="2120095" y="2731625"/>
            <a:ext cx="0" cy="939478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1E8B6B6-6821-F00A-1452-45A169937D84}"/>
              </a:ext>
            </a:extLst>
          </p:cNvPr>
          <p:cNvCxnSpPr>
            <a:cxnSpLocks/>
          </p:cNvCxnSpPr>
          <p:nvPr/>
        </p:nvCxnSpPr>
        <p:spPr>
          <a:xfrm>
            <a:off x="2120095" y="3661458"/>
            <a:ext cx="1091877" cy="0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E63A79F-1AE2-990E-1DE3-46FF2461B440}"/>
              </a:ext>
            </a:extLst>
          </p:cNvPr>
          <p:cNvSpPr/>
          <p:nvPr/>
        </p:nvSpPr>
        <p:spPr>
          <a:xfrm>
            <a:off x="3333564" y="3398153"/>
            <a:ext cx="1770867" cy="5459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n = n / 10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008231A-4845-D117-7B57-E91AF83918EC}"/>
              </a:ext>
            </a:extLst>
          </p:cNvPr>
          <p:cNvCxnSpPr>
            <a:cxnSpLocks/>
          </p:cNvCxnSpPr>
          <p:nvPr/>
        </p:nvCxnSpPr>
        <p:spPr>
          <a:xfrm>
            <a:off x="5185455" y="3671103"/>
            <a:ext cx="798785" cy="0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69EA85C-F7EF-4089-E6EF-F0D243F06C70}"/>
              </a:ext>
            </a:extLst>
          </p:cNvPr>
          <p:cNvSpPr txBox="1"/>
          <p:nvPr/>
        </p:nvSpPr>
        <p:spPr>
          <a:xfrm>
            <a:off x="5881315" y="3394655"/>
            <a:ext cx="3318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7030A0"/>
                </a:solidFill>
              </a:rPr>
              <a:t>1 2   /   10  </a:t>
            </a:r>
            <a:r>
              <a:rPr lang="en-IN" sz="2400" b="1" dirty="0">
                <a:solidFill>
                  <a:schemeClr val="bg1"/>
                </a:solidFill>
              </a:rPr>
              <a:t>--- &gt;</a:t>
            </a:r>
            <a:r>
              <a:rPr lang="en-IN" sz="2400" b="1" dirty="0">
                <a:solidFill>
                  <a:srgbClr val="7030A0"/>
                </a:solidFill>
              </a:rPr>
              <a:t> </a:t>
            </a:r>
            <a:r>
              <a:rPr lang="en-IN" sz="2400" b="1" dirty="0">
                <a:solidFill>
                  <a:srgbClr val="7030A0"/>
                </a:solidFill>
                <a:sym typeface="Wingdings" panose="05000000000000000000" pitchFamily="2" charset="2"/>
              </a:rPr>
              <a:t>  </a:t>
            </a:r>
            <a:r>
              <a:rPr lang="en-IN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1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C5A9008-B934-C424-0848-A63E127C5B84}"/>
              </a:ext>
            </a:extLst>
          </p:cNvPr>
          <p:cNvSpPr txBox="1"/>
          <p:nvPr/>
        </p:nvSpPr>
        <p:spPr>
          <a:xfrm>
            <a:off x="9248172" y="3394655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 =</a:t>
            </a:r>
            <a:r>
              <a:rPr lang="en-IN" sz="2400" b="1" dirty="0">
                <a:solidFill>
                  <a:schemeClr val="accent1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  1</a:t>
            </a:r>
            <a:endParaRPr lang="en-IN" sz="24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747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773A0-A977-FD28-AC52-C2B9D7370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751CC43-D045-DB25-BF4B-B2C6A99C6369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45BDB05-A700-64CF-CC77-48D0DC284D63}"/>
              </a:ext>
            </a:extLst>
          </p:cNvPr>
          <p:cNvSpPr/>
          <p:nvPr/>
        </p:nvSpPr>
        <p:spPr>
          <a:xfrm>
            <a:off x="4811268" y="-535824"/>
            <a:ext cx="2569464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B0F0"/>
                </a:solidFill>
              </a:rPr>
              <a:t>n  =  1    2    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7A91099-5910-B7B8-AB59-BBDA3DBD2B00}"/>
              </a:ext>
            </a:extLst>
          </p:cNvPr>
          <p:cNvCxnSpPr/>
          <p:nvPr/>
        </p:nvCxnSpPr>
        <p:spPr>
          <a:xfrm>
            <a:off x="2106592" y="-138896"/>
            <a:ext cx="251170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C8DE02-6B4E-0453-3232-E5F884046557}"/>
              </a:ext>
            </a:extLst>
          </p:cNvPr>
          <p:cNvCxnSpPr>
            <a:cxnSpLocks/>
          </p:cNvCxnSpPr>
          <p:nvPr/>
        </p:nvCxnSpPr>
        <p:spPr>
          <a:xfrm>
            <a:off x="2120095" y="-138896"/>
            <a:ext cx="0" cy="116711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281A65C-BDE8-6FB6-22B3-B0ADAF55E997}"/>
              </a:ext>
            </a:extLst>
          </p:cNvPr>
          <p:cNvCxnSpPr>
            <a:cxnSpLocks/>
          </p:cNvCxnSpPr>
          <p:nvPr/>
        </p:nvCxnSpPr>
        <p:spPr>
          <a:xfrm>
            <a:off x="2106592" y="1039793"/>
            <a:ext cx="1091877" cy="0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4A2C3BF-C723-49A6-B378-1AC41AA1A0E1}"/>
              </a:ext>
            </a:extLst>
          </p:cNvPr>
          <p:cNvSpPr/>
          <p:nvPr/>
        </p:nvSpPr>
        <p:spPr>
          <a:xfrm>
            <a:off x="3333565" y="755268"/>
            <a:ext cx="1770867" cy="54590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digit = n % 10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1B03954-8418-A1E6-4877-25BDDD47E03E}"/>
              </a:ext>
            </a:extLst>
          </p:cNvPr>
          <p:cNvCxnSpPr>
            <a:cxnSpLocks/>
          </p:cNvCxnSpPr>
          <p:nvPr/>
        </p:nvCxnSpPr>
        <p:spPr>
          <a:xfrm>
            <a:off x="5185455" y="1039793"/>
            <a:ext cx="798785" cy="0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18FDF77-0C97-50DA-D87B-6CECEC37B002}"/>
              </a:ext>
            </a:extLst>
          </p:cNvPr>
          <p:cNvSpPr txBox="1"/>
          <p:nvPr/>
        </p:nvSpPr>
        <p:spPr>
          <a:xfrm>
            <a:off x="5930166" y="797385"/>
            <a:ext cx="3318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7030A0"/>
                </a:solidFill>
              </a:rPr>
              <a:t>1 2 3   %   10  </a:t>
            </a:r>
            <a:r>
              <a:rPr lang="en-IN" sz="2400" b="1" dirty="0">
                <a:solidFill>
                  <a:schemeClr val="bg1"/>
                </a:solidFill>
              </a:rPr>
              <a:t>--- &gt;</a:t>
            </a:r>
            <a:r>
              <a:rPr lang="en-IN" sz="2400" b="1" dirty="0">
                <a:solidFill>
                  <a:srgbClr val="7030A0"/>
                </a:solidFill>
              </a:rPr>
              <a:t> </a:t>
            </a:r>
            <a:r>
              <a:rPr lang="en-IN" sz="2400" b="1" dirty="0">
                <a:solidFill>
                  <a:srgbClr val="7030A0"/>
                </a:solidFill>
                <a:sym typeface="Wingdings" panose="05000000000000000000" pitchFamily="2" charset="2"/>
              </a:rPr>
              <a:t>  </a:t>
            </a:r>
            <a:r>
              <a:rPr lang="en-IN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3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49BF1BE-7877-3F93-45BC-1BE8216978BF}"/>
              </a:ext>
            </a:extLst>
          </p:cNvPr>
          <p:cNvCxnSpPr>
            <a:cxnSpLocks/>
          </p:cNvCxnSpPr>
          <p:nvPr/>
        </p:nvCxnSpPr>
        <p:spPr>
          <a:xfrm>
            <a:off x="2123952" y="1039793"/>
            <a:ext cx="0" cy="939478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1253BE-1F45-0649-E96C-D56FC24F2F61}"/>
              </a:ext>
            </a:extLst>
          </p:cNvPr>
          <p:cNvCxnSpPr>
            <a:cxnSpLocks/>
          </p:cNvCxnSpPr>
          <p:nvPr/>
        </p:nvCxnSpPr>
        <p:spPr>
          <a:xfrm>
            <a:off x="2106592" y="1979271"/>
            <a:ext cx="1091877" cy="0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0DBAE97-8AE0-34A3-F588-9ECEB7179BF8}"/>
              </a:ext>
            </a:extLst>
          </p:cNvPr>
          <p:cNvSpPr/>
          <p:nvPr/>
        </p:nvSpPr>
        <p:spPr>
          <a:xfrm>
            <a:off x="3333565" y="1649431"/>
            <a:ext cx="1770867" cy="5459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n = n / 10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4918578-ABA7-EB28-DE4A-1D1687D53FDD}"/>
              </a:ext>
            </a:extLst>
          </p:cNvPr>
          <p:cNvCxnSpPr>
            <a:cxnSpLocks/>
          </p:cNvCxnSpPr>
          <p:nvPr/>
        </p:nvCxnSpPr>
        <p:spPr>
          <a:xfrm>
            <a:off x="5185455" y="1899232"/>
            <a:ext cx="798785" cy="0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A646788-A8EF-E3DE-89AB-2CA8416FCA4B}"/>
              </a:ext>
            </a:extLst>
          </p:cNvPr>
          <p:cNvSpPr txBox="1"/>
          <p:nvPr/>
        </p:nvSpPr>
        <p:spPr>
          <a:xfrm>
            <a:off x="5881315" y="1668399"/>
            <a:ext cx="3318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7030A0"/>
                </a:solidFill>
              </a:rPr>
              <a:t>1 2 3   /   10  </a:t>
            </a:r>
            <a:r>
              <a:rPr lang="en-IN" sz="2400" b="1" dirty="0">
                <a:solidFill>
                  <a:schemeClr val="bg1"/>
                </a:solidFill>
              </a:rPr>
              <a:t>--- &gt;</a:t>
            </a:r>
            <a:r>
              <a:rPr lang="en-IN" sz="2400" b="1" dirty="0">
                <a:solidFill>
                  <a:srgbClr val="7030A0"/>
                </a:solidFill>
              </a:rPr>
              <a:t> </a:t>
            </a:r>
            <a:r>
              <a:rPr lang="en-IN" sz="2400" b="1" dirty="0">
                <a:solidFill>
                  <a:srgbClr val="7030A0"/>
                </a:solidFill>
                <a:sym typeface="Wingdings" panose="05000000000000000000" pitchFamily="2" charset="2"/>
              </a:rPr>
              <a:t>  </a:t>
            </a:r>
            <a:r>
              <a:rPr lang="en-IN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1 2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970652-CB8B-3CD6-8942-C1C7DC432B39}"/>
              </a:ext>
            </a:extLst>
          </p:cNvPr>
          <p:cNvCxnSpPr>
            <a:cxnSpLocks/>
          </p:cNvCxnSpPr>
          <p:nvPr/>
        </p:nvCxnSpPr>
        <p:spPr>
          <a:xfrm>
            <a:off x="2120095" y="1979271"/>
            <a:ext cx="0" cy="75235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9A1A059-8918-684F-246F-6371FB2A6CCA}"/>
              </a:ext>
            </a:extLst>
          </p:cNvPr>
          <p:cNvCxnSpPr>
            <a:cxnSpLocks/>
          </p:cNvCxnSpPr>
          <p:nvPr/>
        </p:nvCxnSpPr>
        <p:spPr>
          <a:xfrm>
            <a:off x="2106592" y="2731625"/>
            <a:ext cx="1091877" cy="0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158D718-4883-4F8D-E7BE-8D50CBC0961A}"/>
              </a:ext>
            </a:extLst>
          </p:cNvPr>
          <p:cNvSpPr/>
          <p:nvPr/>
        </p:nvSpPr>
        <p:spPr>
          <a:xfrm>
            <a:off x="3362445" y="2458675"/>
            <a:ext cx="1770867" cy="54590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digit = n % 10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7D6E6A3-06C2-3A69-F8FB-82F2CAABC5DB}"/>
              </a:ext>
            </a:extLst>
          </p:cNvPr>
          <p:cNvCxnSpPr>
            <a:cxnSpLocks/>
          </p:cNvCxnSpPr>
          <p:nvPr/>
        </p:nvCxnSpPr>
        <p:spPr>
          <a:xfrm>
            <a:off x="5185455" y="2731625"/>
            <a:ext cx="798785" cy="0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907CBF6-CA7C-C684-C544-9AFBD1174DEF}"/>
              </a:ext>
            </a:extLst>
          </p:cNvPr>
          <p:cNvSpPr txBox="1"/>
          <p:nvPr/>
        </p:nvSpPr>
        <p:spPr>
          <a:xfrm>
            <a:off x="5881315" y="2473185"/>
            <a:ext cx="3318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7030A0"/>
                </a:solidFill>
              </a:rPr>
              <a:t>1 2   %   10  </a:t>
            </a:r>
            <a:r>
              <a:rPr lang="en-IN" sz="2400" b="1" dirty="0">
                <a:solidFill>
                  <a:schemeClr val="bg1"/>
                </a:solidFill>
              </a:rPr>
              <a:t>--- &gt;</a:t>
            </a:r>
            <a:r>
              <a:rPr lang="en-IN" sz="2400" b="1" dirty="0">
                <a:solidFill>
                  <a:srgbClr val="7030A0"/>
                </a:solidFill>
              </a:rPr>
              <a:t> </a:t>
            </a:r>
            <a:r>
              <a:rPr lang="en-IN" sz="2400" b="1" dirty="0">
                <a:solidFill>
                  <a:srgbClr val="7030A0"/>
                </a:solidFill>
                <a:sym typeface="Wingdings" panose="05000000000000000000" pitchFamily="2" charset="2"/>
              </a:rPr>
              <a:t>  </a:t>
            </a:r>
            <a:r>
              <a:rPr lang="en-IN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2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B3E9BC-A1CF-875E-DB2D-8264D642E00D}"/>
              </a:ext>
            </a:extLst>
          </p:cNvPr>
          <p:cNvSpPr txBox="1"/>
          <p:nvPr/>
        </p:nvSpPr>
        <p:spPr>
          <a:xfrm>
            <a:off x="9248172" y="839503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digit =</a:t>
            </a:r>
            <a:r>
              <a:rPr lang="en-IN" sz="2400" b="1" dirty="0">
                <a:solidFill>
                  <a:srgbClr val="FFFF00"/>
                </a:solidFill>
                <a:sym typeface="Wingdings" panose="05000000000000000000" pitchFamily="2" charset="2"/>
              </a:rPr>
              <a:t>  3</a:t>
            </a:r>
            <a:endParaRPr lang="en-IN" sz="2400" b="1" dirty="0">
              <a:solidFill>
                <a:srgbClr val="FFFF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04D1A9-6604-0FFA-66C1-E47BCFC20D85}"/>
              </a:ext>
            </a:extLst>
          </p:cNvPr>
          <p:cNvSpPr txBox="1"/>
          <p:nvPr/>
        </p:nvSpPr>
        <p:spPr>
          <a:xfrm>
            <a:off x="9199321" y="1710517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 =</a:t>
            </a:r>
            <a:r>
              <a:rPr lang="en-IN" sz="2400" b="1" dirty="0">
                <a:solidFill>
                  <a:schemeClr val="accent1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  1 2</a:t>
            </a:r>
            <a:endParaRPr lang="en-IN" sz="24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0ED2CC-D65D-16B7-4F87-C526F6314AA6}"/>
              </a:ext>
            </a:extLst>
          </p:cNvPr>
          <p:cNvSpPr txBox="1"/>
          <p:nvPr/>
        </p:nvSpPr>
        <p:spPr>
          <a:xfrm>
            <a:off x="9206544" y="2542910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digit =</a:t>
            </a:r>
            <a:r>
              <a:rPr lang="en-IN" sz="2400" b="1" dirty="0">
                <a:solidFill>
                  <a:srgbClr val="FFFF00"/>
                </a:solidFill>
                <a:sym typeface="Wingdings" panose="05000000000000000000" pitchFamily="2" charset="2"/>
              </a:rPr>
              <a:t>  2</a:t>
            </a:r>
            <a:endParaRPr lang="en-IN" sz="2400" b="1" dirty="0">
              <a:solidFill>
                <a:srgbClr val="FFFF00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BBD8410-A820-DD69-8050-FEC8D51082A8}"/>
              </a:ext>
            </a:extLst>
          </p:cNvPr>
          <p:cNvCxnSpPr>
            <a:cxnSpLocks/>
          </p:cNvCxnSpPr>
          <p:nvPr/>
        </p:nvCxnSpPr>
        <p:spPr>
          <a:xfrm>
            <a:off x="2120095" y="2731625"/>
            <a:ext cx="0" cy="939478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788A214-17EB-61F1-4526-56059991CED3}"/>
              </a:ext>
            </a:extLst>
          </p:cNvPr>
          <p:cNvCxnSpPr>
            <a:cxnSpLocks/>
          </p:cNvCxnSpPr>
          <p:nvPr/>
        </p:nvCxnSpPr>
        <p:spPr>
          <a:xfrm>
            <a:off x="2120095" y="3661458"/>
            <a:ext cx="1091877" cy="0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1E40F9B-5F9B-0A52-8164-431E7F11F2ED}"/>
              </a:ext>
            </a:extLst>
          </p:cNvPr>
          <p:cNvSpPr/>
          <p:nvPr/>
        </p:nvSpPr>
        <p:spPr>
          <a:xfrm>
            <a:off x="3333564" y="3398153"/>
            <a:ext cx="1770867" cy="5459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n = n / 10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1A533EC-2B9D-A5FD-B1C4-A5E18BA12CFA}"/>
              </a:ext>
            </a:extLst>
          </p:cNvPr>
          <p:cNvCxnSpPr>
            <a:cxnSpLocks/>
          </p:cNvCxnSpPr>
          <p:nvPr/>
        </p:nvCxnSpPr>
        <p:spPr>
          <a:xfrm>
            <a:off x="5185455" y="3671103"/>
            <a:ext cx="798785" cy="0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1B2001F-9ABC-2FA1-E5CD-71C600AE0C7B}"/>
              </a:ext>
            </a:extLst>
          </p:cNvPr>
          <p:cNvSpPr txBox="1"/>
          <p:nvPr/>
        </p:nvSpPr>
        <p:spPr>
          <a:xfrm>
            <a:off x="5881315" y="3394655"/>
            <a:ext cx="3318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7030A0"/>
                </a:solidFill>
              </a:rPr>
              <a:t>1 2   /   10  </a:t>
            </a:r>
            <a:r>
              <a:rPr lang="en-IN" sz="2400" b="1" dirty="0">
                <a:solidFill>
                  <a:schemeClr val="bg1"/>
                </a:solidFill>
              </a:rPr>
              <a:t>--- &gt;</a:t>
            </a:r>
            <a:r>
              <a:rPr lang="en-IN" sz="2400" b="1" dirty="0">
                <a:solidFill>
                  <a:srgbClr val="7030A0"/>
                </a:solidFill>
              </a:rPr>
              <a:t> </a:t>
            </a:r>
            <a:r>
              <a:rPr lang="en-IN" sz="2400" b="1" dirty="0">
                <a:solidFill>
                  <a:srgbClr val="7030A0"/>
                </a:solidFill>
                <a:sym typeface="Wingdings" panose="05000000000000000000" pitchFamily="2" charset="2"/>
              </a:rPr>
              <a:t>  </a:t>
            </a:r>
            <a:r>
              <a:rPr lang="en-IN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1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8F32E9-8A28-DAD9-79DB-685FB9F7C6D8}"/>
              </a:ext>
            </a:extLst>
          </p:cNvPr>
          <p:cNvSpPr txBox="1"/>
          <p:nvPr/>
        </p:nvSpPr>
        <p:spPr>
          <a:xfrm>
            <a:off x="9248172" y="3394655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 =</a:t>
            </a:r>
            <a:r>
              <a:rPr lang="en-IN" sz="2400" b="1" dirty="0">
                <a:solidFill>
                  <a:schemeClr val="accent1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  1</a:t>
            </a:r>
            <a:endParaRPr lang="en-IN" sz="24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161C0C3-0AB9-4539-186C-568113B011B0}"/>
              </a:ext>
            </a:extLst>
          </p:cNvPr>
          <p:cNvCxnSpPr>
            <a:cxnSpLocks/>
          </p:cNvCxnSpPr>
          <p:nvPr/>
        </p:nvCxnSpPr>
        <p:spPr>
          <a:xfrm>
            <a:off x="2122024" y="3671103"/>
            <a:ext cx="0" cy="75235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51938FB-E8B3-F957-5427-0CC99E0D02EA}"/>
              </a:ext>
            </a:extLst>
          </p:cNvPr>
          <p:cNvCxnSpPr>
            <a:cxnSpLocks/>
          </p:cNvCxnSpPr>
          <p:nvPr/>
        </p:nvCxnSpPr>
        <p:spPr>
          <a:xfrm>
            <a:off x="2120095" y="4413811"/>
            <a:ext cx="1091877" cy="0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4C811C2-B7BC-1FCB-F5B8-97CDB31E65EE}"/>
              </a:ext>
            </a:extLst>
          </p:cNvPr>
          <p:cNvSpPr/>
          <p:nvPr/>
        </p:nvSpPr>
        <p:spPr>
          <a:xfrm>
            <a:off x="3362445" y="4207397"/>
            <a:ext cx="1770867" cy="54590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digit = n % 10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387337F-CABA-CA1C-D39F-19A9F4A40BC8}"/>
              </a:ext>
            </a:extLst>
          </p:cNvPr>
          <p:cNvCxnSpPr>
            <a:cxnSpLocks/>
          </p:cNvCxnSpPr>
          <p:nvPr/>
        </p:nvCxnSpPr>
        <p:spPr>
          <a:xfrm>
            <a:off x="5185455" y="4480347"/>
            <a:ext cx="798785" cy="0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6596288-A2FD-331C-3410-2DB442337EBC}"/>
              </a:ext>
            </a:extLst>
          </p:cNvPr>
          <p:cNvSpPr txBox="1"/>
          <p:nvPr/>
        </p:nvSpPr>
        <p:spPr>
          <a:xfrm>
            <a:off x="5930921" y="4246317"/>
            <a:ext cx="3318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7030A0"/>
                </a:solidFill>
              </a:rPr>
              <a:t>1  %   10  </a:t>
            </a:r>
            <a:r>
              <a:rPr lang="en-IN" sz="2400" b="1" dirty="0">
                <a:solidFill>
                  <a:schemeClr val="bg1"/>
                </a:solidFill>
              </a:rPr>
              <a:t>--- &gt;</a:t>
            </a:r>
            <a:r>
              <a:rPr lang="en-IN" sz="2400" b="1" dirty="0">
                <a:solidFill>
                  <a:srgbClr val="7030A0"/>
                </a:solidFill>
              </a:rPr>
              <a:t> </a:t>
            </a:r>
            <a:r>
              <a:rPr lang="en-IN" sz="2400" b="1" dirty="0">
                <a:solidFill>
                  <a:srgbClr val="7030A0"/>
                </a:solidFill>
                <a:sym typeface="Wingdings" panose="05000000000000000000" pitchFamily="2" charset="2"/>
              </a:rPr>
              <a:t>  </a:t>
            </a:r>
            <a:r>
              <a:rPr lang="en-IN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1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1842B0-CCD4-CEEB-C505-6582861226F3}"/>
              </a:ext>
            </a:extLst>
          </p:cNvPr>
          <p:cNvSpPr txBox="1"/>
          <p:nvPr/>
        </p:nvSpPr>
        <p:spPr>
          <a:xfrm>
            <a:off x="9206544" y="4246317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digit =</a:t>
            </a:r>
            <a:r>
              <a:rPr lang="en-IN" sz="2400" b="1" dirty="0">
                <a:solidFill>
                  <a:srgbClr val="FFFF00"/>
                </a:solidFill>
                <a:sym typeface="Wingdings" panose="05000000000000000000" pitchFamily="2" charset="2"/>
              </a:rPr>
              <a:t>  1</a:t>
            </a:r>
            <a:endParaRPr lang="en-IN" sz="24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65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FEEE8-3ABB-42A5-6535-95A727696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31DE8BC-C354-E395-78AD-B4769531ED23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AB0AC14-D8FB-DAF8-4DB2-CA72E40461F9}"/>
              </a:ext>
            </a:extLst>
          </p:cNvPr>
          <p:cNvSpPr/>
          <p:nvPr/>
        </p:nvSpPr>
        <p:spPr>
          <a:xfrm>
            <a:off x="4811268" y="-535824"/>
            <a:ext cx="2569464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B0F0"/>
                </a:solidFill>
              </a:rPr>
              <a:t>n  =  1    2    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F795B66-A7E9-F94A-40C6-E8DCDD7714DC}"/>
              </a:ext>
            </a:extLst>
          </p:cNvPr>
          <p:cNvCxnSpPr/>
          <p:nvPr/>
        </p:nvCxnSpPr>
        <p:spPr>
          <a:xfrm>
            <a:off x="2106592" y="-138896"/>
            <a:ext cx="251170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0821B01-123B-D083-7658-7C6936D4C1DA}"/>
              </a:ext>
            </a:extLst>
          </p:cNvPr>
          <p:cNvCxnSpPr>
            <a:cxnSpLocks/>
          </p:cNvCxnSpPr>
          <p:nvPr/>
        </p:nvCxnSpPr>
        <p:spPr>
          <a:xfrm>
            <a:off x="2120095" y="-138896"/>
            <a:ext cx="0" cy="116711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039A3C-0457-4C9E-04AA-931D1E53F8D4}"/>
              </a:ext>
            </a:extLst>
          </p:cNvPr>
          <p:cNvCxnSpPr>
            <a:cxnSpLocks/>
          </p:cNvCxnSpPr>
          <p:nvPr/>
        </p:nvCxnSpPr>
        <p:spPr>
          <a:xfrm>
            <a:off x="2106592" y="1039793"/>
            <a:ext cx="1091877" cy="0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520D038-F784-383B-CB43-34D42FF218B9}"/>
              </a:ext>
            </a:extLst>
          </p:cNvPr>
          <p:cNvSpPr/>
          <p:nvPr/>
        </p:nvSpPr>
        <p:spPr>
          <a:xfrm>
            <a:off x="3333565" y="755268"/>
            <a:ext cx="1770867" cy="54590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digit = n % 10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7AB76D-B7F7-E23D-0690-6DBF59F1FD5E}"/>
              </a:ext>
            </a:extLst>
          </p:cNvPr>
          <p:cNvCxnSpPr>
            <a:cxnSpLocks/>
          </p:cNvCxnSpPr>
          <p:nvPr/>
        </p:nvCxnSpPr>
        <p:spPr>
          <a:xfrm>
            <a:off x="5185455" y="1039793"/>
            <a:ext cx="798785" cy="0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F947D42-9FC0-7005-8EF6-627F935271EE}"/>
              </a:ext>
            </a:extLst>
          </p:cNvPr>
          <p:cNvSpPr txBox="1"/>
          <p:nvPr/>
        </p:nvSpPr>
        <p:spPr>
          <a:xfrm>
            <a:off x="5930166" y="797385"/>
            <a:ext cx="3318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7030A0"/>
                </a:solidFill>
              </a:rPr>
              <a:t>1 2 3   %   10  </a:t>
            </a:r>
            <a:r>
              <a:rPr lang="en-IN" sz="2400" b="1" dirty="0">
                <a:solidFill>
                  <a:schemeClr val="bg1"/>
                </a:solidFill>
              </a:rPr>
              <a:t>--- &gt;</a:t>
            </a:r>
            <a:r>
              <a:rPr lang="en-IN" sz="2400" b="1" dirty="0">
                <a:solidFill>
                  <a:srgbClr val="7030A0"/>
                </a:solidFill>
              </a:rPr>
              <a:t> </a:t>
            </a:r>
            <a:r>
              <a:rPr lang="en-IN" sz="2400" b="1" dirty="0">
                <a:solidFill>
                  <a:srgbClr val="7030A0"/>
                </a:solidFill>
                <a:sym typeface="Wingdings" panose="05000000000000000000" pitchFamily="2" charset="2"/>
              </a:rPr>
              <a:t>  </a:t>
            </a:r>
            <a:r>
              <a:rPr lang="en-IN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3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36DED66-C0EA-862D-7BDD-0F9D15940133}"/>
              </a:ext>
            </a:extLst>
          </p:cNvPr>
          <p:cNvCxnSpPr>
            <a:cxnSpLocks/>
          </p:cNvCxnSpPr>
          <p:nvPr/>
        </p:nvCxnSpPr>
        <p:spPr>
          <a:xfrm>
            <a:off x="2123952" y="1039793"/>
            <a:ext cx="0" cy="939478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031FF2D-4266-0FCF-C977-9111C14F39E6}"/>
              </a:ext>
            </a:extLst>
          </p:cNvPr>
          <p:cNvCxnSpPr>
            <a:cxnSpLocks/>
          </p:cNvCxnSpPr>
          <p:nvPr/>
        </p:nvCxnSpPr>
        <p:spPr>
          <a:xfrm>
            <a:off x="2106592" y="1979271"/>
            <a:ext cx="1091877" cy="0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D9BAB24-82A7-DB0A-B42E-625231C4C458}"/>
              </a:ext>
            </a:extLst>
          </p:cNvPr>
          <p:cNvSpPr/>
          <p:nvPr/>
        </p:nvSpPr>
        <p:spPr>
          <a:xfrm>
            <a:off x="3333565" y="1649431"/>
            <a:ext cx="1770867" cy="5459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n = n / 10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E271372-ED5E-78FD-02CD-1DC1E40FE92C}"/>
              </a:ext>
            </a:extLst>
          </p:cNvPr>
          <p:cNvCxnSpPr>
            <a:cxnSpLocks/>
          </p:cNvCxnSpPr>
          <p:nvPr/>
        </p:nvCxnSpPr>
        <p:spPr>
          <a:xfrm>
            <a:off x="5185455" y="1899232"/>
            <a:ext cx="798785" cy="0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5BA1E52-D613-4509-5EB1-99F146176042}"/>
              </a:ext>
            </a:extLst>
          </p:cNvPr>
          <p:cNvSpPr txBox="1"/>
          <p:nvPr/>
        </p:nvSpPr>
        <p:spPr>
          <a:xfrm>
            <a:off x="5881315" y="1668399"/>
            <a:ext cx="3318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7030A0"/>
                </a:solidFill>
              </a:rPr>
              <a:t>1 2 3   /   10  </a:t>
            </a:r>
            <a:r>
              <a:rPr lang="en-IN" sz="2400" b="1" dirty="0">
                <a:solidFill>
                  <a:schemeClr val="bg1"/>
                </a:solidFill>
              </a:rPr>
              <a:t>--- &gt;</a:t>
            </a:r>
            <a:r>
              <a:rPr lang="en-IN" sz="2400" b="1" dirty="0">
                <a:solidFill>
                  <a:srgbClr val="7030A0"/>
                </a:solidFill>
              </a:rPr>
              <a:t> </a:t>
            </a:r>
            <a:r>
              <a:rPr lang="en-IN" sz="2400" b="1" dirty="0">
                <a:solidFill>
                  <a:srgbClr val="7030A0"/>
                </a:solidFill>
                <a:sym typeface="Wingdings" panose="05000000000000000000" pitchFamily="2" charset="2"/>
              </a:rPr>
              <a:t>  </a:t>
            </a:r>
            <a:r>
              <a:rPr lang="en-IN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1 2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8B065AD-301B-EF8F-97C3-173CE6CBAE87}"/>
              </a:ext>
            </a:extLst>
          </p:cNvPr>
          <p:cNvCxnSpPr>
            <a:cxnSpLocks/>
          </p:cNvCxnSpPr>
          <p:nvPr/>
        </p:nvCxnSpPr>
        <p:spPr>
          <a:xfrm>
            <a:off x="2120095" y="1979271"/>
            <a:ext cx="0" cy="75235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1CADAFA-16B9-F530-6056-7C8A898DF5DD}"/>
              </a:ext>
            </a:extLst>
          </p:cNvPr>
          <p:cNvCxnSpPr>
            <a:cxnSpLocks/>
          </p:cNvCxnSpPr>
          <p:nvPr/>
        </p:nvCxnSpPr>
        <p:spPr>
          <a:xfrm>
            <a:off x="2106592" y="2731625"/>
            <a:ext cx="1091877" cy="0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B86684D-2709-E162-D2BC-F898D21EF3D4}"/>
              </a:ext>
            </a:extLst>
          </p:cNvPr>
          <p:cNvSpPr/>
          <p:nvPr/>
        </p:nvSpPr>
        <p:spPr>
          <a:xfrm>
            <a:off x="3362445" y="2458675"/>
            <a:ext cx="1770867" cy="54590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digit = n % 10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C16448-3465-D727-D9EA-A8C05F89D0FD}"/>
              </a:ext>
            </a:extLst>
          </p:cNvPr>
          <p:cNvCxnSpPr>
            <a:cxnSpLocks/>
          </p:cNvCxnSpPr>
          <p:nvPr/>
        </p:nvCxnSpPr>
        <p:spPr>
          <a:xfrm>
            <a:off x="5185455" y="2731625"/>
            <a:ext cx="798785" cy="0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3225E49-DD1D-ED5F-88B6-00DEC6CECA8D}"/>
              </a:ext>
            </a:extLst>
          </p:cNvPr>
          <p:cNvSpPr txBox="1"/>
          <p:nvPr/>
        </p:nvSpPr>
        <p:spPr>
          <a:xfrm>
            <a:off x="5881315" y="2473185"/>
            <a:ext cx="3318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7030A0"/>
                </a:solidFill>
              </a:rPr>
              <a:t>1 2   %   10  </a:t>
            </a:r>
            <a:r>
              <a:rPr lang="en-IN" sz="2400" b="1" dirty="0">
                <a:solidFill>
                  <a:schemeClr val="bg1"/>
                </a:solidFill>
              </a:rPr>
              <a:t>--- &gt;</a:t>
            </a:r>
            <a:r>
              <a:rPr lang="en-IN" sz="2400" b="1" dirty="0">
                <a:solidFill>
                  <a:srgbClr val="7030A0"/>
                </a:solidFill>
              </a:rPr>
              <a:t> </a:t>
            </a:r>
            <a:r>
              <a:rPr lang="en-IN" sz="2400" b="1" dirty="0">
                <a:solidFill>
                  <a:srgbClr val="7030A0"/>
                </a:solidFill>
                <a:sym typeface="Wingdings" panose="05000000000000000000" pitchFamily="2" charset="2"/>
              </a:rPr>
              <a:t>  </a:t>
            </a:r>
            <a:r>
              <a:rPr lang="en-IN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2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FE804C-59C7-2CE6-2592-A1F1676848D3}"/>
              </a:ext>
            </a:extLst>
          </p:cNvPr>
          <p:cNvSpPr txBox="1"/>
          <p:nvPr/>
        </p:nvSpPr>
        <p:spPr>
          <a:xfrm>
            <a:off x="9248172" y="839503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digit =</a:t>
            </a:r>
            <a:r>
              <a:rPr lang="en-IN" sz="2400" b="1" dirty="0">
                <a:solidFill>
                  <a:srgbClr val="FFFF00"/>
                </a:solidFill>
                <a:sym typeface="Wingdings" panose="05000000000000000000" pitchFamily="2" charset="2"/>
              </a:rPr>
              <a:t>  3</a:t>
            </a:r>
            <a:endParaRPr lang="en-IN" sz="2400" b="1" dirty="0">
              <a:solidFill>
                <a:srgbClr val="FFFF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4A9D90-8E57-0A38-A540-395171B57B91}"/>
              </a:ext>
            </a:extLst>
          </p:cNvPr>
          <p:cNvSpPr txBox="1"/>
          <p:nvPr/>
        </p:nvSpPr>
        <p:spPr>
          <a:xfrm>
            <a:off x="9199321" y="1710517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 =</a:t>
            </a:r>
            <a:r>
              <a:rPr lang="en-IN" sz="2400" b="1" dirty="0">
                <a:solidFill>
                  <a:schemeClr val="accent1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  1 2</a:t>
            </a:r>
            <a:endParaRPr lang="en-IN" sz="24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2D85C7-7B9E-5E98-ED39-33577CA77D04}"/>
              </a:ext>
            </a:extLst>
          </p:cNvPr>
          <p:cNvSpPr txBox="1"/>
          <p:nvPr/>
        </p:nvSpPr>
        <p:spPr>
          <a:xfrm>
            <a:off x="9206544" y="2542910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digit =</a:t>
            </a:r>
            <a:r>
              <a:rPr lang="en-IN" sz="2400" b="1" dirty="0">
                <a:solidFill>
                  <a:srgbClr val="FFFF00"/>
                </a:solidFill>
                <a:sym typeface="Wingdings" panose="05000000000000000000" pitchFamily="2" charset="2"/>
              </a:rPr>
              <a:t>  2</a:t>
            </a:r>
            <a:endParaRPr lang="en-IN" sz="2400" b="1" dirty="0">
              <a:solidFill>
                <a:srgbClr val="FFFF00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616BDFF-4AEF-6A62-C195-98CBAF074D76}"/>
              </a:ext>
            </a:extLst>
          </p:cNvPr>
          <p:cNvCxnSpPr>
            <a:cxnSpLocks/>
          </p:cNvCxnSpPr>
          <p:nvPr/>
        </p:nvCxnSpPr>
        <p:spPr>
          <a:xfrm>
            <a:off x="2120095" y="2731625"/>
            <a:ext cx="0" cy="939478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91097C7-B240-AA94-8BCB-BBB350FAF9F9}"/>
              </a:ext>
            </a:extLst>
          </p:cNvPr>
          <p:cNvCxnSpPr>
            <a:cxnSpLocks/>
          </p:cNvCxnSpPr>
          <p:nvPr/>
        </p:nvCxnSpPr>
        <p:spPr>
          <a:xfrm>
            <a:off x="2120095" y="3661458"/>
            <a:ext cx="1091877" cy="0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4C2395D-6432-70E6-18CD-E1D962274AD4}"/>
              </a:ext>
            </a:extLst>
          </p:cNvPr>
          <p:cNvSpPr/>
          <p:nvPr/>
        </p:nvSpPr>
        <p:spPr>
          <a:xfrm>
            <a:off x="3333564" y="3398153"/>
            <a:ext cx="1770867" cy="5459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n = n / 10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74378C1-F5FA-CF9E-0B3B-0CAF06BB877C}"/>
              </a:ext>
            </a:extLst>
          </p:cNvPr>
          <p:cNvCxnSpPr>
            <a:cxnSpLocks/>
          </p:cNvCxnSpPr>
          <p:nvPr/>
        </p:nvCxnSpPr>
        <p:spPr>
          <a:xfrm>
            <a:off x="5185455" y="3671103"/>
            <a:ext cx="798785" cy="0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9C59EB1-0D9D-E53F-D753-1C8814FF8779}"/>
              </a:ext>
            </a:extLst>
          </p:cNvPr>
          <p:cNvSpPr txBox="1"/>
          <p:nvPr/>
        </p:nvSpPr>
        <p:spPr>
          <a:xfrm>
            <a:off x="5881315" y="3394655"/>
            <a:ext cx="3318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7030A0"/>
                </a:solidFill>
              </a:rPr>
              <a:t>1 2   /   10  </a:t>
            </a:r>
            <a:r>
              <a:rPr lang="en-IN" sz="2400" b="1" dirty="0">
                <a:solidFill>
                  <a:schemeClr val="bg1"/>
                </a:solidFill>
              </a:rPr>
              <a:t>--- &gt;</a:t>
            </a:r>
            <a:r>
              <a:rPr lang="en-IN" sz="2400" b="1" dirty="0">
                <a:solidFill>
                  <a:srgbClr val="7030A0"/>
                </a:solidFill>
              </a:rPr>
              <a:t> </a:t>
            </a:r>
            <a:r>
              <a:rPr lang="en-IN" sz="2400" b="1" dirty="0">
                <a:solidFill>
                  <a:srgbClr val="7030A0"/>
                </a:solidFill>
                <a:sym typeface="Wingdings" panose="05000000000000000000" pitchFamily="2" charset="2"/>
              </a:rPr>
              <a:t>  </a:t>
            </a:r>
            <a:r>
              <a:rPr lang="en-IN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1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FA3A44-5167-EDEF-E5E0-8D6FE75B3225}"/>
              </a:ext>
            </a:extLst>
          </p:cNvPr>
          <p:cNvSpPr txBox="1"/>
          <p:nvPr/>
        </p:nvSpPr>
        <p:spPr>
          <a:xfrm>
            <a:off x="9248172" y="3394655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 =</a:t>
            </a:r>
            <a:r>
              <a:rPr lang="en-IN" sz="2400" b="1" dirty="0">
                <a:solidFill>
                  <a:schemeClr val="accent1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  1</a:t>
            </a:r>
            <a:endParaRPr lang="en-IN" sz="24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47A0618-B4C6-C54E-C09A-013AAFECB12B}"/>
              </a:ext>
            </a:extLst>
          </p:cNvPr>
          <p:cNvCxnSpPr>
            <a:cxnSpLocks/>
          </p:cNvCxnSpPr>
          <p:nvPr/>
        </p:nvCxnSpPr>
        <p:spPr>
          <a:xfrm>
            <a:off x="2122024" y="3671103"/>
            <a:ext cx="0" cy="75235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04D6F17-CAC3-7D85-DA46-A72F95B2359E}"/>
              </a:ext>
            </a:extLst>
          </p:cNvPr>
          <p:cNvCxnSpPr>
            <a:cxnSpLocks/>
          </p:cNvCxnSpPr>
          <p:nvPr/>
        </p:nvCxnSpPr>
        <p:spPr>
          <a:xfrm>
            <a:off x="2120095" y="4413811"/>
            <a:ext cx="1091877" cy="0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D64870B-E129-77C2-E62B-E5A0EC1F9162}"/>
              </a:ext>
            </a:extLst>
          </p:cNvPr>
          <p:cNvSpPr/>
          <p:nvPr/>
        </p:nvSpPr>
        <p:spPr>
          <a:xfrm>
            <a:off x="3362445" y="4207397"/>
            <a:ext cx="1770867" cy="54590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digit = n % 10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E0C326B-14F3-5EFC-0A06-CD6956BD7B69}"/>
              </a:ext>
            </a:extLst>
          </p:cNvPr>
          <p:cNvCxnSpPr>
            <a:cxnSpLocks/>
          </p:cNvCxnSpPr>
          <p:nvPr/>
        </p:nvCxnSpPr>
        <p:spPr>
          <a:xfrm>
            <a:off x="5185455" y="4480347"/>
            <a:ext cx="798785" cy="0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B17D587-3828-14A9-C1FF-ACE307FE5585}"/>
              </a:ext>
            </a:extLst>
          </p:cNvPr>
          <p:cNvSpPr txBox="1"/>
          <p:nvPr/>
        </p:nvSpPr>
        <p:spPr>
          <a:xfrm>
            <a:off x="5930921" y="4246317"/>
            <a:ext cx="3318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7030A0"/>
                </a:solidFill>
              </a:rPr>
              <a:t>1  %   10  </a:t>
            </a:r>
            <a:r>
              <a:rPr lang="en-IN" sz="2400" b="1" dirty="0">
                <a:solidFill>
                  <a:schemeClr val="bg1"/>
                </a:solidFill>
              </a:rPr>
              <a:t>--- &gt;</a:t>
            </a:r>
            <a:r>
              <a:rPr lang="en-IN" sz="2400" b="1" dirty="0">
                <a:solidFill>
                  <a:srgbClr val="7030A0"/>
                </a:solidFill>
              </a:rPr>
              <a:t> </a:t>
            </a:r>
            <a:r>
              <a:rPr lang="en-IN" sz="2400" b="1" dirty="0">
                <a:solidFill>
                  <a:srgbClr val="7030A0"/>
                </a:solidFill>
                <a:sym typeface="Wingdings" panose="05000000000000000000" pitchFamily="2" charset="2"/>
              </a:rPr>
              <a:t>  </a:t>
            </a:r>
            <a:r>
              <a:rPr lang="en-IN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1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A76906F-C77A-69BF-ED80-3B2A1C8A9EEE}"/>
              </a:ext>
            </a:extLst>
          </p:cNvPr>
          <p:cNvSpPr txBox="1"/>
          <p:nvPr/>
        </p:nvSpPr>
        <p:spPr>
          <a:xfrm>
            <a:off x="9206544" y="4246317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digit =</a:t>
            </a:r>
            <a:r>
              <a:rPr lang="en-IN" sz="2400" b="1" dirty="0">
                <a:solidFill>
                  <a:srgbClr val="FFFF00"/>
                </a:solidFill>
                <a:sym typeface="Wingdings" panose="05000000000000000000" pitchFamily="2" charset="2"/>
              </a:rPr>
              <a:t>  1</a:t>
            </a:r>
            <a:endParaRPr lang="en-IN" sz="2400" b="1" dirty="0">
              <a:solidFill>
                <a:srgbClr val="FFFF00"/>
              </a:solidFill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4ED136B-A9DE-41F6-C999-D1B1C99FB834}"/>
              </a:ext>
            </a:extLst>
          </p:cNvPr>
          <p:cNvCxnSpPr>
            <a:cxnSpLocks/>
          </p:cNvCxnSpPr>
          <p:nvPr/>
        </p:nvCxnSpPr>
        <p:spPr>
          <a:xfrm>
            <a:off x="4583703" y="4881603"/>
            <a:ext cx="0" cy="442751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8AA39B0-B297-C1A3-322C-6209A49A09A9}"/>
              </a:ext>
            </a:extLst>
          </p:cNvPr>
          <p:cNvSpPr/>
          <p:nvPr/>
        </p:nvSpPr>
        <p:spPr>
          <a:xfrm>
            <a:off x="5210566" y="4982571"/>
            <a:ext cx="1770867" cy="54590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digit = 0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2D33E12-61A2-9749-1275-AA7FF073E221}"/>
              </a:ext>
            </a:extLst>
          </p:cNvPr>
          <p:cNvCxnSpPr>
            <a:cxnSpLocks/>
          </p:cNvCxnSpPr>
          <p:nvPr/>
        </p:nvCxnSpPr>
        <p:spPr>
          <a:xfrm flipH="1">
            <a:off x="4618298" y="5349432"/>
            <a:ext cx="486133" cy="0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6042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152BF-3442-38AE-81C0-B46EB44D3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4EB66ED-F618-D597-4EF6-AEEE341918DA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34A51EA-C984-F6C1-AA1E-FAC5768C7751}"/>
              </a:ext>
            </a:extLst>
          </p:cNvPr>
          <p:cNvSpPr/>
          <p:nvPr/>
        </p:nvSpPr>
        <p:spPr>
          <a:xfrm>
            <a:off x="4811268" y="-535824"/>
            <a:ext cx="2569464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B0F0"/>
                </a:solidFill>
              </a:rPr>
              <a:t>n  =  1    2    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0339046-C555-41A8-DF7C-0E89A88F4FE3}"/>
              </a:ext>
            </a:extLst>
          </p:cNvPr>
          <p:cNvCxnSpPr/>
          <p:nvPr/>
        </p:nvCxnSpPr>
        <p:spPr>
          <a:xfrm>
            <a:off x="2106592" y="-138896"/>
            <a:ext cx="251170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E33EF6C-D2D9-3574-EC2F-4B462E00C209}"/>
              </a:ext>
            </a:extLst>
          </p:cNvPr>
          <p:cNvCxnSpPr>
            <a:cxnSpLocks/>
          </p:cNvCxnSpPr>
          <p:nvPr/>
        </p:nvCxnSpPr>
        <p:spPr>
          <a:xfrm>
            <a:off x="2120095" y="-138896"/>
            <a:ext cx="0" cy="116711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477DF98-BBF1-A5D9-FB79-ECAA749E7A56}"/>
              </a:ext>
            </a:extLst>
          </p:cNvPr>
          <p:cNvCxnSpPr>
            <a:cxnSpLocks/>
          </p:cNvCxnSpPr>
          <p:nvPr/>
        </p:nvCxnSpPr>
        <p:spPr>
          <a:xfrm>
            <a:off x="2106592" y="1039793"/>
            <a:ext cx="1091877" cy="0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36331BB-510C-2DD4-A335-30C2E04EC50E}"/>
              </a:ext>
            </a:extLst>
          </p:cNvPr>
          <p:cNvSpPr/>
          <p:nvPr/>
        </p:nvSpPr>
        <p:spPr>
          <a:xfrm>
            <a:off x="3333565" y="755268"/>
            <a:ext cx="1770867" cy="54590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digit = n % 10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E0A0F5E-2AE9-5887-2FBD-DB0232BC9C7A}"/>
              </a:ext>
            </a:extLst>
          </p:cNvPr>
          <p:cNvCxnSpPr>
            <a:cxnSpLocks/>
          </p:cNvCxnSpPr>
          <p:nvPr/>
        </p:nvCxnSpPr>
        <p:spPr>
          <a:xfrm>
            <a:off x="5185455" y="1039793"/>
            <a:ext cx="798785" cy="0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95B6165-4EBD-1441-1304-03DD908446E1}"/>
              </a:ext>
            </a:extLst>
          </p:cNvPr>
          <p:cNvSpPr txBox="1"/>
          <p:nvPr/>
        </p:nvSpPr>
        <p:spPr>
          <a:xfrm>
            <a:off x="5930166" y="797385"/>
            <a:ext cx="3318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7030A0"/>
                </a:solidFill>
              </a:rPr>
              <a:t>1 2 3   %   10  </a:t>
            </a:r>
            <a:r>
              <a:rPr lang="en-IN" sz="2400" b="1" dirty="0">
                <a:solidFill>
                  <a:schemeClr val="bg1"/>
                </a:solidFill>
              </a:rPr>
              <a:t>--- &gt;</a:t>
            </a:r>
            <a:r>
              <a:rPr lang="en-IN" sz="2400" b="1" dirty="0">
                <a:solidFill>
                  <a:srgbClr val="7030A0"/>
                </a:solidFill>
              </a:rPr>
              <a:t> </a:t>
            </a:r>
            <a:r>
              <a:rPr lang="en-IN" sz="2400" b="1" dirty="0">
                <a:solidFill>
                  <a:srgbClr val="7030A0"/>
                </a:solidFill>
                <a:sym typeface="Wingdings" panose="05000000000000000000" pitchFamily="2" charset="2"/>
              </a:rPr>
              <a:t>  </a:t>
            </a:r>
            <a:r>
              <a:rPr lang="en-IN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3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6A031FF-5E34-38E5-640C-EBD6E248A604}"/>
              </a:ext>
            </a:extLst>
          </p:cNvPr>
          <p:cNvCxnSpPr>
            <a:cxnSpLocks/>
          </p:cNvCxnSpPr>
          <p:nvPr/>
        </p:nvCxnSpPr>
        <p:spPr>
          <a:xfrm>
            <a:off x="2123952" y="1039793"/>
            <a:ext cx="0" cy="939478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85288E3-30BA-BB02-EF62-387F6C146EC0}"/>
              </a:ext>
            </a:extLst>
          </p:cNvPr>
          <p:cNvCxnSpPr>
            <a:cxnSpLocks/>
          </p:cNvCxnSpPr>
          <p:nvPr/>
        </p:nvCxnSpPr>
        <p:spPr>
          <a:xfrm>
            <a:off x="2106592" y="1979271"/>
            <a:ext cx="1091877" cy="0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F39D6FF-B0DB-B0A4-E874-2B2378CF1DE7}"/>
              </a:ext>
            </a:extLst>
          </p:cNvPr>
          <p:cNvSpPr/>
          <p:nvPr/>
        </p:nvSpPr>
        <p:spPr>
          <a:xfrm>
            <a:off x="3333565" y="1649431"/>
            <a:ext cx="1770867" cy="5459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n = n / 10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54AAAB9-48D2-F084-2F21-C49A5FE83093}"/>
              </a:ext>
            </a:extLst>
          </p:cNvPr>
          <p:cNvCxnSpPr>
            <a:cxnSpLocks/>
          </p:cNvCxnSpPr>
          <p:nvPr/>
        </p:nvCxnSpPr>
        <p:spPr>
          <a:xfrm>
            <a:off x="5185455" y="1899232"/>
            <a:ext cx="798785" cy="0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D2D5306-B476-60EF-5119-14626B53669F}"/>
              </a:ext>
            </a:extLst>
          </p:cNvPr>
          <p:cNvSpPr txBox="1"/>
          <p:nvPr/>
        </p:nvSpPr>
        <p:spPr>
          <a:xfrm>
            <a:off x="5881315" y="1668399"/>
            <a:ext cx="3318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7030A0"/>
                </a:solidFill>
              </a:rPr>
              <a:t>1 2 3   /   10  </a:t>
            </a:r>
            <a:r>
              <a:rPr lang="en-IN" sz="2400" b="1" dirty="0">
                <a:solidFill>
                  <a:schemeClr val="bg1"/>
                </a:solidFill>
              </a:rPr>
              <a:t>--- &gt;</a:t>
            </a:r>
            <a:r>
              <a:rPr lang="en-IN" sz="2400" b="1" dirty="0">
                <a:solidFill>
                  <a:srgbClr val="7030A0"/>
                </a:solidFill>
              </a:rPr>
              <a:t> </a:t>
            </a:r>
            <a:r>
              <a:rPr lang="en-IN" sz="2400" b="1" dirty="0">
                <a:solidFill>
                  <a:srgbClr val="7030A0"/>
                </a:solidFill>
                <a:sym typeface="Wingdings" panose="05000000000000000000" pitchFamily="2" charset="2"/>
              </a:rPr>
              <a:t>  </a:t>
            </a:r>
            <a:r>
              <a:rPr lang="en-IN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1 2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EE5B77-7260-2AA1-D8E4-5FDC1669B833}"/>
              </a:ext>
            </a:extLst>
          </p:cNvPr>
          <p:cNvCxnSpPr>
            <a:cxnSpLocks/>
          </p:cNvCxnSpPr>
          <p:nvPr/>
        </p:nvCxnSpPr>
        <p:spPr>
          <a:xfrm>
            <a:off x="2120095" y="1979271"/>
            <a:ext cx="0" cy="75235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E5C5A32-A96A-94C4-98B4-C849578DFC2F}"/>
              </a:ext>
            </a:extLst>
          </p:cNvPr>
          <p:cNvCxnSpPr>
            <a:cxnSpLocks/>
          </p:cNvCxnSpPr>
          <p:nvPr/>
        </p:nvCxnSpPr>
        <p:spPr>
          <a:xfrm>
            <a:off x="2106592" y="2731625"/>
            <a:ext cx="1091877" cy="0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90F0B68-F017-64D2-20CC-3573382265AC}"/>
              </a:ext>
            </a:extLst>
          </p:cNvPr>
          <p:cNvSpPr/>
          <p:nvPr/>
        </p:nvSpPr>
        <p:spPr>
          <a:xfrm>
            <a:off x="3362445" y="2458675"/>
            <a:ext cx="1770867" cy="54590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digit = n % 10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07DE6B0-3532-7455-0798-82CC57B70C6B}"/>
              </a:ext>
            </a:extLst>
          </p:cNvPr>
          <p:cNvCxnSpPr>
            <a:cxnSpLocks/>
          </p:cNvCxnSpPr>
          <p:nvPr/>
        </p:nvCxnSpPr>
        <p:spPr>
          <a:xfrm>
            <a:off x="5185455" y="2731625"/>
            <a:ext cx="798785" cy="0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565DBE9-01C9-35B2-3204-C573A123F7B4}"/>
              </a:ext>
            </a:extLst>
          </p:cNvPr>
          <p:cNvSpPr txBox="1"/>
          <p:nvPr/>
        </p:nvSpPr>
        <p:spPr>
          <a:xfrm>
            <a:off x="5881315" y="2473185"/>
            <a:ext cx="3318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7030A0"/>
                </a:solidFill>
              </a:rPr>
              <a:t>1 2   %   10  </a:t>
            </a:r>
            <a:r>
              <a:rPr lang="en-IN" sz="2400" b="1" dirty="0">
                <a:solidFill>
                  <a:schemeClr val="bg1"/>
                </a:solidFill>
              </a:rPr>
              <a:t>--- &gt;</a:t>
            </a:r>
            <a:r>
              <a:rPr lang="en-IN" sz="2400" b="1" dirty="0">
                <a:solidFill>
                  <a:srgbClr val="7030A0"/>
                </a:solidFill>
              </a:rPr>
              <a:t> </a:t>
            </a:r>
            <a:r>
              <a:rPr lang="en-IN" sz="2400" b="1" dirty="0">
                <a:solidFill>
                  <a:srgbClr val="7030A0"/>
                </a:solidFill>
                <a:sym typeface="Wingdings" panose="05000000000000000000" pitchFamily="2" charset="2"/>
              </a:rPr>
              <a:t>  </a:t>
            </a:r>
            <a:r>
              <a:rPr lang="en-IN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2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251627-FE7E-051B-C90F-D89FBAA9A8A3}"/>
              </a:ext>
            </a:extLst>
          </p:cNvPr>
          <p:cNvSpPr txBox="1"/>
          <p:nvPr/>
        </p:nvSpPr>
        <p:spPr>
          <a:xfrm>
            <a:off x="9248172" y="839503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digit =</a:t>
            </a:r>
            <a:r>
              <a:rPr lang="en-IN" sz="2400" b="1" dirty="0">
                <a:solidFill>
                  <a:srgbClr val="FFFF00"/>
                </a:solidFill>
                <a:sym typeface="Wingdings" panose="05000000000000000000" pitchFamily="2" charset="2"/>
              </a:rPr>
              <a:t>  3</a:t>
            </a:r>
            <a:endParaRPr lang="en-IN" sz="2400" b="1" dirty="0">
              <a:solidFill>
                <a:srgbClr val="FFFF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EB37BF-D6FB-7AFF-84B4-B2AAE5BD751C}"/>
              </a:ext>
            </a:extLst>
          </p:cNvPr>
          <p:cNvSpPr txBox="1"/>
          <p:nvPr/>
        </p:nvSpPr>
        <p:spPr>
          <a:xfrm>
            <a:off x="9199321" y="1710517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 =</a:t>
            </a:r>
            <a:r>
              <a:rPr lang="en-IN" sz="2400" b="1" dirty="0">
                <a:solidFill>
                  <a:schemeClr val="accent1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  1 2</a:t>
            </a:r>
            <a:endParaRPr lang="en-IN" sz="24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A7E2AC-4DFA-3C49-3666-D876DC683790}"/>
              </a:ext>
            </a:extLst>
          </p:cNvPr>
          <p:cNvSpPr txBox="1"/>
          <p:nvPr/>
        </p:nvSpPr>
        <p:spPr>
          <a:xfrm>
            <a:off x="9206544" y="2542910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digit =</a:t>
            </a:r>
            <a:r>
              <a:rPr lang="en-IN" sz="2400" b="1" dirty="0">
                <a:solidFill>
                  <a:srgbClr val="FFFF00"/>
                </a:solidFill>
                <a:sym typeface="Wingdings" panose="05000000000000000000" pitchFamily="2" charset="2"/>
              </a:rPr>
              <a:t>  2</a:t>
            </a:r>
            <a:endParaRPr lang="en-IN" sz="2400" b="1" dirty="0">
              <a:solidFill>
                <a:srgbClr val="FFFF00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F4755D2-A15F-D982-2511-D039B3FFD176}"/>
              </a:ext>
            </a:extLst>
          </p:cNvPr>
          <p:cNvCxnSpPr>
            <a:cxnSpLocks/>
          </p:cNvCxnSpPr>
          <p:nvPr/>
        </p:nvCxnSpPr>
        <p:spPr>
          <a:xfrm>
            <a:off x="2120095" y="2731625"/>
            <a:ext cx="0" cy="939478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5E656E1-A4F8-217D-5D2C-A769A98BF43F}"/>
              </a:ext>
            </a:extLst>
          </p:cNvPr>
          <p:cNvCxnSpPr>
            <a:cxnSpLocks/>
          </p:cNvCxnSpPr>
          <p:nvPr/>
        </p:nvCxnSpPr>
        <p:spPr>
          <a:xfrm>
            <a:off x="2120095" y="3661458"/>
            <a:ext cx="1091877" cy="0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0E86844-F6F8-8381-3135-A643B14FEF3D}"/>
              </a:ext>
            </a:extLst>
          </p:cNvPr>
          <p:cNvSpPr/>
          <p:nvPr/>
        </p:nvSpPr>
        <p:spPr>
          <a:xfrm>
            <a:off x="3333564" y="3398153"/>
            <a:ext cx="1770867" cy="5459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n = n / 10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F3C513C-2313-6A7D-0A15-D4DFED337F2F}"/>
              </a:ext>
            </a:extLst>
          </p:cNvPr>
          <p:cNvCxnSpPr>
            <a:cxnSpLocks/>
          </p:cNvCxnSpPr>
          <p:nvPr/>
        </p:nvCxnSpPr>
        <p:spPr>
          <a:xfrm>
            <a:off x="5185455" y="3671103"/>
            <a:ext cx="798785" cy="0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14B8155-D12C-CB77-CEC4-0FEE270252FD}"/>
              </a:ext>
            </a:extLst>
          </p:cNvPr>
          <p:cNvSpPr txBox="1"/>
          <p:nvPr/>
        </p:nvSpPr>
        <p:spPr>
          <a:xfrm>
            <a:off x="5881315" y="3394655"/>
            <a:ext cx="3318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7030A0"/>
                </a:solidFill>
              </a:rPr>
              <a:t>1 2   /   10  </a:t>
            </a:r>
            <a:r>
              <a:rPr lang="en-IN" sz="2400" b="1" dirty="0">
                <a:solidFill>
                  <a:schemeClr val="bg1"/>
                </a:solidFill>
              </a:rPr>
              <a:t>--- &gt;</a:t>
            </a:r>
            <a:r>
              <a:rPr lang="en-IN" sz="2400" b="1" dirty="0">
                <a:solidFill>
                  <a:srgbClr val="7030A0"/>
                </a:solidFill>
              </a:rPr>
              <a:t> </a:t>
            </a:r>
            <a:r>
              <a:rPr lang="en-IN" sz="2400" b="1" dirty="0">
                <a:solidFill>
                  <a:srgbClr val="7030A0"/>
                </a:solidFill>
                <a:sym typeface="Wingdings" panose="05000000000000000000" pitchFamily="2" charset="2"/>
              </a:rPr>
              <a:t>  </a:t>
            </a:r>
            <a:r>
              <a:rPr lang="en-IN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1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E52412-ABD7-00B5-7846-3281E7081036}"/>
              </a:ext>
            </a:extLst>
          </p:cNvPr>
          <p:cNvSpPr txBox="1"/>
          <p:nvPr/>
        </p:nvSpPr>
        <p:spPr>
          <a:xfrm>
            <a:off x="9248172" y="3394655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 =</a:t>
            </a:r>
            <a:r>
              <a:rPr lang="en-IN" sz="2400" b="1" dirty="0">
                <a:solidFill>
                  <a:schemeClr val="accent1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  1</a:t>
            </a:r>
            <a:endParaRPr lang="en-IN" sz="24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BFE20C-A82E-5C3B-CC1B-A0EAC2FCB551}"/>
              </a:ext>
            </a:extLst>
          </p:cNvPr>
          <p:cNvCxnSpPr>
            <a:cxnSpLocks/>
          </p:cNvCxnSpPr>
          <p:nvPr/>
        </p:nvCxnSpPr>
        <p:spPr>
          <a:xfrm>
            <a:off x="2122024" y="3671103"/>
            <a:ext cx="0" cy="75235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4871BF2-F46E-B4F4-BAFF-9C1BC014DD45}"/>
              </a:ext>
            </a:extLst>
          </p:cNvPr>
          <p:cNvCxnSpPr>
            <a:cxnSpLocks/>
          </p:cNvCxnSpPr>
          <p:nvPr/>
        </p:nvCxnSpPr>
        <p:spPr>
          <a:xfrm>
            <a:off x="2120095" y="4413811"/>
            <a:ext cx="1091877" cy="0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AC8BDB1-34B6-A9AC-3864-D089BB1C1C36}"/>
              </a:ext>
            </a:extLst>
          </p:cNvPr>
          <p:cNvSpPr/>
          <p:nvPr/>
        </p:nvSpPr>
        <p:spPr>
          <a:xfrm>
            <a:off x="3362445" y="4207397"/>
            <a:ext cx="1770867" cy="54590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digit = n % 10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1F7E462-4BBC-D1EA-0208-C23417A9FBA8}"/>
              </a:ext>
            </a:extLst>
          </p:cNvPr>
          <p:cNvCxnSpPr>
            <a:cxnSpLocks/>
          </p:cNvCxnSpPr>
          <p:nvPr/>
        </p:nvCxnSpPr>
        <p:spPr>
          <a:xfrm>
            <a:off x="5185455" y="4480347"/>
            <a:ext cx="798785" cy="0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788C074-9116-FDE2-CE86-B6AFB389A16F}"/>
              </a:ext>
            </a:extLst>
          </p:cNvPr>
          <p:cNvSpPr txBox="1"/>
          <p:nvPr/>
        </p:nvSpPr>
        <p:spPr>
          <a:xfrm>
            <a:off x="5930921" y="4246317"/>
            <a:ext cx="3318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7030A0"/>
                </a:solidFill>
              </a:rPr>
              <a:t>1  %   10  </a:t>
            </a:r>
            <a:r>
              <a:rPr lang="en-IN" sz="2400" b="1" dirty="0">
                <a:solidFill>
                  <a:schemeClr val="bg1"/>
                </a:solidFill>
              </a:rPr>
              <a:t>--- &gt;</a:t>
            </a:r>
            <a:r>
              <a:rPr lang="en-IN" sz="2400" b="1" dirty="0">
                <a:solidFill>
                  <a:srgbClr val="7030A0"/>
                </a:solidFill>
              </a:rPr>
              <a:t> </a:t>
            </a:r>
            <a:r>
              <a:rPr lang="en-IN" sz="2400" b="1" dirty="0">
                <a:solidFill>
                  <a:srgbClr val="7030A0"/>
                </a:solidFill>
                <a:sym typeface="Wingdings" panose="05000000000000000000" pitchFamily="2" charset="2"/>
              </a:rPr>
              <a:t>  </a:t>
            </a:r>
            <a:r>
              <a:rPr lang="en-IN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1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E889E8F-3F68-33BE-948C-E1B1D766B9F8}"/>
              </a:ext>
            </a:extLst>
          </p:cNvPr>
          <p:cNvSpPr txBox="1"/>
          <p:nvPr/>
        </p:nvSpPr>
        <p:spPr>
          <a:xfrm>
            <a:off x="9206544" y="4246317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digit =</a:t>
            </a:r>
            <a:r>
              <a:rPr lang="en-IN" sz="2400" b="1" dirty="0">
                <a:solidFill>
                  <a:srgbClr val="FFFF00"/>
                </a:solidFill>
                <a:sym typeface="Wingdings" panose="05000000000000000000" pitchFamily="2" charset="2"/>
              </a:rPr>
              <a:t>  1</a:t>
            </a:r>
            <a:endParaRPr lang="en-IN" sz="2400" b="1" dirty="0">
              <a:solidFill>
                <a:srgbClr val="FFFF00"/>
              </a:solidFill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E5E1062-126C-E797-5BC9-A8587598436A}"/>
              </a:ext>
            </a:extLst>
          </p:cNvPr>
          <p:cNvCxnSpPr>
            <a:cxnSpLocks/>
          </p:cNvCxnSpPr>
          <p:nvPr/>
        </p:nvCxnSpPr>
        <p:spPr>
          <a:xfrm>
            <a:off x="4583703" y="4881603"/>
            <a:ext cx="0" cy="442751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3501016-C76F-2DE2-1143-97CEC41BCC2F}"/>
              </a:ext>
            </a:extLst>
          </p:cNvPr>
          <p:cNvSpPr/>
          <p:nvPr/>
        </p:nvSpPr>
        <p:spPr>
          <a:xfrm>
            <a:off x="5210566" y="4982571"/>
            <a:ext cx="1770867" cy="54590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digit = 0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027D42C-C5EF-648B-B0E3-0DBAB39A0C10}"/>
              </a:ext>
            </a:extLst>
          </p:cNvPr>
          <p:cNvCxnSpPr>
            <a:cxnSpLocks/>
          </p:cNvCxnSpPr>
          <p:nvPr/>
        </p:nvCxnSpPr>
        <p:spPr>
          <a:xfrm flipH="1">
            <a:off x="4618298" y="5349432"/>
            <a:ext cx="486133" cy="0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E334FDA-6B17-32BE-86E6-62E84B05F53C}"/>
              </a:ext>
            </a:extLst>
          </p:cNvPr>
          <p:cNvSpPr txBox="1"/>
          <p:nvPr/>
        </p:nvSpPr>
        <p:spPr>
          <a:xfrm>
            <a:off x="4811268" y="6124606"/>
            <a:ext cx="3318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7030A0"/>
                </a:solidFill>
              </a:rPr>
              <a:t>cout</a:t>
            </a:r>
            <a:r>
              <a:rPr lang="en-IN" sz="2400" b="1" dirty="0">
                <a:solidFill>
                  <a:srgbClr val="7030A0"/>
                </a:solidFill>
              </a:rPr>
              <a:t> </a:t>
            </a:r>
            <a:r>
              <a:rPr lang="en-IN" sz="2400" b="1" dirty="0">
                <a:solidFill>
                  <a:schemeClr val="accent6"/>
                </a:solidFill>
              </a:rPr>
              <a:t>&lt;&lt;</a:t>
            </a:r>
            <a:r>
              <a:rPr lang="en-IN" sz="2400" b="1" dirty="0">
                <a:solidFill>
                  <a:schemeClr val="bg1"/>
                </a:solidFill>
              </a:rPr>
              <a:t>  </a:t>
            </a:r>
            <a:r>
              <a:rPr lang="en-IN" sz="2400" b="1" dirty="0" err="1">
                <a:solidFill>
                  <a:schemeClr val="bg1"/>
                </a:solidFill>
              </a:rPr>
              <a:t>arr</a:t>
            </a:r>
            <a:r>
              <a:rPr lang="en-IN" sz="2400" b="1" dirty="0">
                <a:solidFill>
                  <a:schemeClr val="bg1"/>
                </a:solidFill>
              </a:rPr>
              <a:t> </a:t>
            </a:r>
            <a:r>
              <a:rPr lang="en-IN" sz="2400" b="1" dirty="0">
                <a:solidFill>
                  <a:schemeClr val="accent5"/>
                </a:solidFill>
              </a:rPr>
              <a:t>[digit]</a:t>
            </a:r>
            <a:r>
              <a:rPr lang="en-IN" sz="2400" b="1" dirty="0">
                <a:solidFill>
                  <a:schemeClr val="accent5"/>
                </a:solidFill>
                <a:sym typeface="Wingdings" panose="05000000000000000000" pitchFamily="2" charset="2"/>
              </a:rPr>
              <a:t>  </a:t>
            </a:r>
            <a:r>
              <a:rPr lang="en-IN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;</a:t>
            </a:r>
            <a:endParaRPr lang="en-IN" sz="24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2221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E283B-6943-2246-3BC5-4962E743D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7D48B47-4BD6-2E57-8753-FF2905C15C55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1F6CC2-A97B-BCF0-5A62-863ABBD7D4C0}"/>
              </a:ext>
            </a:extLst>
          </p:cNvPr>
          <p:cNvSpPr txBox="1"/>
          <p:nvPr/>
        </p:nvSpPr>
        <p:spPr>
          <a:xfrm>
            <a:off x="10093124" y="393515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digit =</a:t>
            </a:r>
            <a:r>
              <a:rPr lang="en-IN" sz="2400" b="1" dirty="0">
                <a:solidFill>
                  <a:srgbClr val="FFFF00"/>
                </a:solidFill>
                <a:sym typeface="Wingdings" panose="05000000000000000000" pitchFamily="2" charset="2"/>
              </a:rPr>
              <a:t>  3</a:t>
            </a:r>
            <a:endParaRPr lang="en-IN" sz="2400" b="1" dirty="0">
              <a:solidFill>
                <a:srgbClr val="FFFF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66BE0C-6F90-B25C-74BE-E8C022298773}"/>
              </a:ext>
            </a:extLst>
          </p:cNvPr>
          <p:cNvSpPr txBox="1"/>
          <p:nvPr/>
        </p:nvSpPr>
        <p:spPr>
          <a:xfrm>
            <a:off x="8268995" y="393515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digit =</a:t>
            </a:r>
            <a:r>
              <a:rPr lang="en-IN" sz="2400" b="1" dirty="0">
                <a:solidFill>
                  <a:srgbClr val="FFFF00"/>
                </a:solidFill>
                <a:sym typeface="Wingdings" panose="05000000000000000000" pitchFamily="2" charset="2"/>
              </a:rPr>
              <a:t>  2</a:t>
            </a:r>
            <a:endParaRPr lang="en-IN" sz="2400" b="1" dirty="0">
              <a:solidFill>
                <a:srgbClr val="FFFF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6B08EBF-3924-D320-BFCD-86CC38D643AB}"/>
              </a:ext>
            </a:extLst>
          </p:cNvPr>
          <p:cNvSpPr txBox="1"/>
          <p:nvPr/>
        </p:nvSpPr>
        <p:spPr>
          <a:xfrm>
            <a:off x="6555131" y="393515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digit =</a:t>
            </a:r>
            <a:r>
              <a:rPr lang="en-IN" sz="2400" b="1" dirty="0">
                <a:solidFill>
                  <a:srgbClr val="FFFF00"/>
                </a:solidFill>
                <a:sym typeface="Wingdings" panose="05000000000000000000" pitchFamily="2" charset="2"/>
              </a:rPr>
              <a:t>  1</a:t>
            </a:r>
            <a:endParaRPr lang="en-IN" sz="2400" b="1" dirty="0">
              <a:solidFill>
                <a:srgbClr val="FFFF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2B6006-DDC1-616D-E56D-E914BF631043}"/>
              </a:ext>
            </a:extLst>
          </p:cNvPr>
          <p:cNvSpPr txBox="1"/>
          <p:nvPr/>
        </p:nvSpPr>
        <p:spPr>
          <a:xfrm>
            <a:off x="-1817225" y="-252815"/>
            <a:ext cx="59725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string </a:t>
            </a:r>
            <a:r>
              <a:rPr lang="en-US" b="1" dirty="0" err="1">
                <a:solidFill>
                  <a:schemeClr val="bg1"/>
                </a:solidFill>
              </a:rPr>
              <a:t>arr</a:t>
            </a:r>
            <a:r>
              <a:rPr lang="en-US" b="1" dirty="0">
                <a:solidFill>
                  <a:schemeClr val="bg1"/>
                </a:solidFill>
              </a:rPr>
              <a:t>[]  =  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 {  "Zero", "One", "Two", "Three", "Four", 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    "Five", "Six", "Seven", "Eight", "Nine“ }</a:t>
            </a:r>
          </a:p>
          <a:p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006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29228-D388-9DF6-6C82-F8C39CB49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80CC03A-39BD-FAB0-22E4-729E69E6393F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41B8A6-C9E2-6C55-D9B3-7EFE14FE23F4}"/>
              </a:ext>
            </a:extLst>
          </p:cNvPr>
          <p:cNvSpPr txBox="1"/>
          <p:nvPr/>
        </p:nvSpPr>
        <p:spPr>
          <a:xfrm>
            <a:off x="10093124" y="393515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digit =</a:t>
            </a:r>
            <a:r>
              <a:rPr lang="en-IN" sz="2400" b="1" dirty="0">
                <a:solidFill>
                  <a:srgbClr val="FFFF00"/>
                </a:solidFill>
                <a:sym typeface="Wingdings" panose="05000000000000000000" pitchFamily="2" charset="2"/>
              </a:rPr>
              <a:t>  3</a:t>
            </a:r>
            <a:endParaRPr lang="en-IN" sz="2400" b="1" dirty="0">
              <a:solidFill>
                <a:srgbClr val="FFFF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CB1548-3A6F-61D1-E17B-D34E73128F25}"/>
              </a:ext>
            </a:extLst>
          </p:cNvPr>
          <p:cNvSpPr txBox="1"/>
          <p:nvPr/>
        </p:nvSpPr>
        <p:spPr>
          <a:xfrm>
            <a:off x="8268995" y="393515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digit =</a:t>
            </a:r>
            <a:r>
              <a:rPr lang="en-IN" sz="2400" b="1" dirty="0">
                <a:solidFill>
                  <a:srgbClr val="FFFF00"/>
                </a:solidFill>
                <a:sym typeface="Wingdings" panose="05000000000000000000" pitchFamily="2" charset="2"/>
              </a:rPr>
              <a:t>  2</a:t>
            </a:r>
            <a:endParaRPr lang="en-IN" sz="2400" b="1" dirty="0">
              <a:solidFill>
                <a:srgbClr val="FFFF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A207A2-87B8-3EF6-621B-92CF5EE079C1}"/>
              </a:ext>
            </a:extLst>
          </p:cNvPr>
          <p:cNvSpPr txBox="1"/>
          <p:nvPr/>
        </p:nvSpPr>
        <p:spPr>
          <a:xfrm>
            <a:off x="6555131" y="393515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digit =</a:t>
            </a:r>
            <a:r>
              <a:rPr lang="en-IN" sz="2400" b="1" dirty="0">
                <a:solidFill>
                  <a:srgbClr val="FFFF00"/>
                </a:solidFill>
                <a:sym typeface="Wingdings" panose="05000000000000000000" pitchFamily="2" charset="2"/>
              </a:rPr>
              <a:t>  1</a:t>
            </a:r>
            <a:endParaRPr lang="en-IN" sz="2400" b="1" dirty="0">
              <a:solidFill>
                <a:srgbClr val="FFFF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BBDE9EB-7F31-ACE0-766A-109ED3A009AE}"/>
              </a:ext>
            </a:extLst>
          </p:cNvPr>
          <p:cNvSpPr txBox="1"/>
          <p:nvPr/>
        </p:nvSpPr>
        <p:spPr>
          <a:xfrm>
            <a:off x="-1817225" y="-252815"/>
            <a:ext cx="59725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string </a:t>
            </a:r>
            <a:r>
              <a:rPr lang="en-US" b="1" dirty="0" err="1">
                <a:solidFill>
                  <a:schemeClr val="bg1"/>
                </a:solidFill>
              </a:rPr>
              <a:t>arr</a:t>
            </a:r>
            <a:r>
              <a:rPr lang="en-US" b="1" dirty="0">
                <a:solidFill>
                  <a:schemeClr val="bg1"/>
                </a:solidFill>
              </a:rPr>
              <a:t>[]  =  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 {  "Zero", "One", "Two", "Three", "Four", 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    "Five", "Six", "Seven", "Eight", "Nine“ }</a:t>
            </a:r>
          </a:p>
          <a:p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EB5AA6-C0D7-3EB6-9088-1B3B70F5CD82}"/>
              </a:ext>
            </a:extLst>
          </p:cNvPr>
          <p:cNvSpPr txBox="1"/>
          <p:nvPr/>
        </p:nvSpPr>
        <p:spPr>
          <a:xfrm>
            <a:off x="-1527858" y="81023"/>
            <a:ext cx="3599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0               1             2             3                4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682F83-AC5B-2A9C-6421-251A9A23089C}"/>
              </a:ext>
            </a:extLst>
          </p:cNvPr>
          <p:cNvSpPr txBox="1"/>
          <p:nvPr/>
        </p:nvSpPr>
        <p:spPr>
          <a:xfrm>
            <a:off x="-1527858" y="817300"/>
            <a:ext cx="3599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5            6             7             8                9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20B330-320F-B0CE-3789-21B1C8BF1BFB}"/>
              </a:ext>
            </a:extLst>
          </p:cNvPr>
          <p:cNvSpPr txBox="1"/>
          <p:nvPr/>
        </p:nvSpPr>
        <p:spPr>
          <a:xfrm>
            <a:off x="3433879" y="1868455"/>
            <a:ext cx="4078089" cy="461665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en-IN" sz="2400" b="1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cout</a:t>
            </a:r>
            <a:r>
              <a:rPr lang="en-IN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&lt;&lt;</a:t>
            </a:r>
            <a:r>
              <a:rPr lang="en-I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</a:t>
            </a:r>
            <a:r>
              <a:rPr lang="en-I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24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[digit]</a:t>
            </a:r>
            <a:r>
              <a:rPr lang="en-IN" sz="24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&lt;&lt; “   “</a:t>
            </a:r>
            <a:r>
              <a:rPr lang="en-IN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;</a:t>
            </a:r>
            <a:endParaRPr lang="en-IN" sz="24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0645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2E126-816A-4F09-C824-BCA7399A3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09C965-C1AC-AE0D-DC9B-C7306405DC71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E9CDAB-F360-5C9F-FDAC-D6D5D54EFD31}"/>
              </a:ext>
            </a:extLst>
          </p:cNvPr>
          <p:cNvSpPr txBox="1"/>
          <p:nvPr/>
        </p:nvSpPr>
        <p:spPr>
          <a:xfrm>
            <a:off x="10093124" y="393515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digit =</a:t>
            </a:r>
            <a:r>
              <a:rPr lang="en-IN" sz="2400" b="1" dirty="0">
                <a:solidFill>
                  <a:srgbClr val="FFFF00"/>
                </a:solidFill>
                <a:sym typeface="Wingdings" panose="05000000000000000000" pitchFamily="2" charset="2"/>
              </a:rPr>
              <a:t>  3</a:t>
            </a:r>
            <a:endParaRPr lang="en-IN" sz="2400" b="1" dirty="0">
              <a:solidFill>
                <a:srgbClr val="FFFF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1AFA82-BE44-23D0-23C7-4C8D1A27876E}"/>
              </a:ext>
            </a:extLst>
          </p:cNvPr>
          <p:cNvSpPr txBox="1"/>
          <p:nvPr/>
        </p:nvSpPr>
        <p:spPr>
          <a:xfrm>
            <a:off x="8268995" y="393515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digit =</a:t>
            </a:r>
            <a:r>
              <a:rPr lang="en-IN" sz="2400" b="1" dirty="0">
                <a:solidFill>
                  <a:srgbClr val="FFFF00"/>
                </a:solidFill>
                <a:sym typeface="Wingdings" panose="05000000000000000000" pitchFamily="2" charset="2"/>
              </a:rPr>
              <a:t>  2</a:t>
            </a:r>
            <a:endParaRPr lang="en-IN" sz="2400" b="1" dirty="0">
              <a:solidFill>
                <a:srgbClr val="FFFF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DC76445-E5BB-E3BD-D0E9-7F246DF41119}"/>
              </a:ext>
            </a:extLst>
          </p:cNvPr>
          <p:cNvSpPr txBox="1"/>
          <p:nvPr/>
        </p:nvSpPr>
        <p:spPr>
          <a:xfrm>
            <a:off x="6555131" y="393515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digit =</a:t>
            </a:r>
            <a:r>
              <a:rPr lang="en-IN" sz="2400" b="1" dirty="0">
                <a:solidFill>
                  <a:srgbClr val="FFFF00"/>
                </a:solidFill>
                <a:sym typeface="Wingdings" panose="05000000000000000000" pitchFamily="2" charset="2"/>
              </a:rPr>
              <a:t>  1</a:t>
            </a:r>
            <a:endParaRPr lang="en-IN" sz="2400" b="1" dirty="0">
              <a:solidFill>
                <a:srgbClr val="FFFF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0A19FEC-5074-7C43-F439-CDEB9293C432}"/>
              </a:ext>
            </a:extLst>
          </p:cNvPr>
          <p:cNvSpPr txBox="1"/>
          <p:nvPr/>
        </p:nvSpPr>
        <p:spPr>
          <a:xfrm>
            <a:off x="-1817225" y="-252815"/>
            <a:ext cx="59725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string </a:t>
            </a:r>
            <a:r>
              <a:rPr lang="en-US" b="1" dirty="0" err="1">
                <a:solidFill>
                  <a:schemeClr val="bg1"/>
                </a:solidFill>
              </a:rPr>
              <a:t>arr</a:t>
            </a:r>
            <a:r>
              <a:rPr lang="en-US" b="1" dirty="0">
                <a:solidFill>
                  <a:schemeClr val="bg1"/>
                </a:solidFill>
              </a:rPr>
              <a:t>[]  =  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 {  "Zero", "One", "Two", "Three", "Four", 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    "Five", "Six", "Seven", "Eight", "Nine“ }</a:t>
            </a:r>
          </a:p>
          <a:p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6D5176-F7A1-C63E-5957-7703EA5A5666}"/>
              </a:ext>
            </a:extLst>
          </p:cNvPr>
          <p:cNvSpPr txBox="1"/>
          <p:nvPr/>
        </p:nvSpPr>
        <p:spPr>
          <a:xfrm>
            <a:off x="-1527858" y="81023"/>
            <a:ext cx="3599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0               1             2             3                4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2A4EDB-555D-69D9-397D-ABE01C0DBA8B}"/>
              </a:ext>
            </a:extLst>
          </p:cNvPr>
          <p:cNvSpPr txBox="1"/>
          <p:nvPr/>
        </p:nvSpPr>
        <p:spPr>
          <a:xfrm>
            <a:off x="-1527858" y="817300"/>
            <a:ext cx="3599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5            6             7             8                9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1ECEEC-4C72-414D-44E8-1003EF812CBE}"/>
              </a:ext>
            </a:extLst>
          </p:cNvPr>
          <p:cNvSpPr txBox="1"/>
          <p:nvPr/>
        </p:nvSpPr>
        <p:spPr>
          <a:xfrm>
            <a:off x="3433879" y="1868455"/>
            <a:ext cx="4078089" cy="461665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en-IN" sz="2400" b="1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cout</a:t>
            </a:r>
            <a:r>
              <a:rPr lang="en-IN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&lt;&lt;</a:t>
            </a:r>
            <a:r>
              <a:rPr lang="en-I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</a:t>
            </a:r>
            <a:r>
              <a:rPr lang="en-I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24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[digit]</a:t>
            </a:r>
            <a:r>
              <a:rPr lang="en-IN" sz="24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&lt;&lt; “   “</a:t>
            </a:r>
            <a:r>
              <a:rPr lang="en-IN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;</a:t>
            </a:r>
            <a:endParaRPr lang="en-IN" sz="24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2442B2-AE27-3C61-784F-BED0F2A3D05E}"/>
              </a:ext>
            </a:extLst>
          </p:cNvPr>
          <p:cNvSpPr txBox="1"/>
          <p:nvPr/>
        </p:nvSpPr>
        <p:spPr>
          <a:xfrm>
            <a:off x="104172" y="3247443"/>
            <a:ext cx="32293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 err="1">
                <a:solidFill>
                  <a:schemeClr val="bg1"/>
                </a:solidFill>
              </a:rPr>
              <a:t>arr</a:t>
            </a:r>
            <a:r>
              <a:rPr lang="en-IN" sz="2400" b="1" dirty="0">
                <a:solidFill>
                  <a:schemeClr val="bg1"/>
                </a:solidFill>
              </a:rPr>
              <a:t> </a:t>
            </a:r>
            <a:r>
              <a:rPr lang="en-IN" sz="2400" b="1" dirty="0">
                <a:solidFill>
                  <a:schemeClr val="accent5"/>
                </a:solidFill>
              </a:rPr>
              <a:t>[ 1 ]    =    </a:t>
            </a:r>
            <a:r>
              <a:rPr lang="en-IN" sz="2400" b="1" dirty="0">
                <a:solidFill>
                  <a:schemeClr val="accent6"/>
                </a:solidFill>
              </a:rPr>
              <a:t>One</a:t>
            </a:r>
            <a:endParaRPr lang="en-IN" sz="2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7631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851AC-9063-840F-22A9-3656999CC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AB2FF3-8FC6-59E8-5A3B-EBBD9A3F9D48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FDB857-F4B5-19A3-F95F-2145B3A50973}"/>
              </a:ext>
            </a:extLst>
          </p:cNvPr>
          <p:cNvSpPr txBox="1"/>
          <p:nvPr/>
        </p:nvSpPr>
        <p:spPr>
          <a:xfrm>
            <a:off x="10093124" y="393515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digit =</a:t>
            </a:r>
            <a:r>
              <a:rPr lang="en-IN" sz="2400" b="1" dirty="0">
                <a:solidFill>
                  <a:srgbClr val="FFFF00"/>
                </a:solidFill>
                <a:sym typeface="Wingdings" panose="05000000000000000000" pitchFamily="2" charset="2"/>
              </a:rPr>
              <a:t>  3</a:t>
            </a:r>
            <a:endParaRPr lang="en-IN" sz="2400" b="1" dirty="0">
              <a:solidFill>
                <a:srgbClr val="FFFF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6F5559-17D0-31E6-7570-2607A1BF6E6C}"/>
              </a:ext>
            </a:extLst>
          </p:cNvPr>
          <p:cNvSpPr txBox="1"/>
          <p:nvPr/>
        </p:nvSpPr>
        <p:spPr>
          <a:xfrm>
            <a:off x="8268995" y="393515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digit =</a:t>
            </a:r>
            <a:r>
              <a:rPr lang="en-IN" sz="2400" b="1" dirty="0">
                <a:solidFill>
                  <a:srgbClr val="FFFF00"/>
                </a:solidFill>
                <a:sym typeface="Wingdings" panose="05000000000000000000" pitchFamily="2" charset="2"/>
              </a:rPr>
              <a:t>  2</a:t>
            </a:r>
            <a:endParaRPr lang="en-IN" sz="2400" b="1" dirty="0">
              <a:solidFill>
                <a:srgbClr val="FFFF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65FE288-4D2B-8EC1-F91E-79C6E3BAF3F9}"/>
              </a:ext>
            </a:extLst>
          </p:cNvPr>
          <p:cNvSpPr txBox="1"/>
          <p:nvPr/>
        </p:nvSpPr>
        <p:spPr>
          <a:xfrm>
            <a:off x="6555131" y="393515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digit =</a:t>
            </a:r>
            <a:r>
              <a:rPr lang="en-IN" sz="2400" b="1" dirty="0">
                <a:solidFill>
                  <a:srgbClr val="FFFF00"/>
                </a:solidFill>
                <a:sym typeface="Wingdings" panose="05000000000000000000" pitchFamily="2" charset="2"/>
              </a:rPr>
              <a:t>  1</a:t>
            </a:r>
            <a:endParaRPr lang="en-IN" sz="2400" b="1" dirty="0">
              <a:solidFill>
                <a:srgbClr val="FFFF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8880A7-7412-DC58-CFB1-4043A553A4F3}"/>
              </a:ext>
            </a:extLst>
          </p:cNvPr>
          <p:cNvSpPr txBox="1"/>
          <p:nvPr/>
        </p:nvSpPr>
        <p:spPr>
          <a:xfrm>
            <a:off x="-1817225" y="-252815"/>
            <a:ext cx="59725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string </a:t>
            </a:r>
            <a:r>
              <a:rPr lang="en-US" b="1" dirty="0" err="1">
                <a:solidFill>
                  <a:schemeClr val="bg1"/>
                </a:solidFill>
              </a:rPr>
              <a:t>arr</a:t>
            </a:r>
            <a:r>
              <a:rPr lang="en-US" b="1" dirty="0">
                <a:solidFill>
                  <a:schemeClr val="bg1"/>
                </a:solidFill>
              </a:rPr>
              <a:t>[]  =  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 {  "Zero", "One", "Two", "Three", "Four", 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    "Five", "Six", "Seven", "Eight", "Nine“ }</a:t>
            </a:r>
          </a:p>
          <a:p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A23943-32F2-BD2C-2A1B-A3418C3F9F07}"/>
              </a:ext>
            </a:extLst>
          </p:cNvPr>
          <p:cNvSpPr txBox="1"/>
          <p:nvPr/>
        </p:nvSpPr>
        <p:spPr>
          <a:xfrm>
            <a:off x="-1527858" y="81023"/>
            <a:ext cx="3599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0               1             2             3                4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D1C6D7-002A-FFC6-68D8-6D06C7DF1960}"/>
              </a:ext>
            </a:extLst>
          </p:cNvPr>
          <p:cNvSpPr txBox="1"/>
          <p:nvPr/>
        </p:nvSpPr>
        <p:spPr>
          <a:xfrm>
            <a:off x="-1527858" y="817300"/>
            <a:ext cx="3599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5            6             7             8                9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93449C-9F3D-3D1B-81AE-3F7D9C303E50}"/>
              </a:ext>
            </a:extLst>
          </p:cNvPr>
          <p:cNvSpPr txBox="1"/>
          <p:nvPr/>
        </p:nvSpPr>
        <p:spPr>
          <a:xfrm>
            <a:off x="3433879" y="1868455"/>
            <a:ext cx="4078089" cy="461665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en-IN" sz="2400" b="1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cout</a:t>
            </a:r>
            <a:r>
              <a:rPr lang="en-IN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&lt;&lt;</a:t>
            </a:r>
            <a:r>
              <a:rPr lang="en-I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</a:t>
            </a:r>
            <a:r>
              <a:rPr lang="en-I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24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[digit]</a:t>
            </a:r>
            <a:r>
              <a:rPr lang="en-IN" sz="24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&lt;&lt; “   “</a:t>
            </a:r>
            <a:r>
              <a:rPr lang="en-IN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;</a:t>
            </a:r>
            <a:endParaRPr lang="en-IN" sz="24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0B37D2-1E1F-204C-24E5-01A2BD58008B}"/>
              </a:ext>
            </a:extLst>
          </p:cNvPr>
          <p:cNvSpPr txBox="1"/>
          <p:nvPr/>
        </p:nvSpPr>
        <p:spPr>
          <a:xfrm>
            <a:off x="104172" y="3247443"/>
            <a:ext cx="32293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 err="1">
                <a:solidFill>
                  <a:schemeClr val="bg1"/>
                </a:solidFill>
              </a:rPr>
              <a:t>arr</a:t>
            </a:r>
            <a:r>
              <a:rPr lang="en-IN" sz="2400" b="1" dirty="0">
                <a:solidFill>
                  <a:schemeClr val="bg1"/>
                </a:solidFill>
              </a:rPr>
              <a:t> </a:t>
            </a:r>
            <a:r>
              <a:rPr lang="en-IN" sz="2400" b="1" dirty="0">
                <a:solidFill>
                  <a:schemeClr val="accent5"/>
                </a:solidFill>
              </a:rPr>
              <a:t>[ 1 ]    =    </a:t>
            </a:r>
            <a:r>
              <a:rPr lang="en-IN" sz="2400" b="1" dirty="0">
                <a:solidFill>
                  <a:schemeClr val="accent6"/>
                </a:solidFill>
              </a:rPr>
              <a:t>One</a:t>
            </a:r>
            <a:endParaRPr lang="en-IN" sz="2400" dirty="0">
              <a:solidFill>
                <a:schemeClr val="accent6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A8AC6-8F1A-AF58-F86D-302D59437CB0}"/>
              </a:ext>
            </a:extLst>
          </p:cNvPr>
          <p:cNvSpPr txBox="1"/>
          <p:nvPr/>
        </p:nvSpPr>
        <p:spPr>
          <a:xfrm>
            <a:off x="104172" y="3953083"/>
            <a:ext cx="32293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 err="1">
                <a:solidFill>
                  <a:schemeClr val="bg1"/>
                </a:solidFill>
              </a:rPr>
              <a:t>arr</a:t>
            </a:r>
            <a:r>
              <a:rPr lang="en-IN" sz="2400" b="1" dirty="0">
                <a:solidFill>
                  <a:schemeClr val="bg1"/>
                </a:solidFill>
              </a:rPr>
              <a:t> </a:t>
            </a:r>
            <a:r>
              <a:rPr lang="en-IN" sz="2400" b="1" dirty="0">
                <a:solidFill>
                  <a:schemeClr val="accent5"/>
                </a:solidFill>
              </a:rPr>
              <a:t>[ 2 ]    =    </a:t>
            </a:r>
            <a:r>
              <a:rPr lang="en-IN" sz="2400" b="1" dirty="0">
                <a:solidFill>
                  <a:schemeClr val="accent6"/>
                </a:solidFill>
              </a:rPr>
              <a:t>Two</a:t>
            </a:r>
            <a:endParaRPr lang="en-IN" sz="2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4233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939FF-B4F7-77C8-92CF-35C2412E7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591CA95-4238-2244-6F0D-E7FF7CEDAD92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8479F6-8EB6-7CA2-E1B4-45F533C583FB}"/>
              </a:ext>
            </a:extLst>
          </p:cNvPr>
          <p:cNvSpPr txBox="1"/>
          <p:nvPr/>
        </p:nvSpPr>
        <p:spPr>
          <a:xfrm>
            <a:off x="10093124" y="393515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digit =</a:t>
            </a:r>
            <a:r>
              <a:rPr lang="en-IN" sz="2400" b="1" dirty="0">
                <a:solidFill>
                  <a:srgbClr val="FFFF00"/>
                </a:solidFill>
                <a:sym typeface="Wingdings" panose="05000000000000000000" pitchFamily="2" charset="2"/>
              </a:rPr>
              <a:t>  3</a:t>
            </a:r>
            <a:endParaRPr lang="en-IN" sz="2400" b="1" dirty="0">
              <a:solidFill>
                <a:srgbClr val="FFFF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D4387D-12C4-2F9B-3551-48173611B02B}"/>
              </a:ext>
            </a:extLst>
          </p:cNvPr>
          <p:cNvSpPr txBox="1"/>
          <p:nvPr/>
        </p:nvSpPr>
        <p:spPr>
          <a:xfrm>
            <a:off x="8268995" y="393515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digit =</a:t>
            </a:r>
            <a:r>
              <a:rPr lang="en-IN" sz="2400" b="1" dirty="0">
                <a:solidFill>
                  <a:srgbClr val="FFFF00"/>
                </a:solidFill>
                <a:sym typeface="Wingdings" panose="05000000000000000000" pitchFamily="2" charset="2"/>
              </a:rPr>
              <a:t>  2</a:t>
            </a:r>
            <a:endParaRPr lang="en-IN" sz="2400" b="1" dirty="0">
              <a:solidFill>
                <a:srgbClr val="FFFF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438205-C86A-3FEB-4118-441712A2D085}"/>
              </a:ext>
            </a:extLst>
          </p:cNvPr>
          <p:cNvSpPr txBox="1"/>
          <p:nvPr/>
        </p:nvSpPr>
        <p:spPr>
          <a:xfrm>
            <a:off x="6555131" y="393515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digit =</a:t>
            </a:r>
            <a:r>
              <a:rPr lang="en-IN" sz="2400" b="1" dirty="0">
                <a:solidFill>
                  <a:srgbClr val="FFFF00"/>
                </a:solidFill>
                <a:sym typeface="Wingdings" panose="05000000000000000000" pitchFamily="2" charset="2"/>
              </a:rPr>
              <a:t>  1</a:t>
            </a:r>
            <a:endParaRPr lang="en-IN" sz="2400" b="1" dirty="0">
              <a:solidFill>
                <a:srgbClr val="FFFF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731785-6068-473D-5B64-9496D088D651}"/>
              </a:ext>
            </a:extLst>
          </p:cNvPr>
          <p:cNvSpPr txBox="1"/>
          <p:nvPr/>
        </p:nvSpPr>
        <p:spPr>
          <a:xfrm>
            <a:off x="-1817225" y="-252815"/>
            <a:ext cx="59725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string </a:t>
            </a:r>
            <a:r>
              <a:rPr lang="en-US" b="1" dirty="0" err="1">
                <a:solidFill>
                  <a:schemeClr val="bg1"/>
                </a:solidFill>
              </a:rPr>
              <a:t>arr</a:t>
            </a:r>
            <a:r>
              <a:rPr lang="en-US" b="1" dirty="0">
                <a:solidFill>
                  <a:schemeClr val="bg1"/>
                </a:solidFill>
              </a:rPr>
              <a:t>[]  =  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 {  "Zero", "One", "Two", "Three", "Four", 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    "Five", "Six", "Seven", "Eight", "Nine“ }</a:t>
            </a:r>
          </a:p>
          <a:p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9438D3-E58E-14B3-747A-1BF002FA631B}"/>
              </a:ext>
            </a:extLst>
          </p:cNvPr>
          <p:cNvSpPr txBox="1"/>
          <p:nvPr/>
        </p:nvSpPr>
        <p:spPr>
          <a:xfrm>
            <a:off x="-1527858" y="81023"/>
            <a:ext cx="3599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0               1             2             3                4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4994D0-F252-E80A-BC2D-B49B64D736B3}"/>
              </a:ext>
            </a:extLst>
          </p:cNvPr>
          <p:cNvSpPr txBox="1"/>
          <p:nvPr/>
        </p:nvSpPr>
        <p:spPr>
          <a:xfrm>
            <a:off x="-1527858" y="817300"/>
            <a:ext cx="3599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5            6             7             8                9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920389-3B03-A91F-BCA6-1EB10D73E427}"/>
              </a:ext>
            </a:extLst>
          </p:cNvPr>
          <p:cNvSpPr txBox="1"/>
          <p:nvPr/>
        </p:nvSpPr>
        <p:spPr>
          <a:xfrm>
            <a:off x="3433879" y="1868455"/>
            <a:ext cx="4078089" cy="461665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en-IN" sz="2400" b="1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cout</a:t>
            </a:r>
            <a:r>
              <a:rPr lang="en-IN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&lt;&lt;</a:t>
            </a:r>
            <a:r>
              <a:rPr lang="en-I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</a:t>
            </a:r>
            <a:r>
              <a:rPr lang="en-I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24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[digit]</a:t>
            </a:r>
            <a:r>
              <a:rPr lang="en-IN" sz="24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&lt;&lt; “   “</a:t>
            </a:r>
            <a:r>
              <a:rPr lang="en-IN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;</a:t>
            </a:r>
            <a:endParaRPr lang="en-IN" sz="24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83E5B3-AD9C-AA02-3D82-4408F0AD1A2F}"/>
              </a:ext>
            </a:extLst>
          </p:cNvPr>
          <p:cNvSpPr txBox="1"/>
          <p:nvPr/>
        </p:nvSpPr>
        <p:spPr>
          <a:xfrm>
            <a:off x="104172" y="3247443"/>
            <a:ext cx="32293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 err="1">
                <a:solidFill>
                  <a:schemeClr val="bg1"/>
                </a:solidFill>
              </a:rPr>
              <a:t>arr</a:t>
            </a:r>
            <a:r>
              <a:rPr lang="en-IN" sz="2400" b="1" dirty="0">
                <a:solidFill>
                  <a:schemeClr val="bg1"/>
                </a:solidFill>
              </a:rPr>
              <a:t> </a:t>
            </a:r>
            <a:r>
              <a:rPr lang="en-IN" sz="2400" b="1" dirty="0">
                <a:solidFill>
                  <a:schemeClr val="accent5"/>
                </a:solidFill>
              </a:rPr>
              <a:t>[ 1 ]    =    </a:t>
            </a:r>
            <a:r>
              <a:rPr lang="en-IN" sz="2400" b="1" dirty="0">
                <a:solidFill>
                  <a:schemeClr val="accent6"/>
                </a:solidFill>
              </a:rPr>
              <a:t>One</a:t>
            </a:r>
            <a:endParaRPr lang="en-IN" sz="2400" dirty="0">
              <a:solidFill>
                <a:schemeClr val="accent6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4A3428-54DC-3A49-E7FE-7B27963C54F4}"/>
              </a:ext>
            </a:extLst>
          </p:cNvPr>
          <p:cNvSpPr txBox="1"/>
          <p:nvPr/>
        </p:nvSpPr>
        <p:spPr>
          <a:xfrm>
            <a:off x="104172" y="3953083"/>
            <a:ext cx="32293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 err="1">
                <a:solidFill>
                  <a:schemeClr val="bg1"/>
                </a:solidFill>
              </a:rPr>
              <a:t>arr</a:t>
            </a:r>
            <a:r>
              <a:rPr lang="en-IN" sz="2400" b="1" dirty="0">
                <a:solidFill>
                  <a:schemeClr val="bg1"/>
                </a:solidFill>
              </a:rPr>
              <a:t> </a:t>
            </a:r>
            <a:r>
              <a:rPr lang="en-IN" sz="2400" b="1" dirty="0">
                <a:solidFill>
                  <a:schemeClr val="accent5"/>
                </a:solidFill>
              </a:rPr>
              <a:t>[ 2 ]    =    </a:t>
            </a:r>
            <a:r>
              <a:rPr lang="en-IN" sz="2400" b="1" dirty="0">
                <a:solidFill>
                  <a:schemeClr val="accent6"/>
                </a:solidFill>
              </a:rPr>
              <a:t>Two</a:t>
            </a:r>
            <a:endParaRPr lang="en-IN" sz="2400" dirty="0">
              <a:solidFill>
                <a:schemeClr val="accent6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115D3D-DE53-7049-50C0-FBD624804ED4}"/>
              </a:ext>
            </a:extLst>
          </p:cNvPr>
          <p:cNvSpPr txBox="1"/>
          <p:nvPr/>
        </p:nvSpPr>
        <p:spPr>
          <a:xfrm>
            <a:off x="104172" y="4658723"/>
            <a:ext cx="32293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 err="1">
                <a:solidFill>
                  <a:schemeClr val="bg1"/>
                </a:solidFill>
              </a:rPr>
              <a:t>arr</a:t>
            </a:r>
            <a:r>
              <a:rPr lang="en-IN" sz="2400" b="1" dirty="0">
                <a:solidFill>
                  <a:schemeClr val="bg1"/>
                </a:solidFill>
              </a:rPr>
              <a:t> </a:t>
            </a:r>
            <a:r>
              <a:rPr lang="en-IN" sz="2400" b="1" dirty="0">
                <a:solidFill>
                  <a:schemeClr val="accent5"/>
                </a:solidFill>
              </a:rPr>
              <a:t>[ 3 ]    =    </a:t>
            </a:r>
            <a:r>
              <a:rPr lang="en-IN" sz="2400" b="1" dirty="0">
                <a:solidFill>
                  <a:schemeClr val="accent6"/>
                </a:solidFill>
              </a:rPr>
              <a:t>Three</a:t>
            </a:r>
            <a:endParaRPr lang="en-IN" sz="2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7239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24EF7-A9DF-3B84-C9B4-24C14F03C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5AA106C-8BCE-A754-F428-05EB4034E407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A3EDE1-DA16-D85A-F5EC-04E3F97BD448}"/>
              </a:ext>
            </a:extLst>
          </p:cNvPr>
          <p:cNvSpPr txBox="1"/>
          <p:nvPr/>
        </p:nvSpPr>
        <p:spPr>
          <a:xfrm>
            <a:off x="10093124" y="393515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digit =</a:t>
            </a:r>
            <a:r>
              <a:rPr lang="en-IN" sz="2400" b="1" dirty="0">
                <a:solidFill>
                  <a:srgbClr val="FFFF00"/>
                </a:solidFill>
                <a:sym typeface="Wingdings" panose="05000000000000000000" pitchFamily="2" charset="2"/>
              </a:rPr>
              <a:t>  3</a:t>
            </a:r>
            <a:endParaRPr lang="en-IN" sz="2400" b="1" dirty="0">
              <a:solidFill>
                <a:srgbClr val="FFFF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C67FBF-8A91-EEE2-B661-4C76C46C6B5B}"/>
              </a:ext>
            </a:extLst>
          </p:cNvPr>
          <p:cNvSpPr txBox="1"/>
          <p:nvPr/>
        </p:nvSpPr>
        <p:spPr>
          <a:xfrm>
            <a:off x="8268995" y="393515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digit =</a:t>
            </a:r>
            <a:r>
              <a:rPr lang="en-IN" sz="2400" b="1" dirty="0">
                <a:solidFill>
                  <a:srgbClr val="FFFF00"/>
                </a:solidFill>
                <a:sym typeface="Wingdings" panose="05000000000000000000" pitchFamily="2" charset="2"/>
              </a:rPr>
              <a:t>  2</a:t>
            </a:r>
            <a:endParaRPr lang="en-IN" sz="2400" b="1" dirty="0">
              <a:solidFill>
                <a:srgbClr val="FFFF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14BF8A-DE56-FBCF-29D0-21A47F760809}"/>
              </a:ext>
            </a:extLst>
          </p:cNvPr>
          <p:cNvSpPr txBox="1"/>
          <p:nvPr/>
        </p:nvSpPr>
        <p:spPr>
          <a:xfrm>
            <a:off x="6555131" y="393515"/>
            <a:ext cx="148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digit =</a:t>
            </a:r>
            <a:r>
              <a:rPr lang="en-IN" sz="2400" b="1" dirty="0">
                <a:solidFill>
                  <a:srgbClr val="FFFF00"/>
                </a:solidFill>
                <a:sym typeface="Wingdings" panose="05000000000000000000" pitchFamily="2" charset="2"/>
              </a:rPr>
              <a:t>  1</a:t>
            </a:r>
            <a:endParaRPr lang="en-IN" sz="2400" b="1" dirty="0">
              <a:solidFill>
                <a:srgbClr val="FFFF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B707381-DDD1-780C-FB4E-6DDCE8A06D93}"/>
              </a:ext>
            </a:extLst>
          </p:cNvPr>
          <p:cNvSpPr txBox="1"/>
          <p:nvPr/>
        </p:nvSpPr>
        <p:spPr>
          <a:xfrm>
            <a:off x="-1817225" y="-252815"/>
            <a:ext cx="59725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string </a:t>
            </a:r>
            <a:r>
              <a:rPr lang="en-US" b="1" dirty="0" err="1">
                <a:solidFill>
                  <a:schemeClr val="bg1"/>
                </a:solidFill>
              </a:rPr>
              <a:t>arr</a:t>
            </a:r>
            <a:r>
              <a:rPr lang="en-US" b="1" dirty="0">
                <a:solidFill>
                  <a:schemeClr val="bg1"/>
                </a:solidFill>
              </a:rPr>
              <a:t>[]  =  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 {  "Zero", "One", "Two", "Three", "Four", 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    "Five", "Six", "Seven", "Eight", "Nine“ }</a:t>
            </a:r>
          </a:p>
          <a:p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84C708-E58A-1427-E9BC-EB135184D5C4}"/>
              </a:ext>
            </a:extLst>
          </p:cNvPr>
          <p:cNvSpPr txBox="1"/>
          <p:nvPr/>
        </p:nvSpPr>
        <p:spPr>
          <a:xfrm>
            <a:off x="-1527858" y="81023"/>
            <a:ext cx="3599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0               1             2             3                4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B16F2E-CE78-AB53-E36F-4CCD58B1A97D}"/>
              </a:ext>
            </a:extLst>
          </p:cNvPr>
          <p:cNvSpPr txBox="1"/>
          <p:nvPr/>
        </p:nvSpPr>
        <p:spPr>
          <a:xfrm>
            <a:off x="-1527858" y="817300"/>
            <a:ext cx="3599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5            6             7             8                9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3646E4-8914-153E-6A8F-2E9935824926}"/>
              </a:ext>
            </a:extLst>
          </p:cNvPr>
          <p:cNvSpPr txBox="1"/>
          <p:nvPr/>
        </p:nvSpPr>
        <p:spPr>
          <a:xfrm>
            <a:off x="3433879" y="1868455"/>
            <a:ext cx="4078089" cy="461665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en-IN" sz="2400" b="1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cout</a:t>
            </a:r>
            <a:r>
              <a:rPr lang="en-IN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&lt;&lt;</a:t>
            </a:r>
            <a:r>
              <a:rPr lang="en-I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</a:t>
            </a:r>
            <a:r>
              <a:rPr lang="en-I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24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[digit]</a:t>
            </a:r>
            <a:r>
              <a:rPr lang="en-IN" sz="24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&lt;&lt; “   “</a:t>
            </a:r>
            <a:r>
              <a:rPr lang="en-IN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;</a:t>
            </a:r>
            <a:endParaRPr lang="en-IN" sz="24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D9714F-D005-10B9-65F2-671F1FD3B61D}"/>
              </a:ext>
            </a:extLst>
          </p:cNvPr>
          <p:cNvSpPr txBox="1"/>
          <p:nvPr/>
        </p:nvSpPr>
        <p:spPr>
          <a:xfrm>
            <a:off x="104172" y="3247443"/>
            <a:ext cx="32293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 err="1">
                <a:solidFill>
                  <a:schemeClr val="bg1"/>
                </a:solidFill>
              </a:rPr>
              <a:t>arr</a:t>
            </a:r>
            <a:r>
              <a:rPr lang="en-IN" sz="2400" b="1" dirty="0">
                <a:solidFill>
                  <a:schemeClr val="bg1"/>
                </a:solidFill>
              </a:rPr>
              <a:t> </a:t>
            </a:r>
            <a:r>
              <a:rPr lang="en-IN" sz="2400" b="1" dirty="0">
                <a:solidFill>
                  <a:schemeClr val="accent5"/>
                </a:solidFill>
              </a:rPr>
              <a:t>[ 1 ]    =    </a:t>
            </a:r>
            <a:r>
              <a:rPr lang="en-IN" sz="2400" b="1" dirty="0">
                <a:solidFill>
                  <a:schemeClr val="accent6"/>
                </a:solidFill>
              </a:rPr>
              <a:t>One</a:t>
            </a:r>
            <a:endParaRPr lang="en-IN" sz="2400" dirty="0">
              <a:solidFill>
                <a:schemeClr val="accent6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AE990B-A6A1-1A51-7B06-4D7EDAD59FDC}"/>
              </a:ext>
            </a:extLst>
          </p:cNvPr>
          <p:cNvSpPr txBox="1"/>
          <p:nvPr/>
        </p:nvSpPr>
        <p:spPr>
          <a:xfrm>
            <a:off x="104172" y="3953083"/>
            <a:ext cx="32293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 err="1">
                <a:solidFill>
                  <a:schemeClr val="bg1"/>
                </a:solidFill>
              </a:rPr>
              <a:t>arr</a:t>
            </a:r>
            <a:r>
              <a:rPr lang="en-IN" sz="2400" b="1" dirty="0">
                <a:solidFill>
                  <a:schemeClr val="bg1"/>
                </a:solidFill>
              </a:rPr>
              <a:t> </a:t>
            </a:r>
            <a:r>
              <a:rPr lang="en-IN" sz="2400" b="1" dirty="0">
                <a:solidFill>
                  <a:schemeClr val="accent5"/>
                </a:solidFill>
              </a:rPr>
              <a:t>[ 2 ]    =    </a:t>
            </a:r>
            <a:r>
              <a:rPr lang="en-IN" sz="2400" b="1" dirty="0">
                <a:solidFill>
                  <a:schemeClr val="accent6"/>
                </a:solidFill>
              </a:rPr>
              <a:t>Two</a:t>
            </a:r>
            <a:endParaRPr lang="en-IN" sz="2400" dirty="0">
              <a:solidFill>
                <a:schemeClr val="accent6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5C9A67-FFBB-8755-0726-E587DCDD009C}"/>
              </a:ext>
            </a:extLst>
          </p:cNvPr>
          <p:cNvSpPr txBox="1"/>
          <p:nvPr/>
        </p:nvSpPr>
        <p:spPr>
          <a:xfrm>
            <a:off x="104172" y="4658723"/>
            <a:ext cx="32293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 err="1">
                <a:solidFill>
                  <a:schemeClr val="bg1"/>
                </a:solidFill>
              </a:rPr>
              <a:t>arr</a:t>
            </a:r>
            <a:r>
              <a:rPr lang="en-IN" sz="2400" b="1" dirty="0">
                <a:solidFill>
                  <a:schemeClr val="bg1"/>
                </a:solidFill>
              </a:rPr>
              <a:t> </a:t>
            </a:r>
            <a:r>
              <a:rPr lang="en-IN" sz="2400" b="1" dirty="0">
                <a:solidFill>
                  <a:schemeClr val="accent5"/>
                </a:solidFill>
              </a:rPr>
              <a:t>[ 3 ]    =    </a:t>
            </a:r>
            <a:r>
              <a:rPr lang="en-IN" sz="2400" b="1" dirty="0">
                <a:solidFill>
                  <a:schemeClr val="accent6"/>
                </a:solidFill>
              </a:rPr>
              <a:t>Three</a:t>
            </a:r>
            <a:endParaRPr lang="en-IN" sz="2400" dirty="0">
              <a:solidFill>
                <a:schemeClr val="accent6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C87CE7-5620-FB37-4F80-F23C4F96016E}"/>
              </a:ext>
            </a:extLst>
          </p:cNvPr>
          <p:cNvSpPr txBox="1"/>
          <p:nvPr/>
        </p:nvSpPr>
        <p:spPr>
          <a:xfrm>
            <a:off x="5472923" y="4458668"/>
            <a:ext cx="80791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3"/>
                </a:solidFill>
              </a:rPr>
              <a:t>Digits in words  :  One Two Three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FFC00D-12BF-2DF3-2640-C69403E0A154}"/>
              </a:ext>
            </a:extLst>
          </p:cNvPr>
          <p:cNvSpPr txBox="1"/>
          <p:nvPr/>
        </p:nvSpPr>
        <p:spPr>
          <a:xfrm>
            <a:off x="3646024" y="4353193"/>
            <a:ext cx="3449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OUTPUT :-</a:t>
            </a:r>
          </a:p>
        </p:txBody>
      </p:sp>
    </p:spTree>
    <p:extLst>
      <p:ext uri="{BB962C8B-B14F-4D97-AF65-F5344CB8AC3E}">
        <p14:creationId xmlns:p14="http://schemas.microsoft.com/office/powerpoint/2010/main" val="3128608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917</Words>
  <Application>Microsoft Office PowerPoint</Application>
  <PresentationFormat>Widescreen</PresentationFormat>
  <Paragraphs>168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Bahnschrift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1</cp:revision>
  <dcterms:created xsi:type="dcterms:W3CDTF">2025-11-05T10:08:12Z</dcterms:created>
  <dcterms:modified xsi:type="dcterms:W3CDTF">2025-11-05T11:04:21Z</dcterms:modified>
</cp:coreProperties>
</file>