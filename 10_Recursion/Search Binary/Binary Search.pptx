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4" r:id="rId2"/>
    <p:sldId id="329" r:id="rId3"/>
    <p:sldId id="349" r:id="rId4"/>
    <p:sldId id="350" r:id="rId5"/>
    <p:sldId id="351" r:id="rId6"/>
    <p:sldId id="352" r:id="rId7"/>
    <p:sldId id="353" r:id="rId8"/>
    <p:sldId id="354" r:id="rId9"/>
    <p:sldId id="355" r:id="rId10"/>
    <p:sldId id="356" r:id="rId11"/>
    <p:sldId id="357" r:id="rId12"/>
    <p:sldId id="358" r:id="rId13"/>
    <p:sldId id="359" r:id="rId14"/>
    <p:sldId id="360" r:id="rId15"/>
    <p:sldId id="361" r:id="rId16"/>
    <p:sldId id="36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90B710-D5E1-46E4-9D39-05CB5F39686D}" v="42" dt="2025-11-06T11:11:12.9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82" autoAdjust="0"/>
    <p:restoredTop sz="94660"/>
  </p:normalViewPr>
  <p:slideViewPr>
    <p:cSldViewPr snapToGrid="0">
      <p:cViewPr>
        <p:scale>
          <a:sx n="59" d="100"/>
          <a:sy n="59" d="100"/>
        </p:scale>
        <p:origin x="1738" y="6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BAID QURESHI" userId="dd4ae95d8f7c04fe" providerId="LiveId" clId="{AF920071-46B6-4E4C-A6D8-3E93B456AF12}"/>
    <pc:docChg chg="undo custSel addSld delSld modSld">
      <pc:chgData name="UBAID QURESHI" userId="dd4ae95d8f7c04fe" providerId="LiveId" clId="{AF920071-46B6-4E4C-A6D8-3E93B456AF12}" dt="2025-11-06T11:11:21.756" v="354" actId="208"/>
      <pc:docMkLst>
        <pc:docMk/>
      </pc:docMkLst>
      <pc:sldChg chg="addSp delSp modSp mod">
        <pc:chgData name="UBAID QURESHI" userId="dd4ae95d8f7c04fe" providerId="LiveId" clId="{AF920071-46B6-4E4C-A6D8-3E93B456AF12}" dt="2025-11-06T10:41:02.190" v="64" actId="478"/>
        <pc:sldMkLst>
          <pc:docMk/>
          <pc:sldMk cId="4056609644" sldId="329"/>
        </pc:sldMkLst>
        <pc:spChg chg="mod">
          <ac:chgData name="UBAID QURESHI" userId="dd4ae95d8f7c04fe" providerId="LiveId" clId="{AF920071-46B6-4E4C-A6D8-3E93B456AF12}" dt="2025-11-06T10:38:44.905" v="60" actId="20577"/>
          <ac:spMkLst>
            <pc:docMk/>
            <pc:sldMk cId="4056609644" sldId="329"/>
            <ac:spMk id="2" creationId="{94E8B152-59E2-19B8-F967-E9AC746550F1}"/>
          </ac:spMkLst>
        </pc:spChg>
        <pc:spChg chg="mod">
          <ac:chgData name="UBAID QURESHI" userId="dd4ae95d8f7c04fe" providerId="LiveId" clId="{AF920071-46B6-4E4C-A6D8-3E93B456AF12}" dt="2025-11-06T10:38:23.635" v="52" actId="1076"/>
          <ac:spMkLst>
            <pc:docMk/>
            <pc:sldMk cId="4056609644" sldId="329"/>
            <ac:spMk id="3" creationId="{FA62B1AD-C3A0-B953-B0FC-A5BF86DD2595}"/>
          </ac:spMkLst>
        </pc:spChg>
        <pc:spChg chg="mod">
          <ac:chgData name="UBAID QURESHI" userId="dd4ae95d8f7c04fe" providerId="LiveId" clId="{AF920071-46B6-4E4C-A6D8-3E93B456AF12}" dt="2025-11-06T10:36:50.876" v="38" actId="20577"/>
          <ac:spMkLst>
            <pc:docMk/>
            <pc:sldMk cId="4056609644" sldId="329"/>
            <ac:spMk id="4" creationId="{65FFDE7D-187C-1C74-E876-3BAFF44B1CD5}"/>
          </ac:spMkLst>
        </pc:spChg>
        <pc:spChg chg="mod">
          <ac:chgData name="UBAID QURESHI" userId="dd4ae95d8f7c04fe" providerId="LiveId" clId="{AF920071-46B6-4E4C-A6D8-3E93B456AF12}" dt="2025-11-06T10:38:11.985" v="50" actId="14100"/>
          <ac:spMkLst>
            <pc:docMk/>
            <pc:sldMk cId="4056609644" sldId="329"/>
            <ac:spMk id="5" creationId="{75FB2352-720C-10D9-9B58-6859293CE8AD}"/>
          </ac:spMkLst>
        </pc:spChg>
        <pc:spChg chg="mod">
          <ac:chgData name="UBAID QURESHI" userId="dd4ae95d8f7c04fe" providerId="LiveId" clId="{AF920071-46B6-4E4C-A6D8-3E93B456AF12}" dt="2025-11-06T10:36:37.128" v="34" actId="1076"/>
          <ac:spMkLst>
            <pc:docMk/>
            <pc:sldMk cId="4056609644" sldId="329"/>
            <ac:spMk id="6" creationId="{DB11A087-6215-D80A-0459-0A484259FD4F}"/>
          </ac:spMkLst>
        </pc:spChg>
        <pc:cxnChg chg="add del mod">
          <ac:chgData name="UBAID QURESHI" userId="dd4ae95d8f7c04fe" providerId="LiveId" clId="{AF920071-46B6-4E4C-A6D8-3E93B456AF12}" dt="2025-11-06T10:41:02.190" v="64" actId="478"/>
          <ac:cxnSpMkLst>
            <pc:docMk/>
            <pc:sldMk cId="4056609644" sldId="329"/>
            <ac:cxnSpMk id="7" creationId="{45322B4E-17C8-21BD-49FF-E69A491FE55D}"/>
          </ac:cxnSpMkLst>
        </pc:cxnChg>
        <pc:cxnChg chg="add del mod">
          <ac:chgData name="UBAID QURESHI" userId="dd4ae95d8f7c04fe" providerId="LiveId" clId="{AF920071-46B6-4E4C-A6D8-3E93B456AF12}" dt="2025-11-06T10:41:02.190" v="64" actId="478"/>
          <ac:cxnSpMkLst>
            <pc:docMk/>
            <pc:sldMk cId="4056609644" sldId="329"/>
            <ac:cxnSpMk id="8" creationId="{A586D8BE-B214-D3A6-8523-EF258B48D9D6}"/>
          </ac:cxnSpMkLst>
        </pc:cxnChg>
        <pc:cxnChg chg="add del mod">
          <ac:chgData name="UBAID QURESHI" userId="dd4ae95d8f7c04fe" providerId="LiveId" clId="{AF920071-46B6-4E4C-A6D8-3E93B456AF12}" dt="2025-11-06T10:41:02.190" v="64" actId="478"/>
          <ac:cxnSpMkLst>
            <pc:docMk/>
            <pc:sldMk cId="4056609644" sldId="329"/>
            <ac:cxnSpMk id="9" creationId="{84E6990F-8930-FFB1-CB14-F6291B814480}"/>
          </ac:cxnSpMkLst>
        </pc:cxnChg>
      </pc:sldChg>
      <pc:sldChg chg="del">
        <pc:chgData name="UBAID QURESHI" userId="dd4ae95d8f7c04fe" providerId="LiveId" clId="{AF920071-46B6-4E4C-A6D8-3E93B456AF12}" dt="2025-11-06T10:40:51.705" v="62" actId="47"/>
        <pc:sldMkLst>
          <pc:docMk/>
          <pc:sldMk cId="865951054" sldId="345"/>
        </pc:sldMkLst>
      </pc:sldChg>
      <pc:sldChg chg="del">
        <pc:chgData name="UBAID QURESHI" userId="dd4ae95d8f7c04fe" providerId="LiveId" clId="{AF920071-46B6-4E4C-A6D8-3E93B456AF12}" dt="2025-11-06T10:43:19.327" v="77" actId="47"/>
        <pc:sldMkLst>
          <pc:docMk/>
          <pc:sldMk cId="1872795437" sldId="346"/>
        </pc:sldMkLst>
      </pc:sldChg>
      <pc:sldChg chg="del">
        <pc:chgData name="UBAID QURESHI" userId="dd4ae95d8f7c04fe" providerId="LiveId" clId="{AF920071-46B6-4E4C-A6D8-3E93B456AF12}" dt="2025-11-06T10:56:01.029" v="215" actId="47"/>
        <pc:sldMkLst>
          <pc:docMk/>
          <pc:sldMk cId="1498615891" sldId="348"/>
        </pc:sldMkLst>
      </pc:sldChg>
      <pc:sldChg chg="addSp delSp modSp add mod">
        <pc:chgData name="UBAID QURESHI" userId="dd4ae95d8f7c04fe" providerId="LiveId" clId="{AF920071-46B6-4E4C-A6D8-3E93B456AF12}" dt="2025-11-06T10:43:28.430" v="79" actId="478"/>
        <pc:sldMkLst>
          <pc:docMk/>
          <pc:sldMk cId="3016184480" sldId="349"/>
        </pc:sldMkLst>
        <pc:spChg chg="add mod">
          <ac:chgData name="UBAID QURESHI" userId="dd4ae95d8f7c04fe" providerId="LiveId" clId="{AF920071-46B6-4E4C-A6D8-3E93B456AF12}" dt="2025-11-06T10:42:10.224" v="75" actId="207"/>
          <ac:spMkLst>
            <pc:docMk/>
            <pc:sldMk cId="3016184480" sldId="349"/>
            <ac:spMk id="14" creationId="{B731E9F7-3A97-BF36-48BC-2E923B5772FF}"/>
          </ac:spMkLst>
        </pc:spChg>
        <pc:spChg chg="add del">
          <ac:chgData name="UBAID QURESHI" userId="dd4ae95d8f7c04fe" providerId="LiveId" clId="{AF920071-46B6-4E4C-A6D8-3E93B456AF12}" dt="2025-11-06T10:43:28.430" v="79" actId="478"/>
          <ac:spMkLst>
            <pc:docMk/>
            <pc:sldMk cId="3016184480" sldId="349"/>
            <ac:spMk id="16" creationId="{B943C668-EA4D-7404-3C19-E1A1493907D9}"/>
          </ac:spMkLst>
        </pc:spChg>
        <pc:cxnChg chg="mod">
          <ac:chgData name="UBAID QURESHI" userId="dd4ae95d8f7c04fe" providerId="LiveId" clId="{AF920071-46B6-4E4C-A6D8-3E93B456AF12}" dt="2025-11-06T10:41:30.095" v="68" actId="14100"/>
          <ac:cxnSpMkLst>
            <pc:docMk/>
            <pc:sldMk cId="3016184480" sldId="349"/>
            <ac:cxnSpMk id="7" creationId="{30CE3686-8ECC-FB36-64AE-2672F2D7BD40}"/>
          </ac:cxnSpMkLst>
        </pc:cxnChg>
        <pc:cxnChg chg="mod">
          <ac:chgData name="UBAID QURESHI" userId="dd4ae95d8f7c04fe" providerId="LiveId" clId="{AF920071-46B6-4E4C-A6D8-3E93B456AF12}" dt="2025-11-06T10:41:30.095" v="68" actId="14100"/>
          <ac:cxnSpMkLst>
            <pc:docMk/>
            <pc:sldMk cId="3016184480" sldId="349"/>
            <ac:cxnSpMk id="8" creationId="{CDCB7533-AFA3-866A-6BFD-F97730621191}"/>
          </ac:cxnSpMkLst>
        </pc:cxnChg>
        <pc:cxnChg chg="mod">
          <ac:chgData name="UBAID QURESHI" userId="dd4ae95d8f7c04fe" providerId="LiveId" clId="{AF920071-46B6-4E4C-A6D8-3E93B456AF12}" dt="2025-11-06T10:41:30.095" v="68" actId="14100"/>
          <ac:cxnSpMkLst>
            <pc:docMk/>
            <pc:sldMk cId="3016184480" sldId="349"/>
            <ac:cxnSpMk id="9" creationId="{D7CF9A42-5A0D-B0D5-E1C3-B98370E151AE}"/>
          </ac:cxnSpMkLst>
        </pc:cxnChg>
        <pc:cxnChg chg="add mod">
          <ac:chgData name="UBAID QURESHI" userId="dd4ae95d8f7c04fe" providerId="LiveId" clId="{AF920071-46B6-4E4C-A6D8-3E93B456AF12}" dt="2025-11-06T10:41:09.041" v="66" actId="571"/>
          <ac:cxnSpMkLst>
            <pc:docMk/>
            <pc:sldMk cId="3016184480" sldId="349"/>
            <ac:cxnSpMk id="10" creationId="{23A1353C-84B8-6AC4-738B-F123FFB45CFC}"/>
          </ac:cxnSpMkLst>
        </pc:cxnChg>
      </pc:sldChg>
      <pc:sldChg chg="addSp modSp add mod">
        <pc:chgData name="UBAID QURESHI" userId="dd4ae95d8f7c04fe" providerId="LiveId" clId="{AF920071-46B6-4E4C-A6D8-3E93B456AF12}" dt="2025-11-06T10:49:14.639" v="141" actId="20577"/>
        <pc:sldMkLst>
          <pc:docMk/>
          <pc:sldMk cId="2222982815" sldId="350"/>
        </pc:sldMkLst>
        <pc:spChg chg="add mod">
          <ac:chgData name="UBAID QURESHI" userId="dd4ae95d8f7c04fe" providerId="LiveId" clId="{AF920071-46B6-4E4C-A6D8-3E93B456AF12}" dt="2025-11-06T10:44:42.715" v="115" actId="20577"/>
          <ac:spMkLst>
            <pc:docMk/>
            <pc:sldMk cId="2222982815" sldId="350"/>
            <ac:spMk id="10" creationId="{58DF3109-987B-B32D-81DD-3C7925578F8C}"/>
          </ac:spMkLst>
        </pc:spChg>
        <pc:spChg chg="mod">
          <ac:chgData name="UBAID QURESHI" userId="dd4ae95d8f7c04fe" providerId="LiveId" clId="{AF920071-46B6-4E4C-A6D8-3E93B456AF12}" dt="2025-11-06T10:49:14.639" v="141" actId="20577"/>
          <ac:spMkLst>
            <pc:docMk/>
            <pc:sldMk cId="2222982815" sldId="350"/>
            <ac:spMk id="16" creationId="{20AE3C58-5670-812E-6303-EB672BAE3D72}"/>
          </ac:spMkLst>
        </pc:spChg>
      </pc:sldChg>
      <pc:sldChg chg="modSp add mod">
        <pc:chgData name="UBAID QURESHI" userId="dd4ae95d8f7c04fe" providerId="LiveId" clId="{AF920071-46B6-4E4C-A6D8-3E93B456AF12}" dt="2025-11-06T10:49:47.333" v="144" actId="207"/>
        <pc:sldMkLst>
          <pc:docMk/>
          <pc:sldMk cId="2914000213" sldId="351"/>
        </pc:sldMkLst>
        <pc:spChg chg="mod">
          <ac:chgData name="UBAID QURESHI" userId="dd4ae95d8f7c04fe" providerId="LiveId" clId="{AF920071-46B6-4E4C-A6D8-3E93B456AF12}" dt="2025-11-06T10:45:47.020" v="117" actId="207"/>
          <ac:spMkLst>
            <pc:docMk/>
            <pc:sldMk cId="2914000213" sldId="351"/>
            <ac:spMk id="10" creationId="{A2899F2A-E71F-2874-976D-AA51059EAD27}"/>
          </ac:spMkLst>
        </pc:spChg>
        <pc:spChg chg="mod">
          <ac:chgData name="UBAID QURESHI" userId="dd4ae95d8f7c04fe" providerId="LiveId" clId="{AF920071-46B6-4E4C-A6D8-3E93B456AF12}" dt="2025-11-06T10:49:47.333" v="144" actId="207"/>
          <ac:spMkLst>
            <pc:docMk/>
            <pc:sldMk cId="2914000213" sldId="351"/>
            <ac:spMk id="16" creationId="{EB061BEB-1785-BFB3-18E1-64993FB3C321}"/>
          </ac:spMkLst>
        </pc:spChg>
      </pc:sldChg>
      <pc:sldChg chg="addSp modSp add mod">
        <pc:chgData name="UBAID QURESHI" userId="dd4ae95d8f7c04fe" providerId="LiveId" clId="{AF920071-46B6-4E4C-A6D8-3E93B456AF12}" dt="2025-11-06T10:52:16.478" v="167" actId="1076"/>
        <pc:sldMkLst>
          <pc:docMk/>
          <pc:sldMk cId="1342561187" sldId="352"/>
        </pc:sldMkLst>
        <pc:spChg chg="add mod">
          <ac:chgData name="UBAID QURESHI" userId="dd4ae95d8f7c04fe" providerId="LiveId" clId="{AF920071-46B6-4E4C-A6D8-3E93B456AF12}" dt="2025-11-06T10:52:16.478" v="167" actId="1076"/>
          <ac:spMkLst>
            <pc:docMk/>
            <pc:sldMk cId="1342561187" sldId="352"/>
            <ac:spMk id="11" creationId="{D407C51C-3D6C-D170-CDF2-34B175406B48}"/>
          </ac:spMkLst>
        </pc:spChg>
      </pc:sldChg>
      <pc:sldChg chg="addSp modSp add mod">
        <pc:chgData name="UBAID QURESHI" userId="dd4ae95d8f7c04fe" providerId="LiveId" clId="{AF920071-46B6-4E4C-A6D8-3E93B456AF12}" dt="2025-11-06T10:55:25.864" v="214" actId="20577"/>
        <pc:sldMkLst>
          <pc:docMk/>
          <pc:sldMk cId="894362884" sldId="353"/>
        </pc:sldMkLst>
        <pc:spChg chg="add mod">
          <ac:chgData name="UBAID QURESHI" userId="dd4ae95d8f7c04fe" providerId="LiveId" clId="{AF920071-46B6-4E4C-A6D8-3E93B456AF12}" dt="2025-11-06T10:54:52.678" v="207" actId="207"/>
          <ac:spMkLst>
            <pc:docMk/>
            <pc:sldMk cId="894362884" sldId="353"/>
            <ac:spMk id="12" creationId="{947F6EEC-865A-9E6F-5610-1D2D2455C158}"/>
          </ac:spMkLst>
        </pc:spChg>
        <pc:spChg chg="add mod">
          <ac:chgData name="UBAID QURESHI" userId="dd4ae95d8f7c04fe" providerId="LiveId" clId="{AF920071-46B6-4E4C-A6D8-3E93B456AF12}" dt="2025-11-06T10:55:25.864" v="214" actId="20577"/>
          <ac:spMkLst>
            <pc:docMk/>
            <pc:sldMk cId="894362884" sldId="353"/>
            <ac:spMk id="13" creationId="{A5256A29-887B-93DC-570F-160F254BBC14}"/>
          </ac:spMkLst>
        </pc:spChg>
      </pc:sldChg>
      <pc:sldChg chg="addSp modSp add mod">
        <pc:chgData name="UBAID QURESHI" userId="dd4ae95d8f7c04fe" providerId="LiveId" clId="{AF920071-46B6-4E4C-A6D8-3E93B456AF12}" dt="2025-11-06T11:00:51.511" v="234" actId="1076"/>
        <pc:sldMkLst>
          <pc:docMk/>
          <pc:sldMk cId="1818780964" sldId="354"/>
        </pc:sldMkLst>
        <pc:spChg chg="add mod">
          <ac:chgData name="UBAID QURESHI" userId="dd4ae95d8f7c04fe" providerId="LiveId" clId="{AF920071-46B6-4E4C-A6D8-3E93B456AF12}" dt="2025-11-06T11:00:45.318" v="233" actId="1076"/>
          <ac:spMkLst>
            <pc:docMk/>
            <pc:sldMk cId="1818780964" sldId="354"/>
            <ac:spMk id="20" creationId="{5ED3504C-0A54-365F-5892-EDAB109F6A4D}"/>
          </ac:spMkLst>
        </pc:spChg>
        <pc:spChg chg="add mod">
          <ac:chgData name="UBAID QURESHI" userId="dd4ae95d8f7c04fe" providerId="LiveId" clId="{AF920071-46B6-4E4C-A6D8-3E93B456AF12}" dt="2025-11-06T11:00:51.511" v="234" actId="1076"/>
          <ac:spMkLst>
            <pc:docMk/>
            <pc:sldMk cId="1818780964" sldId="354"/>
            <ac:spMk id="21" creationId="{819ECA82-B473-A697-22E9-C8F0C4DBC841}"/>
          </ac:spMkLst>
        </pc:spChg>
        <pc:cxnChg chg="add mod">
          <ac:chgData name="UBAID QURESHI" userId="dd4ae95d8f7c04fe" providerId="LiveId" clId="{AF920071-46B6-4E4C-A6D8-3E93B456AF12}" dt="2025-11-06T10:56:33.119" v="223" actId="14100"/>
          <ac:cxnSpMkLst>
            <pc:docMk/>
            <pc:sldMk cId="1818780964" sldId="354"/>
            <ac:cxnSpMk id="15" creationId="{1AEA3331-E3AC-162D-19AF-AC8C69A6DA4F}"/>
          </ac:cxnSpMkLst>
        </pc:cxnChg>
      </pc:sldChg>
      <pc:sldChg chg="addSp modSp add mod">
        <pc:chgData name="UBAID QURESHI" userId="dd4ae95d8f7c04fe" providerId="LiveId" clId="{AF920071-46B6-4E4C-A6D8-3E93B456AF12}" dt="2025-11-06T11:01:22.151" v="238" actId="20577"/>
        <pc:sldMkLst>
          <pc:docMk/>
          <pc:sldMk cId="1650052711" sldId="355"/>
        </pc:sldMkLst>
        <pc:spChg chg="add mod">
          <ac:chgData name="UBAID QURESHI" userId="dd4ae95d8f7c04fe" providerId="LiveId" clId="{AF920071-46B6-4E4C-A6D8-3E93B456AF12}" dt="2025-11-06T11:01:22.151" v="238" actId="20577"/>
          <ac:spMkLst>
            <pc:docMk/>
            <pc:sldMk cId="1650052711" sldId="355"/>
            <ac:spMk id="17" creationId="{B70CE2E3-5A80-E630-8CA9-D957BB0C7160}"/>
          </ac:spMkLst>
        </pc:spChg>
      </pc:sldChg>
      <pc:sldChg chg="modSp add mod">
        <pc:chgData name="UBAID QURESHI" userId="dd4ae95d8f7c04fe" providerId="LiveId" clId="{AF920071-46B6-4E4C-A6D8-3E93B456AF12}" dt="2025-11-06T11:03:18.085" v="269" actId="207"/>
        <pc:sldMkLst>
          <pc:docMk/>
          <pc:sldMk cId="3091592215" sldId="356"/>
        </pc:sldMkLst>
        <pc:spChg chg="mod">
          <ac:chgData name="UBAID QURESHI" userId="dd4ae95d8f7c04fe" providerId="LiveId" clId="{AF920071-46B6-4E4C-A6D8-3E93B456AF12}" dt="2025-11-06T11:02:50.305" v="268" actId="207"/>
          <ac:spMkLst>
            <pc:docMk/>
            <pc:sldMk cId="3091592215" sldId="356"/>
            <ac:spMk id="17" creationId="{FC201B22-80D1-A228-42C4-09A8BCF654C4}"/>
          </ac:spMkLst>
        </pc:spChg>
        <pc:spChg chg="mod">
          <ac:chgData name="UBAID QURESHI" userId="dd4ae95d8f7c04fe" providerId="LiveId" clId="{AF920071-46B6-4E4C-A6D8-3E93B456AF12}" dt="2025-11-06T11:03:18.085" v="269" actId="207"/>
          <ac:spMkLst>
            <pc:docMk/>
            <pc:sldMk cId="3091592215" sldId="356"/>
            <ac:spMk id="21" creationId="{AA034092-A1DC-F8BE-A0F6-C2EED1569789}"/>
          </ac:spMkLst>
        </pc:spChg>
      </pc:sldChg>
      <pc:sldChg chg="addSp modSp add mod">
        <pc:chgData name="UBAID QURESHI" userId="dd4ae95d8f7c04fe" providerId="LiveId" clId="{AF920071-46B6-4E4C-A6D8-3E93B456AF12}" dt="2025-11-06T11:03:41.507" v="276" actId="14100"/>
        <pc:sldMkLst>
          <pc:docMk/>
          <pc:sldMk cId="1590164752" sldId="357"/>
        </pc:sldMkLst>
        <pc:spChg chg="add mod">
          <ac:chgData name="UBAID QURESHI" userId="dd4ae95d8f7c04fe" providerId="LiveId" clId="{AF920071-46B6-4E4C-A6D8-3E93B456AF12}" dt="2025-11-06T11:03:41.507" v="276" actId="14100"/>
          <ac:spMkLst>
            <pc:docMk/>
            <pc:sldMk cId="1590164752" sldId="357"/>
            <ac:spMk id="18" creationId="{30C797CF-5574-610D-FA0A-184317D0280D}"/>
          </ac:spMkLst>
        </pc:spChg>
      </pc:sldChg>
      <pc:sldChg chg="addSp delSp modSp add mod">
        <pc:chgData name="UBAID QURESHI" userId="dd4ae95d8f7c04fe" providerId="LiveId" clId="{AF920071-46B6-4E4C-A6D8-3E93B456AF12}" dt="2025-11-06T11:05:54.030" v="301" actId="20577"/>
        <pc:sldMkLst>
          <pc:docMk/>
          <pc:sldMk cId="2410477411" sldId="358"/>
        </pc:sldMkLst>
        <pc:spChg chg="add del mod">
          <ac:chgData name="UBAID QURESHI" userId="dd4ae95d8f7c04fe" providerId="LiveId" clId="{AF920071-46B6-4E4C-A6D8-3E93B456AF12}" dt="2025-11-06T11:05:54.030" v="301" actId="20577"/>
          <ac:spMkLst>
            <pc:docMk/>
            <pc:sldMk cId="2410477411" sldId="358"/>
            <ac:spMk id="19" creationId="{3A4F14AE-31A2-BEC6-2B9B-2FB0FC265C48}"/>
          </ac:spMkLst>
        </pc:spChg>
        <pc:spChg chg="add mod">
          <ac:chgData name="UBAID QURESHI" userId="dd4ae95d8f7c04fe" providerId="LiveId" clId="{AF920071-46B6-4E4C-A6D8-3E93B456AF12}" dt="2025-11-06T11:05:26.404" v="297" actId="20577"/>
          <ac:spMkLst>
            <pc:docMk/>
            <pc:sldMk cId="2410477411" sldId="358"/>
            <ac:spMk id="22" creationId="{6C7A57C5-B06F-1AFE-46A7-282FFB3BFBE2}"/>
          </ac:spMkLst>
        </pc:spChg>
      </pc:sldChg>
      <pc:sldChg chg="addSp modSp add mod">
        <pc:chgData name="UBAID QURESHI" userId="dd4ae95d8f7c04fe" providerId="LiveId" clId="{AF920071-46B6-4E4C-A6D8-3E93B456AF12}" dt="2025-11-06T11:07:28.279" v="326" actId="207"/>
        <pc:sldMkLst>
          <pc:docMk/>
          <pc:sldMk cId="2761409710" sldId="359"/>
        </pc:sldMkLst>
        <pc:spChg chg="add mod">
          <ac:chgData name="UBAID QURESHI" userId="dd4ae95d8f7c04fe" providerId="LiveId" clId="{AF920071-46B6-4E4C-A6D8-3E93B456AF12}" dt="2025-11-06T11:07:02.803" v="320" actId="1076"/>
          <ac:spMkLst>
            <pc:docMk/>
            <pc:sldMk cId="2761409710" sldId="359"/>
            <ac:spMk id="24" creationId="{64709DB0-27C2-EAAE-6C1B-E59A510F53A0}"/>
          </ac:spMkLst>
        </pc:spChg>
        <pc:spChg chg="add mod">
          <ac:chgData name="UBAID QURESHI" userId="dd4ae95d8f7c04fe" providerId="LiveId" clId="{AF920071-46B6-4E4C-A6D8-3E93B456AF12}" dt="2025-11-06T11:07:28.279" v="326" actId="207"/>
          <ac:spMkLst>
            <pc:docMk/>
            <pc:sldMk cId="2761409710" sldId="359"/>
            <ac:spMk id="25" creationId="{18D1CEF1-27CB-4627-626F-3A4C92E474ED}"/>
          </ac:spMkLst>
        </pc:spChg>
        <pc:cxnChg chg="add mod">
          <ac:chgData name="UBAID QURESHI" userId="dd4ae95d8f7c04fe" providerId="LiveId" clId="{AF920071-46B6-4E4C-A6D8-3E93B456AF12}" dt="2025-11-06T11:06:22.962" v="304" actId="1076"/>
          <ac:cxnSpMkLst>
            <pc:docMk/>
            <pc:sldMk cId="2761409710" sldId="359"/>
            <ac:cxnSpMk id="23" creationId="{08F4F46D-494A-B5CA-21E7-BBB62D369DA5}"/>
          </ac:cxnSpMkLst>
        </pc:cxnChg>
      </pc:sldChg>
      <pc:sldChg chg="addSp modSp add mod">
        <pc:chgData name="UBAID QURESHI" userId="dd4ae95d8f7c04fe" providerId="LiveId" clId="{AF920071-46B6-4E4C-A6D8-3E93B456AF12}" dt="2025-11-06T11:08:23.860" v="332" actId="1076"/>
        <pc:sldMkLst>
          <pc:docMk/>
          <pc:sldMk cId="306908278" sldId="360"/>
        </pc:sldMkLst>
        <pc:spChg chg="add mod">
          <ac:chgData name="UBAID QURESHI" userId="dd4ae95d8f7c04fe" providerId="LiveId" clId="{AF920071-46B6-4E4C-A6D8-3E93B456AF12}" dt="2025-11-06T11:08:23.860" v="332" actId="1076"/>
          <ac:spMkLst>
            <pc:docMk/>
            <pc:sldMk cId="306908278" sldId="360"/>
            <ac:spMk id="26" creationId="{C0560EFE-BE14-E52A-42BA-2DE6D3CF60C8}"/>
          </ac:spMkLst>
        </pc:spChg>
      </pc:sldChg>
      <pc:sldChg chg="addSp delSp modSp add mod">
        <pc:chgData name="UBAID QURESHI" userId="dd4ae95d8f7c04fe" providerId="LiveId" clId="{AF920071-46B6-4E4C-A6D8-3E93B456AF12}" dt="2025-11-06T11:09:53.773" v="351" actId="20577"/>
        <pc:sldMkLst>
          <pc:docMk/>
          <pc:sldMk cId="3011989809" sldId="361"/>
        </pc:sldMkLst>
        <pc:spChg chg="del">
          <ac:chgData name="UBAID QURESHI" userId="dd4ae95d8f7c04fe" providerId="LiveId" clId="{AF920071-46B6-4E4C-A6D8-3E93B456AF12}" dt="2025-11-06T11:09:30.357" v="344" actId="478"/>
          <ac:spMkLst>
            <pc:docMk/>
            <pc:sldMk cId="3011989809" sldId="361"/>
            <ac:spMk id="26" creationId="{EAC55F2F-2D1A-0FA7-F9B5-2405BCB3794D}"/>
          </ac:spMkLst>
        </pc:spChg>
        <pc:spChg chg="add mod">
          <ac:chgData name="UBAID QURESHI" userId="dd4ae95d8f7c04fe" providerId="LiveId" clId="{AF920071-46B6-4E4C-A6D8-3E93B456AF12}" dt="2025-11-06T11:09:14.088" v="343" actId="1076"/>
          <ac:spMkLst>
            <pc:docMk/>
            <pc:sldMk cId="3011989809" sldId="361"/>
            <ac:spMk id="27" creationId="{D3D2F6CF-99F8-9F87-6408-F0D505B17D62}"/>
          </ac:spMkLst>
        </pc:spChg>
        <pc:spChg chg="add mod">
          <ac:chgData name="UBAID QURESHI" userId="dd4ae95d8f7c04fe" providerId="LiveId" clId="{AF920071-46B6-4E4C-A6D8-3E93B456AF12}" dt="2025-11-06T11:09:39.538" v="345"/>
          <ac:spMkLst>
            <pc:docMk/>
            <pc:sldMk cId="3011989809" sldId="361"/>
            <ac:spMk id="28" creationId="{F20D6A37-ADDE-0D93-26B6-89E9623F702A}"/>
          </ac:spMkLst>
        </pc:spChg>
        <pc:spChg chg="add mod">
          <ac:chgData name="UBAID QURESHI" userId="dd4ae95d8f7c04fe" providerId="LiveId" clId="{AF920071-46B6-4E4C-A6D8-3E93B456AF12}" dt="2025-11-06T11:09:53.773" v="351" actId="20577"/>
          <ac:spMkLst>
            <pc:docMk/>
            <pc:sldMk cId="3011989809" sldId="361"/>
            <ac:spMk id="29" creationId="{510A7C7E-A38A-47D4-23FE-A6223E6859AC}"/>
          </ac:spMkLst>
        </pc:spChg>
      </pc:sldChg>
      <pc:sldChg chg="addSp modSp add mod">
        <pc:chgData name="UBAID QURESHI" userId="dd4ae95d8f7c04fe" providerId="LiveId" clId="{AF920071-46B6-4E4C-A6D8-3E93B456AF12}" dt="2025-11-06T11:11:21.756" v="354" actId="208"/>
        <pc:sldMkLst>
          <pc:docMk/>
          <pc:sldMk cId="782871258" sldId="362"/>
        </pc:sldMkLst>
        <pc:spChg chg="mod">
          <ac:chgData name="UBAID QURESHI" userId="dd4ae95d8f7c04fe" providerId="LiveId" clId="{AF920071-46B6-4E4C-A6D8-3E93B456AF12}" dt="2025-11-06T11:11:21.756" v="354" actId="208"/>
          <ac:spMkLst>
            <pc:docMk/>
            <pc:sldMk cId="782871258" sldId="362"/>
            <ac:spMk id="5" creationId="{99805342-F485-CDC9-F124-6948CC9FBA99}"/>
          </ac:spMkLst>
        </pc:spChg>
        <pc:spChg chg="add mod">
          <ac:chgData name="UBAID QURESHI" userId="dd4ae95d8f7c04fe" providerId="LiveId" clId="{AF920071-46B6-4E4C-A6D8-3E93B456AF12}" dt="2025-11-06T11:11:12.996" v="353"/>
          <ac:spMkLst>
            <pc:docMk/>
            <pc:sldMk cId="782871258" sldId="362"/>
            <ac:spMk id="26" creationId="{E8438BA9-8ECD-6261-1BDD-70EFECBDBF1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61805-2F3A-0239-7B6D-436B5C194A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A00448-28D6-3661-4458-8DC25E1D9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6893EC-FA3B-989C-74F2-37AC7A248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C93C6-F9BF-48E4-A69A-DB1B38B34D2B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4791A-FEB5-F944-DBA1-10F8C1999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75E25-822D-36ED-0079-7DCA63347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3DE01-E647-4C64-B3B0-D1B8D608C4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8024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E555B-049D-A0C5-F32D-44F30B3B4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88033-70AA-E1BD-74B2-764E008F6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EF5CC-8999-42E9-D087-58D1195D4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C93C6-F9BF-48E4-A69A-DB1B38B34D2B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EA02E-F96D-B288-6608-1F98BE02C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31EDB-077E-D43E-4F9C-A8F92ABF2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3DE01-E647-4C64-B3B0-D1B8D608C4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896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60B9C-774F-B905-FEC3-F02B72052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736BDE-B3A3-2E06-FE3B-3691BFB41A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9FC4B-5169-C2EE-20E2-CD720F049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C93C6-F9BF-48E4-A69A-DB1B38B34D2B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ECE9C-1F53-2853-2D5F-C2437835D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63779-96F4-033A-F9DB-29F3855BC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3DE01-E647-4C64-B3B0-D1B8D608C4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202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CF5A2-01DB-0DD0-2571-75BA9584E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4B281-4745-EE57-AE75-0AEAE3958A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637183-1B99-16D0-2234-B18C7067D3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70DA45-2FCE-2F4F-8B3F-551A6D911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C93C6-F9BF-48E4-A69A-DB1B38B34D2B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1BF948-3241-148B-2760-8F32E4CA3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B4D8C1-62E1-4536-B447-66176A784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3DE01-E647-4C64-B3B0-D1B8D608C4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4642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A488F-0E73-FCB8-828E-F60207DF0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8C989-BECB-D80B-DE14-47B75B0E7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9CE1E-028D-C511-2EF8-E6BD5CEF2A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E6A46F-5594-975C-79B4-1ED078F7D0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407D69-9730-4604-E183-B612391FC2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1E5A67-2ABB-D8B4-9553-8B8A95687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C93C6-F9BF-48E4-A69A-DB1B38B34D2B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3AE756-7BD4-B36F-CF84-47ACEFA2B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1E3D3D-5122-BA87-4672-5B07FBA84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3DE01-E647-4C64-B3B0-D1B8D608C4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0838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681F4-A00C-A403-D87A-3FCBB73DF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3707DF-A225-BF09-FB68-BE3378691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C93C6-F9BF-48E4-A69A-DB1B38B34D2B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B3478C-C6FF-4B64-DE6D-F2979531A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AEB821-59A4-3EA6-2F5C-34F66A5D7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3DE01-E647-4C64-B3B0-D1B8D608C4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695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31F78B-800D-1B93-AE8A-EF373AB47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C93C6-F9BF-48E4-A69A-DB1B38B34D2B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91DC65-B688-C50F-8D6C-8F332A0D7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FD3927-88B1-60E4-2A61-AE6B3C2FE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3DE01-E647-4C64-B3B0-D1B8D608C4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964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F58E2-520A-ACA5-04CB-F393ECF27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B61E2-171B-DB3F-6AAE-7F838CA3A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8E48C6-9C6F-D952-A65E-2593B22691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4EDE6-672B-E859-1740-58F2BA6AE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C93C6-F9BF-48E4-A69A-DB1B38B34D2B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BF6569-E06B-18CE-0B6F-36ADEE3AE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D8C0C6-CE37-5E58-9207-83DF278A8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3DE01-E647-4C64-B3B0-D1B8D608C4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064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EA698-8105-F4E3-B2C3-769121860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06E757-6E45-0D89-CB1A-28DD0A84CA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AF31D9-0EA4-B1EE-11AD-4A2362E19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92906F-B144-5559-CE09-FB0FFED0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C93C6-F9BF-48E4-A69A-DB1B38B34D2B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A6BC48-6644-5508-14EC-5F471E13B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68059C-335B-247F-7400-138D8C3A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3DE01-E647-4C64-B3B0-D1B8D608C4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200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00063-9649-98DD-21D8-F9ED577B7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24E88B-BC72-C9D2-6347-6E36AADE90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39B17-AB2C-E32E-7B98-87D9411FF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C93C6-F9BF-48E4-A69A-DB1B38B34D2B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D3380-57A5-118B-07E1-0C7AFE142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BF77B1-0311-23C7-C92F-545299BDA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3DE01-E647-4C64-B3B0-D1B8D608C4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193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6CDCA-AD67-EB7A-9D0B-2B65A88130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D15E4A-DC33-86CB-6CA5-4BFA466F91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A3139-7FBF-D6C4-8ECD-CEE59399D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C93C6-F9BF-48E4-A69A-DB1B38B34D2B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5A1D8-1620-6B80-02ED-B425949B3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EBA12-FB01-4532-8EEE-D9852ACF2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3DE01-E647-4C64-B3B0-D1B8D608C4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7932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BE9CF6-16E5-AF58-BAFB-7FD4D373F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3A9482-8314-4CC6-4F89-82430DD1B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53382-1A3B-3601-6CA9-66F4F6E034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BC93C6-F9BF-48E4-A69A-DB1B38B34D2B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05D8E4-BBCD-7380-B60B-11A40B58D3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87774-6C83-D38F-4902-26964D899A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33DE01-E647-4C64-B3B0-D1B8D608C4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7843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72B02-2ADB-0D98-1585-26CB56F0C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C1B4635-01B6-E961-9133-01AE857AD3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rgbClr val="FFFF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F6874E-17A3-9FFE-E2F1-E79510436EEA}"/>
              </a:ext>
            </a:extLst>
          </p:cNvPr>
          <p:cNvSpPr txBox="1"/>
          <p:nvPr/>
        </p:nvSpPr>
        <p:spPr>
          <a:xfrm>
            <a:off x="2255810" y="2644170"/>
            <a:ext cx="118668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Binary Search</a:t>
            </a:r>
            <a:endParaRPr lang="en-IN" sz="96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8661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E104E-1A1C-DDC2-5539-DD34EECE9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FB2352-720C-10D9-9B58-6859293CE8AD}"/>
              </a:ext>
            </a:extLst>
          </p:cNvPr>
          <p:cNvSpPr/>
          <p:nvPr/>
        </p:nvSpPr>
        <p:spPr>
          <a:xfrm>
            <a:off x="-2082800" y="-619760"/>
            <a:ext cx="18420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B11A087-6215-D80A-0459-0A484259FD4F}"/>
              </a:ext>
            </a:extLst>
          </p:cNvPr>
          <p:cNvSpPr/>
          <p:nvPr/>
        </p:nvSpPr>
        <p:spPr>
          <a:xfrm>
            <a:off x="3187703" y="-215446"/>
            <a:ext cx="4477795" cy="74755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b="1" dirty="0"/>
              <a:t>2    4    6    8    10    12   14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4E8B152-59E2-19B8-F967-E9AC746550F1}"/>
              </a:ext>
            </a:extLst>
          </p:cNvPr>
          <p:cNvSpPr/>
          <p:nvPr/>
        </p:nvSpPr>
        <p:spPr>
          <a:xfrm>
            <a:off x="11039383" y="0"/>
            <a:ext cx="5181600" cy="3266443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  if (</a:t>
            </a:r>
            <a:r>
              <a:rPr lang="en-US" dirty="0" err="1"/>
              <a:t>arr</a:t>
            </a:r>
            <a:r>
              <a:rPr lang="en-US" dirty="0"/>
              <a:t>[mid] == key)</a:t>
            </a:r>
          </a:p>
          <a:p>
            <a:r>
              <a:rPr lang="en-US" dirty="0"/>
              <a:t>        return true;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    if (key &lt; </a:t>
            </a:r>
            <a:r>
              <a:rPr lang="en-US" dirty="0" err="1"/>
              <a:t>arr</a:t>
            </a:r>
            <a:r>
              <a:rPr lang="en-US" dirty="0"/>
              <a:t>[mid])</a:t>
            </a:r>
          </a:p>
          <a:p>
            <a:r>
              <a:rPr lang="en-US" dirty="0"/>
              <a:t>        return </a:t>
            </a:r>
            <a:r>
              <a:rPr lang="en-US" dirty="0" err="1"/>
              <a:t>binarySearch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 start, mid - 1, key);</a:t>
            </a:r>
          </a:p>
          <a:p>
            <a:r>
              <a:rPr lang="en-US" dirty="0"/>
              <a:t>    else</a:t>
            </a:r>
          </a:p>
          <a:p>
            <a:r>
              <a:rPr lang="en-US" dirty="0"/>
              <a:t>        return </a:t>
            </a:r>
            <a:r>
              <a:rPr lang="en-US" dirty="0" err="1"/>
              <a:t>binarySearch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 mid + 1, end, key);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62B1AD-C3A0-B953-B0FC-A5BF86DD2595}"/>
              </a:ext>
            </a:extLst>
          </p:cNvPr>
          <p:cNvSpPr txBox="1"/>
          <p:nvPr/>
        </p:nvSpPr>
        <p:spPr>
          <a:xfrm>
            <a:off x="12606788" y="-534168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FFDE7D-187C-1C74-E876-3BAFF44B1CD5}"/>
              </a:ext>
            </a:extLst>
          </p:cNvPr>
          <p:cNvSpPr txBox="1"/>
          <p:nvPr/>
        </p:nvSpPr>
        <p:spPr>
          <a:xfrm>
            <a:off x="7871556" y="-103281"/>
            <a:ext cx="1927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Key = 10</a:t>
            </a:r>
          </a:p>
        </p:txBody>
      </p:sp>
    </p:spTree>
    <p:extLst>
      <p:ext uri="{BB962C8B-B14F-4D97-AF65-F5344CB8AC3E}">
        <p14:creationId xmlns:p14="http://schemas.microsoft.com/office/powerpoint/2010/main" val="4056609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D799A-D021-D2DB-D4BD-EFD0E5536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3CFED89-2F98-2101-4A80-11355FCF49C9}"/>
              </a:ext>
            </a:extLst>
          </p:cNvPr>
          <p:cNvSpPr/>
          <p:nvPr/>
        </p:nvSpPr>
        <p:spPr>
          <a:xfrm>
            <a:off x="-2082800" y="-619760"/>
            <a:ext cx="18420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A372096-2614-E40F-3245-6DED4CC021EA}"/>
              </a:ext>
            </a:extLst>
          </p:cNvPr>
          <p:cNvSpPr/>
          <p:nvPr/>
        </p:nvSpPr>
        <p:spPr>
          <a:xfrm>
            <a:off x="3187703" y="-215446"/>
            <a:ext cx="4477795" cy="74755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b="1" dirty="0"/>
              <a:t>2    4    6    8    10    12   14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17A5A85-CAB3-C446-CCC7-0CA4D240B0F8}"/>
              </a:ext>
            </a:extLst>
          </p:cNvPr>
          <p:cNvSpPr/>
          <p:nvPr/>
        </p:nvSpPr>
        <p:spPr>
          <a:xfrm>
            <a:off x="11039383" y="0"/>
            <a:ext cx="5181600" cy="3266443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  if (</a:t>
            </a:r>
            <a:r>
              <a:rPr lang="en-US" dirty="0" err="1"/>
              <a:t>arr</a:t>
            </a:r>
            <a:r>
              <a:rPr lang="en-US" dirty="0"/>
              <a:t>[mid] == key)</a:t>
            </a:r>
          </a:p>
          <a:p>
            <a:r>
              <a:rPr lang="en-US" dirty="0"/>
              <a:t>        return true;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    if (key &lt; </a:t>
            </a:r>
            <a:r>
              <a:rPr lang="en-US" dirty="0" err="1"/>
              <a:t>arr</a:t>
            </a:r>
            <a:r>
              <a:rPr lang="en-US" dirty="0"/>
              <a:t>[mid])</a:t>
            </a:r>
          </a:p>
          <a:p>
            <a:r>
              <a:rPr lang="en-US" dirty="0"/>
              <a:t>        return </a:t>
            </a:r>
            <a:r>
              <a:rPr lang="en-US" dirty="0" err="1"/>
              <a:t>binarySearch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 start, mid - 1, key);</a:t>
            </a:r>
          </a:p>
          <a:p>
            <a:r>
              <a:rPr lang="en-US" dirty="0"/>
              <a:t>    else</a:t>
            </a:r>
          </a:p>
          <a:p>
            <a:r>
              <a:rPr lang="en-US" dirty="0"/>
              <a:t>        return </a:t>
            </a:r>
            <a:r>
              <a:rPr lang="en-US" dirty="0" err="1"/>
              <a:t>binarySearch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 mid + 1, end, key);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29F4AF-2DA6-01F6-2E12-29E694748C62}"/>
              </a:ext>
            </a:extLst>
          </p:cNvPr>
          <p:cNvSpPr txBox="1"/>
          <p:nvPr/>
        </p:nvSpPr>
        <p:spPr>
          <a:xfrm>
            <a:off x="12606788" y="-534168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F7F053-1222-F87B-CA41-398895012C48}"/>
              </a:ext>
            </a:extLst>
          </p:cNvPr>
          <p:cNvSpPr txBox="1"/>
          <p:nvPr/>
        </p:nvSpPr>
        <p:spPr>
          <a:xfrm>
            <a:off x="7871556" y="-103281"/>
            <a:ext cx="1927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Key = 10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0CE3686-8ECC-FB36-64AE-2672F2D7BD40}"/>
              </a:ext>
            </a:extLst>
          </p:cNvPr>
          <p:cNvCxnSpPr>
            <a:cxnSpLocks/>
          </p:cNvCxnSpPr>
          <p:nvPr/>
        </p:nvCxnSpPr>
        <p:spPr>
          <a:xfrm>
            <a:off x="-1545717" y="232955"/>
            <a:ext cx="4602426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DCB7533-AFA3-866A-6BFD-F97730621191}"/>
              </a:ext>
            </a:extLst>
          </p:cNvPr>
          <p:cNvCxnSpPr>
            <a:cxnSpLocks/>
          </p:cNvCxnSpPr>
          <p:nvPr/>
        </p:nvCxnSpPr>
        <p:spPr>
          <a:xfrm>
            <a:off x="-1545717" y="238487"/>
            <a:ext cx="0" cy="109791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7CF9A42-5A0D-B0D5-E1C3-B98370E151AE}"/>
              </a:ext>
            </a:extLst>
          </p:cNvPr>
          <p:cNvCxnSpPr>
            <a:cxnSpLocks/>
          </p:cNvCxnSpPr>
          <p:nvPr/>
        </p:nvCxnSpPr>
        <p:spPr>
          <a:xfrm>
            <a:off x="-1545717" y="1336398"/>
            <a:ext cx="105329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731E9F7-3A97-BF36-48BC-2E923B5772FF}"/>
              </a:ext>
            </a:extLst>
          </p:cNvPr>
          <p:cNvSpPr/>
          <p:nvPr/>
        </p:nvSpPr>
        <p:spPr>
          <a:xfrm>
            <a:off x="-410726" y="1085671"/>
            <a:ext cx="3292190" cy="499150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/>
              <a:t>2    4    6    8    10    12   14</a:t>
            </a:r>
          </a:p>
        </p:txBody>
      </p:sp>
    </p:spTree>
    <p:extLst>
      <p:ext uri="{BB962C8B-B14F-4D97-AF65-F5344CB8AC3E}">
        <p14:creationId xmlns:p14="http://schemas.microsoft.com/office/powerpoint/2010/main" val="3016184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BA02D-13FE-A406-BC9E-0D7F232B6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4A2202-9C08-74F3-0BAF-ECA3020F560E}"/>
              </a:ext>
            </a:extLst>
          </p:cNvPr>
          <p:cNvSpPr/>
          <p:nvPr/>
        </p:nvSpPr>
        <p:spPr>
          <a:xfrm>
            <a:off x="-2082800" y="-619760"/>
            <a:ext cx="18420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3C50001-1088-7448-BE55-33525DF85E95}"/>
              </a:ext>
            </a:extLst>
          </p:cNvPr>
          <p:cNvSpPr/>
          <p:nvPr/>
        </p:nvSpPr>
        <p:spPr>
          <a:xfrm>
            <a:off x="3187703" y="-215446"/>
            <a:ext cx="4477795" cy="74755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b="1" dirty="0"/>
              <a:t>2    4    6    8    10    12   14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D1E931C-00FC-C608-B3BF-29BFB955A873}"/>
              </a:ext>
            </a:extLst>
          </p:cNvPr>
          <p:cNvSpPr/>
          <p:nvPr/>
        </p:nvSpPr>
        <p:spPr>
          <a:xfrm>
            <a:off x="11039383" y="0"/>
            <a:ext cx="5181600" cy="3266443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  if (</a:t>
            </a:r>
            <a:r>
              <a:rPr lang="en-US" dirty="0" err="1"/>
              <a:t>arr</a:t>
            </a:r>
            <a:r>
              <a:rPr lang="en-US" dirty="0"/>
              <a:t>[mid] == key)</a:t>
            </a:r>
          </a:p>
          <a:p>
            <a:r>
              <a:rPr lang="en-US" dirty="0"/>
              <a:t>        return true;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    if (key &lt; </a:t>
            </a:r>
            <a:r>
              <a:rPr lang="en-US" dirty="0" err="1"/>
              <a:t>arr</a:t>
            </a:r>
            <a:r>
              <a:rPr lang="en-US" dirty="0"/>
              <a:t>[mid])</a:t>
            </a:r>
          </a:p>
          <a:p>
            <a:r>
              <a:rPr lang="en-US" dirty="0"/>
              <a:t>        return </a:t>
            </a:r>
            <a:r>
              <a:rPr lang="en-US" dirty="0" err="1"/>
              <a:t>binarySearch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 start, mid - 1, key);</a:t>
            </a:r>
          </a:p>
          <a:p>
            <a:r>
              <a:rPr lang="en-US" dirty="0"/>
              <a:t>    else</a:t>
            </a:r>
          </a:p>
          <a:p>
            <a:r>
              <a:rPr lang="en-US" dirty="0"/>
              <a:t>        return </a:t>
            </a:r>
            <a:r>
              <a:rPr lang="en-US" dirty="0" err="1"/>
              <a:t>binarySearch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 mid + 1, end, key);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922EC4-1255-C412-EDDA-9571E678C51B}"/>
              </a:ext>
            </a:extLst>
          </p:cNvPr>
          <p:cNvSpPr txBox="1"/>
          <p:nvPr/>
        </p:nvSpPr>
        <p:spPr>
          <a:xfrm>
            <a:off x="12606788" y="-534168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6DADDD-36E1-74DE-3EE9-7057E0FA16E8}"/>
              </a:ext>
            </a:extLst>
          </p:cNvPr>
          <p:cNvSpPr txBox="1"/>
          <p:nvPr/>
        </p:nvSpPr>
        <p:spPr>
          <a:xfrm>
            <a:off x="7871556" y="-103281"/>
            <a:ext cx="1927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Key = 10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223A28C-C1E6-0F5E-FA64-EDC7CEAF150C}"/>
              </a:ext>
            </a:extLst>
          </p:cNvPr>
          <p:cNvCxnSpPr>
            <a:cxnSpLocks/>
          </p:cNvCxnSpPr>
          <p:nvPr/>
        </p:nvCxnSpPr>
        <p:spPr>
          <a:xfrm>
            <a:off x="-1545717" y="232955"/>
            <a:ext cx="4602426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C6A8B87-5318-1251-9AD4-78251F6AB7A0}"/>
              </a:ext>
            </a:extLst>
          </p:cNvPr>
          <p:cNvCxnSpPr>
            <a:cxnSpLocks/>
          </p:cNvCxnSpPr>
          <p:nvPr/>
        </p:nvCxnSpPr>
        <p:spPr>
          <a:xfrm>
            <a:off x="-1545717" y="238487"/>
            <a:ext cx="0" cy="109791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17A81EE-DAED-53BA-AFD0-4A6FDFA3A91B}"/>
              </a:ext>
            </a:extLst>
          </p:cNvPr>
          <p:cNvCxnSpPr>
            <a:cxnSpLocks/>
          </p:cNvCxnSpPr>
          <p:nvPr/>
        </p:nvCxnSpPr>
        <p:spPr>
          <a:xfrm>
            <a:off x="-1545717" y="1336398"/>
            <a:ext cx="105329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351979C-E3D3-C89A-597B-C12C6157ACEB}"/>
              </a:ext>
            </a:extLst>
          </p:cNvPr>
          <p:cNvSpPr/>
          <p:nvPr/>
        </p:nvSpPr>
        <p:spPr>
          <a:xfrm>
            <a:off x="-410726" y="1085671"/>
            <a:ext cx="3292190" cy="499150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/>
              <a:t>2    4    6    8    10    12   14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AE3C58-5670-812E-6303-EB672BAE3D72}"/>
              </a:ext>
            </a:extLst>
          </p:cNvPr>
          <p:cNvSpPr txBox="1"/>
          <p:nvPr/>
        </p:nvSpPr>
        <p:spPr>
          <a:xfrm>
            <a:off x="3056709" y="1298461"/>
            <a:ext cx="9215844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</a:t>
            </a: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DF3109-987B-B32D-81DD-3C7925578F8C}"/>
              </a:ext>
            </a:extLst>
          </p:cNvPr>
          <p:cNvSpPr txBox="1"/>
          <p:nvPr/>
        </p:nvSpPr>
        <p:spPr>
          <a:xfrm>
            <a:off x="-585972" y="716339"/>
            <a:ext cx="346742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 0       1      2      3        4         5          6</a:t>
            </a:r>
          </a:p>
        </p:txBody>
      </p:sp>
    </p:spTree>
    <p:extLst>
      <p:ext uri="{BB962C8B-B14F-4D97-AF65-F5344CB8AC3E}">
        <p14:creationId xmlns:p14="http://schemas.microsoft.com/office/powerpoint/2010/main" val="2222982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CB285-14AA-79BB-6F0F-6C2F91F89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13CAA35-12EA-78B2-77E3-70D37BC2121D}"/>
              </a:ext>
            </a:extLst>
          </p:cNvPr>
          <p:cNvSpPr/>
          <p:nvPr/>
        </p:nvSpPr>
        <p:spPr>
          <a:xfrm>
            <a:off x="-2082800" y="-619760"/>
            <a:ext cx="18420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2B25959-6B9E-E969-FB46-CCBDD5D123D9}"/>
              </a:ext>
            </a:extLst>
          </p:cNvPr>
          <p:cNvSpPr/>
          <p:nvPr/>
        </p:nvSpPr>
        <p:spPr>
          <a:xfrm>
            <a:off x="3187703" y="-215446"/>
            <a:ext cx="4477795" cy="74755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b="1" dirty="0"/>
              <a:t>2    4    6    8    10    12   14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A44EFA7-E74D-C6C7-510A-44DCFAECE0CB}"/>
              </a:ext>
            </a:extLst>
          </p:cNvPr>
          <p:cNvSpPr/>
          <p:nvPr/>
        </p:nvSpPr>
        <p:spPr>
          <a:xfrm>
            <a:off x="11039383" y="0"/>
            <a:ext cx="5181600" cy="3266443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  if (</a:t>
            </a:r>
            <a:r>
              <a:rPr lang="en-US" dirty="0" err="1"/>
              <a:t>arr</a:t>
            </a:r>
            <a:r>
              <a:rPr lang="en-US" dirty="0"/>
              <a:t>[mid] == key)</a:t>
            </a:r>
          </a:p>
          <a:p>
            <a:r>
              <a:rPr lang="en-US" dirty="0"/>
              <a:t>        return true;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    if (key &lt; </a:t>
            </a:r>
            <a:r>
              <a:rPr lang="en-US" dirty="0" err="1"/>
              <a:t>arr</a:t>
            </a:r>
            <a:r>
              <a:rPr lang="en-US" dirty="0"/>
              <a:t>[mid])</a:t>
            </a:r>
          </a:p>
          <a:p>
            <a:r>
              <a:rPr lang="en-US" dirty="0"/>
              <a:t>        return </a:t>
            </a:r>
            <a:r>
              <a:rPr lang="en-US" dirty="0" err="1"/>
              <a:t>binarySearch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 start, mid - 1, key);</a:t>
            </a:r>
          </a:p>
          <a:p>
            <a:r>
              <a:rPr lang="en-US" dirty="0"/>
              <a:t>    else</a:t>
            </a:r>
          </a:p>
          <a:p>
            <a:r>
              <a:rPr lang="en-US" dirty="0"/>
              <a:t>        return </a:t>
            </a:r>
            <a:r>
              <a:rPr lang="en-US" dirty="0" err="1"/>
              <a:t>binarySearch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 mid + 1, end, key);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034932-7B0A-3176-CBFE-DE5628487541}"/>
              </a:ext>
            </a:extLst>
          </p:cNvPr>
          <p:cNvSpPr txBox="1"/>
          <p:nvPr/>
        </p:nvSpPr>
        <p:spPr>
          <a:xfrm>
            <a:off x="12606788" y="-534168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29F1D0-0658-E78B-AC55-1C3CAF137BD8}"/>
              </a:ext>
            </a:extLst>
          </p:cNvPr>
          <p:cNvSpPr txBox="1"/>
          <p:nvPr/>
        </p:nvSpPr>
        <p:spPr>
          <a:xfrm>
            <a:off x="7871556" y="-103281"/>
            <a:ext cx="1927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Key = 10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EEF9F98-68F4-14FF-55A3-FF054EC14670}"/>
              </a:ext>
            </a:extLst>
          </p:cNvPr>
          <p:cNvCxnSpPr>
            <a:cxnSpLocks/>
          </p:cNvCxnSpPr>
          <p:nvPr/>
        </p:nvCxnSpPr>
        <p:spPr>
          <a:xfrm>
            <a:off x="-1545717" y="232955"/>
            <a:ext cx="4602426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B8A6CEB-D047-BAB5-319C-BFE82913FB6E}"/>
              </a:ext>
            </a:extLst>
          </p:cNvPr>
          <p:cNvCxnSpPr>
            <a:cxnSpLocks/>
          </p:cNvCxnSpPr>
          <p:nvPr/>
        </p:nvCxnSpPr>
        <p:spPr>
          <a:xfrm>
            <a:off x="-1545717" y="238487"/>
            <a:ext cx="0" cy="109791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861A643-E42E-667B-0B40-DD2129736A4F}"/>
              </a:ext>
            </a:extLst>
          </p:cNvPr>
          <p:cNvCxnSpPr>
            <a:cxnSpLocks/>
          </p:cNvCxnSpPr>
          <p:nvPr/>
        </p:nvCxnSpPr>
        <p:spPr>
          <a:xfrm>
            <a:off x="-1545717" y="1336398"/>
            <a:ext cx="105329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5785C4F-A4CF-0C80-E708-AB5B64D23EC1}"/>
              </a:ext>
            </a:extLst>
          </p:cNvPr>
          <p:cNvSpPr/>
          <p:nvPr/>
        </p:nvSpPr>
        <p:spPr>
          <a:xfrm>
            <a:off x="-410726" y="1085671"/>
            <a:ext cx="3292190" cy="499150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/>
              <a:t>2    4    6    8    10    12   14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061BEB-1785-BFB3-18E1-64993FB3C321}"/>
              </a:ext>
            </a:extLst>
          </p:cNvPr>
          <p:cNvSpPr txBox="1"/>
          <p:nvPr/>
        </p:nvSpPr>
        <p:spPr>
          <a:xfrm>
            <a:off x="3056709" y="1298461"/>
            <a:ext cx="9215844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 </a:t>
            </a:r>
            <a:r>
              <a:rPr lang="en-US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  0 + (6-0)/2 = 3  </a:t>
            </a: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899F2A-E71F-2874-976D-AA51059EAD27}"/>
              </a:ext>
            </a:extLst>
          </p:cNvPr>
          <p:cNvSpPr txBox="1"/>
          <p:nvPr/>
        </p:nvSpPr>
        <p:spPr>
          <a:xfrm>
            <a:off x="-585972" y="716339"/>
            <a:ext cx="346742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 0       1      2      </a:t>
            </a:r>
            <a:r>
              <a:rPr lang="en-IN" b="1" dirty="0">
                <a:solidFill>
                  <a:schemeClr val="accent6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       4         5          6</a:t>
            </a:r>
          </a:p>
        </p:txBody>
      </p:sp>
    </p:spTree>
    <p:extLst>
      <p:ext uri="{BB962C8B-B14F-4D97-AF65-F5344CB8AC3E}">
        <p14:creationId xmlns:p14="http://schemas.microsoft.com/office/powerpoint/2010/main" val="2914000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3D00E-74A6-DB9E-BFA9-D16F98FE9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7B9C909-25EB-FAFA-19F4-CB86CEFF1035}"/>
              </a:ext>
            </a:extLst>
          </p:cNvPr>
          <p:cNvSpPr/>
          <p:nvPr/>
        </p:nvSpPr>
        <p:spPr>
          <a:xfrm>
            <a:off x="-2082800" y="-619760"/>
            <a:ext cx="18420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75F75A3-0FE6-29C3-4028-5D962054A1DA}"/>
              </a:ext>
            </a:extLst>
          </p:cNvPr>
          <p:cNvSpPr/>
          <p:nvPr/>
        </p:nvSpPr>
        <p:spPr>
          <a:xfrm>
            <a:off x="3187703" y="-215446"/>
            <a:ext cx="4477795" cy="74755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b="1" dirty="0"/>
              <a:t>2    4    6    8    10    12   14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002C131-5191-7B43-3823-F35868F35E54}"/>
              </a:ext>
            </a:extLst>
          </p:cNvPr>
          <p:cNvSpPr/>
          <p:nvPr/>
        </p:nvSpPr>
        <p:spPr>
          <a:xfrm>
            <a:off x="11039383" y="0"/>
            <a:ext cx="5181600" cy="3266443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  if (</a:t>
            </a:r>
            <a:r>
              <a:rPr lang="en-US" dirty="0" err="1"/>
              <a:t>arr</a:t>
            </a:r>
            <a:r>
              <a:rPr lang="en-US" dirty="0"/>
              <a:t>[mid] == key)</a:t>
            </a:r>
          </a:p>
          <a:p>
            <a:r>
              <a:rPr lang="en-US" dirty="0"/>
              <a:t>        return true;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    if (key &lt; </a:t>
            </a:r>
            <a:r>
              <a:rPr lang="en-US" dirty="0" err="1"/>
              <a:t>arr</a:t>
            </a:r>
            <a:r>
              <a:rPr lang="en-US" dirty="0"/>
              <a:t>[mid])</a:t>
            </a:r>
          </a:p>
          <a:p>
            <a:r>
              <a:rPr lang="en-US" dirty="0"/>
              <a:t>        return </a:t>
            </a:r>
            <a:r>
              <a:rPr lang="en-US" dirty="0" err="1"/>
              <a:t>binarySearch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 start, mid - 1, key);</a:t>
            </a:r>
          </a:p>
          <a:p>
            <a:r>
              <a:rPr lang="en-US" dirty="0"/>
              <a:t>    else</a:t>
            </a:r>
          </a:p>
          <a:p>
            <a:r>
              <a:rPr lang="en-US" dirty="0"/>
              <a:t>        return </a:t>
            </a:r>
            <a:r>
              <a:rPr lang="en-US" dirty="0" err="1"/>
              <a:t>binarySearch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 mid + 1, end, key);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DDB1D2-A5BC-0E1D-9F96-2C6B00211843}"/>
              </a:ext>
            </a:extLst>
          </p:cNvPr>
          <p:cNvSpPr txBox="1"/>
          <p:nvPr/>
        </p:nvSpPr>
        <p:spPr>
          <a:xfrm>
            <a:off x="12606788" y="-534168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106FB8-B71C-7915-50C0-3C96C0906105}"/>
              </a:ext>
            </a:extLst>
          </p:cNvPr>
          <p:cNvSpPr txBox="1"/>
          <p:nvPr/>
        </p:nvSpPr>
        <p:spPr>
          <a:xfrm>
            <a:off x="7871556" y="-103281"/>
            <a:ext cx="1927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Key = 10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004D4-C30E-DE93-2E7A-84BF511925EF}"/>
              </a:ext>
            </a:extLst>
          </p:cNvPr>
          <p:cNvCxnSpPr>
            <a:cxnSpLocks/>
          </p:cNvCxnSpPr>
          <p:nvPr/>
        </p:nvCxnSpPr>
        <p:spPr>
          <a:xfrm>
            <a:off x="-1545717" y="232955"/>
            <a:ext cx="4602426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3F05B3B-2F03-7212-9D1F-EA6C775094DF}"/>
              </a:ext>
            </a:extLst>
          </p:cNvPr>
          <p:cNvCxnSpPr>
            <a:cxnSpLocks/>
          </p:cNvCxnSpPr>
          <p:nvPr/>
        </p:nvCxnSpPr>
        <p:spPr>
          <a:xfrm>
            <a:off x="-1545717" y="238487"/>
            <a:ext cx="0" cy="109791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147C352-84C1-CBF6-4578-B9B532AA9334}"/>
              </a:ext>
            </a:extLst>
          </p:cNvPr>
          <p:cNvCxnSpPr>
            <a:cxnSpLocks/>
          </p:cNvCxnSpPr>
          <p:nvPr/>
        </p:nvCxnSpPr>
        <p:spPr>
          <a:xfrm>
            <a:off x="-1545717" y="1336398"/>
            <a:ext cx="105329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A662C28-2DC4-7448-2550-1545645E05EE}"/>
              </a:ext>
            </a:extLst>
          </p:cNvPr>
          <p:cNvSpPr/>
          <p:nvPr/>
        </p:nvSpPr>
        <p:spPr>
          <a:xfrm>
            <a:off x="-410726" y="1085671"/>
            <a:ext cx="3292190" cy="499150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/>
              <a:t>2    4    6    8    10    12   14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B2C948-EC20-8A9C-6818-98EC82E27318}"/>
              </a:ext>
            </a:extLst>
          </p:cNvPr>
          <p:cNvSpPr txBox="1"/>
          <p:nvPr/>
        </p:nvSpPr>
        <p:spPr>
          <a:xfrm>
            <a:off x="3056709" y="1298461"/>
            <a:ext cx="9215844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 </a:t>
            </a:r>
            <a:r>
              <a:rPr lang="en-US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  0 + (6-0)/2 = 3  </a:t>
            </a: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DF7456-A6CA-51ED-BBBE-E5C185A683F2}"/>
              </a:ext>
            </a:extLst>
          </p:cNvPr>
          <p:cNvSpPr txBox="1"/>
          <p:nvPr/>
        </p:nvSpPr>
        <p:spPr>
          <a:xfrm>
            <a:off x="-585972" y="716339"/>
            <a:ext cx="346742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 0       1      2      </a:t>
            </a:r>
            <a:r>
              <a:rPr lang="en-IN" b="1" dirty="0">
                <a:solidFill>
                  <a:schemeClr val="accent6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       4         5          6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407C51C-3D6C-D170-CDF2-34B175406B48}"/>
              </a:ext>
            </a:extLst>
          </p:cNvPr>
          <p:cNvSpPr/>
          <p:nvPr/>
        </p:nvSpPr>
        <p:spPr>
          <a:xfrm>
            <a:off x="3056703" y="708887"/>
            <a:ext cx="1505141" cy="499150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</a:t>
            </a:r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[mid] =  8</a:t>
            </a:r>
          </a:p>
        </p:txBody>
      </p:sp>
    </p:spTree>
    <p:extLst>
      <p:ext uri="{BB962C8B-B14F-4D97-AF65-F5344CB8AC3E}">
        <p14:creationId xmlns:p14="http://schemas.microsoft.com/office/powerpoint/2010/main" val="1342561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93362-4AF4-0BE1-F6DF-63C1C56EE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8FF3E0-6FD5-870B-AA7E-A4B6E00F884E}"/>
              </a:ext>
            </a:extLst>
          </p:cNvPr>
          <p:cNvSpPr/>
          <p:nvPr/>
        </p:nvSpPr>
        <p:spPr>
          <a:xfrm>
            <a:off x="-2082800" y="-619760"/>
            <a:ext cx="18420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7FF46DC-BF0A-5B3A-5041-8CAE97790195}"/>
              </a:ext>
            </a:extLst>
          </p:cNvPr>
          <p:cNvSpPr/>
          <p:nvPr/>
        </p:nvSpPr>
        <p:spPr>
          <a:xfrm>
            <a:off x="3187703" y="-215446"/>
            <a:ext cx="4477795" cy="74755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b="1" dirty="0"/>
              <a:t>2    4    6    8    10    12   14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CDEFD7E-851B-F0EE-7BA5-D6222BCA5838}"/>
              </a:ext>
            </a:extLst>
          </p:cNvPr>
          <p:cNvSpPr/>
          <p:nvPr/>
        </p:nvSpPr>
        <p:spPr>
          <a:xfrm>
            <a:off x="11039383" y="0"/>
            <a:ext cx="5181600" cy="3266443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  if (</a:t>
            </a:r>
            <a:r>
              <a:rPr lang="en-US" dirty="0" err="1"/>
              <a:t>arr</a:t>
            </a:r>
            <a:r>
              <a:rPr lang="en-US" dirty="0"/>
              <a:t>[mid] == key)</a:t>
            </a:r>
          </a:p>
          <a:p>
            <a:r>
              <a:rPr lang="en-US" dirty="0"/>
              <a:t>        return true;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    if (key &lt; </a:t>
            </a:r>
            <a:r>
              <a:rPr lang="en-US" dirty="0" err="1"/>
              <a:t>arr</a:t>
            </a:r>
            <a:r>
              <a:rPr lang="en-US" dirty="0"/>
              <a:t>[mid])</a:t>
            </a:r>
          </a:p>
          <a:p>
            <a:r>
              <a:rPr lang="en-US" dirty="0"/>
              <a:t>        return </a:t>
            </a:r>
            <a:r>
              <a:rPr lang="en-US" dirty="0" err="1"/>
              <a:t>binarySearch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 start, mid - 1, key);</a:t>
            </a:r>
          </a:p>
          <a:p>
            <a:r>
              <a:rPr lang="en-US" dirty="0"/>
              <a:t>    else</a:t>
            </a:r>
          </a:p>
          <a:p>
            <a:r>
              <a:rPr lang="en-US" dirty="0"/>
              <a:t>        return </a:t>
            </a:r>
            <a:r>
              <a:rPr lang="en-US" dirty="0" err="1"/>
              <a:t>binarySearch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 mid + 1, end, key);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C870D2-9A0C-F287-A5B5-A9751ECB234E}"/>
              </a:ext>
            </a:extLst>
          </p:cNvPr>
          <p:cNvSpPr txBox="1"/>
          <p:nvPr/>
        </p:nvSpPr>
        <p:spPr>
          <a:xfrm>
            <a:off x="12606788" y="-534168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2B1002-1461-B8F6-C8B3-D3A2BEB6509E}"/>
              </a:ext>
            </a:extLst>
          </p:cNvPr>
          <p:cNvSpPr txBox="1"/>
          <p:nvPr/>
        </p:nvSpPr>
        <p:spPr>
          <a:xfrm>
            <a:off x="7871556" y="-103281"/>
            <a:ext cx="1927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Key = 10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0BDA77-CFBA-04F8-B0EF-0D0050242586}"/>
              </a:ext>
            </a:extLst>
          </p:cNvPr>
          <p:cNvCxnSpPr>
            <a:cxnSpLocks/>
          </p:cNvCxnSpPr>
          <p:nvPr/>
        </p:nvCxnSpPr>
        <p:spPr>
          <a:xfrm>
            <a:off x="-1545717" y="232955"/>
            <a:ext cx="4602426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8BBA7C4-4D72-A25C-571A-1761A392395B}"/>
              </a:ext>
            </a:extLst>
          </p:cNvPr>
          <p:cNvCxnSpPr>
            <a:cxnSpLocks/>
          </p:cNvCxnSpPr>
          <p:nvPr/>
        </p:nvCxnSpPr>
        <p:spPr>
          <a:xfrm>
            <a:off x="-1545717" y="238487"/>
            <a:ext cx="0" cy="109791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2FD5265-6914-C283-59B4-A4AE5DC05576}"/>
              </a:ext>
            </a:extLst>
          </p:cNvPr>
          <p:cNvCxnSpPr>
            <a:cxnSpLocks/>
          </p:cNvCxnSpPr>
          <p:nvPr/>
        </p:nvCxnSpPr>
        <p:spPr>
          <a:xfrm>
            <a:off x="-1545717" y="1336398"/>
            <a:ext cx="105329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538A305-0080-3C9C-3884-CFF9CD349EF2}"/>
              </a:ext>
            </a:extLst>
          </p:cNvPr>
          <p:cNvSpPr/>
          <p:nvPr/>
        </p:nvSpPr>
        <p:spPr>
          <a:xfrm>
            <a:off x="-410726" y="1085671"/>
            <a:ext cx="3292190" cy="499150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/>
              <a:t>2    4    6    8    10    12   14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ADECAD-A9D5-B56F-E0F4-5795531EBE2D}"/>
              </a:ext>
            </a:extLst>
          </p:cNvPr>
          <p:cNvSpPr txBox="1"/>
          <p:nvPr/>
        </p:nvSpPr>
        <p:spPr>
          <a:xfrm>
            <a:off x="3056709" y="1298461"/>
            <a:ext cx="9215844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 </a:t>
            </a:r>
            <a:r>
              <a:rPr lang="en-US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  0 + (6-0)/2 = 3  </a:t>
            </a: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8637FD-F20B-D21C-FA5C-4F647AD730C9}"/>
              </a:ext>
            </a:extLst>
          </p:cNvPr>
          <p:cNvSpPr txBox="1"/>
          <p:nvPr/>
        </p:nvSpPr>
        <p:spPr>
          <a:xfrm>
            <a:off x="-585972" y="716339"/>
            <a:ext cx="346742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 0       1      2      </a:t>
            </a:r>
            <a:r>
              <a:rPr lang="en-IN" b="1" dirty="0">
                <a:solidFill>
                  <a:schemeClr val="accent6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       4         5          6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F11CA1A-9CE2-99C2-48CF-D4A937A3937A}"/>
              </a:ext>
            </a:extLst>
          </p:cNvPr>
          <p:cNvSpPr/>
          <p:nvPr/>
        </p:nvSpPr>
        <p:spPr>
          <a:xfrm>
            <a:off x="3056703" y="708887"/>
            <a:ext cx="1505141" cy="499150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</a:t>
            </a:r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[mid] =  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7F6EEC-865A-9E6F-5610-1D2D2455C158}"/>
              </a:ext>
            </a:extLst>
          </p:cNvPr>
          <p:cNvSpPr txBox="1"/>
          <p:nvPr/>
        </p:nvSpPr>
        <p:spPr>
          <a:xfrm>
            <a:off x="-498346" y="1835568"/>
            <a:ext cx="346742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2"/>
                </a:solidFill>
              </a:rPr>
              <a:t>Start =  </a:t>
            </a:r>
            <a:r>
              <a:rPr lang="en-IN" b="1" dirty="0">
                <a:solidFill>
                  <a:srgbClr val="FFFF00"/>
                </a:solidFill>
              </a:rPr>
              <a:t>mid + 1 ||  </a:t>
            </a:r>
            <a:r>
              <a:rPr lang="en-IN" b="1" dirty="0">
                <a:solidFill>
                  <a:schemeClr val="accent6"/>
                </a:solidFill>
              </a:rPr>
              <a:t>3+1 = 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256A29-887B-93DC-570F-160F254BBC14}"/>
              </a:ext>
            </a:extLst>
          </p:cNvPr>
          <p:cNvSpPr txBox="1"/>
          <p:nvPr/>
        </p:nvSpPr>
        <p:spPr>
          <a:xfrm>
            <a:off x="2643811" y="1830566"/>
            <a:ext cx="346742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2"/>
                </a:solidFill>
              </a:rPr>
              <a:t>End =  </a:t>
            </a:r>
            <a:r>
              <a:rPr lang="en-IN" b="1" dirty="0">
                <a:solidFill>
                  <a:schemeClr val="accent6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894362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E2634-408F-21D0-E544-2CD53E6A8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F4891A1-BE5F-970A-B991-8579BD5405BD}"/>
              </a:ext>
            </a:extLst>
          </p:cNvPr>
          <p:cNvSpPr/>
          <p:nvPr/>
        </p:nvSpPr>
        <p:spPr>
          <a:xfrm>
            <a:off x="-2082800" y="-619760"/>
            <a:ext cx="18420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64EF829-A0A1-53B4-5DB4-C6ECE5C56E9C}"/>
              </a:ext>
            </a:extLst>
          </p:cNvPr>
          <p:cNvSpPr/>
          <p:nvPr/>
        </p:nvSpPr>
        <p:spPr>
          <a:xfrm>
            <a:off x="3187703" y="-215446"/>
            <a:ext cx="4477795" cy="74755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b="1" dirty="0"/>
              <a:t>2    4    6    8    10    12   14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6A8A671-6472-A9E7-BFAE-FA89C37CB91F}"/>
              </a:ext>
            </a:extLst>
          </p:cNvPr>
          <p:cNvSpPr/>
          <p:nvPr/>
        </p:nvSpPr>
        <p:spPr>
          <a:xfrm>
            <a:off x="11039383" y="0"/>
            <a:ext cx="5181600" cy="3266443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  if (</a:t>
            </a:r>
            <a:r>
              <a:rPr lang="en-US" dirty="0" err="1"/>
              <a:t>arr</a:t>
            </a:r>
            <a:r>
              <a:rPr lang="en-US" dirty="0"/>
              <a:t>[mid] == key)</a:t>
            </a:r>
          </a:p>
          <a:p>
            <a:r>
              <a:rPr lang="en-US" dirty="0"/>
              <a:t>        return true;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    if (key &lt; </a:t>
            </a:r>
            <a:r>
              <a:rPr lang="en-US" dirty="0" err="1"/>
              <a:t>arr</a:t>
            </a:r>
            <a:r>
              <a:rPr lang="en-US" dirty="0"/>
              <a:t>[mid])</a:t>
            </a:r>
          </a:p>
          <a:p>
            <a:r>
              <a:rPr lang="en-US" dirty="0"/>
              <a:t>        return </a:t>
            </a:r>
            <a:r>
              <a:rPr lang="en-US" dirty="0" err="1"/>
              <a:t>binarySearch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 start, mid - 1, key);</a:t>
            </a:r>
          </a:p>
          <a:p>
            <a:r>
              <a:rPr lang="en-US" dirty="0"/>
              <a:t>    else</a:t>
            </a:r>
          </a:p>
          <a:p>
            <a:r>
              <a:rPr lang="en-US" dirty="0"/>
              <a:t>        return </a:t>
            </a:r>
            <a:r>
              <a:rPr lang="en-US" dirty="0" err="1"/>
              <a:t>binarySearch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 mid + 1, end, key);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7A3F4A-4919-5F24-A34B-DB34EE769FCF}"/>
              </a:ext>
            </a:extLst>
          </p:cNvPr>
          <p:cNvSpPr txBox="1"/>
          <p:nvPr/>
        </p:nvSpPr>
        <p:spPr>
          <a:xfrm>
            <a:off x="12606788" y="-534168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0FF880-35DD-1C1B-E46B-499374B368B4}"/>
              </a:ext>
            </a:extLst>
          </p:cNvPr>
          <p:cNvSpPr txBox="1"/>
          <p:nvPr/>
        </p:nvSpPr>
        <p:spPr>
          <a:xfrm>
            <a:off x="7871556" y="-103281"/>
            <a:ext cx="1927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Key = 10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6662EEE-7A8A-3690-0050-56C71CAEF2A3}"/>
              </a:ext>
            </a:extLst>
          </p:cNvPr>
          <p:cNvCxnSpPr>
            <a:cxnSpLocks/>
          </p:cNvCxnSpPr>
          <p:nvPr/>
        </p:nvCxnSpPr>
        <p:spPr>
          <a:xfrm>
            <a:off x="-1545717" y="232955"/>
            <a:ext cx="4602426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4F3B6B0-BC38-0D60-8872-40D264D3DD7B}"/>
              </a:ext>
            </a:extLst>
          </p:cNvPr>
          <p:cNvCxnSpPr>
            <a:cxnSpLocks/>
          </p:cNvCxnSpPr>
          <p:nvPr/>
        </p:nvCxnSpPr>
        <p:spPr>
          <a:xfrm>
            <a:off x="-1545717" y="238487"/>
            <a:ext cx="0" cy="109791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A5C4CDA-A538-D301-668E-B58046856825}"/>
              </a:ext>
            </a:extLst>
          </p:cNvPr>
          <p:cNvCxnSpPr>
            <a:cxnSpLocks/>
          </p:cNvCxnSpPr>
          <p:nvPr/>
        </p:nvCxnSpPr>
        <p:spPr>
          <a:xfrm>
            <a:off x="-1545717" y="1336398"/>
            <a:ext cx="105329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5CEB032-EDBE-3BAA-3137-8F36701290BF}"/>
              </a:ext>
            </a:extLst>
          </p:cNvPr>
          <p:cNvSpPr/>
          <p:nvPr/>
        </p:nvSpPr>
        <p:spPr>
          <a:xfrm>
            <a:off x="-410726" y="1085671"/>
            <a:ext cx="3292190" cy="499150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/>
              <a:t>2    4    6    8    10    12   14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15E8BF-7DD5-B076-9781-1B72133C4E60}"/>
              </a:ext>
            </a:extLst>
          </p:cNvPr>
          <p:cNvSpPr txBox="1"/>
          <p:nvPr/>
        </p:nvSpPr>
        <p:spPr>
          <a:xfrm>
            <a:off x="3056709" y="1298461"/>
            <a:ext cx="9215844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 </a:t>
            </a:r>
            <a:r>
              <a:rPr lang="en-US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  0 + (6-0)/2 = 3  </a:t>
            </a: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7D4BFB-1A9F-6476-2B8B-7A5C8E2C341A}"/>
              </a:ext>
            </a:extLst>
          </p:cNvPr>
          <p:cNvSpPr txBox="1"/>
          <p:nvPr/>
        </p:nvSpPr>
        <p:spPr>
          <a:xfrm>
            <a:off x="-585972" y="716339"/>
            <a:ext cx="346742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 0       1      2      </a:t>
            </a:r>
            <a:r>
              <a:rPr lang="en-IN" b="1" dirty="0">
                <a:solidFill>
                  <a:schemeClr val="accent6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       4         5          6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E9BCB0A-9693-D247-1D91-AE133C4D728C}"/>
              </a:ext>
            </a:extLst>
          </p:cNvPr>
          <p:cNvSpPr/>
          <p:nvPr/>
        </p:nvSpPr>
        <p:spPr>
          <a:xfrm>
            <a:off x="3056703" y="708887"/>
            <a:ext cx="1505141" cy="499150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</a:t>
            </a:r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[mid] =  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E930CB-7D11-7D42-397D-6B780A2B249E}"/>
              </a:ext>
            </a:extLst>
          </p:cNvPr>
          <p:cNvSpPr txBox="1"/>
          <p:nvPr/>
        </p:nvSpPr>
        <p:spPr>
          <a:xfrm>
            <a:off x="-498346" y="1835568"/>
            <a:ext cx="346742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2"/>
                </a:solidFill>
              </a:rPr>
              <a:t>Start =  </a:t>
            </a:r>
            <a:r>
              <a:rPr lang="en-IN" b="1" dirty="0">
                <a:solidFill>
                  <a:srgbClr val="FFFF00"/>
                </a:solidFill>
              </a:rPr>
              <a:t>mid + 1 ||  </a:t>
            </a:r>
            <a:r>
              <a:rPr lang="en-IN" b="1" dirty="0">
                <a:solidFill>
                  <a:schemeClr val="accent6"/>
                </a:solidFill>
              </a:rPr>
              <a:t>3+1 = 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AE8D1D-D8CA-C4F6-ACDF-0450A9B9BB3B}"/>
              </a:ext>
            </a:extLst>
          </p:cNvPr>
          <p:cNvSpPr txBox="1"/>
          <p:nvPr/>
        </p:nvSpPr>
        <p:spPr>
          <a:xfrm>
            <a:off x="2643811" y="1830566"/>
            <a:ext cx="346742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2"/>
                </a:solidFill>
              </a:rPr>
              <a:t>End =  </a:t>
            </a:r>
            <a:r>
              <a:rPr lang="en-IN" b="1" dirty="0">
                <a:solidFill>
                  <a:schemeClr val="accent6"/>
                </a:solidFill>
              </a:rPr>
              <a:t>6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AEA3331-E3AC-162D-19AF-AC8C69A6DA4F}"/>
              </a:ext>
            </a:extLst>
          </p:cNvPr>
          <p:cNvCxnSpPr>
            <a:cxnSpLocks/>
          </p:cNvCxnSpPr>
          <p:nvPr/>
        </p:nvCxnSpPr>
        <p:spPr>
          <a:xfrm>
            <a:off x="1023312" y="2199878"/>
            <a:ext cx="0" cy="42575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ED3504C-0A54-365F-5892-EDAB109F6A4D}"/>
              </a:ext>
            </a:extLst>
          </p:cNvPr>
          <p:cNvSpPr/>
          <p:nvPr/>
        </p:nvSpPr>
        <p:spPr>
          <a:xfrm>
            <a:off x="304210" y="3043233"/>
            <a:ext cx="1687064" cy="499150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/>
              <a:t>10    12   14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9ECA82-B473-A697-22E9-C8F0C4DBC841}"/>
              </a:ext>
            </a:extLst>
          </p:cNvPr>
          <p:cNvSpPr txBox="1"/>
          <p:nvPr/>
        </p:nvSpPr>
        <p:spPr>
          <a:xfrm>
            <a:off x="439838" y="2683261"/>
            <a:ext cx="346742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4         5          6</a:t>
            </a:r>
          </a:p>
        </p:txBody>
      </p:sp>
    </p:spTree>
    <p:extLst>
      <p:ext uri="{BB962C8B-B14F-4D97-AF65-F5344CB8AC3E}">
        <p14:creationId xmlns:p14="http://schemas.microsoft.com/office/powerpoint/2010/main" val="1818780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DF8C7-5174-D5D6-5B1E-484AEE364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FE7C509-111F-332C-8E0A-7D3A923AB272}"/>
              </a:ext>
            </a:extLst>
          </p:cNvPr>
          <p:cNvSpPr/>
          <p:nvPr/>
        </p:nvSpPr>
        <p:spPr>
          <a:xfrm>
            <a:off x="-2082800" y="-619760"/>
            <a:ext cx="18420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CE99071-8F6E-051D-E15D-80FFA99FFEF5}"/>
              </a:ext>
            </a:extLst>
          </p:cNvPr>
          <p:cNvSpPr/>
          <p:nvPr/>
        </p:nvSpPr>
        <p:spPr>
          <a:xfrm>
            <a:off x="3187703" y="-215446"/>
            <a:ext cx="4477795" cy="74755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b="1" dirty="0"/>
              <a:t>2    4    6    8    10    12   14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6975619-E8E1-AC94-71F1-283286D2A55B}"/>
              </a:ext>
            </a:extLst>
          </p:cNvPr>
          <p:cNvSpPr/>
          <p:nvPr/>
        </p:nvSpPr>
        <p:spPr>
          <a:xfrm>
            <a:off x="11039383" y="0"/>
            <a:ext cx="5181600" cy="3266443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  if (</a:t>
            </a:r>
            <a:r>
              <a:rPr lang="en-US" dirty="0" err="1"/>
              <a:t>arr</a:t>
            </a:r>
            <a:r>
              <a:rPr lang="en-US" dirty="0"/>
              <a:t>[mid] == key)</a:t>
            </a:r>
          </a:p>
          <a:p>
            <a:r>
              <a:rPr lang="en-US" dirty="0"/>
              <a:t>        return true;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    if (key &lt; </a:t>
            </a:r>
            <a:r>
              <a:rPr lang="en-US" dirty="0" err="1"/>
              <a:t>arr</a:t>
            </a:r>
            <a:r>
              <a:rPr lang="en-US" dirty="0"/>
              <a:t>[mid])</a:t>
            </a:r>
          </a:p>
          <a:p>
            <a:r>
              <a:rPr lang="en-US" dirty="0"/>
              <a:t>        return </a:t>
            </a:r>
            <a:r>
              <a:rPr lang="en-US" dirty="0" err="1"/>
              <a:t>binarySearch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 start, mid - 1, key);</a:t>
            </a:r>
          </a:p>
          <a:p>
            <a:r>
              <a:rPr lang="en-US" dirty="0"/>
              <a:t>    else</a:t>
            </a:r>
          </a:p>
          <a:p>
            <a:r>
              <a:rPr lang="en-US" dirty="0"/>
              <a:t>        return </a:t>
            </a:r>
            <a:r>
              <a:rPr lang="en-US" dirty="0" err="1"/>
              <a:t>binarySearch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 mid + 1, end, key);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4AD0E7-3CBF-13F0-9839-9523FE84485E}"/>
              </a:ext>
            </a:extLst>
          </p:cNvPr>
          <p:cNvSpPr txBox="1"/>
          <p:nvPr/>
        </p:nvSpPr>
        <p:spPr>
          <a:xfrm>
            <a:off x="12606788" y="-534168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E32E7D-3CCB-E1B7-2A5D-60789AF31015}"/>
              </a:ext>
            </a:extLst>
          </p:cNvPr>
          <p:cNvSpPr txBox="1"/>
          <p:nvPr/>
        </p:nvSpPr>
        <p:spPr>
          <a:xfrm>
            <a:off x="7871556" y="-103281"/>
            <a:ext cx="1927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Key = 10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9ED7B9A-3A73-639C-666B-C3AAB7ED5317}"/>
              </a:ext>
            </a:extLst>
          </p:cNvPr>
          <p:cNvCxnSpPr>
            <a:cxnSpLocks/>
          </p:cNvCxnSpPr>
          <p:nvPr/>
        </p:nvCxnSpPr>
        <p:spPr>
          <a:xfrm>
            <a:off x="-1545717" y="232955"/>
            <a:ext cx="4602426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BDDE55C-FD51-DF4A-C7A3-CB984E90C98A}"/>
              </a:ext>
            </a:extLst>
          </p:cNvPr>
          <p:cNvCxnSpPr>
            <a:cxnSpLocks/>
          </p:cNvCxnSpPr>
          <p:nvPr/>
        </p:nvCxnSpPr>
        <p:spPr>
          <a:xfrm>
            <a:off x="-1545717" y="238487"/>
            <a:ext cx="0" cy="109791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2DA62EC-04F2-07CD-BC78-9890A1EF9555}"/>
              </a:ext>
            </a:extLst>
          </p:cNvPr>
          <p:cNvCxnSpPr>
            <a:cxnSpLocks/>
          </p:cNvCxnSpPr>
          <p:nvPr/>
        </p:nvCxnSpPr>
        <p:spPr>
          <a:xfrm>
            <a:off x="-1545717" y="1336398"/>
            <a:ext cx="105329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284F160-EBD9-E61A-75EE-3F3F645E5C90}"/>
              </a:ext>
            </a:extLst>
          </p:cNvPr>
          <p:cNvSpPr/>
          <p:nvPr/>
        </p:nvSpPr>
        <p:spPr>
          <a:xfrm>
            <a:off x="-410726" y="1085671"/>
            <a:ext cx="3292190" cy="499150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/>
              <a:t>2    4    6    8    10    12   14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633BB0-DEDA-C1BF-3935-BDB03E12BD20}"/>
              </a:ext>
            </a:extLst>
          </p:cNvPr>
          <p:cNvSpPr txBox="1"/>
          <p:nvPr/>
        </p:nvSpPr>
        <p:spPr>
          <a:xfrm>
            <a:off x="3056709" y="1298461"/>
            <a:ext cx="9215844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 </a:t>
            </a:r>
            <a:r>
              <a:rPr lang="en-US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  0 + (6-0)/2 = 3  </a:t>
            </a: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30A8FC-8FFA-F632-AC3B-8F8119CCF762}"/>
              </a:ext>
            </a:extLst>
          </p:cNvPr>
          <p:cNvSpPr txBox="1"/>
          <p:nvPr/>
        </p:nvSpPr>
        <p:spPr>
          <a:xfrm>
            <a:off x="-585972" y="716339"/>
            <a:ext cx="346742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 0       1      2      </a:t>
            </a:r>
            <a:r>
              <a:rPr lang="en-IN" b="1" dirty="0">
                <a:solidFill>
                  <a:schemeClr val="accent6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       4         5          6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24055CF-6548-A1A2-9AB9-700ECC5DD666}"/>
              </a:ext>
            </a:extLst>
          </p:cNvPr>
          <p:cNvSpPr/>
          <p:nvPr/>
        </p:nvSpPr>
        <p:spPr>
          <a:xfrm>
            <a:off x="3056703" y="708887"/>
            <a:ext cx="1505141" cy="499150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</a:t>
            </a:r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[mid] =  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25CC67-B18C-F3F7-A5C9-A4F0A05590B2}"/>
              </a:ext>
            </a:extLst>
          </p:cNvPr>
          <p:cNvSpPr txBox="1"/>
          <p:nvPr/>
        </p:nvSpPr>
        <p:spPr>
          <a:xfrm>
            <a:off x="-498346" y="1835568"/>
            <a:ext cx="346742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2"/>
                </a:solidFill>
              </a:rPr>
              <a:t>Start =  </a:t>
            </a:r>
            <a:r>
              <a:rPr lang="en-IN" b="1" dirty="0">
                <a:solidFill>
                  <a:srgbClr val="FFFF00"/>
                </a:solidFill>
              </a:rPr>
              <a:t>mid + 1 ||  </a:t>
            </a:r>
            <a:r>
              <a:rPr lang="en-IN" b="1" dirty="0">
                <a:solidFill>
                  <a:schemeClr val="accent6"/>
                </a:solidFill>
              </a:rPr>
              <a:t>3+1 = 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3D8B6E-6268-C799-1D95-C0D4E59707B3}"/>
              </a:ext>
            </a:extLst>
          </p:cNvPr>
          <p:cNvSpPr txBox="1"/>
          <p:nvPr/>
        </p:nvSpPr>
        <p:spPr>
          <a:xfrm>
            <a:off x="2643811" y="1830566"/>
            <a:ext cx="346742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2"/>
                </a:solidFill>
              </a:rPr>
              <a:t>End =  </a:t>
            </a:r>
            <a:r>
              <a:rPr lang="en-IN" b="1" dirty="0">
                <a:solidFill>
                  <a:schemeClr val="accent6"/>
                </a:solidFill>
              </a:rPr>
              <a:t>6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F4F0D64-3263-EC07-7010-B2DFCBB3D630}"/>
              </a:ext>
            </a:extLst>
          </p:cNvPr>
          <p:cNvCxnSpPr>
            <a:cxnSpLocks/>
          </p:cNvCxnSpPr>
          <p:nvPr/>
        </p:nvCxnSpPr>
        <p:spPr>
          <a:xfrm>
            <a:off x="1023312" y="2199878"/>
            <a:ext cx="0" cy="42575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DC99291-FDFF-0E8A-D4E6-D25AE51D1DAC}"/>
              </a:ext>
            </a:extLst>
          </p:cNvPr>
          <p:cNvSpPr/>
          <p:nvPr/>
        </p:nvSpPr>
        <p:spPr>
          <a:xfrm>
            <a:off x="304210" y="3043233"/>
            <a:ext cx="1687064" cy="499150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/>
              <a:t>10    12   14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769F980-BBA1-34AB-E5C8-58D2B3E93172}"/>
              </a:ext>
            </a:extLst>
          </p:cNvPr>
          <p:cNvSpPr txBox="1"/>
          <p:nvPr/>
        </p:nvSpPr>
        <p:spPr>
          <a:xfrm>
            <a:off x="439838" y="2683261"/>
            <a:ext cx="346742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4         5          6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0CE2E3-5A80-E630-8CA9-D957BB0C7160}"/>
              </a:ext>
            </a:extLst>
          </p:cNvPr>
          <p:cNvSpPr txBox="1"/>
          <p:nvPr/>
        </p:nvSpPr>
        <p:spPr>
          <a:xfrm>
            <a:off x="2173552" y="3213687"/>
            <a:ext cx="9215844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</a:t>
            </a: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052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D76C8-D59D-7D06-7885-1A77A1C90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362FFF7-7CCA-9580-F861-10DEDDF5E29A}"/>
              </a:ext>
            </a:extLst>
          </p:cNvPr>
          <p:cNvSpPr/>
          <p:nvPr/>
        </p:nvSpPr>
        <p:spPr>
          <a:xfrm>
            <a:off x="-2082800" y="-619760"/>
            <a:ext cx="18420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61D00CB-D1C3-F8F4-28B3-98E74616A8FB}"/>
              </a:ext>
            </a:extLst>
          </p:cNvPr>
          <p:cNvSpPr/>
          <p:nvPr/>
        </p:nvSpPr>
        <p:spPr>
          <a:xfrm>
            <a:off x="3187703" y="-215446"/>
            <a:ext cx="4477795" cy="74755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b="1" dirty="0"/>
              <a:t>2    4    6    8    10    12   14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4F6C62A-0F66-FAC6-27C0-4AC4662BAF16}"/>
              </a:ext>
            </a:extLst>
          </p:cNvPr>
          <p:cNvSpPr/>
          <p:nvPr/>
        </p:nvSpPr>
        <p:spPr>
          <a:xfrm>
            <a:off x="11039383" y="0"/>
            <a:ext cx="5181600" cy="3266443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  if (</a:t>
            </a:r>
            <a:r>
              <a:rPr lang="en-US" dirty="0" err="1"/>
              <a:t>arr</a:t>
            </a:r>
            <a:r>
              <a:rPr lang="en-US" dirty="0"/>
              <a:t>[mid] == key)</a:t>
            </a:r>
          </a:p>
          <a:p>
            <a:r>
              <a:rPr lang="en-US" dirty="0"/>
              <a:t>        return true;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    if (key &lt; </a:t>
            </a:r>
            <a:r>
              <a:rPr lang="en-US" dirty="0" err="1"/>
              <a:t>arr</a:t>
            </a:r>
            <a:r>
              <a:rPr lang="en-US" dirty="0"/>
              <a:t>[mid])</a:t>
            </a:r>
          </a:p>
          <a:p>
            <a:r>
              <a:rPr lang="en-US" dirty="0"/>
              <a:t>        return </a:t>
            </a:r>
            <a:r>
              <a:rPr lang="en-US" dirty="0" err="1"/>
              <a:t>binarySearch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 start, mid - 1, key);</a:t>
            </a:r>
          </a:p>
          <a:p>
            <a:r>
              <a:rPr lang="en-US" dirty="0"/>
              <a:t>    else</a:t>
            </a:r>
          </a:p>
          <a:p>
            <a:r>
              <a:rPr lang="en-US" dirty="0"/>
              <a:t>        return </a:t>
            </a:r>
            <a:r>
              <a:rPr lang="en-US" dirty="0" err="1"/>
              <a:t>binarySearch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 mid + 1, end, key);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F4BAF2-B4F7-45DD-5D96-AB6D7C30FC16}"/>
              </a:ext>
            </a:extLst>
          </p:cNvPr>
          <p:cNvSpPr txBox="1"/>
          <p:nvPr/>
        </p:nvSpPr>
        <p:spPr>
          <a:xfrm>
            <a:off x="12606788" y="-534168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9D562F-0676-FEFC-307D-27EDD7F7BC14}"/>
              </a:ext>
            </a:extLst>
          </p:cNvPr>
          <p:cNvSpPr txBox="1"/>
          <p:nvPr/>
        </p:nvSpPr>
        <p:spPr>
          <a:xfrm>
            <a:off x="7871556" y="-103281"/>
            <a:ext cx="1927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Key = 10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D70A12-6524-6754-91B1-170D1C7F6122}"/>
              </a:ext>
            </a:extLst>
          </p:cNvPr>
          <p:cNvCxnSpPr>
            <a:cxnSpLocks/>
          </p:cNvCxnSpPr>
          <p:nvPr/>
        </p:nvCxnSpPr>
        <p:spPr>
          <a:xfrm>
            <a:off x="-1545717" y="232955"/>
            <a:ext cx="4602426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05BD0DE-C4EC-2806-11F5-C8DB96A353C1}"/>
              </a:ext>
            </a:extLst>
          </p:cNvPr>
          <p:cNvCxnSpPr>
            <a:cxnSpLocks/>
          </p:cNvCxnSpPr>
          <p:nvPr/>
        </p:nvCxnSpPr>
        <p:spPr>
          <a:xfrm>
            <a:off x="-1545717" y="238487"/>
            <a:ext cx="0" cy="109791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ED29A58-DC59-5CE3-BD36-4D7DB9C5FEDB}"/>
              </a:ext>
            </a:extLst>
          </p:cNvPr>
          <p:cNvCxnSpPr>
            <a:cxnSpLocks/>
          </p:cNvCxnSpPr>
          <p:nvPr/>
        </p:nvCxnSpPr>
        <p:spPr>
          <a:xfrm>
            <a:off x="-1545717" y="1336398"/>
            <a:ext cx="105329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AECBA19-9529-8227-3164-0F9EAD01D457}"/>
              </a:ext>
            </a:extLst>
          </p:cNvPr>
          <p:cNvSpPr/>
          <p:nvPr/>
        </p:nvSpPr>
        <p:spPr>
          <a:xfrm>
            <a:off x="-410726" y="1085671"/>
            <a:ext cx="3292190" cy="499150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/>
              <a:t>2    4    6    8    10    12   14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C1E4E1-F0F0-0C98-02F6-41B56C3B9B87}"/>
              </a:ext>
            </a:extLst>
          </p:cNvPr>
          <p:cNvSpPr txBox="1"/>
          <p:nvPr/>
        </p:nvSpPr>
        <p:spPr>
          <a:xfrm>
            <a:off x="3056709" y="1298461"/>
            <a:ext cx="9215844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 </a:t>
            </a:r>
            <a:r>
              <a:rPr lang="en-US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  0 + (6-0)/2 = 3  </a:t>
            </a: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A725DA-F4C0-FD1B-20FF-D2C1E2D6D93B}"/>
              </a:ext>
            </a:extLst>
          </p:cNvPr>
          <p:cNvSpPr txBox="1"/>
          <p:nvPr/>
        </p:nvSpPr>
        <p:spPr>
          <a:xfrm>
            <a:off x="-585972" y="716339"/>
            <a:ext cx="346742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 0       1      2      </a:t>
            </a:r>
            <a:r>
              <a:rPr lang="en-IN" b="1" dirty="0">
                <a:solidFill>
                  <a:schemeClr val="accent6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       4         5          6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4494782-08F6-408F-0A0B-B12946055ACA}"/>
              </a:ext>
            </a:extLst>
          </p:cNvPr>
          <p:cNvSpPr/>
          <p:nvPr/>
        </p:nvSpPr>
        <p:spPr>
          <a:xfrm>
            <a:off x="3056703" y="708887"/>
            <a:ext cx="1505141" cy="499150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</a:t>
            </a:r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[mid] =  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FDCBF1-FC39-7996-9AE3-E3AE7C346AF7}"/>
              </a:ext>
            </a:extLst>
          </p:cNvPr>
          <p:cNvSpPr txBox="1"/>
          <p:nvPr/>
        </p:nvSpPr>
        <p:spPr>
          <a:xfrm>
            <a:off x="-498346" y="1835568"/>
            <a:ext cx="346742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2"/>
                </a:solidFill>
              </a:rPr>
              <a:t>Start =  </a:t>
            </a:r>
            <a:r>
              <a:rPr lang="en-IN" b="1" dirty="0">
                <a:solidFill>
                  <a:srgbClr val="FFFF00"/>
                </a:solidFill>
              </a:rPr>
              <a:t>mid + 1 ||  </a:t>
            </a:r>
            <a:r>
              <a:rPr lang="en-IN" b="1" dirty="0">
                <a:solidFill>
                  <a:schemeClr val="accent6"/>
                </a:solidFill>
              </a:rPr>
              <a:t>3+1 = 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F3A2F8-5582-8D9C-4808-4228BD794F09}"/>
              </a:ext>
            </a:extLst>
          </p:cNvPr>
          <p:cNvSpPr txBox="1"/>
          <p:nvPr/>
        </p:nvSpPr>
        <p:spPr>
          <a:xfrm>
            <a:off x="2643811" y="1830566"/>
            <a:ext cx="346742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2"/>
                </a:solidFill>
              </a:rPr>
              <a:t>End =  </a:t>
            </a:r>
            <a:r>
              <a:rPr lang="en-IN" b="1" dirty="0">
                <a:solidFill>
                  <a:schemeClr val="accent6"/>
                </a:solidFill>
              </a:rPr>
              <a:t>6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F14BD49-249B-E692-19FD-937BD9561C50}"/>
              </a:ext>
            </a:extLst>
          </p:cNvPr>
          <p:cNvCxnSpPr>
            <a:cxnSpLocks/>
          </p:cNvCxnSpPr>
          <p:nvPr/>
        </p:nvCxnSpPr>
        <p:spPr>
          <a:xfrm>
            <a:off x="1023312" y="2199878"/>
            <a:ext cx="0" cy="42575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1DBFF46-734E-ADE1-D4C5-DC37DBB35FF0}"/>
              </a:ext>
            </a:extLst>
          </p:cNvPr>
          <p:cNvSpPr/>
          <p:nvPr/>
        </p:nvSpPr>
        <p:spPr>
          <a:xfrm>
            <a:off x="304210" y="3043233"/>
            <a:ext cx="1687064" cy="499150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/>
              <a:t>10    12   14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034092-A1DC-F8BE-A0F6-C2EED1569789}"/>
              </a:ext>
            </a:extLst>
          </p:cNvPr>
          <p:cNvSpPr txBox="1"/>
          <p:nvPr/>
        </p:nvSpPr>
        <p:spPr>
          <a:xfrm>
            <a:off x="439838" y="2683261"/>
            <a:ext cx="346742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4         </a:t>
            </a:r>
            <a:r>
              <a:rPr lang="en-IN" b="1" dirty="0">
                <a:solidFill>
                  <a:schemeClr val="accent6"/>
                </a:solidFill>
              </a:rPr>
              <a:t>5 </a:t>
            </a:r>
            <a:r>
              <a:rPr lang="en-IN" b="1" dirty="0">
                <a:solidFill>
                  <a:srgbClr val="FFFF00"/>
                </a:solidFill>
              </a:rPr>
              <a:t>         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201B22-80D1-A228-42C4-09A8BCF654C4}"/>
              </a:ext>
            </a:extLst>
          </p:cNvPr>
          <p:cNvSpPr txBox="1"/>
          <p:nvPr/>
        </p:nvSpPr>
        <p:spPr>
          <a:xfrm>
            <a:off x="2173552" y="3213687"/>
            <a:ext cx="9215844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  </a:t>
            </a:r>
            <a:r>
              <a:rPr lang="en-US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||  </a:t>
            </a:r>
            <a:r>
              <a:rPr lang="en-US" b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onsolas" panose="020B0609020204030204" pitchFamily="49" charset="0"/>
              </a:rPr>
              <a:t>4 + (6-4) / 2 = 5</a:t>
            </a:r>
            <a:r>
              <a:rPr lang="en-US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91592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C960A-D92C-AD8E-55A4-998C9830C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E57C55F-4BCC-1A76-B86E-1A2062B0AD62}"/>
              </a:ext>
            </a:extLst>
          </p:cNvPr>
          <p:cNvSpPr/>
          <p:nvPr/>
        </p:nvSpPr>
        <p:spPr>
          <a:xfrm>
            <a:off x="-2082800" y="-619760"/>
            <a:ext cx="18420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7C10D81-D8B2-7224-A649-A37A15693310}"/>
              </a:ext>
            </a:extLst>
          </p:cNvPr>
          <p:cNvSpPr/>
          <p:nvPr/>
        </p:nvSpPr>
        <p:spPr>
          <a:xfrm>
            <a:off x="3187703" y="-215446"/>
            <a:ext cx="4477795" cy="74755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b="1" dirty="0"/>
              <a:t>2    4    6    8    10    12   14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778C94D-A007-A412-F4CA-6A432A34346C}"/>
              </a:ext>
            </a:extLst>
          </p:cNvPr>
          <p:cNvSpPr/>
          <p:nvPr/>
        </p:nvSpPr>
        <p:spPr>
          <a:xfrm>
            <a:off x="11039383" y="0"/>
            <a:ext cx="5181600" cy="3266443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  if (</a:t>
            </a:r>
            <a:r>
              <a:rPr lang="en-US" dirty="0" err="1"/>
              <a:t>arr</a:t>
            </a:r>
            <a:r>
              <a:rPr lang="en-US" dirty="0"/>
              <a:t>[mid] == key)</a:t>
            </a:r>
          </a:p>
          <a:p>
            <a:r>
              <a:rPr lang="en-US" dirty="0"/>
              <a:t>        return true;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    if (key &lt; </a:t>
            </a:r>
            <a:r>
              <a:rPr lang="en-US" dirty="0" err="1"/>
              <a:t>arr</a:t>
            </a:r>
            <a:r>
              <a:rPr lang="en-US" dirty="0"/>
              <a:t>[mid])</a:t>
            </a:r>
          </a:p>
          <a:p>
            <a:r>
              <a:rPr lang="en-US" dirty="0"/>
              <a:t>        return </a:t>
            </a:r>
            <a:r>
              <a:rPr lang="en-US" dirty="0" err="1"/>
              <a:t>binarySearch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 start, mid - 1, key);</a:t>
            </a:r>
          </a:p>
          <a:p>
            <a:r>
              <a:rPr lang="en-US" dirty="0"/>
              <a:t>    else</a:t>
            </a:r>
          </a:p>
          <a:p>
            <a:r>
              <a:rPr lang="en-US" dirty="0"/>
              <a:t>        return </a:t>
            </a:r>
            <a:r>
              <a:rPr lang="en-US" dirty="0" err="1"/>
              <a:t>binarySearch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 mid + 1, end, key);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BA1168-F3DD-E5B5-DEA1-2B1B71D6AD9C}"/>
              </a:ext>
            </a:extLst>
          </p:cNvPr>
          <p:cNvSpPr txBox="1"/>
          <p:nvPr/>
        </p:nvSpPr>
        <p:spPr>
          <a:xfrm>
            <a:off x="12606788" y="-534168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657282-26C8-B8E4-0B2A-E708C41AB032}"/>
              </a:ext>
            </a:extLst>
          </p:cNvPr>
          <p:cNvSpPr txBox="1"/>
          <p:nvPr/>
        </p:nvSpPr>
        <p:spPr>
          <a:xfrm>
            <a:off x="7871556" y="-103281"/>
            <a:ext cx="1927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Key = 10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425873C-D9D7-E2BA-04DA-578E7F88CA42}"/>
              </a:ext>
            </a:extLst>
          </p:cNvPr>
          <p:cNvCxnSpPr>
            <a:cxnSpLocks/>
          </p:cNvCxnSpPr>
          <p:nvPr/>
        </p:nvCxnSpPr>
        <p:spPr>
          <a:xfrm>
            <a:off x="-1545717" y="232955"/>
            <a:ext cx="4602426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20DF352-48A7-99E6-807C-A7A17CFD95BB}"/>
              </a:ext>
            </a:extLst>
          </p:cNvPr>
          <p:cNvCxnSpPr>
            <a:cxnSpLocks/>
          </p:cNvCxnSpPr>
          <p:nvPr/>
        </p:nvCxnSpPr>
        <p:spPr>
          <a:xfrm>
            <a:off x="-1545717" y="238487"/>
            <a:ext cx="0" cy="109791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F70F269-B845-4D94-3F25-43D9F6FDFD4B}"/>
              </a:ext>
            </a:extLst>
          </p:cNvPr>
          <p:cNvCxnSpPr>
            <a:cxnSpLocks/>
          </p:cNvCxnSpPr>
          <p:nvPr/>
        </p:nvCxnSpPr>
        <p:spPr>
          <a:xfrm>
            <a:off x="-1545717" y="1336398"/>
            <a:ext cx="105329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7EDBF2E-659E-D877-493B-98A2B0A29DF0}"/>
              </a:ext>
            </a:extLst>
          </p:cNvPr>
          <p:cNvSpPr/>
          <p:nvPr/>
        </p:nvSpPr>
        <p:spPr>
          <a:xfrm>
            <a:off x="-410726" y="1085671"/>
            <a:ext cx="3292190" cy="499150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/>
              <a:t>2    4    6    8    10    12   14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835F6F-0CA6-E14E-1F1D-3C9E462C7480}"/>
              </a:ext>
            </a:extLst>
          </p:cNvPr>
          <p:cNvSpPr txBox="1"/>
          <p:nvPr/>
        </p:nvSpPr>
        <p:spPr>
          <a:xfrm>
            <a:off x="3056709" y="1298461"/>
            <a:ext cx="9215844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 </a:t>
            </a:r>
            <a:r>
              <a:rPr lang="en-US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  0 + (6-0)/2 = 3  </a:t>
            </a: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592E5C-3C81-2214-A607-7F9404C1EFC0}"/>
              </a:ext>
            </a:extLst>
          </p:cNvPr>
          <p:cNvSpPr txBox="1"/>
          <p:nvPr/>
        </p:nvSpPr>
        <p:spPr>
          <a:xfrm>
            <a:off x="-585972" y="716339"/>
            <a:ext cx="346742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 0       1      2      </a:t>
            </a:r>
            <a:r>
              <a:rPr lang="en-IN" b="1" dirty="0">
                <a:solidFill>
                  <a:schemeClr val="accent6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       4         5          6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D5EA0C6-CCD5-3B7F-2652-5D908E13C914}"/>
              </a:ext>
            </a:extLst>
          </p:cNvPr>
          <p:cNvSpPr/>
          <p:nvPr/>
        </p:nvSpPr>
        <p:spPr>
          <a:xfrm>
            <a:off x="3056703" y="708887"/>
            <a:ext cx="1505141" cy="499150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</a:t>
            </a:r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[mid] =  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DFC568-7C43-C110-A4EA-3FA97E37B549}"/>
              </a:ext>
            </a:extLst>
          </p:cNvPr>
          <p:cNvSpPr txBox="1"/>
          <p:nvPr/>
        </p:nvSpPr>
        <p:spPr>
          <a:xfrm>
            <a:off x="-498346" y="1835568"/>
            <a:ext cx="346742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2"/>
                </a:solidFill>
              </a:rPr>
              <a:t>Start =  </a:t>
            </a:r>
            <a:r>
              <a:rPr lang="en-IN" b="1" dirty="0">
                <a:solidFill>
                  <a:srgbClr val="FFFF00"/>
                </a:solidFill>
              </a:rPr>
              <a:t>mid + 1 ||  </a:t>
            </a:r>
            <a:r>
              <a:rPr lang="en-IN" b="1" dirty="0">
                <a:solidFill>
                  <a:schemeClr val="accent6"/>
                </a:solidFill>
              </a:rPr>
              <a:t>3+1 = 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9B6C86-754F-67CB-6BFE-D7E8F372655F}"/>
              </a:ext>
            </a:extLst>
          </p:cNvPr>
          <p:cNvSpPr txBox="1"/>
          <p:nvPr/>
        </p:nvSpPr>
        <p:spPr>
          <a:xfrm>
            <a:off x="2643811" y="1830566"/>
            <a:ext cx="346742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2"/>
                </a:solidFill>
              </a:rPr>
              <a:t>End =  </a:t>
            </a:r>
            <a:r>
              <a:rPr lang="en-IN" b="1" dirty="0">
                <a:solidFill>
                  <a:schemeClr val="accent6"/>
                </a:solidFill>
              </a:rPr>
              <a:t>6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3B0F39B-D61D-2488-FFCE-8FD384EEA4FA}"/>
              </a:ext>
            </a:extLst>
          </p:cNvPr>
          <p:cNvCxnSpPr>
            <a:cxnSpLocks/>
          </p:cNvCxnSpPr>
          <p:nvPr/>
        </p:nvCxnSpPr>
        <p:spPr>
          <a:xfrm>
            <a:off x="1023312" y="2199878"/>
            <a:ext cx="0" cy="42575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8F71056-D873-5FCB-7525-11CBCAF491D0}"/>
              </a:ext>
            </a:extLst>
          </p:cNvPr>
          <p:cNvSpPr/>
          <p:nvPr/>
        </p:nvSpPr>
        <p:spPr>
          <a:xfrm>
            <a:off x="304210" y="3043233"/>
            <a:ext cx="1687064" cy="499150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/>
              <a:t>10    12   14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14FE6B-9AFD-9B2A-AF8F-D078066CF64C}"/>
              </a:ext>
            </a:extLst>
          </p:cNvPr>
          <p:cNvSpPr txBox="1"/>
          <p:nvPr/>
        </p:nvSpPr>
        <p:spPr>
          <a:xfrm>
            <a:off x="439838" y="2683261"/>
            <a:ext cx="346742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4         </a:t>
            </a:r>
            <a:r>
              <a:rPr lang="en-IN" b="1" dirty="0">
                <a:solidFill>
                  <a:schemeClr val="accent6"/>
                </a:solidFill>
              </a:rPr>
              <a:t>5 </a:t>
            </a:r>
            <a:r>
              <a:rPr lang="en-IN" b="1" dirty="0">
                <a:solidFill>
                  <a:srgbClr val="FFFF00"/>
                </a:solidFill>
              </a:rPr>
              <a:t>         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B75578-EF82-20DB-AF5F-91B184444488}"/>
              </a:ext>
            </a:extLst>
          </p:cNvPr>
          <p:cNvSpPr txBox="1"/>
          <p:nvPr/>
        </p:nvSpPr>
        <p:spPr>
          <a:xfrm>
            <a:off x="2173552" y="3213687"/>
            <a:ext cx="9215844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  </a:t>
            </a:r>
            <a:r>
              <a:rPr lang="en-US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||  </a:t>
            </a:r>
            <a:r>
              <a:rPr lang="en-US" b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onsolas" panose="020B0609020204030204" pitchFamily="49" charset="0"/>
              </a:rPr>
              <a:t>4 + (6-4) / 2 = 5</a:t>
            </a:r>
            <a:r>
              <a:rPr lang="en-US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0C797CF-5574-610D-FA0A-184317D0280D}"/>
              </a:ext>
            </a:extLst>
          </p:cNvPr>
          <p:cNvSpPr/>
          <p:nvPr/>
        </p:nvSpPr>
        <p:spPr>
          <a:xfrm>
            <a:off x="2220580" y="2633707"/>
            <a:ext cx="1588693" cy="499150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</a:t>
            </a:r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[mid] =  12</a:t>
            </a:r>
          </a:p>
        </p:txBody>
      </p:sp>
    </p:spTree>
    <p:extLst>
      <p:ext uri="{BB962C8B-B14F-4D97-AF65-F5344CB8AC3E}">
        <p14:creationId xmlns:p14="http://schemas.microsoft.com/office/powerpoint/2010/main" val="15901647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F053F-E2F4-1ED8-F36F-0BFDA49F9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60F9994-4444-DBD9-8BFC-50F1CDDB6D61}"/>
              </a:ext>
            </a:extLst>
          </p:cNvPr>
          <p:cNvSpPr/>
          <p:nvPr/>
        </p:nvSpPr>
        <p:spPr>
          <a:xfrm>
            <a:off x="-2082800" y="-619760"/>
            <a:ext cx="18420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DF00913-9696-5A9F-7889-2C33509C5EB9}"/>
              </a:ext>
            </a:extLst>
          </p:cNvPr>
          <p:cNvSpPr/>
          <p:nvPr/>
        </p:nvSpPr>
        <p:spPr>
          <a:xfrm>
            <a:off x="3187703" y="-215446"/>
            <a:ext cx="4477795" cy="74755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b="1" dirty="0"/>
              <a:t>2    4    6    8    10    12   14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449F076-C4A5-88AB-5F25-9DDE666462E2}"/>
              </a:ext>
            </a:extLst>
          </p:cNvPr>
          <p:cNvSpPr/>
          <p:nvPr/>
        </p:nvSpPr>
        <p:spPr>
          <a:xfrm>
            <a:off x="11039383" y="0"/>
            <a:ext cx="5181600" cy="3266443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  if (</a:t>
            </a:r>
            <a:r>
              <a:rPr lang="en-US" dirty="0" err="1"/>
              <a:t>arr</a:t>
            </a:r>
            <a:r>
              <a:rPr lang="en-US" dirty="0"/>
              <a:t>[mid] == key)</a:t>
            </a:r>
          </a:p>
          <a:p>
            <a:r>
              <a:rPr lang="en-US" dirty="0"/>
              <a:t>        return true;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    if (key &lt; </a:t>
            </a:r>
            <a:r>
              <a:rPr lang="en-US" dirty="0" err="1"/>
              <a:t>arr</a:t>
            </a:r>
            <a:r>
              <a:rPr lang="en-US" dirty="0"/>
              <a:t>[mid])</a:t>
            </a:r>
          </a:p>
          <a:p>
            <a:r>
              <a:rPr lang="en-US" dirty="0"/>
              <a:t>        return </a:t>
            </a:r>
            <a:r>
              <a:rPr lang="en-US" dirty="0" err="1"/>
              <a:t>binarySearch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 start, mid - 1, key);</a:t>
            </a:r>
          </a:p>
          <a:p>
            <a:r>
              <a:rPr lang="en-US" dirty="0"/>
              <a:t>    else</a:t>
            </a:r>
          </a:p>
          <a:p>
            <a:r>
              <a:rPr lang="en-US" dirty="0"/>
              <a:t>        return </a:t>
            </a:r>
            <a:r>
              <a:rPr lang="en-US" dirty="0" err="1"/>
              <a:t>binarySearch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 mid + 1, end, key);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ACA17F-57B9-3397-725D-E4E284BEB0FD}"/>
              </a:ext>
            </a:extLst>
          </p:cNvPr>
          <p:cNvSpPr txBox="1"/>
          <p:nvPr/>
        </p:nvSpPr>
        <p:spPr>
          <a:xfrm>
            <a:off x="12606788" y="-534168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DC5442-9E66-1157-1D7A-0C86DB50BE57}"/>
              </a:ext>
            </a:extLst>
          </p:cNvPr>
          <p:cNvSpPr txBox="1"/>
          <p:nvPr/>
        </p:nvSpPr>
        <p:spPr>
          <a:xfrm>
            <a:off x="7871556" y="-103281"/>
            <a:ext cx="1927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Key = 10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0CD04EA-ED3E-527E-BD67-5EB60666B414}"/>
              </a:ext>
            </a:extLst>
          </p:cNvPr>
          <p:cNvCxnSpPr>
            <a:cxnSpLocks/>
          </p:cNvCxnSpPr>
          <p:nvPr/>
        </p:nvCxnSpPr>
        <p:spPr>
          <a:xfrm>
            <a:off x="-1545717" y="232955"/>
            <a:ext cx="4602426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AD7BC-9EE3-08D2-A788-1078A2FAAEC8}"/>
              </a:ext>
            </a:extLst>
          </p:cNvPr>
          <p:cNvCxnSpPr>
            <a:cxnSpLocks/>
          </p:cNvCxnSpPr>
          <p:nvPr/>
        </p:nvCxnSpPr>
        <p:spPr>
          <a:xfrm>
            <a:off x="-1545717" y="238487"/>
            <a:ext cx="0" cy="109791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2B9CB22-9E64-8BF9-DD18-7A63D1515A54}"/>
              </a:ext>
            </a:extLst>
          </p:cNvPr>
          <p:cNvCxnSpPr>
            <a:cxnSpLocks/>
          </p:cNvCxnSpPr>
          <p:nvPr/>
        </p:nvCxnSpPr>
        <p:spPr>
          <a:xfrm>
            <a:off x="-1545717" y="1336398"/>
            <a:ext cx="105329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6540F33-06F1-9AB6-DCAD-15CD39D4D3ED}"/>
              </a:ext>
            </a:extLst>
          </p:cNvPr>
          <p:cNvSpPr/>
          <p:nvPr/>
        </p:nvSpPr>
        <p:spPr>
          <a:xfrm>
            <a:off x="-410726" y="1085671"/>
            <a:ext cx="3292190" cy="499150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/>
              <a:t>2    4    6    8    10    12   14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8116C7-CFEC-B95F-13B0-26BD28D589CB}"/>
              </a:ext>
            </a:extLst>
          </p:cNvPr>
          <p:cNvSpPr txBox="1"/>
          <p:nvPr/>
        </p:nvSpPr>
        <p:spPr>
          <a:xfrm>
            <a:off x="3056709" y="1298461"/>
            <a:ext cx="9215844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 </a:t>
            </a:r>
            <a:r>
              <a:rPr lang="en-US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  0 + (6-0)/2 = 3  </a:t>
            </a: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81F134-F7D7-736B-3A83-90299D0F5DF2}"/>
              </a:ext>
            </a:extLst>
          </p:cNvPr>
          <p:cNvSpPr txBox="1"/>
          <p:nvPr/>
        </p:nvSpPr>
        <p:spPr>
          <a:xfrm>
            <a:off x="-585972" y="716339"/>
            <a:ext cx="346742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 0       1      2      </a:t>
            </a:r>
            <a:r>
              <a:rPr lang="en-IN" b="1" dirty="0">
                <a:solidFill>
                  <a:schemeClr val="accent6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       4         5          6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EC0B8E7-B70D-7702-1F29-3CC4EA362884}"/>
              </a:ext>
            </a:extLst>
          </p:cNvPr>
          <p:cNvSpPr/>
          <p:nvPr/>
        </p:nvSpPr>
        <p:spPr>
          <a:xfrm>
            <a:off x="3056703" y="708887"/>
            <a:ext cx="1505141" cy="499150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</a:t>
            </a:r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[mid] =  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547023-2395-3A69-778D-1958154AED86}"/>
              </a:ext>
            </a:extLst>
          </p:cNvPr>
          <p:cNvSpPr txBox="1"/>
          <p:nvPr/>
        </p:nvSpPr>
        <p:spPr>
          <a:xfrm>
            <a:off x="-498346" y="1835568"/>
            <a:ext cx="346742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2"/>
                </a:solidFill>
              </a:rPr>
              <a:t>Start =  </a:t>
            </a:r>
            <a:r>
              <a:rPr lang="en-IN" b="1" dirty="0">
                <a:solidFill>
                  <a:srgbClr val="FFFF00"/>
                </a:solidFill>
              </a:rPr>
              <a:t>mid + 1 ||  </a:t>
            </a:r>
            <a:r>
              <a:rPr lang="en-IN" b="1" dirty="0">
                <a:solidFill>
                  <a:schemeClr val="accent6"/>
                </a:solidFill>
              </a:rPr>
              <a:t>3+1 = 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758F41-3CF0-A76E-28BA-BA68EFF2F14B}"/>
              </a:ext>
            </a:extLst>
          </p:cNvPr>
          <p:cNvSpPr txBox="1"/>
          <p:nvPr/>
        </p:nvSpPr>
        <p:spPr>
          <a:xfrm>
            <a:off x="2643811" y="1830566"/>
            <a:ext cx="346742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2"/>
                </a:solidFill>
              </a:rPr>
              <a:t>End =  </a:t>
            </a:r>
            <a:r>
              <a:rPr lang="en-IN" b="1" dirty="0">
                <a:solidFill>
                  <a:schemeClr val="accent6"/>
                </a:solidFill>
              </a:rPr>
              <a:t>6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27D29F3-A8C5-D4AA-84D3-0C7022D49293}"/>
              </a:ext>
            </a:extLst>
          </p:cNvPr>
          <p:cNvCxnSpPr>
            <a:cxnSpLocks/>
          </p:cNvCxnSpPr>
          <p:nvPr/>
        </p:nvCxnSpPr>
        <p:spPr>
          <a:xfrm>
            <a:off x="1023312" y="2199878"/>
            <a:ext cx="0" cy="42575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14E355B-3ECE-E2B1-0B4D-074D3E64BA4F}"/>
              </a:ext>
            </a:extLst>
          </p:cNvPr>
          <p:cNvSpPr/>
          <p:nvPr/>
        </p:nvSpPr>
        <p:spPr>
          <a:xfrm>
            <a:off x="304210" y="3043233"/>
            <a:ext cx="1687064" cy="499150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/>
              <a:t>10    12   14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325450-D1B4-6163-C9E5-624539C81F4F}"/>
              </a:ext>
            </a:extLst>
          </p:cNvPr>
          <p:cNvSpPr txBox="1"/>
          <p:nvPr/>
        </p:nvSpPr>
        <p:spPr>
          <a:xfrm>
            <a:off x="439838" y="2683261"/>
            <a:ext cx="346742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4         </a:t>
            </a:r>
            <a:r>
              <a:rPr lang="en-IN" b="1" dirty="0">
                <a:solidFill>
                  <a:schemeClr val="accent6"/>
                </a:solidFill>
              </a:rPr>
              <a:t>5 </a:t>
            </a:r>
            <a:r>
              <a:rPr lang="en-IN" b="1" dirty="0">
                <a:solidFill>
                  <a:srgbClr val="FFFF00"/>
                </a:solidFill>
              </a:rPr>
              <a:t>         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FE7205-182E-31D0-66B0-CFC0D75D682F}"/>
              </a:ext>
            </a:extLst>
          </p:cNvPr>
          <p:cNvSpPr txBox="1"/>
          <p:nvPr/>
        </p:nvSpPr>
        <p:spPr>
          <a:xfrm>
            <a:off x="2173552" y="3213687"/>
            <a:ext cx="9215844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  </a:t>
            </a:r>
            <a:r>
              <a:rPr lang="en-US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||  </a:t>
            </a:r>
            <a:r>
              <a:rPr lang="en-US" b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onsolas" panose="020B0609020204030204" pitchFamily="49" charset="0"/>
              </a:rPr>
              <a:t>4 + (6-4) / 2 = 5</a:t>
            </a:r>
            <a:r>
              <a:rPr lang="en-US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E90D54E-6FC2-A5A2-60AF-9D4E18A2189F}"/>
              </a:ext>
            </a:extLst>
          </p:cNvPr>
          <p:cNvSpPr/>
          <p:nvPr/>
        </p:nvSpPr>
        <p:spPr>
          <a:xfrm>
            <a:off x="2220580" y="2633707"/>
            <a:ext cx="1588693" cy="499150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</a:t>
            </a:r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[mid] =  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4F14AE-31A2-BEC6-2B9B-2FB0FC265C48}"/>
              </a:ext>
            </a:extLst>
          </p:cNvPr>
          <p:cNvSpPr txBox="1"/>
          <p:nvPr/>
        </p:nvSpPr>
        <p:spPr>
          <a:xfrm>
            <a:off x="-435379" y="3971210"/>
            <a:ext cx="346742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2"/>
                </a:solidFill>
              </a:rPr>
              <a:t>Start =  </a:t>
            </a:r>
            <a:r>
              <a:rPr lang="en-IN" b="1" dirty="0">
                <a:solidFill>
                  <a:schemeClr val="accent6"/>
                </a:solidFill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7A57C5-B06F-1AFE-46A7-282FFB3BFBE2}"/>
              </a:ext>
            </a:extLst>
          </p:cNvPr>
          <p:cNvSpPr txBox="1"/>
          <p:nvPr/>
        </p:nvSpPr>
        <p:spPr>
          <a:xfrm>
            <a:off x="1147742" y="3946719"/>
            <a:ext cx="346742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2"/>
                </a:solidFill>
              </a:rPr>
              <a:t>End =  </a:t>
            </a:r>
            <a:r>
              <a:rPr lang="en-IN" b="1" dirty="0">
                <a:solidFill>
                  <a:srgbClr val="FFFF00"/>
                </a:solidFill>
              </a:rPr>
              <a:t>mid - 1 ||  </a:t>
            </a:r>
            <a:r>
              <a:rPr lang="en-IN" b="1" dirty="0">
                <a:solidFill>
                  <a:schemeClr val="accent6"/>
                </a:solidFill>
              </a:rPr>
              <a:t>5 - 1 = 4</a:t>
            </a:r>
          </a:p>
        </p:txBody>
      </p:sp>
    </p:spTree>
    <p:extLst>
      <p:ext uri="{BB962C8B-B14F-4D97-AF65-F5344CB8AC3E}">
        <p14:creationId xmlns:p14="http://schemas.microsoft.com/office/powerpoint/2010/main" val="2410477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3603B-C844-A893-18E0-A5CC1145F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989A46C-9132-757F-43E6-554D1211B1DE}"/>
              </a:ext>
            </a:extLst>
          </p:cNvPr>
          <p:cNvSpPr/>
          <p:nvPr/>
        </p:nvSpPr>
        <p:spPr>
          <a:xfrm>
            <a:off x="-2082800" y="-619760"/>
            <a:ext cx="18420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9484B42-3667-1D58-CAAC-8E3FC72AAD0C}"/>
              </a:ext>
            </a:extLst>
          </p:cNvPr>
          <p:cNvSpPr/>
          <p:nvPr/>
        </p:nvSpPr>
        <p:spPr>
          <a:xfrm>
            <a:off x="3187703" y="-215446"/>
            <a:ext cx="4477795" cy="74755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b="1" dirty="0"/>
              <a:t>2    4    6    8    10    12   14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DA78784-788E-1805-C228-2E63FEEE5EDE}"/>
              </a:ext>
            </a:extLst>
          </p:cNvPr>
          <p:cNvSpPr/>
          <p:nvPr/>
        </p:nvSpPr>
        <p:spPr>
          <a:xfrm>
            <a:off x="11039383" y="0"/>
            <a:ext cx="5181600" cy="3266443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  if (</a:t>
            </a:r>
            <a:r>
              <a:rPr lang="en-US" dirty="0" err="1"/>
              <a:t>arr</a:t>
            </a:r>
            <a:r>
              <a:rPr lang="en-US" dirty="0"/>
              <a:t>[mid] == key)</a:t>
            </a:r>
          </a:p>
          <a:p>
            <a:r>
              <a:rPr lang="en-US" dirty="0"/>
              <a:t>        return true;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    if (key &lt; </a:t>
            </a:r>
            <a:r>
              <a:rPr lang="en-US" dirty="0" err="1"/>
              <a:t>arr</a:t>
            </a:r>
            <a:r>
              <a:rPr lang="en-US" dirty="0"/>
              <a:t>[mid])</a:t>
            </a:r>
          </a:p>
          <a:p>
            <a:r>
              <a:rPr lang="en-US" dirty="0"/>
              <a:t>        return </a:t>
            </a:r>
            <a:r>
              <a:rPr lang="en-US" dirty="0" err="1"/>
              <a:t>binarySearch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 start, mid - 1, key);</a:t>
            </a:r>
          </a:p>
          <a:p>
            <a:r>
              <a:rPr lang="en-US" dirty="0"/>
              <a:t>    else</a:t>
            </a:r>
          </a:p>
          <a:p>
            <a:r>
              <a:rPr lang="en-US" dirty="0"/>
              <a:t>        return </a:t>
            </a:r>
            <a:r>
              <a:rPr lang="en-US" dirty="0" err="1"/>
              <a:t>binarySearch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 mid + 1, end, key);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FF0B7A-4C94-01BC-4DBA-C85FBEE77BA4}"/>
              </a:ext>
            </a:extLst>
          </p:cNvPr>
          <p:cNvSpPr txBox="1"/>
          <p:nvPr/>
        </p:nvSpPr>
        <p:spPr>
          <a:xfrm>
            <a:off x="12606788" y="-534168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003157-6458-DFF3-B972-7E5DDB14273B}"/>
              </a:ext>
            </a:extLst>
          </p:cNvPr>
          <p:cNvSpPr txBox="1"/>
          <p:nvPr/>
        </p:nvSpPr>
        <p:spPr>
          <a:xfrm>
            <a:off x="7871556" y="-103281"/>
            <a:ext cx="1927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Key = 10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28DFBF-9A84-492F-3BD9-91DC66B0DD95}"/>
              </a:ext>
            </a:extLst>
          </p:cNvPr>
          <p:cNvCxnSpPr>
            <a:cxnSpLocks/>
          </p:cNvCxnSpPr>
          <p:nvPr/>
        </p:nvCxnSpPr>
        <p:spPr>
          <a:xfrm>
            <a:off x="-1545717" y="232955"/>
            <a:ext cx="4602426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973775F-DDBC-7373-AD15-E8B43BB0D481}"/>
              </a:ext>
            </a:extLst>
          </p:cNvPr>
          <p:cNvCxnSpPr>
            <a:cxnSpLocks/>
          </p:cNvCxnSpPr>
          <p:nvPr/>
        </p:nvCxnSpPr>
        <p:spPr>
          <a:xfrm>
            <a:off x="-1545717" y="238487"/>
            <a:ext cx="0" cy="109791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45846C6-D9BD-FD1B-C532-7FEC646CFFA4}"/>
              </a:ext>
            </a:extLst>
          </p:cNvPr>
          <p:cNvCxnSpPr>
            <a:cxnSpLocks/>
          </p:cNvCxnSpPr>
          <p:nvPr/>
        </p:nvCxnSpPr>
        <p:spPr>
          <a:xfrm>
            <a:off x="-1545717" y="1336398"/>
            <a:ext cx="105329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28D08CB-4882-2388-5A58-ABF35259ECB4}"/>
              </a:ext>
            </a:extLst>
          </p:cNvPr>
          <p:cNvSpPr/>
          <p:nvPr/>
        </p:nvSpPr>
        <p:spPr>
          <a:xfrm>
            <a:off x="-410726" y="1085671"/>
            <a:ext cx="3292190" cy="499150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/>
              <a:t>2    4    6    8    10    12   14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6E923A-3075-85D4-01EB-CCCA518BE8B5}"/>
              </a:ext>
            </a:extLst>
          </p:cNvPr>
          <p:cNvSpPr txBox="1"/>
          <p:nvPr/>
        </p:nvSpPr>
        <p:spPr>
          <a:xfrm>
            <a:off x="3056709" y="1298461"/>
            <a:ext cx="9215844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 </a:t>
            </a:r>
            <a:r>
              <a:rPr lang="en-US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  0 + (6-0)/2 = 3  </a:t>
            </a: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230D82-5F57-3F14-1B8B-0D5D84321393}"/>
              </a:ext>
            </a:extLst>
          </p:cNvPr>
          <p:cNvSpPr txBox="1"/>
          <p:nvPr/>
        </p:nvSpPr>
        <p:spPr>
          <a:xfrm>
            <a:off x="-585972" y="716339"/>
            <a:ext cx="346742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 0       1      2      </a:t>
            </a:r>
            <a:r>
              <a:rPr lang="en-IN" b="1" dirty="0">
                <a:solidFill>
                  <a:schemeClr val="accent6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       4         5          6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BC2022E-5814-D1AB-6167-1135CD3F5DE8}"/>
              </a:ext>
            </a:extLst>
          </p:cNvPr>
          <p:cNvSpPr/>
          <p:nvPr/>
        </p:nvSpPr>
        <p:spPr>
          <a:xfrm>
            <a:off x="3056703" y="708887"/>
            <a:ext cx="1505141" cy="499150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</a:t>
            </a:r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[mid] =  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990DBE-59FA-36CB-BDE3-7C7438CDB85E}"/>
              </a:ext>
            </a:extLst>
          </p:cNvPr>
          <p:cNvSpPr txBox="1"/>
          <p:nvPr/>
        </p:nvSpPr>
        <p:spPr>
          <a:xfrm>
            <a:off x="-498346" y="1835568"/>
            <a:ext cx="346742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2"/>
                </a:solidFill>
              </a:rPr>
              <a:t>Start =  </a:t>
            </a:r>
            <a:r>
              <a:rPr lang="en-IN" b="1" dirty="0">
                <a:solidFill>
                  <a:srgbClr val="FFFF00"/>
                </a:solidFill>
              </a:rPr>
              <a:t>mid + 1 ||  </a:t>
            </a:r>
            <a:r>
              <a:rPr lang="en-IN" b="1" dirty="0">
                <a:solidFill>
                  <a:schemeClr val="accent6"/>
                </a:solidFill>
              </a:rPr>
              <a:t>3+1 = 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13A50F-12DE-1969-CE58-D40E05F4D02B}"/>
              </a:ext>
            </a:extLst>
          </p:cNvPr>
          <p:cNvSpPr txBox="1"/>
          <p:nvPr/>
        </p:nvSpPr>
        <p:spPr>
          <a:xfrm>
            <a:off x="2643811" y="1830566"/>
            <a:ext cx="346742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2"/>
                </a:solidFill>
              </a:rPr>
              <a:t>End =  </a:t>
            </a:r>
            <a:r>
              <a:rPr lang="en-IN" b="1" dirty="0">
                <a:solidFill>
                  <a:schemeClr val="accent6"/>
                </a:solidFill>
              </a:rPr>
              <a:t>6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110A1C4-8ED4-6E14-CD17-D648C99EEC32}"/>
              </a:ext>
            </a:extLst>
          </p:cNvPr>
          <p:cNvCxnSpPr>
            <a:cxnSpLocks/>
          </p:cNvCxnSpPr>
          <p:nvPr/>
        </p:nvCxnSpPr>
        <p:spPr>
          <a:xfrm>
            <a:off x="1023312" y="2199878"/>
            <a:ext cx="0" cy="42575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F9511BD-6A5B-81DF-7EC5-69EAD32BF7F0}"/>
              </a:ext>
            </a:extLst>
          </p:cNvPr>
          <p:cNvSpPr/>
          <p:nvPr/>
        </p:nvSpPr>
        <p:spPr>
          <a:xfrm>
            <a:off x="304210" y="3043233"/>
            <a:ext cx="1687064" cy="499150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/>
              <a:t>10    12   14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53F5E8-DC63-DE91-8D61-24DDF7EAB74C}"/>
              </a:ext>
            </a:extLst>
          </p:cNvPr>
          <p:cNvSpPr txBox="1"/>
          <p:nvPr/>
        </p:nvSpPr>
        <p:spPr>
          <a:xfrm>
            <a:off x="439838" y="2683261"/>
            <a:ext cx="346742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4         </a:t>
            </a:r>
            <a:r>
              <a:rPr lang="en-IN" b="1" dirty="0">
                <a:solidFill>
                  <a:schemeClr val="accent6"/>
                </a:solidFill>
              </a:rPr>
              <a:t>5 </a:t>
            </a:r>
            <a:r>
              <a:rPr lang="en-IN" b="1" dirty="0">
                <a:solidFill>
                  <a:srgbClr val="FFFF00"/>
                </a:solidFill>
              </a:rPr>
              <a:t>         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334B22-1D86-7FF7-3618-05F6ABA4D204}"/>
              </a:ext>
            </a:extLst>
          </p:cNvPr>
          <p:cNvSpPr txBox="1"/>
          <p:nvPr/>
        </p:nvSpPr>
        <p:spPr>
          <a:xfrm>
            <a:off x="2173552" y="3213687"/>
            <a:ext cx="9215844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  </a:t>
            </a:r>
            <a:r>
              <a:rPr lang="en-US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||  </a:t>
            </a:r>
            <a:r>
              <a:rPr lang="en-US" b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onsolas" panose="020B0609020204030204" pitchFamily="49" charset="0"/>
              </a:rPr>
              <a:t>4 + (6-4) / 2 = 5</a:t>
            </a:r>
            <a:r>
              <a:rPr lang="en-US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53F11FB-FA3E-DAF3-0767-F63E29E5AAC8}"/>
              </a:ext>
            </a:extLst>
          </p:cNvPr>
          <p:cNvSpPr/>
          <p:nvPr/>
        </p:nvSpPr>
        <p:spPr>
          <a:xfrm>
            <a:off x="2220580" y="2633707"/>
            <a:ext cx="1588693" cy="499150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</a:t>
            </a:r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[mid] =  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87F24D-8E47-0458-789C-4931813615E0}"/>
              </a:ext>
            </a:extLst>
          </p:cNvPr>
          <p:cNvSpPr txBox="1"/>
          <p:nvPr/>
        </p:nvSpPr>
        <p:spPr>
          <a:xfrm>
            <a:off x="-435379" y="3971210"/>
            <a:ext cx="346742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2"/>
                </a:solidFill>
              </a:rPr>
              <a:t>Start =  </a:t>
            </a:r>
            <a:r>
              <a:rPr lang="en-IN" b="1" dirty="0">
                <a:solidFill>
                  <a:schemeClr val="accent6"/>
                </a:solidFill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E5F30F-58F9-E932-D790-2A76EEC3D5C6}"/>
              </a:ext>
            </a:extLst>
          </p:cNvPr>
          <p:cNvSpPr txBox="1"/>
          <p:nvPr/>
        </p:nvSpPr>
        <p:spPr>
          <a:xfrm>
            <a:off x="1147742" y="3946719"/>
            <a:ext cx="346742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2"/>
                </a:solidFill>
              </a:rPr>
              <a:t>End =  </a:t>
            </a:r>
            <a:r>
              <a:rPr lang="en-IN" b="1" dirty="0">
                <a:solidFill>
                  <a:srgbClr val="FFFF00"/>
                </a:solidFill>
              </a:rPr>
              <a:t>mid - 1 ||  </a:t>
            </a:r>
            <a:r>
              <a:rPr lang="en-IN" b="1" dirty="0">
                <a:solidFill>
                  <a:schemeClr val="accent6"/>
                </a:solidFill>
              </a:rPr>
              <a:t>5 - 1 = 4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8F4F46D-494A-B5CA-21E7-BBB62D369DA5}"/>
              </a:ext>
            </a:extLst>
          </p:cNvPr>
          <p:cNvCxnSpPr>
            <a:cxnSpLocks/>
          </p:cNvCxnSpPr>
          <p:nvPr/>
        </p:nvCxnSpPr>
        <p:spPr>
          <a:xfrm>
            <a:off x="1147797" y="4340522"/>
            <a:ext cx="0" cy="42575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4709DB0-27C2-EAAE-6C1B-E59A510F53A0}"/>
              </a:ext>
            </a:extLst>
          </p:cNvPr>
          <p:cNvSpPr/>
          <p:nvPr/>
        </p:nvSpPr>
        <p:spPr>
          <a:xfrm>
            <a:off x="679169" y="5185201"/>
            <a:ext cx="1112398" cy="499150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/>
              <a:t>     10   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D1CEF1-27CB-4627-626F-3A4C92E474ED}"/>
              </a:ext>
            </a:extLst>
          </p:cNvPr>
          <p:cNvSpPr txBox="1"/>
          <p:nvPr/>
        </p:nvSpPr>
        <p:spPr>
          <a:xfrm>
            <a:off x="1023312" y="4818903"/>
            <a:ext cx="526818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761409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D0F82-4C69-CD7A-D0EC-780E413BB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3A61A3D-12AB-2D17-13D3-E521C7F072D1}"/>
              </a:ext>
            </a:extLst>
          </p:cNvPr>
          <p:cNvSpPr/>
          <p:nvPr/>
        </p:nvSpPr>
        <p:spPr>
          <a:xfrm>
            <a:off x="-2082800" y="-619760"/>
            <a:ext cx="18420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200B27C-D6F1-8385-F47D-33BC3083CD0D}"/>
              </a:ext>
            </a:extLst>
          </p:cNvPr>
          <p:cNvSpPr/>
          <p:nvPr/>
        </p:nvSpPr>
        <p:spPr>
          <a:xfrm>
            <a:off x="3187703" y="-215446"/>
            <a:ext cx="4477795" cy="74755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b="1" dirty="0"/>
              <a:t>2    4    6    8    10    12   14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AE32C6F-7794-37CB-39CC-DF0678CDC60A}"/>
              </a:ext>
            </a:extLst>
          </p:cNvPr>
          <p:cNvSpPr/>
          <p:nvPr/>
        </p:nvSpPr>
        <p:spPr>
          <a:xfrm>
            <a:off x="11039383" y="0"/>
            <a:ext cx="5181600" cy="3266443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  if (</a:t>
            </a:r>
            <a:r>
              <a:rPr lang="en-US" dirty="0" err="1"/>
              <a:t>arr</a:t>
            </a:r>
            <a:r>
              <a:rPr lang="en-US" dirty="0"/>
              <a:t>[mid] == key)</a:t>
            </a:r>
          </a:p>
          <a:p>
            <a:r>
              <a:rPr lang="en-US" dirty="0"/>
              <a:t>        return true;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    if (key &lt; </a:t>
            </a:r>
            <a:r>
              <a:rPr lang="en-US" dirty="0" err="1"/>
              <a:t>arr</a:t>
            </a:r>
            <a:r>
              <a:rPr lang="en-US" dirty="0"/>
              <a:t>[mid])</a:t>
            </a:r>
          </a:p>
          <a:p>
            <a:r>
              <a:rPr lang="en-US" dirty="0"/>
              <a:t>        return </a:t>
            </a:r>
            <a:r>
              <a:rPr lang="en-US" dirty="0" err="1"/>
              <a:t>binarySearch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 start, mid - 1, key);</a:t>
            </a:r>
          </a:p>
          <a:p>
            <a:r>
              <a:rPr lang="en-US" dirty="0"/>
              <a:t>    else</a:t>
            </a:r>
          </a:p>
          <a:p>
            <a:r>
              <a:rPr lang="en-US" dirty="0"/>
              <a:t>        return </a:t>
            </a:r>
            <a:r>
              <a:rPr lang="en-US" dirty="0" err="1"/>
              <a:t>binarySearch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 mid + 1, end, key);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CA214D-6D5F-FB8E-95E7-E64F69E90859}"/>
              </a:ext>
            </a:extLst>
          </p:cNvPr>
          <p:cNvSpPr txBox="1"/>
          <p:nvPr/>
        </p:nvSpPr>
        <p:spPr>
          <a:xfrm>
            <a:off x="12606788" y="-534168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F15B43-DB33-4B4A-E918-4FAF0474054F}"/>
              </a:ext>
            </a:extLst>
          </p:cNvPr>
          <p:cNvSpPr txBox="1"/>
          <p:nvPr/>
        </p:nvSpPr>
        <p:spPr>
          <a:xfrm>
            <a:off x="7871556" y="-103281"/>
            <a:ext cx="1927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Key = 10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1C14925-0CE1-786C-0EDF-8C23C7BB7068}"/>
              </a:ext>
            </a:extLst>
          </p:cNvPr>
          <p:cNvCxnSpPr>
            <a:cxnSpLocks/>
          </p:cNvCxnSpPr>
          <p:nvPr/>
        </p:nvCxnSpPr>
        <p:spPr>
          <a:xfrm>
            <a:off x="-1545717" y="232955"/>
            <a:ext cx="4602426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69FB472-6252-034D-A59C-6B27696C2295}"/>
              </a:ext>
            </a:extLst>
          </p:cNvPr>
          <p:cNvCxnSpPr>
            <a:cxnSpLocks/>
          </p:cNvCxnSpPr>
          <p:nvPr/>
        </p:nvCxnSpPr>
        <p:spPr>
          <a:xfrm>
            <a:off x="-1545717" y="238487"/>
            <a:ext cx="0" cy="109791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5AF9F36-D456-DC61-B7FA-87FE3A6406D2}"/>
              </a:ext>
            </a:extLst>
          </p:cNvPr>
          <p:cNvCxnSpPr>
            <a:cxnSpLocks/>
          </p:cNvCxnSpPr>
          <p:nvPr/>
        </p:nvCxnSpPr>
        <p:spPr>
          <a:xfrm>
            <a:off x="-1545717" y="1336398"/>
            <a:ext cx="105329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2615200-2C54-A9B8-FDFD-E265CBE67DD5}"/>
              </a:ext>
            </a:extLst>
          </p:cNvPr>
          <p:cNvSpPr/>
          <p:nvPr/>
        </p:nvSpPr>
        <p:spPr>
          <a:xfrm>
            <a:off x="-410726" y="1085671"/>
            <a:ext cx="3292190" cy="499150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/>
              <a:t>2    4    6    8    10    12   14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572218-1429-C9C7-AAE6-42BCFE1E5233}"/>
              </a:ext>
            </a:extLst>
          </p:cNvPr>
          <p:cNvSpPr txBox="1"/>
          <p:nvPr/>
        </p:nvSpPr>
        <p:spPr>
          <a:xfrm>
            <a:off x="3056709" y="1298461"/>
            <a:ext cx="9215844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 </a:t>
            </a:r>
            <a:r>
              <a:rPr lang="en-US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  0 + (6-0)/2 = 3  </a:t>
            </a: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00E241-A48B-B50A-ACD6-4D10D81E452E}"/>
              </a:ext>
            </a:extLst>
          </p:cNvPr>
          <p:cNvSpPr txBox="1"/>
          <p:nvPr/>
        </p:nvSpPr>
        <p:spPr>
          <a:xfrm>
            <a:off x="-585972" y="716339"/>
            <a:ext cx="346742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 0       1      2      </a:t>
            </a:r>
            <a:r>
              <a:rPr lang="en-IN" b="1" dirty="0">
                <a:solidFill>
                  <a:schemeClr val="accent6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       4         5          6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02371BB-A246-7924-9A3A-36BE8ABC9259}"/>
              </a:ext>
            </a:extLst>
          </p:cNvPr>
          <p:cNvSpPr/>
          <p:nvPr/>
        </p:nvSpPr>
        <p:spPr>
          <a:xfrm>
            <a:off x="3056703" y="708887"/>
            <a:ext cx="1505141" cy="499150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</a:t>
            </a:r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[mid] =  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94254F-0400-1BA0-7036-70E8DFEEF5D2}"/>
              </a:ext>
            </a:extLst>
          </p:cNvPr>
          <p:cNvSpPr txBox="1"/>
          <p:nvPr/>
        </p:nvSpPr>
        <p:spPr>
          <a:xfrm>
            <a:off x="-498346" y="1835568"/>
            <a:ext cx="346742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2"/>
                </a:solidFill>
              </a:rPr>
              <a:t>Start =  </a:t>
            </a:r>
            <a:r>
              <a:rPr lang="en-IN" b="1" dirty="0">
                <a:solidFill>
                  <a:srgbClr val="FFFF00"/>
                </a:solidFill>
              </a:rPr>
              <a:t>mid + 1 ||  </a:t>
            </a:r>
            <a:r>
              <a:rPr lang="en-IN" b="1" dirty="0">
                <a:solidFill>
                  <a:schemeClr val="accent6"/>
                </a:solidFill>
              </a:rPr>
              <a:t>3+1 = 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C66F22-7D3C-26A8-C8AF-6BDF50D5A19A}"/>
              </a:ext>
            </a:extLst>
          </p:cNvPr>
          <p:cNvSpPr txBox="1"/>
          <p:nvPr/>
        </p:nvSpPr>
        <p:spPr>
          <a:xfrm>
            <a:off x="2643811" y="1830566"/>
            <a:ext cx="346742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2"/>
                </a:solidFill>
              </a:rPr>
              <a:t>End =  </a:t>
            </a:r>
            <a:r>
              <a:rPr lang="en-IN" b="1" dirty="0">
                <a:solidFill>
                  <a:schemeClr val="accent6"/>
                </a:solidFill>
              </a:rPr>
              <a:t>6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641B049-D9B0-8EF1-FA24-14D8DEF26E80}"/>
              </a:ext>
            </a:extLst>
          </p:cNvPr>
          <p:cNvCxnSpPr>
            <a:cxnSpLocks/>
          </p:cNvCxnSpPr>
          <p:nvPr/>
        </p:nvCxnSpPr>
        <p:spPr>
          <a:xfrm>
            <a:off x="1023312" y="2199878"/>
            <a:ext cx="0" cy="42575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E5BB571-EB2C-7838-CC84-B72B673D7BB8}"/>
              </a:ext>
            </a:extLst>
          </p:cNvPr>
          <p:cNvSpPr/>
          <p:nvPr/>
        </p:nvSpPr>
        <p:spPr>
          <a:xfrm>
            <a:off x="304210" y="3043233"/>
            <a:ext cx="1687064" cy="499150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/>
              <a:t>10    12   14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4EBEF6-CCAB-5A0E-613F-59D682019ACB}"/>
              </a:ext>
            </a:extLst>
          </p:cNvPr>
          <p:cNvSpPr txBox="1"/>
          <p:nvPr/>
        </p:nvSpPr>
        <p:spPr>
          <a:xfrm>
            <a:off x="439838" y="2683261"/>
            <a:ext cx="346742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4         </a:t>
            </a:r>
            <a:r>
              <a:rPr lang="en-IN" b="1" dirty="0">
                <a:solidFill>
                  <a:schemeClr val="accent6"/>
                </a:solidFill>
              </a:rPr>
              <a:t>5 </a:t>
            </a:r>
            <a:r>
              <a:rPr lang="en-IN" b="1" dirty="0">
                <a:solidFill>
                  <a:srgbClr val="FFFF00"/>
                </a:solidFill>
              </a:rPr>
              <a:t>         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F12301-C379-9727-2074-CFBCAA82DD8A}"/>
              </a:ext>
            </a:extLst>
          </p:cNvPr>
          <p:cNvSpPr txBox="1"/>
          <p:nvPr/>
        </p:nvSpPr>
        <p:spPr>
          <a:xfrm>
            <a:off x="2173552" y="3213687"/>
            <a:ext cx="9215844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  </a:t>
            </a:r>
            <a:r>
              <a:rPr lang="en-US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||  </a:t>
            </a:r>
            <a:r>
              <a:rPr lang="en-US" b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onsolas" panose="020B0609020204030204" pitchFamily="49" charset="0"/>
              </a:rPr>
              <a:t>4 + (6-4) / 2 = 5</a:t>
            </a:r>
            <a:r>
              <a:rPr lang="en-US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6C39977-9A38-5188-0FB3-FA1DFACDC082}"/>
              </a:ext>
            </a:extLst>
          </p:cNvPr>
          <p:cNvSpPr/>
          <p:nvPr/>
        </p:nvSpPr>
        <p:spPr>
          <a:xfrm>
            <a:off x="2220580" y="2633707"/>
            <a:ext cx="1588693" cy="499150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</a:t>
            </a:r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[mid] =  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A99130-46C5-A910-601A-F87BA8C6FB7B}"/>
              </a:ext>
            </a:extLst>
          </p:cNvPr>
          <p:cNvSpPr txBox="1"/>
          <p:nvPr/>
        </p:nvSpPr>
        <p:spPr>
          <a:xfrm>
            <a:off x="-435379" y="3971210"/>
            <a:ext cx="346742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2"/>
                </a:solidFill>
              </a:rPr>
              <a:t>Start =  </a:t>
            </a:r>
            <a:r>
              <a:rPr lang="en-IN" b="1" dirty="0">
                <a:solidFill>
                  <a:schemeClr val="accent6"/>
                </a:solidFill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177868-2CF2-2906-DFBD-2798C6266AEB}"/>
              </a:ext>
            </a:extLst>
          </p:cNvPr>
          <p:cNvSpPr txBox="1"/>
          <p:nvPr/>
        </p:nvSpPr>
        <p:spPr>
          <a:xfrm>
            <a:off x="1147742" y="3946719"/>
            <a:ext cx="346742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2"/>
                </a:solidFill>
              </a:rPr>
              <a:t>End =  </a:t>
            </a:r>
            <a:r>
              <a:rPr lang="en-IN" b="1" dirty="0">
                <a:solidFill>
                  <a:srgbClr val="FFFF00"/>
                </a:solidFill>
              </a:rPr>
              <a:t>mid - 1 ||  </a:t>
            </a:r>
            <a:r>
              <a:rPr lang="en-IN" b="1" dirty="0">
                <a:solidFill>
                  <a:schemeClr val="accent6"/>
                </a:solidFill>
              </a:rPr>
              <a:t>5 - 1 = 4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413D435-30CB-3207-F63E-9E12E292634C}"/>
              </a:ext>
            </a:extLst>
          </p:cNvPr>
          <p:cNvCxnSpPr>
            <a:cxnSpLocks/>
          </p:cNvCxnSpPr>
          <p:nvPr/>
        </p:nvCxnSpPr>
        <p:spPr>
          <a:xfrm>
            <a:off x="1147797" y="4340522"/>
            <a:ext cx="0" cy="42575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0B20FC9-6DF0-43FC-7663-1749EC6033EB}"/>
              </a:ext>
            </a:extLst>
          </p:cNvPr>
          <p:cNvSpPr/>
          <p:nvPr/>
        </p:nvSpPr>
        <p:spPr>
          <a:xfrm>
            <a:off x="679169" y="5185201"/>
            <a:ext cx="1112398" cy="499150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/>
              <a:t>     10   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13B2BE-572A-D15B-0B76-D30862E309A8}"/>
              </a:ext>
            </a:extLst>
          </p:cNvPr>
          <p:cNvSpPr txBox="1"/>
          <p:nvPr/>
        </p:nvSpPr>
        <p:spPr>
          <a:xfrm>
            <a:off x="1023312" y="4818903"/>
            <a:ext cx="526818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</a:rPr>
              <a:t>4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0560EFE-BE14-E52A-42BA-2DE6D3CF60C8}"/>
              </a:ext>
            </a:extLst>
          </p:cNvPr>
          <p:cNvSpPr/>
          <p:nvPr/>
        </p:nvSpPr>
        <p:spPr>
          <a:xfrm>
            <a:off x="2318574" y="5185201"/>
            <a:ext cx="1588693" cy="499150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</a:t>
            </a:r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[mid] =  10</a:t>
            </a:r>
          </a:p>
        </p:txBody>
      </p:sp>
    </p:spTree>
    <p:extLst>
      <p:ext uri="{BB962C8B-B14F-4D97-AF65-F5344CB8AC3E}">
        <p14:creationId xmlns:p14="http://schemas.microsoft.com/office/powerpoint/2010/main" val="3069082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B86CD-DC65-7584-7104-AA7C29106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3FFF471-947B-3CE9-1174-3C6C0F1290F2}"/>
              </a:ext>
            </a:extLst>
          </p:cNvPr>
          <p:cNvSpPr/>
          <p:nvPr/>
        </p:nvSpPr>
        <p:spPr>
          <a:xfrm>
            <a:off x="-2082800" y="-619760"/>
            <a:ext cx="18420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C10B888-76A1-950F-E349-3FAF23BF0952}"/>
              </a:ext>
            </a:extLst>
          </p:cNvPr>
          <p:cNvSpPr/>
          <p:nvPr/>
        </p:nvSpPr>
        <p:spPr>
          <a:xfrm>
            <a:off x="3187703" y="-215446"/>
            <a:ext cx="4477795" cy="74755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b="1" dirty="0"/>
              <a:t>2    4    6    8    10    12   14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F193BD3-6FED-BA24-E711-447AAA44E388}"/>
              </a:ext>
            </a:extLst>
          </p:cNvPr>
          <p:cNvSpPr/>
          <p:nvPr/>
        </p:nvSpPr>
        <p:spPr>
          <a:xfrm>
            <a:off x="11039383" y="0"/>
            <a:ext cx="5181600" cy="3266443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  if (</a:t>
            </a:r>
            <a:r>
              <a:rPr lang="en-US" dirty="0" err="1"/>
              <a:t>arr</a:t>
            </a:r>
            <a:r>
              <a:rPr lang="en-US" dirty="0"/>
              <a:t>[mid] == key)</a:t>
            </a:r>
          </a:p>
          <a:p>
            <a:r>
              <a:rPr lang="en-US" dirty="0"/>
              <a:t>        return true;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    if (key &lt; </a:t>
            </a:r>
            <a:r>
              <a:rPr lang="en-US" dirty="0" err="1"/>
              <a:t>arr</a:t>
            </a:r>
            <a:r>
              <a:rPr lang="en-US" dirty="0"/>
              <a:t>[mid])</a:t>
            </a:r>
          </a:p>
          <a:p>
            <a:r>
              <a:rPr lang="en-US" dirty="0"/>
              <a:t>        return </a:t>
            </a:r>
            <a:r>
              <a:rPr lang="en-US" dirty="0" err="1"/>
              <a:t>binarySearch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 start, mid - 1, key);</a:t>
            </a:r>
          </a:p>
          <a:p>
            <a:r>
              <a:rPr lang="en-US" dirty="0"/>
              <a:t>    else</a:t>
            </a:r>
          </a:p>
          <a:p>
            <a:r>
              <a:rPr lang="en-US" dirty="0"/>
              <a:t>        return </a:t>
            </a:r>
            <a:r>
              <a:rPr lang="en-US" dirty="0" err="1"/>
              <a:t>binarySearch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 mid + 1, end, key);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D92C7A-06E1-DEF9-87C9-D7435857C97F}"/>
              </a:ext>
            </a:extLst>
          </p:cNvPr>
          <p:cNvSpPr txBox="1"/>
          <p:nvPr/>
        </p:nvSpPr>
        <p:spPr>
          <a:xfrm>
            <a:off x="12606788" y="-534168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4C216B-9A1B-7229-6AD5-880920233AF7}"/>
              </a:ext>
            </a:extLst>
          </p:cNvPr>
          <p:cNvSpPr txBox="1"/>
          <p:nvPr/>
        </p:nvSpPr>
        <p:spPr>
          <a:xfrm>
            <a:off x="7871556" y="-103281"/>
            <a:ext cx="1927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Key = 10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D262E0F-82EF-C463-6C37-33D11961B95A}"/>
              </a:ext>
            </a:extLst>
          </p:cNvPr>
          <p:cNvCxnSpPr>
            <a:cxnSpLocks/>
          </p:cNvCxnSpPr>
          <p:nvPr/>
        </p:nvCxnSpPr>
        <p:spPr>
          <a:xfrm>
            <a:off x="-1545717" y="232955"/>
            <a:ext cx="4602426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231514E-082B-23C8-351B-E5719FF8727C}"/>
              </a:ext>
            </a:extLst>
          </p:cNvPr>
          <p:cNvCxnSpPr>
            <a:cxnSpLocks/>
          </p:cNvCxnSpPr>
          <p:nvPr/>
        </p:nvCxnSpPr>
        <p:spPr>
          <a:xfrm>
            <a:off x="-1545717" y="238487"/>
            <a:ext cx="0" cy="109791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BF44642-25B1-1531-3636-72EF7EE390CD}"/>
              </a:ext>
            </a:extLst>
          </p:cNvPr>
          <p:cNvCxnSpPr>
            <a:cxnSpLocks/>
          </p:cNvCxnSpPr>
          <p:nvPr/>
        </p:nvCxnSpPr>
        <p:spPr>
          <a:xfrm>
            <a:off x="-1545717" y="1336398"/>
            <a:ext cx="105329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B683932-79F4-2865-091A-AEDAEB228EBD}"/>
              </a:ext>
            </a:extLst>
          </p:cNvPr>
          <p:cNvSpPr/>
          <p:nvPr/>
        </p:nvSpPr>
        <p:spPr>
          <a:xfrm>
            <a:off x="-410726" y="1085671"/>
            <a:ext cx="3292190" cy="499150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/>
              <a:t>2    4    6    8    10    12   14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6E1DB9-4018-BBBF-000E-CFD5274533CE}"/>
              </a:ext>
            </a:extLst>
          </p:cNvPr>
          <p:cNvSpPr txBox="1"/>
          <p:nvPr/>
        </p:nvSpPr>
        <p:spPr>
          <a:xfrm>
            <a:off x="3056709" y="1298461"/>
            <a:ext cx="9215844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 </a:t>
            </a:r>
            <a:r>
              <a:rPr lang="en-US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  0 + (6-0)/2 = 3  </a:t>
            </a: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53C3BE-13BD-7EB8-A37C-D9B4E8B227FD}"/>
              </a:ext>
            </a:extLst>
          </p:cNvPr>
          <p:cNvSpPr txBox="1"/>
          <p:nvPr/>
        </p:nvSpPr>
        <p:spPr>
          <a:xfrm>
            <a:off x="-585972" y="716339"/>
            <a:ext cx="346742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 0       1      2      </a:t>
            </a:r>
            <a:r>
              <a:rPr lang="en-IN" b="1" dirty="0">
                <a:solidFill>
                  <a:schemeClr val="accent6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       4         5          6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E41F7DC-15A6-0AFA-7C89-017AB241411E}"/>
              </a:ext>
            </a:extLst>
          </p:cNvPr>
          <p:cNvSpPr/>
          <p:nvPr/>
        </p:nvSpPr>
        <p:spPr>
          <a:xfrm>
            <a:off x="3056703" y="708887"/>
            <a:ext cx="1505141" cy="499150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</a:t>
            </a:r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[mid] =  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373EE3-EFD2-8C59-DAB0-5820B40215EE}"/>
              </a:ext>
            </a:extLst>
          </p:cNvPr>
          <p:cNvSpPr txBox="1"/>
          <p:nvPr/>
        </p:nvSpPr>
        <p:spPr>
          <a:xfrm>
            <a:off x="-498346" y="1835568"/>
            <a:ext cx="346742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2"/>
                </a:solidFill>
              </a:rPr>
              <a:t>Start =  </a:t>
            </a:r>
            <a:r>
              <a:rPr lang="en-IN" b="1" dirty="0">
                <a:solidFill>
                  <a:srgbClr val="FFFF00"/>
                </a:solidFill>
              </a:rPr>
              <a:t>mid + 1 ||  </a:t>
            </a:r>
            <a:r>
              <a:rPr lang="en-IN" b="1" dirty="0">
                <a:solidFill>
                  <a:schemeClr val="accent6"/>
                </a:solidFill>
              </a:rPr>
              <a:t>3+1 = 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96938D-3E48-0C31-39B6-6E7AE966D9AD}"/>
              </a:ext>
            </a:extLst>
          </p:cNvPr>
          <p:cNvSpPr txBox="1"/>
          <p:nvPr/>
        </p:nvSpPr>
        <p:spPr>
          <a:xfrm>
            <a:off x="2643811" y="1830566"/>
            <a:ext cx="346742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2"/>
                </a:solidFill>
              </a:rPr>
              <a:t>End =  </a:t>
            </a:r>
            <a:r>
              <a:rPr lang="en-IN" b="1" dirty="0">
                <a:solidFill>
                  <a:schemeClr val="accent6"/>
                </a:solidFill>
              </a:rPr>
              <a:t>6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BC18AE4-C0E6-B943-73F5-66F5EC21357A}"/>
              </a:ext>
            </a:extLst>
          </p:cNvPr>
          <p:cNvCxnSpPr>
            <a:cxnSpLocks/>
          </p:cNvCxnSpPr>
          <p:nvPr/>
        </p:nvCxnSpPr>
        <p:spPr>
          <a:xfrm>
            <a:off x="1023312" y="2199878"/>
            <a:ext cx="0" cy="42575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A32C9D4-7999-961A-DC81-4D6BBA25D248}"/>
              </a:ext>
            </a:extLst>
          </p:cNvPr>
          <p:cNvSpPr/>
          <p:nvPr/>
        </p:nvSpPr>
        <p:spPr>
          <a:xfrm>
            <a:off x="304210" y="3043233"/>
            <a:ext cx="1687064" cy="499150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/>
              <a:t>10    12   14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DDDA76-B0DD-74E2-C98C-6C29AEE87AD2}"/>
              </a:ext>
            </a:extLst>
          </p:cNvPr>
          <p:cNvSpPr txBox="1"/>
          <p:nvPr/>
        </p:nvSpPr>
        <p:spPr>
          <a:xfrm>
            <a:off x="439838" y="2683261"/>
            <a:ext cx="346742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4         </a:t>
            </a:r>
            <a:r>
              <a:rPr lang="en-IN" b="1" dirty="0">
                <a:solidFill>
                  <a:schemeClr val="accent6"/>
                </a:solidFill>
              </a:rPr>
              <a:t>5 </a:t>
            </a:r>
            <a:r>
              <a:rPr lang="en-IN" b="1" dirty="0">
                <a:solidFill>
                  <a:srgbClr val="FFFF00"/>
                </a:solidFill>
              </a:rPr>
              <a:t>         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983896-6523-0E85-BE92-D9259DDC1EDA}"/>
              </a:ext>
            </a:extLst>
          </p:cNvPr>
          <p:cNvSpPr txBox="1"/>
          <p:nvPr/>
        </p:nvSpPr>
        <p:spPr>
          <a:xfrm>
            <a:off x="2173552" y="3213687"/>
            <a:ext cx="9215844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  </a:t>
            </a:r>
            <a:r>
              <a:rPr lang="en-US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||  </a:t>
            </a:r>
            <a:r>
              <a:rPr lang="en-US" b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onsolas" panose="020B0609020204030204" pitchFamily="49" charset="0"/>
              </a:rPr>
              <a:t>4 + (6-4) / 2 = 5</a:t>
            </a:r>
            <a:r>
              <a:rPr lang="en-US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6E2026D-2D6B-5D1F-590E-2637B1C86529}"/>
              </a:ext>
            </a:extLst>
          </p:cNvPr>
          <p:cNvSpPr/>
          <p:nvPr/>
        </p:nvSpPr>
        <p:spPr>
          <a:xfrm>
            <a:off x="2220580" y="2633707"/>
            <a:ext cx="1588693" cy="499150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</a:t>
            </a:r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[mid] =  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FB0C56-FD43-FE1F-491B-3424EFB0AAFE}"/>
              </a:ext>
            </a:extLst>
          </p:cNvPr>
          <p:cNvSpPr txBox="1"/>
          <p:nvPr/>
        </p:nvSpPr>
        <p:spPr>
          <a:xfrm>
            <a:off x="-435379" y="3971210"/>
            <a:ext cx="346742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2"/>
                </a:solidFill>
              </a:rPr>
              <a:t>Start =  </a:t>
            </a:r>
            <a:r>
              <a:rPr lang="en-IN" b="1" dirty="0">
                <a:solidFill>
                  <a:schemeClr val="accent6"/>
                </a:solidFill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706EAF-1BE4-C359-8BD1-A6F33AE14772}"/>
              </a:ext>
            </a:extLst>
          </p:cNvPr>
          <p:cNvSpPr txBox="1"/>
          <p:nvPr/>
        </p:nvSpPr>
        <p:spPr>
          <a:xfrm>
            <a:off x="1147742" y="3946719"/>
            <a:ext cx="346742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2"/>
                </a:solidFill>
              </a:rPr>
              <a:t>End =  </a:t>
            </a:r>
            <a:r>
              <a:rPr lang="en-IN" b="1" dirty="0">
                <a:solidFill>
                  <a:srgbClr val="FFFF00"/>
                </a:solidFill>
              </a:rPr>
              <a:t>mid - 1 ||  </a:t>
            </a:r>
            <a:r>
              <a:rPr lang="en-IN" b="1" dirty="0">
                <a:solidFill>
                  <a:schemeClr val="accent6"/>
                </a:solidFill>
              </a:rPr>
              <a:t>5 - 1 = 4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08DEA97-0943-792C-ACEA-5075D6DA5B7D}"/>
              </a:ext>
            </a:extLst>
          </p:cNvPr>
          <p:cNvCxnSpPr>
            <a:cxnSpLocks/>
          </p:cNvCxnSpPr>
          <p:nvPr/>
        </p:nvCxnSpPr>
        <p:spPr>
          <a:xfrm>
            <a:off x="1147797" y="4340522"/>
            <a:ext cx="0" cy="42575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DE91BBD-7FC8-D556-BA3D-90C2DA269BA3}"/>
              </a:ext>
            </a:extLst>
          </p:cNvPr>
          <p:cNvSpPr/>
          <p:nvPr/>
        </p:nvSpPr>
        <p:spPr>
          <a:xfrm>
            <a:off x="679169" y="5185201"/>
            <a:ext cx="1112398" cy="499150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/>
              <a:t>     10   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192FB0-0608-4DC7-97EF-A6D9BC39B686}"/>
              </a:ext>
            </a:extLst>
          </p:cNvPr>
          <p:cNvSpPr txBox="1"/>
          <p:nvPr/>
        </p:nvSpPr>
        <p:spPr>
          <a:xfrm>
            <a:off x="1023312" y="4818903"/>
            <a:ext cx="526818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</a:rPr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3D2F6CF-99F8-9F87-6408-F0D505B17D62}"/>
              </a:ext>
            </a:extLst>
          </p:cNvPr>
          <p:cNvSpPr txBox="1"/>
          <p:nvPr/>
        </p:nvSpPr>
        <p:spPr>
          <a:xfrm>
            <a:off x="1791567" y="4818903"/>
            <a:ext cx="526818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2"/>
                </a:solidFill>
              </a:rPr>
              <a:t> </a:t>
            </a:r>
            <a:r>
              <a:rPr lang="en-IN" sz="4400" b="1" dirty="0">
                <a:solidFill>
                  <a:schemeClr val="bg2"/>
                </a:solidFill>
              </a:rPr>
              <a:t>= </a:t>
            </a:r>
            <a:r>
              <a:rPr lang="en-IN" b="1" dirty="0">
                <a:solidFill>
                  <a:schemeClr val="bg2"/>
                </a:solidFill>
              </a:rPr>
              <a:t> </a:t>
            </a: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0A7C7E-A38A-47D4-23FE-A6223E6859AC}"/>
              </a:ext>
            </a:extLst>
          </p:cNvPr>
          <p:cNvSpPr txBox="1"/>
          <p:nvPr/>
        </p:nvSpPr>
        <p:spPr>
          <a:xfrm>
            <a:off x="2220580" y="5185201"/>
            <a:ext cx="1927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Key </a:t>
            </a:r>
          </a:p>
        </p:txBody>
      </p:sp>
    </p:spTree>
    <p:extLst>
      <p:ext uri="{BB962C8B-B14F-4D97-AF65-F5344CB8AC3E}">
        <p14:creationId xmlns:p14="http://schemas.microsoft.com/office/powerpoint/2010/main" val="30119898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A3B58-0B95-2BD9-15BC-E4CAF9E4A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9805342-F485-CDC9-F124-6948CC9FBA99}"/>
              </a:ext>
            </a:extLst>
          </p:cNvPr>
          <p:cNvSpPr/>
          <p:nvPr/>
        </p:nvSpPr>
        <p:spPr>
          <a:xfrm>
            <a:off x="-2082800" y="-619760"/>
            <a:ext cx="18420080" cy="8196072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EAB7C67-C4D1-FE3E-0EE2-1D5A7E659AC9}"/>
              </a:ext>
            </a:extLst>
          </p:cNvPr>
          <p:cNvSpPr/>
          <p:nvPr/>
        </p:nvSpPr>
        <p:spPr>
          <a:xfrm>
            <a:off x="3187703" y="-215446"/>
            <a:ext cx="4477795" cy="74755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b="1" dirty="0"/>
              <a:t>2    4    6    8    10    12   14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A928BAF-A490-3A21-BDEB-19FF2124AACD}"/>
              </a:ext>
            </a:extLst>
          </p:cNvPr>
          <p:cNvSpPr/>
          <p:nvPr/>
        </p:nvSpPr>
        <p:spPr>
          <a:xfrm>
            <a:off x="11039383" y="0"/>
            <a:ext cx="5181600" cy="3266443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  if (</a:t>
            </a:r>
            <a:r>
              <a:rPr lang="en-US" dirty="0" err="1"/>
              <a:t>arr</a:t>
            </a:r>
            <a:r>
              <a:rPr lang="en-US" dirty="0"/>
              <a:t>[mid] == key)</a:t>
            </a:r>
          </a:p>
          <a:p>
            <a:r>
              <a:rPr lang="en-US" dirty="0"/>
              <a:t>        return true;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    if (key &lt; </a:t>
            </a:r>
            <a:r>
              <a:rPr lang="en-US" dirty="0" err="1"/>
              <a:t>arr</a:t>
            </a:r>
            <a:r>
              <a:rPr lang="en-US" dirty="0"/>
              <a:t>[mid])</a:t>
            </a:r>
          </a:p>
          <a:p>
            <a:r>
              <a:rPr lang="en-US" dirty="0"/>
              <a:t>        return </a:t>
            </a:r>
            <a:r>
              <a:rPr lang="en-US" dirty="0" err="1"/>
              <a:t>binarySearch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 start, mid - 1, key);</a:t>
            </a:r>
          </a:p>
          <a:p>
            <a:r>
              <a:rPr lang="en-US" dirty="0"/>
              <a:t>    else</a:t>
            </a:r>
          </a:p>
          <a:p>
            <a:r>
              <a:rPr lang="en-US" dirty="0"/>
              <a:t>        return </a:t>
            </a:r>
            <a:r>
              <a:rPr lang="en-US" dirty="0" err="1"/>
              <a:t>binarySearch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 mid + 1, end, key);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8E7B14-C1BD-EBA6-F0D4-9B7F192E84EF}"/>
              </a:ext>
            </a:extLst>
          </p:cNvPr>
          <p:cNvSpPr txBox="1"/>
          <p:nvPr/>
        </p:nvSpPr>
        <p:spPr>
          <a:xfrm>
            <a:off x="12606788" y="-534168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AD3B7E-9184-8E3E-9D51-C6F069130995}"/>
              </a:ext>
            </a:extLst>
          </p:cNvPr>
          <p:cNvSpPr txBox="1"/>
          <p:nvPr/>
        </p:nvSpPr>
        <p:spPr>
          <a:xfrm>
            <a:off x="7871556" y="-103281"/>
            <a:ext cx="1927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Key = 10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370E7E7-DE21-5B61-B50C-4D5019EA1BC2}"/>
              </a:ext>
            </a:extLst>
          </p:cNvPr>
          <p:cNvCxnSpPr>
            <a:cxnSpLocks/>
          </p:cNvCxnSpPr>
          <p:nvPr/>
        </p:nvCxnSpPr>
        <p:spPr>
          <a:xfrm>
            <a:off x="-1545717" y="232955"/>
            <a:ext cx="4602426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FA4C688-BCDC-201B-DFCC-8ED0A43F5356}"/>
              </a:ext>
            </a:extLst>
          </p:cNvPr>
          <p:cNvCxnSpPr>
            <a:cxnSpLocks/>
          </p:cNvCxnSpPr>
          <p:nvPr/>
        </p:nvCxnSpPr>
        <p:spPr>
          <a:xfrm>
            <a:off x="-1545717" y="238487"/>
            <a:ext cx="0" cy="109791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CB6B5A6-62EF-2FE4-5A04-9B260D74C6D5}"/>
              </a:ext>
            </a:extLst>
          </p:cNvPr>
          <p:cNvCxnSpPr>
            <a:cxnSpLocks/>
          </p:cNvCxnSpPr>
          <p:nvPr/>
        </p:nvCxnSpPr>
        <p:spPr>
          <a:xfrm>
            <a:off x="-1545717" y="1336398"/>
            <a:ext cx="105329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6773D77-C202-8047-4B3A-9B8D6B1E82A2}"/>
              </a:ext>
            </a:extLst>
          </p:cNvPr>
          <p:cNvSpPr/>
          <p:nvPr/>
        </p:nvSpPr>
        <p:spPr>
          <a:xfrm>
            <a:off x="-410726" y="1085671"/>
            <a:ext cx="3292190" cy="499150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/>
              <a:t>2    4    6    8    10    12   14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12A2F0-AE81-8661-C598-BF5BADB58EB0}"/>
              </a:ext>
            </a:extLst>
          </p:cNvPr>
          <p:cNvSpPr txBox="1"/>
          <p:nvPr/>
        </p:nvSpPr>
        <p:spPr>
          <a:xfrm>
            <a:off x="3056709" y="1298461"/>
            <a:ext cx="9215844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 </a:t>
            </a:r>
            <a:r>
              <a:rPr lang="en-US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  0 + (6-0)/2 = 3  </a:t>
            </a: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054FE7-D2AB-C039-FFB7-0A7DA7B8C228}"/>
              </a:ext>
            </a:extLst>
          </p:cNvPr>
          <p:cNvSpPr txBox="1"/>
          <p:nvPr/>
        </p:nvSpPr>
        <p:spPr>
          <a:xfrm>
            <a:off x="-585972" y="716339"/>
            <a:ext cx="346742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 0       1      2      </a:t>
            </a:r>
            <a:r>
              <a:rPr lang="en-IN" b="1" dirty="0">
                <a:solidFill>
                  <a:schemeClr val="accent6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       4         5          6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08E2D7B-FD65-DD3B-C6BE-3CA505C7A313}"/>
              </a:ext>
            </a:extLst>
          </p:cNvPr>
          <p:cNvSpPr/>
          <p:nvPr/>
        </p:nvSpPr>
        <p:spPr>
          <a:xfrm>
            <a:off x="3056703" y="708887"/>
            <a:ext cx="1505141" cy="499150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</a:t>
            </a:r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[mid] =  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6A113B-97BF-3242-1A08-EFB775960F96}"/>
              </a:ext>
            </a:extLst>
          </p:cNvPr>
          <p:cNvSpPr txBox="1"/>
          <p:nvPr/>
        </p:nvSpPr>
        <p:spPr>
          <a:xfrm>
            <a:off x="-498346" y="1835568"/>
            <a:ext cx="346742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2"/>
                </a:solidFill>
              </a:rPr>
              <a:t>Start =  </a:t>
            </a:r>
            <a:r>
              <a:rPr lang="en-IN" b="1" dirty="0">
                <a:solidFill>
                  <a:srgbClr val="FFFF00"/>
                </a:solidFill>
              </a:rPr>
              <a:t>mid + 1 ||  </a:t>
            </a:r>
            <a:r>
              <a:rPr lang="en-IN" b="1" dirty="0">
                <a:solidFill>
                  <a:schemeClr val="accent6"/>
                </a:solidFill>
              </a:rPr>
              <a:t>3+1 = 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19332E-1563-E409-CABE-6839503E532D}"/>
              </a:ext>
            </a:extLst>
          </p:cNvPr>
          <p:cNvSpPr txBox="1"/>
          <p:nvPr/>
        </p:nvSpPr>
        <p:spPr>
          <a:xfrm>
            <a:off x="2643811" y="1830566"/>
            <a:ext cx="346742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2"/>
                </a:solidFill>
              </a:rPr>
              <a:t>End =  </a:t>
            </a:r>
            <a:r>
              <a:rPr lang="en-IN" b="1" dirty="0">
                <a:solidFill>
                  <a:schemeClr val="accent6"/>
                </a:solidFill>
              </a:rPr>
              <a:t>6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8728B00-6BB0-A70C-8182-431B97974F4C}"/>
              </a:ext>
            </a:extLst>
          </p:cNvPr>
          <p:cNvCxnSpPr>
            <a:cxnSpLocks/>
          </p:cNvCxnSpPr>
          <p:nvPr/>
        </p:nvCxnSpPr>
        <p:spPr>
          <a:xfrm>
            <a:off x="1023312" y="2199878"/>
            <a:ext cx="0" cy="42575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072107B-E715-19F1-A6EC-C951993858BE}"/>
              </a:ext>
            </a:extLst>
          </p:cNvPr>
          <p:cNvSpPr/>
          <p:nvPr/>
        </p:nvSpPr>
        <p:spPr>
          <a:xfrm>
            <a:off x="304210" y="3043233"/>
            <a:ext cx="1687064" cy="499150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/>
              <a:t>10    12   14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0ED306-9274-18A8-57AF-E370BBB6C4A1}"/>
              </a:ext>
            </a:extLst>
          </p:cNvPr>
          <p:cNvSpPr txBox="1"/>
          <p:nvPr/>
        </p:nvSpPr>
        <p:spPr>
          <a:xfrm>
            <a:off x="439838" y="2683261"/>
            <a:ext cx="346742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4         </a:t>
            </a:r>
            <a:r>
              <a:rPr lang="en-IN" b="1" dirty="0">
                <a:solidFill>
                  <a:schemeClr val="accent6"/>
                </a:solidFill>
              </a:rPr>
              <a:t>5 </a:t>
            </a:r>
            <a:r>
              <a:rPr lang="en-IN" b="1" dirty="0">
                <a:solidFill>
                  <a:srgbClr val="FFFF00"/>
                </a:solidFill>
              </a:rPr>
              <a:t>         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FDC070-1128-CCAB-BDE9-88AF39A3C7D5}"/>
              </a:ext>
            </a:extLst>
          </p:cNvPr>
          <p:cNvSpPr txBox="1"/>
          <p:nvPr/>
        </p:nvSpPr>
        <p:spPr>
          <a:xfrm>
            <a:off x="2173552" y="3213687"/>
            <a:ext cx="9215844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  </a:t>
            </a:r>
            <a:r>
              <a:rPr lang="en-US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||  </a:t>
            </a:r>
            <a:r>
              <a:rPr lang="en-US" b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onsolas" panose="020B0609020204030204" pitchFamily="49" charset="0"/>
              </a:rPr>
              <a:t>4 + (6-4) / 2 = 5</a:t>
            </a:r>
            <a:r>
              <a:rPr lang="en-US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F3F5AB2-13D3-2B63-0002-24A82A6BCCF4}"/>
              </a:ext>
            </a:extLst>
          </p:cNvPr>
          <p:cNvSpPr/>
          <p:nvPr/>
        </p:nvSpPr>
        <p:spPr>
          <a:xfrm>
            <a:off x="2220580" y="2633707"/>
            <a:ext cx="1588693" cy="499150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</a:t>
            </a:r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[mid] =  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A9E4B0-78B7-7D47-7FBD-4E37D9199846}"/>
              </a:ext>
            </a:extLst>
          </p:cNvPr>
          <p:cNvSpPr txBox="1"/>
          <p:nvPr/>
        </p:nvSpPr>
        <p:spPr>
          <a:xfrm>
            <a:off x="-435379" y="3971210"/>
            <a:ext cx="346742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2"/>
                </a:solidFill>
              </a:rPr>
              <a:t>Start =  </a:t>
            </a:r>
            <a:r>
              <a:rPr lang="en-IN" b="1" dirty="0">
                <a:solidFill>
                  <a:schemeClr val="accent6"/>
                </a:solidFill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E87FFE-23FE-0D70-3815-3087F3C1DE61}"/>
              </a:ext>
            </a:extLst>
          </p:cNvPr>
          <p:cNvSpPr txBox="1"/>
          <p:nvPr/>
        </p:nvSpPr>
        <p:spPr>
          <a:xfrm>
            <a:off x="1147742" y="3946719"/>
            <a:ext cx="346742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2"/>
                </a:solidFill>
              </a:rPr>
              <a:t>End =  </a:t>
            </a:r>
            <a:r>
              <a:rPr lang="en-IN" b="1" dirty="0">
                <a:solidFill>
                  <a:srgbClr val="FFFF00"/>
                </a:solidFill>
              </a:rPr>
              <a:t>mid - 1 ||  </a:t>
            </a:r>
            <a:r>
              <a:rPr lang="en-IN" b="1" dirty="0">
                <a:solidFill>
                  <a:schemeClr val="accent6"/>
                </a:solidFill>
              </a:rPr>
              <a:t>5 - 1 = 4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99A7F1F-BAC9-8B13-55CA-CA1602C36214}"/>
              </a:ext>
            </a:extLst>
          </p:cNvPr>
          <p:cNvCxnSpPr>
            <a:cxnSpLocks/>
          </p:cNvCxnSpPr>
          <p:nvPr/>
        </p:nvCxnSpPr>
        <p:spPr>
          <a:xfrm>
            <a:off x="1147797" y="4340522"/>
            <a:ext cx="0" cy="42575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55B1159-56CF-D032-56FF-CF643326A43D}"/>
              </a:ext>
            </a:extLst>
          </p:cNvPr>
          <p:cNvSpPr/>
          <p:nvPr/>
        </p:nvSpPr>
        <p:spPr>
          <a:xfrm>
            <a:off x="679169" y="5185201"/>
            <a:ext cx="1112398" cy="499150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/>
              <a:t>     10   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DEC8DD-76BF-81A8-CAAF-C330BF2D2F49}"/>
              </a:ext>
            </a:extLst>
          </p:cNvPr>
          <p:cNvSpPr txBox="1"/>
          <p:nvPr/>
        </p:nvSpPr>
        <p:spPr>
          <a:xfrm>
            <a:off x="1023312" y="4818903"/>
            <a:ext cx="526818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</a:rPr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19660CF-81B9-AEDF-DF8D-8F88EC1AF78D}"/>
              </a:ext>
            </a:extLst>
          </p:cNvPr>
          <p:cNvSpPr txBox="1"/>
          <p:nvPr/>
        </p:nvSpPr>
        <p:spPr>
          <a:xfrm>
            <a:off x="1791567" y="4818903"/>
            <a:ext cx="526818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2"/>
                </a:solidFill>
              </a:rPr>
              <a:t> </a:t>
            </a:r>
            <a:r>
              <a:rPr lang="en-IN" sz="4400" b="1" dirty="0">
                <a:solidFill>
                  <a:schemeClr val="bg2"/>
                </a:solidFill>
              </a:rPr>
              <a:t>= </a:t>
            </a:r>
            <a:r>
              <a:rPr lang="en-IN" b="1" dirty="0">
                <a:solidFill>
                  <a:schemeClr val="bg2"/>
                </a:solidFill>
              </a:rPr>
              <a:t> </a:t>
            </a: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DBAF767-D137-0AB5-F789-70C10055A4CC}"/>
              </a:ext>
            </a:extLst>
          </p:cNvPr>
          <p:cNvSpPr txBox="1"/>
          <p:nvPr/>
        </p:nvSpPr>
        <p:spPr>
          <a:xfrm>
            <a:off x="2220580" y="5185201"/>
            <a:ext cx="1927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Key 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8438BA9-8ECD-6261-1BDD-70EFECBDBF13}"/>
              </a:ext>
            </a:extLst>
          </p:cNvPr>
          <p:cNvSpPr/>
          <p:nvPr/>
        </p:nvSpPr>
        <p:spPr>
          <a:xfrm>
            <a:off x="5569868" y="5644553"/>
            <a:ext cx="4819279" cy="57050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 err="1"/>
              <a:t>OutPut</a:t>
            </a:r>
            <a:r>
              <a:rPr lang="en-US" sz="3200" b="1" dirty="0"/>
              <a:t> : </a:t>
            </a:r>
            <a:r>
              <a:rPr lang="en-IN" sz="3200" b="1" dirty="0">
                <a:solidFill>
                  <a:schemeClr val="accent6"/>
                </a:solidFill>
              </a:rPr>
              <a:t>Element found</a:t>
            </a:r>
          </a:p>
          <a:p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782871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1977</Words>
  <Application>Microsoft Office PowerPoint</Application>
  <PresentationFormat>Widescreen</PresentationFormat>
  <Paragraphs>278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Bahnschrift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UBAID QURESHI</dc:creator>
  <cp:lastModifiedBy>UBAID QURESHI</cp:lastModifiedBy>
  <cp:revision>1</cp:revision>
  <dcterms:created xsi:type="dcterms:W3CDTF">2025-11-06T10:34:30Z</dcterms:created>
  <dcterms:modified xsi:type="dcterms:W3CDTF">2025-11-06T11:11:22Z</dcterms:modified>
</cp:coreProperties>
</file>