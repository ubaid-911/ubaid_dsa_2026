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0" r:id="rId2"/>
    <p:sldId id="331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49" r:id="rId14"/>
    <p:sldId id="350" r:id="rId15"/>
    <p:sldId id="351" r:id="rId16"/>
    <p:sldId id="352" r:id="rId17"/>
    <p:sldId id="353" r:id="rId18"/>
    <p:sldId id="354" r:id="rId19"/>
    <p:sldId id="355" r:id="rId20"/>
    <p:sldId id="356" r:id="rId21"/>
    <p:sldId id="357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62FFFE-2731-4B10-8775-1B59581D9E9F}" v="75" dt="2025-11-08T10:15:47.5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3" d="100"/>
          <a:sy n="53" d="100"/>
        </p:scale>
        <p:origin x="1838" y="7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BAID QURESHI" userId="dd4ae95d8f7c04fe" providerId="LiveId" clId="{AF920071-46B6-4E4C-A6D8-3E93B456AF12}"/>
    <pc:docChg chg="undo custSel addSld delSld modSld">
      <pc:chgData name="UBAID QURESHI" userId="dd4ae95d8f7c04fe" providerId="LiveId" clId="{AF920071-46B6-4E4C-A6D8-3E93B456AF12}" dt="2025-11-08T10:15:52.579" v="494" actId="1076"/>
      <pc:docMkLst>
        <pc:docMk/>
      </pc:docMkLst>
      <pc:sldChg chg="modSp mod">
        <pc:chgData name="UBAID QURESHI" userId="dd4ae95d8f7c04fe" providerId="LiveId" clId="{AF920071-46B6-4E4C-A6D8-3E93B456AF12}" dt="2025-11-08T08:27:27.280" v="11" actId="14100"/>
        <pc:sldMkLst>
          <pc:docMk/>
          <pc:sldMk cId="579091230" sldId="330"/>
        </pc:sldMkLst>
        <pc:spChg chg="mod">
          <ac:chgData name="UBAID QURESHI" userId="dd4ae95d8f7c04fe" providerId="LiveId" clId="{AF920071-46B6-4E4C-A6D8-3E93B456AF12}" dt="2025-11-08T08:27:27.280" v="11" actId="14100"/>
          <ac:spMkLst>
            <pc:docMk/>
            <pc:sldMk cId="579091230" sldId="330"/>
            <ac:spMk id="2" creationId="{4BB2EF26-A2E4-1929-99C5-5E078599F130}"/>
          </ac:spMkLst>
        </pc:spChg>
      </pc:sldChg>
      <pc:sldChg chg="addSp delSp modSp mod">
        <pc:chgData name="UBAID QURESHI" userId="dd4ae95d8f7c04fe" providerId="LiveId" clId="{AF920071-46B6-4E4C-A6D8-3E93B456AF12}" dt="2025-11-08T08:31:15.861" v="64" actId="478"/>
        <pc:sldMkLst>
          <pc:docMk/>
          <pc:sldMk cId="2377301550" sldId="331"/>
        </pc:sldMkLst>
        <pc:spChg chg="mod">
          <ac:chgData name="UBAID QURESHI" userId="dd4ae95d8f7c04fe" providerId="LiveId" clId="{AF920071-46B6-4E4C-A6D8-3E93B456AF12}" dt="2025-11-08T08:29:40.993" v="60" actId="20577"/>
          <ac:spMkLst>
            <pc:docMk/>
            <pc:sldMk cId="2377301550" sldId="331"/>
            <ac:spMk id="4" creationId="{30848E33-C0A5-B721-8A51-2C5C179F39FC}"/>
          </ac:spMkLst>
        </pc:spChg>
        <pc:spChg chg="add del">
          <ac:chgData name="UBAID QURESHI" userId="dd4ae95d8f7c04fe" providerId="LiveId" clId="{AF920071-46B6-4E4C-A6D8-3E93B456AF12}" dt="2025-11-08T08:31:15.861" v="64" actId="478"/>
          <ac:spMkLst>
            <pc:docMk/>
            <pc:sldMk cId="2377301550" sldId="331"/>
            <ac:spMk id="6" creationId="{374EBAE0-FBE2-A89F-B8C6-15C1FD00DEE4}"/>
          </ac:spMkLst>
        </pc:spChg>
        <pc:spChg chg="mod">
          <ac:chgData name="UBAID QURESHI" userId="dd4ae95d8f7c04fe" providerId="LiveId" clId="{AF920071-46B6-4E4C-A6D8-3E93B456AF12}" dt="2025-11-08T08:29:25.291" v="41" actId="1076"/>
          <ac:spMkLst>
            <pc:docMk/>
            <pc:sldMk cId="2377301550" sldId="331"/>
            <ac:spMk id="7" creationId="{30EA4D20-5203-8F71-DDC8-971DE80287E0}"/>
          </ac:spMkLst>
        </pc:spChg>
        <pc:spChg chg="mod">
          <ac:chgData name="UBAID QURESHI" userId="dd4ae95d8f7c04fe" providerId="LiveId" clId="{AF920071-46B6-4E4C-A6D8-3E93B456AF12}" dt="2025-11-08T08:30:03.199" v="61" actId="1076"/>
          <ac:spMkLst>
            <pc:docMk/>
            <pc:sldMk cId="2377301550" sldId="331"/>
            <ac:spMk id="10" creationId="{1510EAB8-D04E-6AA1-D547-7E4818C1EE21}"/>
          </ac:spMkLst>
        </pc:spChg>
      </pc:sldChg>
      <pc:sldChg chg="del">
        <pc:chgData name="UBAID QURESHI" userId="dd4ae95d8f7c04fe" providerId="LiveId" clId="{AF920071-46B6-4E4C-A6D8-3E93B456AF12}" dt="2025-11-08T08:32:17.569" v="70" actId="47"/>
        <pc:sldMkLst>
          <pc:docMk/>
          <pc:sldMk cId="819423250" sldId="332"/>
        </pc:sldMkLst>
      </pc:sldChg>
      <pc:sldChg chg="del">
        <pc:chgData name="UBAID QURESHI" userId="dd4ae95d8f7c04fe" providerId="LiveId" clId="{AF920071-46B6-4E4C-A6D8-3E93B456AF12}" dt="2025-11-08T08:32:18.171" v="71" actId="47"/>
        <pc:sldMkLst>
          <pc:docMk/>
          <pc:sldMk cId="4145757965" sldId="338"/>
        </pc:sldMkLst>
      </pc:sldChg>
      <pc:sldChg chg="addSp delSp modSp add mod">
        <pc:chgData name="UBAID QURESHI" userId="dd4ae95d8f7c04fe" providerId="LiveId" clId="{AF920071-46B6-4E4C-A6D8-3E93B456AF12}" dt="2025-11-08T09:12:37.576" v="121"/>
        <pc:sldMkLst>
          <pc:docMk/>
          <pc:sldMk cId="2173325694" sldId="339"/>
        </pc:sldMkLst>
        <pc:spChg chg="add mod">
          <ac:chgData name="UBAID QURESHI" userId="dd4ae95d8f7c04fe" providerId="LiveId" clId="{AF920071-46B6-4E4C-A6D8-3E93B456AF12}" dt="2025-11-08T09:12:37.576" v="121"/>
          <ac:spMkLst>
            <pc:docMk/>
            <pc:sldMk cId="2173325694" sldId="339"/>
            <ac:spMk id="3" creationId="{994E3818-0C60-C220-947B-4EC25112D2FB}"/>
          </ac:spMkLst>
        </pc:spChg>
        <pc:spChg chg="mod">
          <ac:chgData name="UBAID QURESHI" userId="dd4ae95d8f7c04fe" providerId="LiveId" clId="{AF920071-46B6-4E4C-A6D8-3E93B456AF12}" dt="2025-11-08T09:10:38.871" v="95" actId="207"/>
          <ac:spMkLst>
            <pc:docMk/>
            <pc:sldMk cId="2173325694" sldId="339"/>
            <ac:spMk id="4" creationId="{9EF699DE-3F58-5412-EDBD-A6E244D23CD1}"/>
          </ac:spMkLst>
        </pc:spChg>
        <pc:spChg chg="mod">
          <ac:chgData name="UBAID QURESHI" userId="dd4ae95d8f7c04fe" providerId="LiveId" clId="{AF920071-46B6-4E4C-A6D8-3E93B456AF12}" dt="2025-11-08T08:35:38.590" v="88" actId="14100"/>
          <ac:spMkLst>
            <pc:docMk/>
            <pc:sldMk cId="2173325694" sldId="339"/>
            <ac:spMk id="5" creationId="{8325D77A-13BD-93A0-756E-D3635DF329C9}"/>
          </ac:spMkLst>
        </pc:spChg>
        <pc:spChg chg="del mod">
          <ac:chgData name="UBAID QURESHI" userId="dd4ae95d8f7c04fe" providerId="LiveId" clId="{AF920071-46B6-4E4C-A6D8-3E93B456AF12}" dt="2025-11-08T09:12:36.829" v="120" actId="478"/>
          <ac:spMkLst>
            <pc:docMk/>
            <pc:sldMk cId="2173325694" sldId="339"/>
            <ac:spMk id="6" creationId="{7DBA12C9-DDCB-4BB7-BEBF-0859381E1ED6}"/>
          </ac:spMkLst>
        </pc:spChg>
      </pc:sldChg>
      <pc:sldChg chg="addSp modSp add del mod">
        <pc:chgData name="UBAID QURESHI" userId="dd4ae95d8f7c04fe" providerId="LiveId" clId="{AF920071-46B6-4E4C-A6D8-3E93B456AF12}" dt="2025-11-08T08:35:07.654" v="84" actId="47"/>
        <pc:sldMkLst>
          <pc:docMk/>
          <pc:sldMk cId="638791463" sldId="340"/>
        </pc:sldMkLst>
        <pc:spChg chg="mod">
          <ac:chgData name="UBAID QURESHI" userId="dd4ae95d8f7c04fe" providerId="LiveId" clId="{AF920071-46B6-4E4C-A6D8-3E93B456AF12}" dt="2025-11-08T08:34:23.560" v="81" actId="14100"/>
          <ac:spMkLst>
            <pc:docMk/>
            <pc:sldMk cId="638791463" sldId="340"/>
            <ac:spMk id="5" creationId="{D78D0EE4-0879-1ED4-BB53-24665EDEC724}"/>
          </ac:spMkLst>
        </pc:spChg>
        <pc:spChg chg="mod">
          <ac:chgData name="UBAID QURESHI" userId="dd4ae95d8f7c04fe" providerId="LiveId" clId="{AF920071-46B6-4E4C-A6D8-3E93B456AF12}" dt="2025-11-08T08:34:37.908" v="82" actId="1076"/>
          <ac:spMkLst>
            <pc:docMk/>
            <pc:sldMk cId="638791463" sldId="340"/>
            <ac:spMk id="6" creationId="{09E33D02-9A46-08DE-09B4-4028B74D9832}"/>
          </ac:spMkLst>
        </pc:spChg>
        <pc:cxnChg chg="add mod">
          <ac:chgData name="UBAID QURESHI" userId="dd4ae95d8f7c04fe" providerId="LiveId" clId="{AF920071-46B6-4E4C-A6D8-3E93B456AF12}" dt="2025-11-08T08:34:40.660" v="83" actId="1076"/>
          <ac:cxnSpMkLst>
            <pc:docMk/>
            <pc:sldMk cId="638791463" sldId="340"/>
            <ac:cxnSpMk id="8" creationId="{910558F4-C006-ADCE-24A6-BFF6969B39F2}"/>
          </ac:cxnSpMkLst>
        </pc:cxnChg>
      </pc:sldChg>
      <pc:sldChg chg="addSp modSp add mod">
        <pc:chgData name="UBAID QURESHI" userId="dd4ae95d8f7c04fe" providerId="LiveId" clId="{AF920071-46B6-4E4C-A6D8-3E93B456AF12}" dt="2025-11-08T09:22:27.028" v="214" actId="207"/>
        <pc:sldMkLst>
          <pc:docMk/>
          <pc:sldMk cId="2475409761" sldId="340"/>
        </pc:sldMkLst>
        <pc:spChg chg="add mod">
          <ac:chgData name="UBAID QURESHI" userId="dd4ae95d8f7c04fe" providerId="LiveId" clId="{AF920071-46B6-4E4C-A6D8-3E93B456AF12}" dt="2025-11-08T09:22:27.028" v="214" actId="207"/>
          <ac:spMkLst>
            <pc:docMk/>
            <pc:sldMk cId="2475409761" sldId="340"/>
            <ac:spMk id="3" creationId="{B9E31E90-F1DD-C14C-FD7C-BE65B79D8458}"/>
          </ac:spMkLst>
        </pc:spChg>
        <pc:spChg chg="mod">
          <ac:chgData name="UBAID QURESHI" userId="dd4ae95d8f7c04fe" providerId="LiveId" clId="{AF920071-46B6-4E4C-A6D8-3E93B456AF12}" dt="2025-11-08T09:10:17.337" v="93" actId="207"/>
          <ac:spMkLst>
            <pc:docMk/>
            <pc:sldMk cId="2475409761" sldId="340"/>
            <ac:spMk id="4" creationId="{B90F0C20-47A1-9FE5-34E1-2524B9925637}"/>
          </ac:spMkLst>
        </pc:spChg>
        <pc:spChg chg="mod">
          <ac:chgData name="UBAID QURESHI" userId="dd4ae95d8f7c04fe" providerId="LiveId" clId="{AF920071-46B6-4E4C-A6D8-3E93B456AF12}" dt="2025-11-08T09:12:25.494" v="119" actId="1076"/>
          <ac:spMkLst>
            <pc:docMk/>
            <pc:sldMk cId="2475409761" sldId="340"/>
            <ac:spMk id="6" creationId="{B387A317-7400-A55A-6466-80860F2D6A3C}"/>
          </ac:spMkLst>
        </pc:spChg>
      </pc:sldChg>
      <pc:sldChg chg="addSp modSp add mod">
        <pc:chgData name="UBAID QURESHI" userId="dd4ae95d8f7c04fe" providerId="LiveId" clId="{AF920071-46B6-4E4C-A6D8-3E93B456AF12}" dt="2025-11-08T09:27:10.541" v="262" actId="207"/>
        <pc:sldMkLst>
          <pc:docMk/>
          <pc:sldMk cId="989904137" sldId="341"/>
        </pc:sldMkLst>
        <pc:spChg chg="mod">
          <ac:chgData name="UBAID QURESHI" userId="dd4ae95d8f7c04fe" providerId="LiveId" clId="{AF920071-46B6-4E4C-A6D8-3E93B456AF12}" dt="2025-11-08T09:22:32.769" v="215" actId="207"/>
          <ac:spMkLst>
            <pc:docMk/>
            <pc:sldMk cId="989904137" sldId="341"/>
            <ac:spMk id="3" creationId="{BD5B9DD7-0FE0-B884-8F66-672CF012F6DC}"/>
          </ac:spMkLst>
        </pc:spChg>
        <pc:spChg chg="mod">
          <ac:chgData name="UBAID QURESHI" userId="dd4ae95d8f7c04fe" providerId="LiveId" clId="{AF920071-46B6-4E4C-A6D8-3E93B456AF12}" dt="2025-11-08T09:14:12.366" v="123" actId="207"/>
          <ac:spMkLst>
            <pc:docMk/>
            <pc:sldMk cId="989904137" sldId="341"/>
            <ac:spMk id="4" creationId="{8EEE1880-71BC-B973-569B-1899A9BE8614}"/>
          </ac:spMkLst>
        </pc:spChg>
        <pc:spChg chg="add mod">
          <ac:chgData name="UBAID QURESHI" userId="dd4ae95d8f7c04fe" providerId="LiveId" clId="{AF920071-46B6-4E4C-A6D8-3E93B456AF12}" dt="2025-11-08T09:27:10.541" v="262" actId="207"/>
          <ac:spMkLst>
            <pc:docMk/>
            <pc:sldMk cId="989904137" sldId="341"/>
            <ac:spMk id="16" creationId="{C7667DF7-5EFB-E95A-9CF6-466955CACB92}"/>
          </ac:spMkLst>
        </pc:spChg>
        <pc:spChg chg="add mod">
          <ac:chgData name="UBAID QURESHI" userId="dd4ae95d8f7c04fe" providerId="LiveId" clId="{AF920071-46B6-4E4C-A6D8-3E93B456AF12}" dt="2025-11-08T09:16:57.508" v="150" actId="1076"/>
          <ac:spMkLst>
            <pc:docMk/>
            <pc:sldMk cId="989904137" sldId="341"/>
            <ac:spMk id="17" creationId="{E2113D7F-9C98-514A-EB26-A9569E81CBC1}"/>
          </ac:spMkLst>
        </pc:spChg>
        <pc:spChg chg="add mod">
          <ac:chgData name="UBAID QURESHI" userId="dd4ae95d8f7c04fe" providerId="LiveId" clId="{AF920071-46B6-4E4C-A6D8-3E93B456AF12}" dt="2025-11-08T09:26:35.615" v="259" actId="207"/>
          <ac:spMkLst>
            <pc:docMk/>
            <pc:sldMk cId="989904137" sldId="341"/>
            <ac:spMk id="18" creationId="{66EB6148-990B-AF2C-3465-14ED5A2AFDC8}"/>
          </ac:spMkLst>
        </pc:spChg>
        <pc:spChg chg="add mod">
          <ac:chgData name="UBAID QURESHI" userId="dd4ae95d8f7c04fe" providerId="LiveId" clId="{AF920071-46B6-4E4C-A6D8-3E93B456AF12}" dt="2025-11-08T09:17:56.288" v="159" actId="1076"/>
          <ac:spMkLst>
            <pc:docMk/>
            <pc:sldMk cId="989904137" sldId="341"/>
            <ac:spMk id="19" creationId="{F88237E7-F293-3B14-E56E-C8197A3DEED6}"/>
          </ac:spMkLst>
        </pc:spChg>
        <pc:spChg chg="add mod">
          <ac:chgData name="UBAID QURESHI" userId="dd4ae95d8f7c04fe" providerId="LiveId" clId="{AF920071-46B6-4E4C-A6D8-3E93B456AF12}" dt="2025-11-08T09:18:46.004" v="182" actId="207"/>
          <ac:spMkLst>
            <pc:docMk/>
            <pc:sldMk cId="989904137" sldId="341"/>
            <ac:spMk id="20" creationId="{18A1C23B-291C-EE0B-51CB-343BC6B71B6B}"/>
          </ac:spMkLst>
        </pc:spChg>
        <pc:spChg chg="add mod">
          <ac:chgData name="UBAID QURESHI" userId="dd4ae95d8f7c04fe" providerId="LiveId" clId="{AF920071-46B6-4E4C-A6D8-3E93B456AF12}" dt="2025-11-08T09:21:07.729" v="207" actId="207"/>
          <ac:spMkLst>
            <pc:docMk/>
            <pc:sldMk cId="989904137" sldId="341"/>
            <ac:spMk id="21" creationId="{BF67BA6C-4289-CAB6-0DC1-4C9502288665}"/>
          </ac:spMkLst>
        </pc:spChg>
        <pc:cxnChg chg="add mod">
          <ac:chgData name="UBAID QURESHI" userId="dd4ae95d8f7c04fe" providerId="LiveId" clId="{AF920071-46B6-4E4C-A6D8-3E93B456AF12}" dt="2025-11-08T09:14:30.343" v="126" actId="1582"/>
          <ac:cxnSpMkLst>
            <pc:docMk/>
            <pc:sldMk cId="989904137" sldId="341"/>
            <ac:cxnSpMk id="9" creationId="{C5D15109-9231-74FD-36E7-1F027C8D79D2}"/>
          </ac:cxnSpMkLst>
        </pc:cxnChg>
        <pc:cxnChg chg="add mod">
          <ac:chgData name="UBAID QURESHI" userId="dd4ae95d8f7c04fe" providerId="LiveId" clId="{AF920071-46B6-4E4C-A6D8-3E93B456AF12}" dt="2025-11-08T09:14:45.403" v="129" actId="1076"/>
          <ac:cxnSpMkLst>
            <pc:docMk/>
            <pc:sldMk cId="989904137" sldId="341"/>
            <ac:cxnSpMk id="11" creationId="{7AD29A1C-DC2A-E613-3F24-FC858448F3B6}"/>
          </ac:cxnSpMkLst>
        </pc:cxnChg>
        <pc:cxnChg chg="add mod">
          <ac:chgData name="UBAID QURESHI" userId="dd4ae95d8f7c04fe" providerId="LiveId" clId="{AF920071-46B6-4E4C-A6D8-3E93B456AF12}" dt="2025-11-08T09:15:21.532" v="135" actId="208"/>
          <ac:cxnSpMkLst>
            <pc:docMk/>
            <pc:sldMk cId="989904137" sldId="341"/>
            <ac:cxnSpMk id="13" creationId="{5753B07C-4C4F-0D6B-3414-A5DA1C44F285}"/>
          </ac:cxnSpMkLst>
        </pc:cxnChg>
        <pc:cxnChg chg="add mod">
          <ac:chgData name="UBAID QURESHI" userId="dd4ae95d8f7c04fe" providerId="LiveId" clId="{AF920071-46B6-4E4C-A6D8-3E93B456AF12}" dt="2025-11-08T09:15:32.988" v="137" actId="1076"/>
          <ac:cxnSpMkLst>
            <pc:docMk/>
            <pc:sldMk cId="989904137" sldId="341"/>
            <ac:cxnSpMk id="15" creationId="{F6CE6D56-44DA-29FA-6674-7FACE1FF2947}"/>
          </ac:cxnSpMkLst>
        </pc:cxnChg>
      </pc:sldChg>
      <pc:sldChg chg="add del">
        <pc:chgData name="UBAID QURESHI" userId="dd4ae95d8f7c04fe" providerId="LiveId" clId="{AF920071-46B6-4E4C-A6D8-3E93B456AF12}" dt="2025-11-08T09:10:54.396" v="97"/>
        <pc:sldMkLst>
          <pc:docMk/>
          <pc:sldMk cId="2316406572" sldId="341"/>
        </pc:sldMkLst>
      </pc:sldChg>
      <pc:sldChg chg="addSp modSp add mod">
        <pc:chgData name="UBAID QURESHI" userId="dd4ae95d8f7c04fe" providerId="LiveId" clId="{AF920071-46B6-4E4C-A6D8-3E93B456AF12}" dt="2025-11-08T09:27:15.093" v="263" actId="207"/>
        <pc:sldMkLst>
          <pc:docMk/>
          <pc:sldMk cId="2386017948" sldId="342"/>
        </pc:sldMkLst>
        <pc:spChg chg="mod">
          <ac:chgData name="UBAID QURESHI" userId="dd4ae95d8f7c04fe" providerId="LiveId" clId="{AF920071-46B6-4E4C-A6D8-3E93B456AF12}" dt="2025-11-08T09:22:36.736" v="216" actId="207"/>
          <ac:spMkLst>
            <pc:docMk/>
            <pc:sldMk cId="2386017948" sldId="342"/>
            <ac:spMk id="3" creationId="{8225A7DD-E698-B2F3-FC9B-00468B39D218}"/>
          </ac:spMkLst>
        </pc:spChg>
        <pc:spChg chg="add mod">
          <ac:chgData name="UBAID QURESHI" userId="dd4ae95d8f7c04fe" providerId="LiveId" clId="{AF920071-46B6-4E4C-A6D8-3E93B456AF12}" dt="2025-11-08T09:22:39.925" v="217" actId="207"/>
          <ac:spMkLst>
            <pc:docMk/>
            <pc:sldMk cId="2386017948" sldId="342"/>
            <ac:spMk id="8" creationId="{0F5BB48C-47F1-029D-8E9D-F11BE7DFFBA6}"/>
          </ac:spMkLst>
        </pc:spChg>
        <pc:spChg chg="add mod">
          <ac:chgData name="UBAID QURESHI" userId="dd4ae95d8f7c04fe" providerId="LiveId" clId="{AF920071-46B6-4E4C-A6D8-3E93B456AF12}" dt="2025-11-08T09:22:50.748" v="218"/>
          <ac:spMkLst>
            <pc:docMk/>
            <pc:sldMk cId="2386017948" sldId="342"/>
            <ac:spMk id="12" creationId="{C49AD6BC-8206-1707-BFEC-024D939B0594}"/>
          </ac:spMkLst>
        </pc:spChg>
        <pc:spChg chg="mod">
          <ac:chgData name="UBAID QURESHI" userId="dd4ae95d8f7c04fe" providerId="LiveId" clId="{AF920071-46B6-4E4C-A6D8-3E93B456AF12}" dt="2025-11-08T09:27:15.093" v="263" actId="207"/>
          <ac:spMkLst>
            <pc:docMk/>
            <pc:sldMk cId="2386017948" sldId="342"/>
            <ac:spMk id="16" creationId="{5CC7DD9D-2A09-B0C3-7E33-22ED12D479B2}"/>
          </ac:spMkLst>
        </pc:spChg>
        <pc:spChg chg="mod">
          <ac:chgData name="UBAID QURESHI" userId="dd4ae95d8f7c04fe" providerId="LiveId" clId="{AF920071-46B6-4E4C-A6D8-3E93B456AF12}" dt="2025-11-08T09:26:56.081" v="260" actId="207"/>
          <ac:spMkLst>
            <pc:docMk/>
            <pc:sldMk cId="2386017948" sldId="342"/>
            <ac:spMk id="18" creationId="{9B37EB0C-6341-9B66-B290-88170589273F}"/>
          </ac:spMkLst>
        </pc:spChg>
      </pc:sldChg>
      <pc:sldChg chg="addSp modSp add mod">
        <pc:chgData name="UBAID QURESHI" userId="dd4ae95d8f7c04fe" providerId="LiveId" clId="{AF920071-46B6-4E4C-A6D8-3E93B456AF12}" dt="2025-11-08T09:27:29.012" v="266" actId="207"/>
        <pc:sldMkLst>
          <pc:docMk/>
          <pc:sldMk cId="735465574" sldId="343"/>
        </pc:sldMkLst>
        <pc:spChg chg="mod">
          <ac:chgData name="UBAID QURESHI" userId="dd4ae95d8f7c04fe" providerId="LiveId" clId="{AF920071-46B6-4E4C-A6D8-3E93B456AF12}" dt="2025-11-08T09:27:19.868" v="264" actId="207"/>
          <ac:spMkLst>
            <pc:docMk/>
            <pc:sldMk cId="735465574" sldId="343"/>
            <ac:spMk id="16" creationId="{DACCBCD9-C814-E95B-CE80-92853C39938F}"/>
          </ac:spMkLst>
        </pc:spChg>
        <pc:spChg chg="mod">
          <ac:chgData name="UBAID QURESHI" userId="dd4ae95d8f7c04fe" providerId="LiveId" clId="{AF920071-46B6-4E4C-A6D8-3E93B456AF12}" dt="2025-11-08T09:26:59.870" v="261" actId="207"/>
          <ac:spMkLst>
            <pc:docMk/>
            <pc:sldMk cId="735465574" sldId="343"/>
            <ac:spMk id="18" creationId="{B13A95E7-A464-2D0B-5F4D-B6CAEC7B764C}"/>
          </ac:spMkLst>
        </pc:spChg>
        <pc:spChg chg="add mod">
          <ac:chgData name="UBAID QURESHI" userId="dd4ae95d8f7c04fe" providerId="LiveId" clId="{AF920071-46B6-4E4C-A6D8-3E93B456AF12}" dt="2025-11-08T09:27:25.151" v="265" actId="207"/>
          <ac:spMkLst>
            <pc:docMk/>
            <pc:sldMk cId="735465574" sldId="343"/>
            <ac:spMk id="24" creationId="{C28AF742-51EF-8847-1290-86767DD8B70B}"/>
          </ac:spMkLst>
        </pc:spChg>
        <pc:spChg chg="add mod">
          <ac:chgData name="UBAID QURESHI" userId="dd4ae95d8f7c04fe" providerId="LiveId" clId="{AF920071-46B6-4E4C-A6D8-3E93B456AF12}" dt="2025-11-08T09:24:33.337" v="233" actId="1076"/>
          <ac:spMkLst>
            <pc:docMk/>
            <pc:sldMk cId="735465574" sldId="343"/>
            <ac:spMk id="25" creationId="{60F9D1B3-5480-FE65-7EDC-89E2C1F4F781}"/>
          </ac:spMkLst>
        </pc:spChg>
        <pc:spChg chg="add mod">
          <ac:chgData name="UBAID QURESHI" userId="dd4ae95d8f7c04fe" providerId="LiveId" clId="{AF920071-46B6-4E4C-A6D8-3E93B456AF12}" dt="2025-11-08T09:24:42.813" v="235" actId="207"/>
          <ac:spMkLst>
            <pc:docMk/>
            <pc:sldMk cId="735465574" sldId="343"/>
            <ac:spMk id="26" creationId="{4AA24BFC-D14C-83A9-7194-9099EFF45A37}"/>
          </ac:spMkLst>
        </pc:spChg>
        <pc:spChg chg="add mod">
          <ac:chgData name="UBAID QURESHI" userId="dd4ae95d8f7c04fe" providerId="LiveId" clId="{AF920071-46B6-4E4C-A6D8-3E93B456AF12}" dt="2025-11-08T09:27:29.012" v="266" actId="207"/>
          <ac:spMkLst>
            <pc:docMk/>
            <pc:sldMk cId="735465574" sldId="343"/>
            <ac:spMk id="27" creationId="{238D75C3-6BFE-BA3F-5B80-D609BB10F08D}"/>
          </ac:spMkLst>
        </pc:spChg>
        <pc:spChg chg="add mod">
          <ac:chgData name="UBAID QURESHI" userId="dd4ae95d8f7c04fe" providerId="LiveId" clId="{AF920071-46B6-4E4C-A6D8-3E93B456AF12}" dt="2025-11-08T09:25:13.649" v="256" actId="1076"/>
          <ac:spMkLst>
            <pc:docMk/>
            <pc:sldMk cId="735465574" sldId="343"/>
            <ac:spMk id="28" creationId="{1F9BF413-2AAE-541F-DB66-C7C36777A12E}"/>
          </ac:spMkLst>
        </pc:spChg>
        <pc:spChg chg="add mod">
          <ac:chgData name="UBAID QURESHI" userId="dd4ae95d8f7c04fe" providerId="LiveId" clId="{AF920071-46B6-4E4C-A6D8-3E93B456AF12}" dt="2025-11-08T09:25:20.375" v="257" actId="1076"/>
          <ac:spMkLst>
            <pc:docMk/>
            <pc:sldMk cId="735465574" sldId="343"/>
            <ac:spMk id="29" creationId="{5FA176D7-39F6-3F89-0338-4FDF7EF5E84E}"/>
          </ac:spMkLst>
        </pc:spChg>
        <pc:cxnChg chg="add mod">
          <ac:chgData name="UBAID QURESHI" userId="dd4ae95d8f7c04fe" providerId="LiveId" clId="{AF920071-46B6-4E4C-A6D8-3E93B456AF12}" dt="2025-11-08T09:23:22.525" v="221" actId="1076"/>
          <ac:cxnSpMkLst>
            <pc:docMk/>
            <pc:sldMk cId="735465574" sldId="343"/>
            <ac:cxnSpMk id="12" creationId="{C88B1DEC-90FB-EFB0-7300-1A998220F9CA}"/>
          </ac:cxnSpMkLst>
        </pc:cxnChg>
        <pc:cxnChg chg="add mod">
          <ac:chgData name="UBAID QURESHI" userId="dd4ae95d8f7c04fe" providerId="LiveId" clId="{AF920071-46B6-4E4C-A6D8-3E93B456AF12}" dt="2025-11-08T09:23:22.525" v="221" actId="1076"/>
          <ac:cxnSpMkLst>
            <pc:docMk/>
            <pc:sldMk cId="735465574" sldId="343"/>
            <ac:cxnSpMk id="14" creationId="{E26909C8-8114-9519-827F-E8C08D8595DC}"/>
          </ac:cxnSpMkLst>
        </pc:cxnChg>
        <pc:cxnChg chg="add mod">
          <ac:chgData name="UBAID QURESHI" userId="dd4ae95d8f7c04fe" providerId="LiveId" clId="{AF920071-46B6-4E4C-A6D8-3E93B456AF12}" dt="2025-11-08T09:23:22.525" v="221" actId="1076"/>
          <ac:cxnSpMkLst>
            <pc:docMk/>
            <pc:sldMk cId="735465574" sldId="343"/>
            <ac:cxnSpMk id="22" creationId="{A4DA11B2-59D7-4154-11F9-1BE15FAC44CD}"/>
          </ac:cxnSpMkLst>
        </pc:cxnChg>
        <pc:cxnChg chg="add mod">
          <ac:chgData name="UBAID QURESHI" userId="dd4ae95d8f7c04fe" providerId="LiveId" clId="{AF920071-46B6-4E4C-A6D8-3E93B456AF12}" dt="2025-11-08T09:23:22.525" v="221" actId="1076"/>
          <ac:cxnSpMkLst>
            <pc:docMk/>
            <pc:sldMk cId="735465574" sldId="343"/>
            <ac:cxnSpMk id="23" creationId="{B9059D23-2473-A15A-B578-7F79136E113A}"/>
          </ac:cxnSpMkLst>
        </pc:cxnChg>
      </pc:sldChg>
      <pc:sldChg chg="addSp modSp add mod">
        <pc:chgData name="UBAID QURESHI" userId="dd4ae95d8f7c04fe" providerId="LiveId" clId="{AF920071-46B6-4E4C-A6D8-3E93B456AF12}" dt="2025-11-08T09:28:45.805" v="271" actId="20577"/>
        <pc:sldMkLst>
          <pc:docMk/>
          <pc:sldMk cId="2554379401" sldId="344"/>
        </pc:sldMkLst>
        <pc:spChg chg="add mod">
          <ac:chgData name="UBAID QURESHI" userId="dd4ae95d8f7c04fe" providerId="LiveId" clId="{AF920071-46B6-4E4C-A6D8-3E93B456AF12}" dt="2025-11-08T09:28:45.805" v="271" actId="20577"/>
          <ac:spMkLst>
            <pc:docMk/>
            <pc:sldMk cId="2554379401" sldId="344"/>
            <ac:spMk id="30" creationId="{D9BE664C-3211-B7F2-221B-3AC7165BB094}"/>
          </ac:spMkLst>
        </pc:spChg>
      </pc:sldChg>
      <pc:sldChg chg="addSp modSp add mod">
        <pc:chgData name="UBAID QURESHI" userId="dd4ae95d8f7c04fe" providerId="LiveId" clId="{AF920071-46B6-4E4C-A6D8-3E93B456AF12}" dt="2025-11-08T09:31:53.507" v="307" actId="1076"/>
        <pc:sldMkLst>
          <pc:docMk/>
          <pc:sldMk cId="1729228665" sldId="345"/>
        </pc:sldMkLst>
        <pc:spChg chg="add mod">
          <ac:chgData name="UBAID QURESHI" userId="dd4ae95d8f7c04fe" providerId="LiveId" clId="{AF920071-46B6-4E4C-A6D8-3E93B456AF12}" dt="2025-11-08T09:31:04.885" v="294" actId="1076"/>
          <ac:spMkLst>
            <pc:docMk/>
            <pc:sldMk cId="1729228665" sldId="345"/>
            <ac:spMk id="63" creationId="{D5D8EF82-497B-7885-4243-C01ECEEC48D9}"/>
          </ac:spMkLst>
        </pc:spChg>
        <pc:spChg chg="add mod">
          <ac:chgData name="UBAID QURESHI" userId="dd4ae95d8f7c04fe" providerId="LiveId" clId="{AF920071-46B6-4E4C-A6D8-3E93B456AF12}" dt="2025-11-08T09:31:09.423" v="295" actId="1076"/>
          <ac:spMkLst>
            <pc:docMk/>
            <pc:sldMk cId="1729228665" sldId="345"/>
            <ac:spMk id="64" creationId="{945886BB-C2AF-D237-ADF8-7BACC8C6FD34}"/>
          </ac:spMkLst>
        </pc:spChg>
        <pc:spChg chg="add mod">
          <ac:chgData name="UBAID QURESHI" userId="dd4ae95d8f7c04fe" providerId="LiveId" clId="{AF920071-46B6-4E4C-A6D8-3E93B456AF12}" dt="2025-11-08T09:31:15.269" v="296" actId="1076"/>
          <ac:spMkLst>
            <pc:docMk/>
            <pc:sldMk cId="1729228665" sldId="345"/>
            <ac:spMk id="65" creationId="{8B73C240-DA39-660E-67FD-BB404920764F}"/>
          </ac:spMkLst>
        </pc:spChg>
        <pc:spChg chg="add mod">
          <ac:chgData name="UBAID QURESHI" userId="dd4ae95d8f7c04fe" providerId="LiveId" clId="{AF920071-46B6-4E4C-A6D8-3E93B456AF12}" dt="2025-11-08T09:31:45.325" v="305" actId="1076"/>
          <ac:spMkLst>
            <pc:docMk/>
            <pc:sldMk cId="1729228665" sldId="345"/>
            <ac:spMk id="66" creationId="{3E2B7222-619A-A777-D1E0-F1EC05DE6B9F}"/>
          </ac:spMkLst>
        </pc:spChg>
        <pc:spChg chg="add mod">
          <ac:chgData name="UBAID QURESHI" userId="dd4ae95d8f7c04fe" providerId="LiveId" clId="{AF920071-46B6-4E4C-A6D8-3E93B456AF12}" dt="2025-11-08T09:31:48.516" v="306" actId="20577"/>
          <ac:spMkLst>
            <pc:docMk/>
            <pc:sldMk cId="1729228665" sldId="345"/>
            <ac:spMk id="67" creationId="{20AC998A-68DD-7A48-8BBA-21A4833D6E59}"/>
          </ac:spMkLst>
        </pc:spChg>
        <pc:spChg chg="add mod">
          <ac:chgData name="UBAID QURESHI" userId="dd4ae95d8f7c04fe" providerId="LiveId" clId="{AF920071-46B6-4E4C-A6D8-3E93B456AF12}" dt="2025-11-08T09:31:53.507" v="307" actId="1076"/>
          <ac:spMkLst>
            <pc:docMk/>
            <pc:sldMk cId="1729228665" sldId="345"/>
            <ac:spMk id="68" creationId="{E5579039-BFCA-D49E-9FD8-DFF146799D46}"/>
          </ac:spMkLst>
        </pc:spChg>
        <pc:cxnChg chg="add mod">
          <ac:chgData name="UBAID QURESHI" userId="dd4ae95d8f7c04fe" providerId="LiveId" clId="{AF920071-46B6-4E4C-A6D8-3E93B456AF12}" dt="2025-11-08T09:29:48.761" v="281" actId="1076"/>
          <ac:cxnSpMkLst>
            <pc:docMk/>
            <pc:sldMk cId="1729228665" sldId="345"/>
            <ac:cxnSpMk id="31" creationId="{C116308D-F0F2-EF2C-0BBA-DB30DC6CF3E4}"/>
          </ac:cxnSpMkLst>
        </pc:cxnChg>
        <pc:cxnChg chg="add mod">
          <ac:chgData name="UBAID QURESHI" userId="dd4ae95d8f7c04fe" providerId="LiveId" clId="{AF920071-46B6-4E4C-A6D8-3E93B456AF12}" dt="2025-11-08T09:29:48.761" v="281" actId="1076"/>
          <ac:cxnSpMkLst>
            <pc:docMk/>
            <pc:sldMk cId="1729228665" sldId="345"/>
            <ac:cxnSpMk id="32" creationId="{FD9ADA85-8AFA-B3C7-EAA7-763CA1579270}"/>
          </ac:cxnSpMkLst>
        </pc:cxnChg>
        <pc:cxnChg chg="add mod">
          <ac:chgData name="UBAID QURESHI" userId="dd4ae95d8f7c04fe" providerId="LiveId" clId="{AF920071-46B6-4E4C-A6D8-3E93B456AF12}" dt="2025-11-08T09:30:20.947" v="284" actId="14100"/>
          <ac:cxnSpMkLst>
            <pc:docMk/>
            <pc:sldMk cId="1729228665" sldId="345"/>
            <ac:cxnSpMk id="33" creationId="{AE3D4634-E06F-5E3F-70B7-BFE78E25B06D}"/>
          </ac:cxnSpMkLst>
        </pc:cxnChg>
        <pc:cxnChg chg="add mod">
          <ac:chgData name="UBAID QURESHI" userId="dd4ae95d8f7c04fe" providerId="LiveId" clId="{AF920071-46B6-4E4C-A6D8-3E93B456AF12}" dt="2025-11-08T09:30:20.947" v="284" actId="14100"/>
          <ac:cxnSpMkLst>
            <pc:docMk/>
            <pc:sldMk cId="1729228665" sldId="345"/>
            <ac:cxnSpMk id="34" creationId="{0CCFA488-4BE0-490C-BCE2-D74350AC9370}"/>
          </ac:cxnSpMkLst>
        </pc:cxnChg>
      </pc:sldChg>
      <pc:sldChg chg="addSp modSp add mod">
        <pc:chgData name="UBAID QURESHI" userId="dd4ae95d8f7c04fe" providerId="LiveId" clId="{AF920071-46B6-4E4C-A6D8-3E93B456AF12}" dt="2025-11-08T09:36:30.488" v="310" actId="1076"/>
        <pc:sldMkLst>
          <pc:docMk/>
          <pc:sldMk cId="3090500412" sldId="346"/>
        </pc:sldMkLst>
        <pc:spChg chg="add mod">
          <ac:chgData name="UBAID QURESHI" userId="dd4ae95d8f7c04fe" providerId="LiveId" clId="{AF920071-46B6-4E4C-A6D8-3E93B456AF12}" dt="2025-11-08T09:36:30.488" v="310" actId="1076"/>
          <ac:spMkLst>
            <pc:docMk/>
            <pc:sldMk cId="3090500412" sldId="346"/>
            <ac:spMk id="35" creationId="{9303D7FF-137D-4E27-862C-6515F8A51B2E}"/>
          </ac:spMkLst>
        </pc:spChg>
      </pc:sldChg>
      <pc:sldChg chg="addSp modSp add mod">
        <pc:chgData name="UBAID QURESHI" userId="dd4ae95d8f7c04fe" providerId="LiveId" clId="{AF920071-46B6-4E4C-A6D8-3E93B456AF12}" dt="2025-11-08T09:44:18.230" v="318" actId="20577"/>
        <pc:sldMkLst>
          <pc:docMk/>
          <pc:sldMk cId="2188410126" sldId="347"/>
        </pc:sldMkLst>
        <pc:spChg chg="add mod">
          <ac:chgData name="UBAID QURESHI" userId="dd4ae95d8f7c04fe" providerId="LiveId" clId="{AF920071-46B6-4E4C-A6D8-3E93B456AF12}" dt="2025-11-08T09:44:18.230" v="318" actId="20577"/>
          <ac:spMkLst>
            <pc:docMk/>
            <pc:sldMk cId="2188410126" sldId="347"/>
            <ac:spMk id="36" creationId="{A274EA95-9A79-2915-D4D9-19F71AA47582}"/>
          </ac:spMkLst>
        </pc:spChg>
      </pc:sldChg>
      <pc:sldChg chg="addSp modSp add mod">
        <pc:chgData name="UBAID QURESHI" userId="dd4ae95d8f7c04fe" providerId="LiveId" clId="{AF920071-46B6-4E4C-A6D8-3E93B456AF12}" dt="2025-11-08T09:57:15.692" v="355" actId="1076"/>
        <pc:sldMkLst>
          <pc:docMk/>
          <pc:sldMk cId="772976901" sldId="348"/>
        </pc:sldMkLst>
        <pc:spChg chg="add mod">
          <ac:chgData name="UBAID QURESHI" userId="dd4ae95d8f7c04fe" providerId="LiveId" clId="{AF920071-46B6-4E4C-A6D8-3E93B456AF12}" dt="2025-11-08T09:56:30.897" v="336" actId="1076"/>
          <ac:spMkLst>
            <pc:docMk/>
            <pc:sldMk cId="772976901" sldId="348"/>
            <ac:spMk id="41" creationId="{ADFC411D-07F7-35CC-675E-9A33215666C0}"/>
          </ac:spMkLst>
        </pc:spChg>
        <pc:spChg chg="add mod">
          <ac:chgData name="UBAID QURESHI" userId="dd4ae95d8f7c04fe" providerId="LiveId" clId="{AF920071-46B6-4E4C-A6D8-3E93B456AF12}" dt="2025-11-08T09:56:36.663" v="337" actId="1076"/>
          <ac:spMkLst>
            <pc:docMk/>
            <pc:sldMk cId="772976901" sldId="348"/>
            <ac:spMk id="42" creationId="{17B4EEA1-4F95-EE7B-164B-113892B39E49}"/>
          </ac:spMkLst>
        </pc:spChg>
        <pc:spChg chg="add mod">
          <ac:chgData name="UBAID QURESHI" userId="dd4ae95d8f7c04fe" providerId="LiveId" clId="{AF920071-46B6-4E4C-A6D8-3E93B456AF12}" dt="2025-11-08T09:56:45.006" v="338" actId="1076"/>
          <ac:spMkLst>
            <pc:docMk/>
            <pc:sldMk cId="772976901" sldId="348"/>
            <ac:spMk id="43" creationId="{98059163-69DD-E485-9777-8F70143FD7AF}"/>
          </ac:spMkLst>
        </pc:spChg>
        <pc:spChg chg="add mod">
          <ac:chgData name="UBAID QURESHI" userId="dd4ae95d8f7c04fe" providerId="LiveId" clId="{AF920071-46B6-4E4C-A6D8-3E93B456AF12}" dt="2025-11-08T09:57:06.190" v="353" actId="1076"/>
          <ac:spMkLst>
            <pc:docMk/>
            <pc:sldMk cId="772976901" sldId="348"/>
            <ac:spMk id="44" creationId="{5B35121E-8CFA-50B2-88EF-4ADB32B0A1EB}"/>
          </ac:spMkLst>
        </pc:spChg>
        <pc:spChg chg="add mod">
          <ac:chgData name="UBAID QURESHI" userId="dd4ae95d8f7c04fe" providerId="LiveId" clId="{AF920071-46B6-4E4C-A6D8-3E93B456AF12}" dt="2025-11-08T09:57:09.290" v="354" actId="1076"/>
          <ac:spMkLst>
            <pc:docMk/>
            <pc:sldMk cId="772976901" sldId="348"/>
            <ac:spMk id="45" creationId="{85649F07-154D-8DDD-0B98-97AAE90E3AC5}"/>
          </ac:spMkLst>
        </pc:spChg>
        <pc:spChg chg="add mod">
          <ac:chgData name="UBAID QURESHI" userId="dd4ae95d8f7c04fe" providerId="LiveId" clId="{AF920071-46B6-4E4C-A6D8-3E93B456AF12}" dt="2025-11-08T09:57:15.692" v="355" actId="1076"/>
          <ac:spMkLst>
            <pc:docMk/>
            <pc:sldMk cId="772976901" sldId="348"/>
            <ac:spMk id="46" creationId="{10CD924A-BFDC-8BA5-D315-A4F6682B6233}"/>
          </ac:spMkLst>
        </pc:spChg>
        <pc:cxnChg chg="add mod">
          <ac:chgData name="UBAID QURESHI" userId="dd4ae95d8f7c04fe" providerId="LiveId" clId="{AF920071-46B6-4E4C-A6D8-3E93B456AF12}" dt="2025-11-08T09:47:02.229" v="322" actId="1076"/>
          <ac:cxnSpMkLst>
            <pc:docMk/>
            <pc:sldMk cId="772976901" sldId="348"/>
            <ac:cxnSpMk id="37" creationId="{0CD24EA1-481D-93E0-5CF2-008B9934705A}"/>
          </ac:cxnSpMkLst>
        </pc:cxnChg>
        <pc:cxnChg chg="add mod">
          <ac:chgData name="UBAID QURESHI" userId="dd4ae95d8f7c04fe" providerId="LiveId" clId="{AF920071-46B6-4E4C-A6D8-3E93B456AF12}" dt="2025-11-08T09:47:02.229" v="322" actId="1076"/>
          <ac:cxnSpMkLst>
            <pc:docMk/>
            <pc:sldMk cId="772976901" sldId="348"/>
            <ac:cxnSpMk id="38" creationId="{E5D797FE-BED6-ABC3-3C81-EFFD863C36D2}"/>
          </ac:cxnSpMkLst>
        </pc:cxnChg>
        <pc:cxnChg chg="add mod">
          <ac:chgData name="UBAID QURESHI" userId="dd4ae95d8f7c04fe" providerId="LiveId" clId="{AF920071-46B6-4E4C-A6D8-3E93B456AF12}" dt="2025-11-08T09:47:02.229" v="322" actId="1076"/>
          <ac:cxnSpMkLst>
            <pc:docMk/>
            <pc:sldMk cId="772976901" sldId="348"/>
            <ac:cxnSpMk id="39" creationId="{2F693079-988E-8F43-5F5F-F5347A499EA0}"/>
          </ac:cxnSpMkLst>
        </pc:cxnChg>
        <pc:cxnChg chg="add mod">
          <ac:chgData name="UBAID QURESHI" userId="dd4ae95d8f7c04fe" providerId="LiveId" clId="{AF920071-46B6-4E4C-A6D8-3E93B456AF12}" dt="2025-11-08T09:47:02.229" v="322" actId="1076"/>
          <ac:cxnSpMkLst>
            <pc:docMk/>
            <pc:sldMk cId="772976901" sldId="348"/>
            <ac:cxnSpMk id="40" creationId="{4F62E4C2-5893-93EA-45EE-9018340361E8}"/>
          </ac:cxnSpMkLst>
        </pc:cxnChg>
      </pc:sldChg>
      <pc:sldChg chg="modSp add mod">
        <pc:chgData name="UBAID QURESHI" userId="dd4ae95d8f7c04fe" providerId="LiveId" clId="{AF920071-46B6-4E4C-A6D8-3E93B456AF12}" dt="2025-11-08T10:00:05.049" v="371" actId="207"/>
        <pc:sldMkLst>
          <pc:docMk/>
          <pc:sldMk cId="473537910" sldId="349"/>
        </pc:sldMkLst>
        <pc:spChg chg="mod">
          <ac:chgData name="UBAID QURESHI" userId="dd4ae95d8f7c04fe" providerId="LiveId" clId="{AF920071-46B6-4E4C-A6D8-3E93B456AF12}" dt="2025-11-08T09:59:56.877" v="369" actId="207"/>
          <ac:spMkLst>
            <pc:docMk/>
            <pc:sldMk cId="473537910" sldId="349"/>
            <ac:spMk id="27" creationId="{4F339DDF-8A15-E046-002A-BA86FA0F2A80}"/>
          </ac:spMkLst>
        </pc:spChg>
        <pc:spChg chg="mod">
          <ac:chgData name="UBAID QURESHI" userId="dd4ae95d8f7c04fe" providerId="LiveId" clId="{AF920071-46B6-4E4C-A6D8-3E93B456AF12}" dt="2025-11-08T09:58:26.849" v="359" actId="1076"/>
          <ac:spMkLst>
            <pc:docMk/>
            <pc:sldMk cId="473537910" sldId="349"/>
            <ac:spMk id="28" creationId="{40A18977-26A9-623B-C9BB-D14DC5644E49}"/>
          </ac:spMkLst>
        </pc:spChg>
        <pc:spChg chg="mod">
          <ac:chgData name="UBAID QURESHI" userId="dd4ae95d8f7c04fe" providerId="LiveId" clId="{AF920071-46B6-4E4C-A6D8-3E93B456AF12}" dt="2025-11-08T09:58:26.849" v="359" actId="1076"/>
          <ac:spMkLst>
            <pc:docMk/>
            <pc:sldMk cId="473537910" sldId="349"/>
            <ac:spMk id="29" creationId="{D27973F5-D397-E0AA-9A40-C01320322AEA}"/>
          </ac:spMkLst>
        </pc:spChg>
        <pc:spChg chg="mod">
          <ac:chgData name="UBAID QURESHI" userId="dd4ae95d8f7c04fe" providerId="LiveId" clId="{AF920071-46B6-4E4C-A6D8-3E93B456AF12}" dt="2025-11-08T09:59:59.962" v="370" actId="207"/>
          <ac:spMkLst>
            <pc:docMk/>
            <pc:sldMk cId="473537910" sldId="349"/>
            <ac:spMk id="41" creationId="{F1B23397-294A-C903-D5DD-04F61368433B}"/>
          </ac:spMkLst>
        </pc:spChg>
        <pc:spChg chg="mod">
          <ac:chgData name="UBAID QURESHI" userId="dd4ae95d8f7c04fe" providerId="LiveId" clId="{AF920071-46B6-4E4C-A6D8-3E93B456AF12}" dt="2025-11-08T09:58:46.921" v="360" actId="1076"/>
          <ac:spMkLst>
            <pc:docMk/>
            <pc:sldMk cId="473537910" sldId="349"/>
            <ac:spMk id="42" creationId="{93FE2143-6FDA-8055-D77A-4BE50E977B93}"/>
          </ac:spMkLst>
        </pc:spChg>
        <pc:spChg chg="mod">
          <ac:chgData name="UBAID QURESHI" userId="dd4ae95d8f7c04fe" providerId="LiveId" clId="{AF920071-46B6-4E4C-A6D8-3E93B456AF12}" dt="2025-11-08T09:58:46.921" v="360" actId="1076"/>
          <ac:spMkLst>
            <pc:docMk/>
            <pc:sldMk cId="473537910" sldId="349"/>
            <ac:spMk id="43" creationId="{95EA8945-69CD-3124-1A87-C9BA55061304}"/>
          </ac:spMkLst>
        </pc:spChg>
        <pc:spChg chg="mod">
          <ac:chgData name="UBAID QURESHI" userId="dd4ae95d8f7c04fe" providerId="LiveId" clId="{AF920071-46B6-4E4C-A6D8-3E93B456AF12}" dt="2025-11-08T10:00:05.049" v="371" actId="207"/>
          <ac:spMkLst>
            <pc:docMk/>
            <pc:sldMk cId="473537910" sldId="349"/>
            <ac:spMk id="44" creationId="{F8631BF1-B3E0-48B7-75B0-7ED8E24EB4D2}"/>
          </ac:spMkLst>
        </pc:spChg>
        <pc:spChg chg="mod">
          <ac:chgData name="UBAID QURESHI" userId="dd4ae95d8f7c04fe" providerId="LiveId" clId="{AF920071-46B6-4E4C-A6D8-3E93B456AF12}" dt="2025-11-08T09:59:03.014" v="361" actId="1076"/>
          <ac:spMkLst>
            <pc:docMk/>
            <pc:sldMk cId="473537910" sldId="349"/>
            <ac:spMk id="45" creationId="{9AFBFC2B-BFB8-0789-99FA-1FF351CF587B}"/>
          </ac:spMkLst>
        </pc:spChg>
        <pc:spChg chg="mod">
          <ac:chgData name="UBAID QURESHI" userId="dd4ae95d8f7c04fe" providerId="LiveId" clId="{AF920071-46B6-4E4C-A6D8-3E93B456AF12}" dt="2025-11-08T09:59:03.014" v="361" actId="1076"/>
          <ac:spMkLst>
            <pc:docMk/>
            <pc:sldMk cId="473537910" sldId="349"/>
            <ac:spMk id="46" creationId="{8F0A794C-511C-7B90-A98E-D674EF267D15}"/>
          </ac:spMkLst>
        </pc:spChg>
        <pc:spChg chg="mod">
          <ac:chgData name="UBAID QURESHI" userId="dd4ae95d8f7c04fe" providerId="LiveId" clId="{AF920071-46B6-4E4C-A6D8-3E93B456AF12}" dt="2025-11-08T09:59:45.278" v="367" actId="207"/>
          <ac:spMkLst>
            <pc:docMk/>
            <pc:sldMk cId="473537910" sldId="349"/>
            <ac:spMk id="63" creationId="{F7F6836A-F24E-34B2-701F-259B8E5AF15D}"/>
          </ac:spMkLst>
        </pc:spChg>
        <pc:spChg chg="mod">
          <ac:chgData name="UBAID QURESHI" userId="dd4ae95d8f7c04fe" providerId="LiveId" clId="{AF920071-46B6-4E4C-A6D8-3E93B456AF12}" dt="2025-11-08T09:59:52.450" v="368" actId="207"/>
          <ac:spMkLst>
            <pc:docMk/>
            <pc:sldMk cId="473537910" sldId="349"/>
            <ac:spMk id="66" creationId="{F7B214BA-616B-D0B8-A14F-F1C2AC976D94}"/>
          </ac:spMkLst>
        </pc:spChg>
        <pc:cxnChg chg="mod">
          <ac:chgData name="UBAID QURESHI" userId="dd4ae95d8f7c04fe" providerId="LiveId" clId="{AF920071-46B6-4E4C-A6D8-3E93B456AF12}" dt="2025-11-08T09:59:20.863" v="364" actId="14100"/>
          <ac:cxnSpMkLst>
            <pc:docMk/>
            <pc:sldMk cId="473537910" sldId="349"/>
            <ac:cxnSpMk id="23" creationId="{8D40BC5D-72AF-3000-5E2A-A0BC0797214C}"/>
          </ac:cxnSpMkLst>
        </pc:cxnChg>
        <pc:cxnChg chg="mod">
          <ac:chgData name="UBAID QURESHI" userId="dd4ae95d8f7c04fe" providerId="LiveId" clId="{AF920071-46B6-4E4C-A6D8-3E93B456AF12}" dt="2025-11-08T09:59:15.007" v="363" actId="14100"/>
          <ac:cxnSpMkLst>
            <pc:docMk/>
            <pc:sldMk cId="473537910" sldId="349"/>
            <ac:cxnSpMk id="39" creationId="{AC6B4A43-034A-E89E-8C0B-D0C7233E8DF6}"/>
          </ac:cxnSpMkLst>
        </pc:cxnChg>
        <pc:cxnChg chg="mod">
          <ac:chgData name="UBAID QURESHI" userId="dd4ae95d8f7c04fe" providerId="LiveId" clId="{AF920071-46B6-4E4C-A6D8-3E93B456AF12}" dt="2025-11-08T09:59:28.757" v="365" actId="14100"/>
          <ac:cxnSpMkLst>
            <pc:docMk/>
            <pc:sldMk cId="473537910" sldId="349"/>
            <ac:cxnSpMk id="40" creationId="{DF812C18-07D7-9A75-F631-F4D7D637F090}"/>
          </ac:cxnSpMkLst>
        </pc:cxnChg>
      </pc:sldChg>
      <pc:sldChg chg="addSp modSp add mod">
        <pc:chgData name="UBAID QURESHI" userId="dd4ae95d8f7c04fe" providerId="LiveId" clId="{AF920071-46B6-4E4C-A6D8-3E93B456AF12}" dt="2025-11-08T10:01:35.080" v="378" actId="1076"/>
        <pc:sldMkLst>
          <pc:docMk/>
          <pc:sldMk cId="3488513974" sldId="350"/>
        </pc:sldMkLst>
        <pc:spChg chg="add mod">
          <ac:chgData name="UBAID QURESHI" userId="dd4ae95d8f7c04fe" providerId="LiveId" clId="{AF920071-46B6-4E4C-A6D8-3E93B456AF12}" dt="2025-11-08T10:01:35.080" v="378" actId="1076"/>
          <ac:spMkLst>
            <pc:docMk/>
            <pc:sldMk cId="3488513974" sldId="350"/>
            <ac:spMk id="47" creationId="{95D3CFFC-C99B-701E-64BB-5ABA8D18B53E}"/>
          </ac:spMkLst>
        </pc:spChg>
      </pc:sldChg>
      <pc:sldChg chg="addSp modSp add mod">
        <pc:chgData name="UBAID QURESHI" userId="dd4ae95d8f7c04fe" providerId="LiveId" clId="{AF920071-46B6-4E4C-A6D8-3E93B456AF12}" dt="2025-11-08T10:05:02.758" v="414" actId="20577"/>
        <pc:sldMkLst>
          <pc:docMk/>
          <pc:sldMk cId="1602176647" sldId="351"/>
        </pc:sldMkLst>
        <pc:spChg chg="mod">
          <ac:chgData name="UBAID QURESHI" userId="dd4ae95d8f7c04fe" providerId="LiveId" clId="{AF920071-46B6-4E4C-A6D8-3E93B456AF12}" dt="2025-11-08T10:02:41.815" v="390" actId="1076"/>
          <ac:spMkLst>
            <pc:docMk/>
            <pc:sldMk cId="1602176647" sldId="351"/>
            <ac:spMk id="5" creationId="{2DF9016B-872C-9BF1-FDFD-EEC9591D3CB8}"/>
          </ac:spMkLst>
        </pc:spChg>
        <pc:spChg chg="add mod">
          <ac:chgData name="UBAID QURESHI" userId="dd4ae95d8f7c04fe" providerId="LiveId" clId="{AF920071-46B6-4E4C-A6D8-3E93B456AF12}" dt="2025-11-08T10:03:47.071" v="397"/>
          <ac:spMkLst>
            <pc:docMk/>
            <pc:sldMk cId="1602176647" sldId="351"/>
            <ac:spMk id="55" creationId="{FF6C2924-6BBD-1F5D-A8CC-7E0878CD85D4}"/>
          </ac:spMkLst>
        </pc:spChg>
        <pc:spChg chg="add mod">
          <ac:chgData name="UBAID QURESHI" userId="dd4ae95d8f7c04fe" providerId="LiveId" clId="{AF920071-46B6-4E4C-A6D8-3E93B456AF12}" dt="2025-11-08T10:03:55.223" v="399" actId="1076"/>
          <ac:spMkLst>
            <pc:docMk/>
            <pc:sldMk cId="1602176647" sldId="351"/>
            <ac:spMk id="56" creationId="{F2B64133-2340-AA68-D996-AA4FCA2792B9}"/>
          </ac:spMkLst>
        </pc:spChg>
        <pc:spChg chg="add mod">
          <ac:chgData name="UBAID QURESHI" userId="dd4ae95d8f7c04fe" providerId="LiveId" clId="{AF920071-46B6-4E4C-A6D8-3E93B456AF12}" dt="2025-11-08T10:03:47.071" v="397"/>
          <ac:spMkLst>
            <pc:docMk/>
            <pc:sldMk cId="1602176647" sldId="351"/>
            <ac:spMk id="57" creationId="{A4724889-BFE5-FEF6-C8D9-08C3D9C1C6CF}"/>
          </ac:spMkLst>
        </pc:spChg>
        <pc:spChg chg="add mod">
          <ac:chgData name="UBAID QURESHI" userId="dd4ae95d8f7c04fe" providerId="LiveId" clId="{AF920071-46B6-4E4C-A6D8-3E93B456AF12}" dt="2025-11-08T10:03:47.071" v="397"/>
          <ac:spMkLst>
            <pc:docMk/>
            <pc:sldMk cId="1602176647" sldId="351"/>
            <ac:spMk id="58" creationId="{07C0A55B-AC72-9C86-02A5-44F94870B385}"/>
          </ac:spMkLst>
        </pc:spChg>
        <pc:spChg chg="add mod">
          <ac:chgData name="UBAID QURESHI" userId="dd4ae95d8f7c04fe" providerId="LiveId" clId="{AF920071-46B6-4E4C-A6D8-3E93B456AF12}" dt="2025-11-08T10:03:47.071" v="397"/>
          <ac:spMkLst>
            <pc:docMk/>
            <pc:sldMk cId="1602176647" sldId="351"/>
            <ac:spMk id="59" creationId="{0A22434D-9079-BC4C-57D2-119AF1F6C7D7}"/>
          </ac:spMkLst>
        </pc:spChg>
        <pc:spChg chg="add mod">
          <ac:chgData name="UBAID QURESHI" userId="dd4ae95d8f7c04fe" providerId="LiveId" clId="{AF920071-46B6-4E4C-A6D8-3E93B456AF12}" dt="2025-11-08T10:04:19.457" v="405" actId="1076"/>
          <ac:spMkLst>
            <pc:docMk/>
            <pc:sldMk cId="1602176647" sldId="351"/>
            <ac:spMk id="60" creationId="{BD2111ED-6D23-CAAB-31BE-D892C4C42DA8}"/>
          </ac:spMkLst>
        </pc:spChg>
        <pc:spChg chg="add mod">
          <ac:chgData name="UBAID QURESHI" userId="dd4ae95d8f7c04fe" providerId="LiveId" clId="{AF920071-46B6-4E4C-A6D8-3E93B456AF12}" dt="2025-11-08T10:04:59.526" v="413" actId="20577"/>
          <ac:spMkLst>
            <pc:docMk/>
            <pc:sldMk cId="1602176647" sldId="351"/>
            <ac:spMk id="61" creationId="{9640B1F5-1C78-6809-E08E-3968D8879DAA}"/>
          </ac:spMkLst>
        </pc:spChg>
        <pc:spChg chg="add mod">
          <ac:chgData name="UBAID QURESHI" userId="dd4ae95d8f7c04fe" providerId="LiveId" clId="{AF920071-46B6-4E4C-A6D8-3E93B456AF12}" dt="2025-11-08T10:04:42.051" v="411" actId="1076"/>
          <ac:spMkLst>
            <pc:docMk/>
            <pc:sldMk cId="1602176647" sldId="351"/>
            <ac:spMk id="62" creationId="{01DCF3B3-4513-1B3C-7FFD-A309DCA52031}"/>
          </ac:spMkLst>
        </pc:spChg>
        <pc:spChg chg="mod">
          <ac:chgData name="UBAID QURESHI" userId="dd4ae95d8f7c04fe" providerId="LiveId" clId="{AF920071-46B6-4E4C-A6D8-3E93B456AF12}" dt="2025-11-08T10:04:00.167" v="401" actId="1076"/>
          <ac:spMkLst>
            <pc:docMk/>
            <pc:sldMk cId="1602176647" sldId="351"/>
            <ac:spMk id="63" creationId="{A7F9296F-BF2B-A703-0468-5837945D7F4B}"/>
          </ac:spMkLst>
        </pc:spChg>
        <pc:spChg chg="mod">
          <ac:chgData name="UBAID QURESHI" userId="dd4ae95d8f7c04fe" providerId="LiveId" clId="{AF920071-46B6-4E4C-A6D8-3E93B456AF12}" dt="2025-11-08T10:04:00.167" v="401" actId="1076"/>
          <ac:spMkLst>
            <pc:docMk/>
            <pc:sldMk cId="1602176647" sldId="351"/>
            <ac:spMk id="64" creationId="{8D3429A4-57F4-1531-4ACB-5ECC0317F75E}"/>
          </ac:spMkLst>
        </pc:spChg>
        <pc:spChg chg="mod">
          <ac:chgData name="UBAID QURESHI" userId="dd4ae95d8f7c04fe" providerId="LiveId" clId="{AF920071-46B6-4E4C-A6D8-3E93B456AF12}" dt="2025-11-08T10:04:00.167" v="401" actId="1076"/>
          <ac:spMkLst>
            <pc:docMk/>
            <pc:sldMk cId="1602176647" sldId="351"/>
            <ac:spMk id="65" creationId="{F5B6239D-3E1D-798F-DAAF-4ED95F5026F1}"/>
          </ac:spMkLst>
        </pc:spChg>
        <pc:spChg chg="mod">
          <ac:chgData name="UBAID QURESHI" userId="dd4ae95d8f7c04fe" providerId="LiveId" clId="{AF920071-46B6-4E4C-A6D8-3E93B456AF12}" dt="2025-11-08T10:04:00.167" v="401" actId="1076"/>
          <ac:spMkLst>
            <pc:docMk/>
            <pc:sldMk cId="1602176647" sldId="351"/>
            <ac:spMk id="67" creationId="{8CE311E4-09A9-AF23-30EC-1C85D8EB080A}"/>
          </ac:spMkLst>
        </pc:spChg>
        <pc:spChg chg="mod">
          <ac:chgData name="UBAID QURESHI" userId="dd4ae95d8f7c04fe" providerId="LiveId" clId="{AF920071-46B6-4E4C-A6D8-3E93B456AF12}" dt="2025-11-08T10:04:00.167" v="401" actId="1076"/>
          <ac:spMkLst>
            <pc:docMk/>
            <pc:sldMk cId="1602176647" sldId="351"/>
            <ac:spMk id="68" creationId="{35609D8D-2B58-52D2-12CC-3D6AB0368A63}"/>
          </ac:spMkLst>
        </pc:spChg>
        <pc:spChg chg="add mod">
          <ac:chgData name="UBAID QURESHI" userId="dd4ae95d8f7c04fe" providerId="LiveId" clId="{AF920071-46B6-4E4C-A6D8-3E93B456AF12}" dt="2025-11-08T10:05:02.758" v="414" actId="20577"/>
          <ac:spMkLst>
            <pc:docMk/>
            <pc:sldMk cId="1602176647" sldId="351"/>
            <ac:spMk id="69" creationId="{57C55A54-5059-D5BD-8198-8A94F589AF9A}"/>
          </ac:spMkLst>
        </pc:spChg>
        <pc:spChg chg="add mod">
          <ac:chgData name="UBAID QURESHI" userId="dd4ae95d8f7c04fe" providerId="LiveId" clId="{AF920071-46B6-4E4C-A6D8-3E93B456AF12}" dt="2025-11-08T10:04:46.856" v="412" actId="1076"/>
          <ac:spMkLst>
            <pc:docMk/>
            <pc:sldMk cId="1602176647" sldId="351"/>
            <ac:spMk id="70" creationId="{6D848F85-96AC-BA43-196E-E52CDDD8A8B5}"/>
          </ac:spMkLst>
        </pc:spChg>
        <pc:cxnChg chg="mod">
          <ac:chgData name="UBAID QURESHI" userId="dd4ae95d8f7c04fe" providerId="LiveId" clId="{AF920071-46B6-4E4C-A6D8-3E93B456AF12}" dt="2025-11-08T10:02:21.548" v="384" actId="1076"/>
          <ac:cxnSpMkLst>
            <pc:docMk/>
            <pc:sldMk cId="1602176647" sldId="351"/>
            <ac:cxnSpMk id="32" creationId="{1856D5F1-E8CF-A078-4192-2E8E29410653}"/>
          </ac:cxnSpMkLst>
        </pc:cxnChg>
        <pc:cxnChg chg="add mod">
          <ac:chgData name="UBAID QURESHI" userId="dd4ae95d8f7c04fe" providerId="LiveId" clId="{AF920071-46B6-4E4C-A6D8-3E93B456AF12}" dt="2025-11-08T10:02:32.175" v="387" actId="14100"/>
          <ac:cxnSpMkLst>
            <pc:docMk/>
            <pc:sldMk cId="1602176647" sldId="351"/>
            <ac:cxnSpMk id="48" creationId="{CCFE19B0-C519-F8A0-BF4C-DBC34B5DF95E}"/>
          </ac:cxnSpMkLst>
        </pc:cxnChg>
        <pc:cxnChg chg="add mod">
          <ac:chgData name="UBAID QURESHI" userId="dd4ae95d8f7c04fe" providerId="LiveId" clId="{AF920071-46B6-4E4C-A6D8-3E93B456AF12}" dt="2025-11-08T10:02:52.398" v="391" actId="1076"/>
          <ac:cxnSpMkLst>
            <pc:docMk/>
            <pc:sldMk cId="1602176647" sldId="351"/>
            <ac:cxnSpMk id="51" creationId="{CA3A57C8-1DEF-8FE2-430D-553DCBA6BDB0}"/>
          </ac:cxnSpMkLst>
        </pc:cxnChg>
        <pc:cxnChg chg="add mod">
          <ac:chgData name="UBAID QURESHI" userId="dd4ae95d8f7c04fe" providerId="LiveId" clId="{AF920071-46B6-4E4C-A6D8-3E93B456AF12}" dt="2025-11-08T10:03:04.222" v="393" actId="1076"/>
          <ac:cxnSpMkLst>
            <pc:docMk/>
            <pc:sldMk cId="1602176647" sldId="351"/>
            <ac:cxnSpMk id="52" creationId="{88FF8C70-FD22-F0D4-8B29-0E1B01D5320E}"/>
          </ac:cxnSpMkLst>
        </pc:cxnChg>
        <pc:cxnChg chg="add mod">
          <ac:chgData name="UBAID QURESHI" userId="dd4ae95d8f7c04fe" providerId="LiveId" clId="{AF920071-46B6-4E4C-A6D8-3E93B456AF12}" dt="2025-11-08T10:03:23.100" v="396" actId="14100"/>
          <ac:cxnSpMkLst>
            <pc:docMk/>
            <pc:sldMk cId="1602176647" sldId="351"/>
            <ac:cxnSpMk id="53" creationId="{C346099E-AF44-2F1A-F757-FB384C8AB9E6}"/>
          </ac:cxnSpMkLst>
        </pc:cxnChg>
      </pc:sldChg>
      <pc:sldChg chg="addSp modSp add mod">
        <pc:chgData name="UBAID QURESHI" userId="dd4ae95d8f7c04fe" providerId="LiveId" clId="{AF920071-46B6-4E4C-A6D8-3E93B456AF12}" dt="2025-11-08T10:06:25.388" v="421" actId="20577"/>
        <pc:sldMkLst>
          <pc:docMk/>
          <pc:sldMk cId="4289014691" sldId="352"/>
        </pc:sldMkLst>
        <pc:spChg chg="add mod">
          <ac:chgData name="UBAID QURESHI" userId="dd4ae95d8f7c04fe" providerId="LiveId" clId="{AF920071-46B6-4E4C-A6D8-3E93B456AF12}" dt="2025-11-08T10:06:25.388" v="421" actId="20577"/>
          <ac:spMkLst>
            <pc:docMk/>
            <pc:sldMk cId="4289014691" sldId="352"/>
            <ac:spMk id="49" creationId="{4D40F9CF-7EB3-BD44-887B-FF11950E005B}"/>
          </ac:spMkLst>
        </pc:spChg>
      </pc:sldChg>
      <pc:sldChg chg="addSp modSp add mod">
        <pc:chgData name="UBAID QURESHI" userId="dd4ae95d8f7c04fe" providerId="LiveId" clId="{AF920071-46B6-4E4C-A6D8-3E93B456AF12}" dt="2025-11-08T10:07:41.957" v="432" actId="20577"/>
        <pc:sldMkLst>
          <pc:docMk/>
          <pc:sldMk cId="4002843898" sldId="353"/>
        </pc:sldMkLst>
        <pc:spChg chg="add mod">
          <ac:chgData name="UBAID QURESHI" userId="dd4ae95d8f7c04fe" providerId="LiveId" clId="{AF920071-46B6-4E4C-A6D8-3E93B456AF12}" dt="2025-11-08T10:07:15.728" v="426" actId="1076"/>
          <ac:spMkLst>
            <pc:docMk/>
            <pc:sldMk cId="4002843898" sldId="353"/>
            <ac:spMk id="57" creationId="{C3324AA6-67BF-81E8-1021-4386DD4BA6C5}"/>
          </ac:spMkLst>
        </pc:spChg>
        <pc:spChg chg="add mod">
          <ac:chgData name="UBAID QURESHI" userId="dd4ae95d8f7c04fe" providerId="LiveId" clId="{AF920071-46B6-4E4C-A6D8-3E93B456AF12}" dt="2025-11-08T10:07:20.802" v="427" actId="20577"/>
          <ac:spMkLst>
            <pc:docMk/>
            <pc:sldMk cId="4002843898" sldId="353"/>
            <ac:spMk id="58" creationId="{2E80B950-9A6C-A125-C003-21F35400BF60}"/>
          </ac:spMkLst>
        </pc:spChg>
        <pc:spChg chg="add mod">
          <ac:chgData name="UBAID QURESHI" userId="dd4ae95d8f7c04fe" providerId="LiveId" clId="{AF920071-46B6-4E4C-A6D8-3E93B456AF12}" dt="2025-11-08T10:07:28.572" v="429" actId="20577"/>
          <ac:spMkLst>
            <pc:docMk/>
            <pc:sldMk cId="4002843898" sldId="353"/>
            <ac:spMk id="59" creationId="{9EB0638A-C4DF-FA3E-9F85-2BF6C9FB3F17}"/>
          </ac:spMkLst>
        </pc:spChg>
        <pc:spChg chg="add mod">
          <ac:chgData name="UBAID QURESHI" userId="dd4ae95d8f7c04fe" providerId="LiveId" clId="{AF920071-46B6-4E4C-A6D8-3E93B456AF12}" dt="2025-11-08T10:07:24.013" v="428" actId="20577"/>
          <ac:spMkLst>
            <pc:docMk/>
            <pc:sldMk cId="4002843898" sldId="353"/>
            <ac:spMk id="71" creationId="{A1CDDB50-C53C-4DFF-1707-7A8FD0A170E4}"/>
          </ac:spMkLst>
        </pc:spChg>
        <pc:spChg chg="add mod">
          <ac:chgData name="UBAID QURESHI" userId="dd4ae95d8f7c04fe" providerId="LiveId" clId="{AF920071-46B6-4E4C-A6D8-3E93B456AF12}" dt="2025-11-08T10:07:41.957" v="432" actId="20577"/>
          <ac:spMkLst>
            <pc:docMk/>
            <pc:sldMk cId="4002843898" sldId="353"/>
            <ac:spMk id="72" creationId="{137D8B38-9711-F85D-B1A2-227F07746EF7}"/>
          </ac:spMkLst>
        </pc:spChg>
        <pc:cxnChg chg="add mod">
          <ac:chgData name="UBAID QURESHI" userId="dd4ae95d8f7c04fe" providerId="LiveId" clId="{AF920071-46B6-4E4C-A6D8-3E93B456AF12}" dt="2025-11-08T10:06:49.660" v="424" actId="1076"/>
          <ac:cxnSpMkLst>
            <pc:docMk/>
            <pc:sldMk cId="4002843898" sldId="353"/>
            <ac:cxnSpMk id="50" creationId="{D250CAC7-D3E8-CE2C-C9CA-5CBB8DE1FB33}"/>
          </ac:cxnSpMkLst>
        </pc:cxnChg>
        <pc:cxnChg chg="add mod">
          <ac:chgData name="UBAID QURESHI" userId="dd4ae95d8f7c04fe" providerId="LiveId" clId="{AF920071-46B6-4E4C-A6D8-3E93B456AF12}" dt="2025-11-08T10:06:49.660" v="424" actId="1076"/>
          <ac:cxnSpMkLst>
            <pc:docMk/>
            <pc:sldMk cId="4002843898" sldId="353"/>
            <ac:cxnSpMk id="54" creationId="{57BD337E-A7DB-2152-5C06-03A07A8B32FC}"/>
          </ac:cxnSpMkLst>
        </pc:cxnChg>
        <pc:cxnChg chg="add mod">
          <ac:chgData name="UBAID QURESHI" userId="dd4ae95d8f7c04fe" providerId="LiveId" clId="{AF920071-46B6-4E4C-A6D8-3E93B456AF12}" dt="2025-11-08T10:06:49.660" v="424" actId="1076"/>
          <ac:cxnSpMkLst>
            <pc:docMk/>
            <pc:sldMk cId="4002843898" sldId="353"/>
            <ac:cxnSpMk id="55" creationId="{C11E62C0-DC6E-1E38-8662-147DEBF4E6F5}"/>
          </ac:cxnSpMkLst>
        </pc:cxnChg>
        <pc:cxnChg chg="add mod">
          <ac:chgData name="UBAID QURESHI" userId="dd4ae95d8f7c04fe" providerId="LiveId" clId="{AF920071-46B6-4E4C-A6D8-3E93B456AF12}" dt="2025-11-08T10:06:49.660" v="424" actId="1076"/>
          <ac:cxnSpMkLst>
            <pc:docMk/>
            <pc:sldMk cId="4002843898" sldId="353"/>
            <ac:cxnSpMk id="56" creationId="{189FEB80-9484-9D8B-B397-503B003593ED}"/>
          </ac:cxnSpMkLst>
        </pc:cxnChg>
      </pc:sldChg>
      <pc:sldChg chg="addSp modSp add mod">
        <pc:chgData name="UBAID QURESHI" userId="dd4ae95d8f7c04fe" providerId="LiveId" clId="{AF920071-46B6-4E4C-A6D8-3E93B456AF12}" dt="2025-11-08T10:08:34.513" v="437" actId="1076"/>
        <pc:sldMkLst>
          <pc:docMk/>
          <pc:sldMk cId="70355362" sldId="354"/>
        </pc:sldMkLst>
        <pc:spChg chg="mod">
          <ac:chgData name="UBAID QURESHI" userId="dd4ae95d8f7c04fe" providerId="LiveId" clId="{AF920071-46B6-4E4C-A6D8-3E93B456AF12}" dt="2025-11-08T10:08:16.538" v="434" actId="1076"/>
          <ac:spMkLst>
            <pc:docMk/>
            <pc:sldMk cId="70355362" sldId="354"/>
            <ac:spMk id="27" creationId="{76E770C9-89B5-D225-7631-B21D95E9CE89}"/>
          </ac:spMkLst>
        </pc:spChg>
        <pc:spChg chg="mod">
          <ac:chgData name="UBAID QURESHI" userId="dd4ae95d8f7c04fe" providerId="LiveId" clId="{AF920071-46B6-4E4C-A6D8-3E93B456AF12}" dt="2025-11-08T10:08:16.538" v="434" actId="1076"/>
          <ac:spMkLst>
            <pc:docMk/>
            <pc:sldMk cId="70355362" sldId="354"/>
            <ac:spMk id="28" creationId="{E2E19987-1B9A-211D-D497-ED92BC94CDE4}"/>
          </ac:spMkLst>
        </pc:spChg>
        <pc:spChg chg="mod">
          <ac:chgData name="UBAID QURESHI" userId="dd4ae95d8f7c04fe" providerId="LiveId" clId="{AF920071-46B6-4E4C-A6D8-3E93B456AF12}" dt="2025-11-08T10:08:16.538" v="434" actId="1076"/>
          <ac:spMkLst>
            <pc:docMk/>
            <pc:sldMk cId="70355362" sldId="354"/>
            <ac:spMk id="29" creationId="{CD0AEC06-5CA4-F2D4-5F75-C0575C6199CF}"/>
          </ac:spMkLst>
        </pc:spChg>
        <pc:spChg chg="add mod">
          <ac:chgData name="UBAID QURESHI" userId="dd4ae95d8f7c04fe" providerId="LiveId" clId="{AF920071-46B6-4E4C-A6D8-3E93B456AF12}" dt="2025-11-08T10:08:34.513" v="437" actId="1076"/>
          <ac:spMkLst>
            <pc:docMk/>
            <pc:sldMk cId="70355362" sldId="354"/>
            <ac:spMk id="74" creationId="{56C31A82-077B-467B-42F5-09403712B100}"/>
          </ac:spMkLst>
        </pc:spChg>
        <pc:cxnChg chg="mod">
          <ac:chgData name="UBAID QURESHI" userId="dd4ae95d8f7c04fe" providerId="LiveId" clId="{AF920071-46B6-4E4C-A6D8-3E93B456AF12}" dt="2025-11-08T10:08:21.395" v="435" actId="14100"/>
          <ac:cxnSpMkLst>
            <pc:docMk/>
            <pc:sldMk cId="70355362" sldId="354"/>
            <ac:cxnSpMk id="23" creationId="{B81D5B9A-F2F8-21F9-9BF9-193F362F3D04}"/>
          </ac:cxnSpMkLst>
        </pc:cxnChg>
      </pc:sldChg>
      <pc:sldChg chg="addSp modSp add mod">
        <pc:chgData name="UBAID QURESHI" userId="dd4ae95d8f7c04fe" providerId="LiveId" clId="{AF920071-46B6-4E4C-A6D8-3E93B456AF12}" dt="2025-11-08T10:10:41.480" v="453" actId="1076"/>
        <pc:sldMkLst>
          <pc:docMk/>
          <pc:sldMk cId="2709031408" sldId="355"/>
        </pc:sldMkLst>
        <pc:spChg chg="add mod">
          <ac:chgData name="UBAID QURESHI" userId="dd4ae95d8f7c04fe" providerId="LiveId" clId="{AF920071-46B6-4E4C-A6D8-3E93B456AF12}" dt="2025-11-08T10:10:00.472" v="446" actId="14100"/>
          <ac:spMkLst>
            <pc:docMk/>
            <pc:sldMk cId="2709031408" sldId="355"/>
            <ac:spMk id="79" creationId="{D487A42E-E101-F701-9825-36D9F8EF050B}"/>
          </ac:spMkLst>
        </pc:spChg>
        <pc:spChg chg="add mod">
          <ac:chgData name="UBAID QURESHI" userId="dd4ae95d8f7c04fe" providerId="LiveId" clId="{AF920071-46B6-4E4C-A6D8-3E93B456AF12}" dt="2025-11-08T10:09:55.162" v="445" actId="1076"/>
          <ac:spMkLst>
            <pc:docMk/>
            <pc:sldMk cId="2709031408" sldId="355"/>
            <ac:spMk id="80" creationId="{E1872E48-54A2-D43D-8C89-E82DF42A030F}"/>
          </ac:spMkLst>
        </pc:spChg>
        <pc:spChg chg="add mod">
          <ac:chgData name="UBAID QURESHI" userId="dd4ae95d8f7c04fe" providerId="LiveId" clId="{AF920071-46B6-4E4C-A6D8-3E93B456AF12}" dt="2025-11-08T10:09:55.162" v="445" actId="1076"/>
          <ac:spMkLst>
            <pc:docMk/>
            <pc:sldMk cId="2709031408" sldId="355"/>
            <ac:spMk id="81" creationId="{1F73471B-E54F-F51B-79BE-54C3DC2FBFE5}"/>
          </ac:spMkLst>
        </pc:spChg>
        <pc:spChg chg="add mod">
          <ac:chgData name="UBAID QURESHI" userId="dd4ae95d8f7c04fe" providerId="LiveId" clId="{AF920071-46B6-4E4C-A6D8-3E93B456AF12}" dt="2025-11-08T10:09:55.162" v="445" actId="1076"/>
          <ac:spMkLst>
            <pc:docMk/>
            <pc:sldMk cId="2709031408" sldId="355"/>
            <ac:spMk id="82" creationId="{909A04E8-CD57-2B1A-C628-840F68F6F2DD}"/>
          </ac:spMkLst>
        </pc:spChg>
        <pc:spChg chg="add mod">
          <ac:chgData name="UBAID QURESHI" userId="dd4ae95d8f7c04fe" providerId="LiveId" clId="{AF920071-46B6-4E4C-A6D8-3E93B456AF12}" dt="2025-11-08T10:10:17.021" v="449" actId="1076"/>
          <ac:spMkLst>
            <pc:docMk/>
            <pc:sldMk cId="2709031408" sldId="355"/>
            <ac:spMk id="83" creationId="{FF0ADFF0-1B76-A322-4032-4730B6A273D5}"/>
          </ac:spMkLst>
        </pc:spChg>
        <pc:spChg chg="add mod">
          <ac:chgData name="UBAID QURESHI" userId="dd4ae95d8f7c04fe" providerId="LiveId" clId="{AF920071-46B6-4E4C-A6D8-3E93B456AF12}" dt="2025-11-08T10:10:29.369" v="451" actId="1076"/>
          <ac:spMkLst>
            <pc:docMk/>
            <pc:sldMk cId="2709031408" sldId="355"/>
            <ac:spMk id="84" creationId="{6259C9B7-D836-9CE4-1EEF-83F02E765ACE}"/>
          </ac:spMkLst>
        </pc:spChg>
        <pc:spChg chg="add mod">
          <ac:chgData name="UBAID QURESHI" userId="dd4ae95d8f7c04fe" providerId="LiveId" clId="{AF920071-46B6-4E4C-A6D8-3E93B456AF12}" dt="2025-11-08T10:10:41.480" v="453" actId="1076"/>
          <ac:spMkLst>
            <pc:docMk/>
            <pc:sldMk cId="2709031408" sldId="355"/>
            <ac:spMk id="85" creationId="{F7928F81-24A2-86B0-BCAC-502C5CDDECB1}"/>
          </ac:spMkLst>
        </pc:spChg>
        <pc:cxnChg chg="add mod">
          <ac:chgData name="UBAID QURESHI" userId="dd4ae95d8f7c04fe" providerId="LiveId" clId="{AF920071-46B6-4E4C-A6D8-3E93B456AF12}" dt="2025-11-08T10:09:06.723" v="440" actId="1076"/>
          <ac:cxnSpMkLst>
            <pc:docMk/>
            <pc:sldMk cId="2709031408" sldId="355"/>
            <ac:cxnSpMk id="73" creationId="{4CB20B44-05A1-AADF-FFDF-2A80B4981147}"/>
          </ac:cxnSpMkLst>
        </pc:cxnChg>
        <pc:cxnChg chg="add mod">
          <ac:chgData name="UBAID QURESHI" userId="dd4ae95d8f7c04fe" providerId="LiveId" clId="{AF920071-46B6-4E4C-A6D8-3E93B456AF12}" dt="2025-11-08T10:09:18.855" v="441" actId="1076"/>
          <ac:cxnSpMkLst>
            <pc:docMk/>
            <pc:sldMk cId="2709031408" sldId="355"/>
            <ac:cxnSpMk id="75" creationId="{8CB6A040-3BD1-F274-EB87-4A256C67BCD6}"/>
          </ac:cxnSpMkLst>
        </pc:cxnChg>
        <pc:cxnChg chg="add mod">
          <ac:chgData name="UBAID QURESHI" userId="dd4ae95d8f7c04fe" providerId="LiveId" clId="{AF920071-46B6-4E4C-A6D8-3E93B456AF12}" dt="2025-11-08T10:09:25.692" v="442" actId="14100"/>
          <ac:cxnSpMkLst>
            <pc:docMk/>
            <pc:sldMk cId="2709031408" sldId="355"/>
            <ac:cxnSpMk id="76" creationId="{43CA0185-E3FE-CF61-0B4D-45E0A2928543}"/>
          </ac:cxnSpMkLst>
        </pc:cxnChg>
        <pc:cxnChg chg="add mod">
          <ac:chgData name="UBAID QURESHI" userId="dd4ae95d8f7c04fe" providerId="LiveId" clId="{AF920071-46B6-4E4C-A6D8-3E93B456AF12}" dt="2025-11-08T10:09:33.150" v="443" actId="1076"/>
          <ac:cxnSpMkLst>
            <pc:docMk/>
            <pc:sldMk cId="2709031408" sldId="355"/>
            <ac:cxnSpMk id="77" creationId="{161626CA-328A-7046-5C7E-21F2CE027697}"/>
          </ac:cxnSpMkLst>
        </pc:cxnChg>
      </pc:sldChg>
      <pc:sldChg chg="modSp add mod">
        <pc:chgData name="UBAID QURESHI" userId="dd4ae95d8f7c04fe" providerId="LiveId" clId="{AF920071-46B6-4E4C-A6D8-3E93B456AF12}" dt="2025-11-08T10:11:41.810" v="458" actId="14100"/>
        <pc:sldMkLst>
          <pc:docMk/>
          <pc:sldMk cId="2120987809" sldId="356"/>
        </pc:sldMkLst>
        <pc:spChg chg="mod">
          <ac:chgData name="UBAID QURESHI" userId="dd4ae95d8f7c04fe" providerId="LiveId" clId="{AF920071-46B6-4E4C-A6D8-3E93B456AF12}" dt="2025-11-08T10:11:35.553" v="457" actId="1076"/>
          <ac:spMkLst>
            <pc:docMk/>
            <pc:sldMk cId="2120987809" sldId="356"/>
            <ac:spMk id="57" creationId="{26BB3A6A-A4B9-6B49-CFB1-C2F47126D5E1}"/>
          </ac:spMkLst>
        </pc:spChg>
        <pc:spChg chg="mod">
          <ac:chgData name="UBAID QURESHI" userId="dd4ae95d8f7c04fe" providerId="LiveId" clId="{AF920071-46B6-4E4C-A6D8-3E93B456AF12}" dt="2025-11-08T10:11:35.553" v="457" actId="1076"/>
          <ac:spMkLst>
            <pc:docMk/>
            <pc:sldMk cId="2120987809" sldId="356"/>
            <ac:spMk id="58" creationId="{55E04409-5992-CDD1-CD89-1FFF54DC822E}"/>
          </ac:spMkLst>
        </pc:spChg>
        <pc:spChg chg="mod">
          <ac:chgData name="UBAID QURESHI" userId="dd4ae95d8f7c04fe" providerId="LiveId" clId="{AF920071-46B6-4E4C-A6D8-3E93B456AF12}" dt="2025-11-08T10:11:35.553" v="457" actId="1076"/>
          <ac:spMkLst>
            <pc:docMk/>
            <pc:sldMk cId="2120987809" sldId="356"/>
            <ac:spMk id="59" creationId="{C84A0F1C-7E06-D981-D1B6-8B64A617D06E}"/>
          </ac:spMkLst>
        </pc:spChg>
        <pc:spChg chg="mod">
          <ac:chgData name="UBAID QURESHI" userId="dd4ae95d8f7c04fe" providerId="LiveId" clId="{AF920071-46B6-4E4C-A6D8-3E93B456AF12}" dt="2025-11-08T10:11:35.553" v="457" actId="1076"/>
          <ac:spMkLst>
            <pc:docMk/>
            <pc:sldMk cId="2120987809" sldId="356"/>
            <ac:spMk id="71" creationId="{1AB6B77E-757F-78AD-30D7-1E1003F0178F}"/>
          </ac:spMkLst>
        </pc:spChg>
        <pc:spChg chg="mod">
          <ac:chgData name="UBAID QURESHI" userId="dd4ae95d8f7c04fe" providerId="LiveId" clId="{AF920071-46B6-4E4C-A6D8-3E93B456AF12}" dt="2025-11-08T10:11:35.553" v="457" actId="1076"/>
          <ac:spMkLst>
            <pc:docMk/>
            <pc:sldMk cId="2120987809" sldId="356"/>
            <ac:spMk id="72" creationId="{3DBF62E8-7D25-C33B-58FA-45A2B23068CC}"/>
          </ac:spMkLst>
        </pc:spChg>
        <pc:cxnChg chg="mod">
          <ac:chgData name="UBAID QURESHI" userId="dd4ae95d8f7c04fe" providerId="LiveId" clId="{AF920071-46B6-4E4C-A6D8-3E93B456AF12}" dt="2025-11-08T10:11:41.810" v="458" actId="14100"/>
          <ac:cxnSpMkLst>
            <pc:docMk/>
            <pc:sldMk cId="2120987809" sldId="356"/>
            <ac:cxnSpMk id="56" creationId="{197F2E62-5B7E-CBC4-91AC-13DAA00F5A4F}"/>
          </ac:cxnSpMkLst>
        </pc:cxnChg>
      </pc:sldChg>
      <pc:sldChg chg="addSp modSp add mod">
        <pc:chgData name="UBAID QURESHI" userId="dd4ae95d8f7c04fe" providerId="LiveId" clId="{AF920071-46B6-4E4C-A6D8-3E93B456AF12}" dt="2025-11-08T10:15:52.579" v="494" actId="1076"/>
        <pc:sldMkLst>
          <pc:docMk/>
          <pc:sldMk cId="641778651" sldId="357"/>
        </pc:sldMkLst>
        <pc:spChg chg="mod">
          <ac:chgData name="UBAID QURESHI" userId="dd4ae95d8f7c04fe" providerId="LiveId" clId="{AF920071-46B6-4E4C-A6D8-3E93B456AF12}" dt="2025-11-08T10:12:33.549" v="460" actId="208"/>
          <ac:spMkLst>
            <pc:docMk/>
            <pc:sldMk cId="641778651" sldId="357"/>
            <ac:spMk id="5" creationId="{AFC47FF4-3B2D-AAC7-8CFA-3A2BB35F06C7}"/>
          </ac:spMkLst>
        </pc:spChg>
        <pc:spChg chg="add mod">
          <ac:chgData name="UBAID QURESHI" userId="dd4ae95d8f7c04fe" providerId="LiveId" clId="{AF920071-46B6-4E4C-A6D8-3E93B456AF12}" dt="2025-11-08T10:13:14.884" v="474" actId="1076"/>
          <ac:spMkLst>
            <pc:docMk/>
            <pc:sldMk cId="641778651" sldId="357"/>
            <ac:spMk id="78" creationId="{F77165FE-82D8-47AE-6C00-7CEEE61F9060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86" creationId="{B97C8898-E395-762B-D9B8-20843BA3C286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87" creationId="{51F5D142-0611-4D92-3B97-3E5C82219418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88" creationId="{FB9AED06-8C5F-7791-BAF0-DA8B6DB4F055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89" creationId="{E05005BB-D756-00F9-9856-B128313975ED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90" creationId="{31CE7E75-A2BB-1D0D-666A-C69D1E57EA54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91" creationId="{3BE82A9A-D211-9BDB-6128-30EA1BDC358F}"/>
          </ac:spMkLst>
        </pc:spChg>
        <pc:spChg chg="add mod">
          <ac:chgData name="UBAID QURESHI" userId="dd4ae95d8f7c04fe" providerId="LiveId" clId="{AF920071-46B6-4E4C-A6D8-3E93B456AF12}" dt="2025-11-08T10:13:33.019" v="475"/>
          <ac:spMkLst>
            <pc:docMk/>
            <pc:sldMk cId="641778651" sldId="357"/>
            <ac:spMk id="92" creationId="{28B0A16B-9B93-4D3A-5D83-8A250DDB7734}"/>
          </ac:spMkLst>
        </pc:spChg>
        <pc:spChg chg="add mod">
          <ac:chgData name="UBAID QURESHI" userId="dd4ae95d8f7c04fe" providerId="LiveId" clId="{AF920071-46B6-4E4C-A6D8-3E93B456AF12}" dt="2025-11-08T10:14:28.104" v="483" actId="14100"/>
          <ac:spMkLst>
            <pc:docMk/>
            <pc:sldMk cId="641778651" sldId="357"/>
            <ac:spMk id="93" creationId="{DB247D77-D656-91BF-43AA-17CE553E1BBC}"/>
          </ac:spMkLst>
        </pc:spChg>
        <pc:spChg chg="add mod">
          <ac:chgData name="UBAID QURESHI" userId="dd4ae95d8f7c04fe" providerId="LiveId" clId="{AF920071-46B6-4E4C-A6D8-3E93B456AF12}" dt="2025-11-08T10:13:49.697" v="478" actId="1076"/>
          <ac:spMkLst>
            <pc:docMk/>
            <pc:sldMk cId="641778651" sldId="357"/>
            <ac:spMk id="94" creationId="{9586CE39-F693-9DE1-E53F-8794431257E3}"/>
          </ac:spMkLst>
        </pc:spChg>
        <pc:spChg chg="add mod">
          <ac:chgData name="UBAID QURESHI" userId="dd4ae95d8f7c04fe" providerId="LiveId" clId="{AF920071-46B6-4E4C-A6D8-3E93B456AF12}" dt="2025-11-08T10:13:49.697" v="478" actId="1076"/>
          <ac:spMkLst>
            <pc:docMk/>
            <pc:sldMk cId="641778651" sldId="357"/>
            <ac:spMk id="95" creationId="{6F68F936-2F1A-44F2-07A7-5EC0AC8586F3}"/>
          </ac:spMkLst>
        </pc:spChg>
        <pc:spChg chg="add mod">
          <ac:chgData name="UBAID QURESHI" userId="dd4ae95d8f7c04fe" providerId="LiveId" clId="{AF920071-46B6-4E4C-A6D8-3E93B456AF12}" dt="2025-11-08T10:13:49.697" v="478" actId="1076"/>
          <ac:spMkLst>
            <pc:docMk/>
            <pc:sldMk cId="641778651" sldId="357"/>
            <ac:spMk id="96" creationId="{711C63D5-7D23-7BBD-49F8-FF42E9A704AD}"/>
          </ac:spMkLst>
        </pc:spChg>
        <pc:spChg chg="add mod">
          <ac:chgData name="UBAID QURESHI" userId="dd4ae95d8f7c04fe" providerId="LiveId" clId="{AF920071-46B6-4E4C-A6D8-3E93B456AF12}" dt="2025-11-08T10:15:04.769" v="489" actId="1076"/>
          <ac:spMkLst>
            <pc:docMk/>
            <pc:sldMk cId="641778651" sldId="357"/>
            <ac:spMk id="97" creationId="{87C564CB-0C21-8F3F-6BAE-781C783DC877}"/>
          </ac:spMkLst>
        </pc:spChg>
        <pc:spChg chg="add mod">
          <ac:chgData name="UBAID QURESHI" userId="dd4ae95d8f7c04fe" providerId="LiveId" clId="{AF920071-46B6-4E4C-A6D8-3E93B456AF12}" dt="2025-11-08T10:13:49.697" v="478" actId="1076"/>
          <ac:spMkLst>
            <pc:docMk/>
            <pc:sldMk cId="641778651" sldId="357"/>
            <ac:spMk id="98" creationId="{41277E29-9585-29B4-07E2-5D35FBEE8CA8}"/>
          </ac:spMkLst>
        </pc:spChg>
        <pc:spChg chg="add mod">
          <ac:chgData name="UBAID QURESHI" userId="dd4ae95d8f7c04fe" providerId="LiveId" clId="{AF920071-46B6-4E4C-A6D8-3E93B456AF12}" dt="2025-11-08T10:14:03.246" v="480"/>
          <ac:spMkLst>
            <pc:docMk/>
            <pc:sldMk cId="641778651" sldId="357"/>
            <ac:spMk id="99" creationId="{7A441837-529F-C985-0CF8-25879B750EDC}"/>
          </ac:spMkLst>
        </pc:spChg>
        <pc:spChg chg="add mod">
          <ac:chgData name="UBAID QURESHI" userId="dd4ae95d8f7c04fe" providerId="LiveId" clId="{AF920071-46B6-4E4C-A6D8-3E93B456AF12}" dt="2025-11-08T10:14:21.995" v="482" actId="1076"/>
          <ac:spMkLst>
            <pc:docMk/>
            <pc:sldMk cId="641778651" sldId="357"/>
            <ac:spMk id="100" creationId="{E6AC97CA-984F-CF0A-08E9-1BA4D31ABBAC}"/>
          </ac:spMkLst>
        </pc:spChg>
        <pc:spChg chg="add mod">
          <ac:chgData name="UBAID QURESHI" userId="dd4ae95d8f7c04fe" providerId="LiveId" clId="{AF920071-46B6-4E4C-A6D8-3E93B456AF12}" dt="2025-11-08T10:14:21.995" v="482" actId="1076"/>
          <ac:spMkLst>
            <pc:docMk/>
            <pc:sldMk cId="641778651" sldId="357"/>
            <ac:spMk id="101" creationId="{6DCA06BF-F54B-FF0E-BB10-25F84BA1BC7D}"/>
          </ac:spMkLst>
        </pc:spChg>
        <pc:spChg chg="add mod">
          <ac:chgData name="UBAID QURESHI" userId="dd4ae95d8f7c04fe" providerId="LiveId" clId="{AF920071-46B6-4E4C-A6D8-3E93B456AF12}" dt="2025-11-08T10:14:55" v="488" actId="1076"/>
          <ac:spMkLst>
            <pc:docMk/>
            <pc:sldMk cId="641778651" sldId="357"/>
            <ac:spMk id="102" creationId="{47127912-6696-DF7B-2B66-FBA8D4627528}"/>
          </ac:spMkLst>
        </pc:spChg>
        <pc:spChg chg="add mod">
          <ac:chgData name="UBAID QURESHI" userId="dd4ae95d8f7c04fe" providerId="LiveId" clId="{AF920071-46B6-4E4C-A6D8-3E93B456AF12}" dt="2025-11-08T10:15:42.086" v="492" actId="1076"/>
          <ac:spMkLst>
            <pc:docMk/>
            <pc:sldMk cId="641778651" sldId="357"/>
            <ac:spMk id="103" creationId="{35F84E27-2F75-F50C-4A80-16AC27E04EA3}"/>
          </ac:spMkLst>
        </pc:spChg>
        <pc:spChg chg="add mod">
          <ac:chgData name="UBAID QURESHI" userId="dd4ae95d8f7c04fe" providerId="LiveId" clId="{AF920071-46B6-4E4C-A6D8-3E93B456AF12}" dt="2025-11-08T10:15:52.579" v="494" actId="1076"/>
          <ac:spMkLst>
            <pc:docMk/>
            <pc:sldMk cId="641778651" sldId="357"/>
            <ac:spMk id="104" creationId="{5E59035E-8D6C-F56E-9C85-08F7E8AD77B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BDA3-F24B-31BA-7180-7B0C03589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7FB520-EAA9-32DD-F01C-4EDBF40782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D2978-6B71-9F06-F822-6D7C1154B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DF03-AC03-5A4D-AF20-613B28F0A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7EDC8F-79EA-5090-0AF7-ED7C2E788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2277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F0450-8EF7-A174-7E6E-CB34212C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96DC2-CCA0-94CC-CA09-29A970725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4845-E629-AAC4-C3DF-3909B8A43D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FB321-37AB-E00F-698A-5CB3A7964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E4A34-39B7-8D0B-0D1A-91B47470A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882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D98B5-0E44-D91D-4683-18D0C3B9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B7292-BDBD-B738-3687-5606EDC95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E2B32-56C0-E8E9-7D12-7A3A07F0C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D006A-C0BB-E4DB-C08F-A381D3703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EB2C-44EC-ACBF-8119-11B5DACBF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3627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C84F6-063D-F3C1-E606-3433EF518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FB240-076A-47D3-74B4-FEF500430A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C6A498-4DFF-103B-C5D4-3010BC265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7A4A1-D6F6-6473-6459-DA752EE99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322AC4-767F-75D8-455D-22FF73BD1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426566-56BD-FCCE-B16E-893EF21EB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146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4961B-2E75-66B6-5090-21AF453EF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B872D-62FD-14D8-19A9-5B41B21AA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5B3F6-540E-2D2F-2732-11C92A320C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8400DC-0B2C-CCAE-1112-726D61B056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FA3CA0-1330-7746-85D0-3A4A2A9FE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0F073A-06F0-0F33-BF1E-409C7518B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593154-7FBE-FF88-8BAA-7D9FFFC1F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A4920F-FF51-F8A7-B03F-061339E2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481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C3243-B2DE-C424-9429-E63366EE3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B5A8A2-CD3D-A68D-3447-43728185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E460BF-8782-4927-23E5-A71529EC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7344D-FA46-8B6F-65EE-F54125540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85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492132-CDB9-FE65-F7BE-8C063528B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0161B-EB1E-B878-B8FF-C06CD470A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C2982-2ED7-5AA3-9708-DCF0B946A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841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187D5-D042-CCA8-CA0B-CA8EA665C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47D3B4-2101-BC7B-7C65-0EA3027E7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2189A3-4E0A-56E7-2EE4-30C3B0C66F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B0899E-6CD3-2420-4FC6-6089F22B6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D59D1-83BE-2198-4426-F70F177D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1BEB4-B9C4-FC9B-E41B-96F31E7E1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1999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C19DF-C7A8-B010-A0AE-357E7FE2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B492CF-5DED-035B-E96F-300781ADE6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0F657C-2F7E-32D6-A991-F75220406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10B8B1-5CF6-81EF-6047-08E8B2007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BDB56D-EC77-728A-F70E-B5453CA0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5FE753-14A9-02C7-54C8-26F67197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577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5A4F8-5175-50BC-6825-E1C82C5A6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87DCE8-B313-914D-B43D-A2F04993DB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5D92C-99F3-DBCC-C26B-45614BBD0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19A8F-5724-6BF2-5E1E-CBDE831C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DB064-0893-6C1D-4F96-EFF9FA02F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5258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BA04D3-D819-95B3-DD00-6C57B1DE0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DF655-9AC7-2491-C6C8-7EA88F8E5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1F332-9061-BAC9-C3FD-00B788CA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73CAA-A3F9-9B24-A8E0-2ED91CE2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FEBF7-A06C-A76A-849F-A14F69112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8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8DC17-ED5D-D331-743B-A34F61156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CA7C47-6897-B752-64AE-39DED48F44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FD7470-DDB9-B267-1DE0-34CA299907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AE20C-A041-4322-BE3A-3F11FB58ED43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86ABCE-B74D-5E3C-3484-2EBC255823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31FF1-4C3A-AA47-24F4-B39AFF6AA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289E9-7BF4-4078-93FB-74A6E7BC61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49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9467-71F6-8D4D-E34E-2A5409466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63DEF89-3F9B-2A16-46C4-2343A5336D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B2EF26-A2E4-1929-99C5-5E078599F130}"/>
              </a:ext>
            </a:extLst>
          </p:cNvPr>
          <p:cNvSpPr txBox="1"/>
          <p:nvPr/>
        </p:nvSpPr>
        <p:spPr>
          <a:xfrm>
            <a:off x="2896616" y="2644170"/>
            <a:ext cx="714312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6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Merge Sort</a:t>
            </a:r>
            <a:endParaRPr lang="en-IN" sz="9600" b="1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9091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7D125-BAF9-377E-42C5-9B1257030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916F92-BCAE-54A9-1963-B1907CF243F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10EAB8-D04E-6AA1-D547-7E4818C1EE21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F482D7D-59C2-06B5-2188-60ED2292C1A5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848E33-C0A5-B721-8A51-2C5C179F39FC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0            1            2               3           4 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EA4D20-5203-8F71-DDC8-971DE80287E0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</p:spTree>
    <p:extLst>
      <p:ext uri="{BB962C8B-B14F-4D97-AF65-F5344CB8AC3E}">
        <p14:creationId xmlns:p14="http://schemas.microsoft.com/office/powerpoint/2010/main" val="2377301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86D5E-D8F0-6AFE-1D87-8D412EFA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25D77A-13BD-93A0-756E-D3635DF329C9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B89D46-040C-18D6-B4B5-8C11178D8E65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E8DDFD8-0DE1-3E47-C49D-3450BF516012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F699DE-3F58-5412-EDBD-A6E244D23CD1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1            2               3           </a:t>
            </a:r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C1B94-250C-DB05-2AC0-631B766F2739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4E3818-0C60-C220-947B-4EC25112D2FB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3256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0D129-0A37-9A88-5541-9A8D4CB78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AE0707-7FA0-5CD2-8D5C-9D0A9B505028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45E8437-F7E0-52EE-6535-68FA05D8FD52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8AD4CE-5858-AF5F-23C4-99B4DAD37A87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F0C20-47A1-9FE5-34E1-2524B9925637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1            2               3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FB347F-C7BA-E4E7-8726-BE372B642380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7A317-7400-A55A-6466-80860F2D6A3C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E31E90-F1DD-C14C-FD7C-BE65B79D8458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40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0A73B-BB74-23A5-ACFB-8A987B66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B813B4D-7A55-C121-D8C3-7786A686C4A5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7B1BDDE-59F8-EF47-2712-EC9371914D44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48043D5-B5CA-8A53-105B-E28F4D14E618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EE1880-71BC-B973-569B-1899A9BE861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0A893C-B7FA-369A-80B7-FD6D35880EAA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562251-477B-7922-87DB-C8E8A97DC75C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B9DD7-0FE0-B884-8F66-672CF012F6DC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D15109-9231-74FD-36E7-1F027C8D79D2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AD29A1C-DC2A-E613-3F24-FC858448F3B6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53B07C-4C4F-0D6B-3414-A5DA1C44F285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CE6D56-44DA-29FA-6674-7FACE1FF2947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7667DF7-5EFB-E95A-9CF6-466955CACB92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113D7F-9C98-514A-EB26-A9569E81CBC1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6EB6148-990B-AF2C-3465-14ED5A2AFDC8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8237E7-F293-3B14-E56E-C8197A3DEED6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A1C23B-291C-EE0B-51CB-343BC6B71B6B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67BA6C-4289-CAB6-0DC1-4C9502288665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8990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1E7C8-A8F3-C00D-6D9D-4F21CCE35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351B581-65D6-F772-996B-F8A0FA3BB5BC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9A9A48-58A7-7F44-9B1E-0149ECBCB78C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C2C5616-8FE5-A1C7-F8BD-E46677A66D54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C33501-454D-4F60-854C-72D811ED949B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ECFB7-A0F0-D615-60E9-82BB60211BE1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1ABAD8-34B0-9DFC-06DE-F492184FBF20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25A7DD-E698-B2F3-FC9B-00468B39D218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9A66DF-1F49-2F30-A59A-010FF783110C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64023E9-8548-B3EC-E73A-BD99B3BCF4D0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0C205C2-BF91-7B99-460C-CFDD6DC66D76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2AE6EBD-5F02-7FC4-5B96-46337EA199B5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CC7DD9D-2A09-B0C3-7E33-22ED12D479B2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A248E8-FBDE-4B46-6A61-E4D950C952B1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B37EB0C-6341-9B66-B290-88170589273F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26E3D0-E1EA-6FBC-3927-61BDA8B2FC38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948AC1-D788-B376-425F-01B0FE6B636D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CDE2EB-E66C-D1BD-1895-9F92C7F2FD0A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BB48C-47F1-029D-8E9D-F11BE7DFFBA6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017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24D3E-D65A-01C9-0938-EE9D1CDEB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B76ED46-E14F-A7F1-7EC2-15B2B779C6E2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E7DFD29-2AB4-A99C-B54B-1C584E7F2366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9524068-CE59-D9E0-57F0-BC3373E0842B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9909A8-9CA4-080F-4EA7-26FC872958C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A21E4E-4F12-849B-3D85-C56ED40599B7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B41893-0574-6326-68B9-60524D3FEFF9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C2ED90-3F31-FF00-53D8-28650561ECE7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26CE0B-43E4-BA9E-2399-A521D9AC7B38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9F0A7B1-08AB-7C64-4097-5AEBF6F77E45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E50E16-9756-B0A3-D997-6E2C17A829B4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2A92FE9-3245-A83D-742C-7FE27FA367EB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ACCBCD9-C814-E95B-CE80-92853C39938F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D03AF1-ED59-6F10-AB50-E9E0DD5F12A1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13A95E7-A464-2D0B-5F4D-B6CAEC7B764C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2E93CF2-30D2-DE82-9182-61DCBAA299A3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C861BB-80BB-246B-7C5E-415B0CB498F5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09F3F31-DA0A-86C5-1245-A1D161A45A13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44FC5C-C64E-C6F4-626A-B6FC3529369D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8B1DEC-90FB-EFB0-7300-1A998220F9CA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26909C8-8114-9519-827F-E8C08D8595DC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4DA11B2-59D7-4154-11F9-1BE15FAC44CD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9059D23-2473-A15A-B578-7F79136E113A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28AF742-51EF-8847-1290-86767DD8B70B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F9D1B3-5480-FE65-7EDC-89E2C1F4F781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AA24BFC-D14C-83A9-7194-9099EFF45A37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38D75C3-6BFE-BA3F-5B80-D609BB10F08D}"/>
              </a:ext>
            </a:extLst>
          </p:cNvPr>
          <p:cNvSpPr/>
          <p:nvPr/>
        </p:nvSpPr>
        <p:spPr>
          <a:xfrm>
            <a:off x="4566529" y="2745813"/>
            <a:ext cx="753851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F9BF413-2AAE-541F-DB66-C7C36777A12E}"/>
              </a:ext>
            </a:extLst>
          </p:cNvPr>
          <p:cNvSpPr txBox="1"/>
          <p:nvPr/>
        </p:nvSpPr>
        <p:spPr>
          <a:xfrm>
            <a:off x="4728857" y="2902093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A176D7-39F6-3F89-0338-4FDF7EF5E84E}"/>
              </a:ext>
            </a:extLst>
          </p:cNvPr>
          <p:cNvSpPr txBox="1"/>
          <p:nvPr/>
        </p:nvSpPr>
        <p:spPr>
          <a:xfrm>
            <a:off x="4372407" y="2726685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35465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E353-B8F3-5BA3-F438-57BD6FD2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48144-5049-A1A4-84A8-8C8341F02E48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EA185C-188E-9ED4-1323-AFA68D326F6F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7FFA203-DF07-9C22-4CE6-AB257E2534E5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8EFE1C-B58B-83E1-B242-68BC55FDF1CD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DB3A6D-913F-C7F4-9E69-BD016158E50A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300D3C-04F5-E1D1-C07E-E287617EE27B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539BA9E-838B-8623-6D81-3FF0F5A84FF0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2B2B27-0321-37AE-7CD4-5C6FC5DA7842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A6B96C-6C80-112E-915B-6F64C8E5CF34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728B8E3-A819-862C-613B-A7E4EF4CF31C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151884F-6066-2C84-039B-DFAF37BE73A3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76BD53-B75D-C125-FBBB-7D81A5D1F0D3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19CC7F5-B368-0550-F027-B40CDFB6A66F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4E7ACF0-441B-370A-A5F7-8BDAC314ECB7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DBD853-897F-3A23-CF5B-D071CD9F0CEC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283568-5202-181B-1D32-88071BF0CA97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672971-52EA-D737-F261-8EF54511DD05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3DAE5-0FF8-4E59-926F-66B1CF250C6B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9C4D739-5653-9530-432B-6763FB3C20C3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31817A-08FA-41CC-B568-CB3197873163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3D9CA76-A913-16A4-523C-8D7A1E4A71DA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6ADE56-CC31-5605-74B6-B3464F211081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1417690-9D8F-8D5F-1642-ACB6BF734F30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8CD97D-8C78-A965-94F6-0A2DE4B8B2CE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0AA2C3-8C66-9F78-558A-92F6E10C06EB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5E6FBE-73D5-4BA1-BFA3-CAE720950F07}"/>
              </a:ext>
            </a:extLst>
          </p:cNvPr>
          <p:cNvSpPr/>
          <p:nvPr/>
        </p:nvSpPr>
        <p:spPr>
          <a:xfrm>
            <a:off x="4566529" y="2745813"/>
            <a:ext cx="753851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C9D2605-89CD-7E4C-782A-04CC618433D5}"/>
              </a:ext>
            </a:extLst>
          </p:cNvPr>
          <p:cNvSpPr txBox="1"/>
          <p:nvPr/>
        </p:nvSpPr>
        <p:spPr>
          <a:xfrm>
            <a:off x="4728857" y="2902093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42E673-B665-181E-3C8C-4027790D8BEC}"/>
              </a:ext>
            </a:extLst>
          </p:cNvPr>
          <p:cNvSpPr txBox="1"/>
          <p:nvPr/>
        </p:nvSpPr>
        <p:spPr>
          <a:xfrm>
            <a:off x="4372407" y="2726685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BE664C-3211-B7F2-221B-3AC7165BB094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437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491E-7F0B-20AA-ADDA-9A44F8181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F6BAF0C-C9E6-6918-5525-C860F1A6B985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C4D4E30-A616-ED43-F6F9-DB33140FD6AA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A41D55A-0C99-7AA1-C5A1-B099822BCE83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ED87F3-A47C-14FB-1B3B-2E7A7C7BA3AC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243B2-E32B-70D3-495F-5E9B635416A8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DA05A0-D97B-632F-104F-D8459EABDDED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79D16-9040-A6A2-37CA-F5CFA5F5E3A1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E0B3D0C-151D-8C3C-1A0F-6C0CE93B29BA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DD0328-C816-B972-CB99-007CE59C6B1A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F3CABC-6DCF-908A-60DB-5C9DB9C52BA6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8423E9B-0FE6-82E5-E951-CC2FF2967653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52678FA-27C6-5FD5-E6E6-6873DF88B165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C7ED6B-6686-226E-1A48-AE2A1B593027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FDDA550-E29B-4A25-77E2-F9C12BFF5FDF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803F69-3886-104C-B0C5-258FC0640011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C80FEB-FA2C-DF52-893F-5F4A951DBCDC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F1D6EA-91CA-9441-E3B5-7F21D60B2BD9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24606-F838-3897-F7AD-5A02FBC94DDB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D56D2E0-2A4A-5A2B-C79F-747D64C4894A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46FF3A-1B0D-8496-F223-1D12F6E4F6D0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A304F7-BAE6-99E4-BA9C-606238A34298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CEFFF70-C416-A2B4-DE93-86703E9D86A2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AB4958EF-B6F2-607B-364D-73A649A59DA8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BB4FFA-47EC-0489-BE25-6A97BD22CDA4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FC90F5-1F26-4E49-BCB3-F80BE626C402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375805D-5710-64B7-8AC1-B049C6A60C3C}"/>
              </a:ext>
            </a:extLst>
          </p:cNvPr>
          <p:cNvSpPr/>
          <p:nvPr/>
        </p:nvSpPr>
        <p:spPr>
          <a:xfrm>
            <a:off x="4566529" y="2745813"/>
            <a:ext cx="753851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238E48-C6DD-9A43-046D-C514CF240B39}"/>
              </a:ext>
            </a:extLst>
          </p:cNvPr>
          <p:cNvSpPr txBox="1"/>
          <p:nvPr/>
        </p:nvSpPr>
        <p:spPr>
          <a:xfrm>
            <a:off x="4728857" y="2902093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836794E-353E-D83D-9359-33A5DAC4F270}"/>
              </a:ext>
            </a:extLst>
          </p:cNvPr>
          <p:cNvSpPr txBox="1"/>
          <p:nvPr/>
        </p:nvSpPr>
        <p:spPr>
          <a:xfrm>
            <a:off x="4372407" y="2726685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ECF60A7-D70F-5A0C-4301-4C3A680DCC1B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116308D-F0F2-EF2C-0BBA-DB30DC6CF3E4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D9ADA85-8AFA-B3C7-EAA7-763CA1579270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E3D4634-E06F-5E3F-70B7-BFE78E25B06D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CFA488-4BE0-490C-BCE2-D74350AC9370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5D8EF82-497B-7885-4243-C01ECEEC48D9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45886BB-C2AF-D237-ADF8-7BACC8C6FD34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73C240-DA39-660E-67FD-BB404920764F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3E2B7222-619A-A777-D1E0-F1EC05DE6B9F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0AC998A-68DD-7A48-8BBA-21A4833D6E59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5579039-BFCA-D49E-9FD8-DFF146799D46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9228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58EEC-F633-E7DB-A9D1-89AFA836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EA0901-8407-35D7-89F0-32F6A5A1FA6E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35525D1-9416-E268-37CC-C5E403A3D211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D6043CD-9065-5626-3D31-65454EB5DADB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971A20-BCC5-DB4B-EE16-A17C0561393B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0151D9-8245-0053-CF5B-D3C23DB48DE3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CE6B9D-3660-5355-FE15-968303067D56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72FFA6-4CA3-C37D-5DA4-7AC4CB640EBA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E903CE8-8BE7-E1D3-1C17-05D1F1EF71E8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DB9680-4983-3AE7-7C97-83F072A86207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D6FD235-22F3-06DD-35BB-C4C251A21034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1C3AA6B-20DC-2439-F508-82384528DE12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8C05AC7-534D-DC25-BD45-AD1F82341AEF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0F1538-D227-50A7-F437-BF2C233D97AD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6322BEC-97E9-4318-5906-BB286CA45466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F655D7-737F-499B-2E42-17D391073895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85E5DAC-355A-5B08-AB4D-9D502B56327A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C590109-48A9-2AB5-5C6F-42763D7313A8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546D53-A8B9-6E3D-594A-77E9A2AF62F7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6DC3D81-C8C5-56E4-2D37-EDD544748653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C27A47D-A3C1-707C-2666-402B63A6D1AE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FB7F725-0247-AC01-3767-B3A58AC59B19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D1DE1F-5490-A9D3-169C-32AA48F85ACE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F12F724-EC49-C8EC-F090-51361115B401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EB6E491-5784-CA5A-CCAB-3FEA76E9D9D6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F46D47E-762C-2F93-10F3-34C4AFA9415E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1E8DEEC-3BE7-E792-D352-60FB7D412C71}"/>
              </a:ext>
            </a:extLst>
          </p:cNvPr>
          <p:cNvSpPr/>
          <p:nvPr/>
        </p:nvSpPr>
        <p:spPr>
          <a:xfrm>
            <a:off x="4566529" y="2745813"/>
            <a:ext cx="753851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3302306-EA0B-31B0-7E55-16B082DDABEE}"/>
              </a:ext>
            </a:extLst>
          </p:cNvPr>
          <p:cNvSpPr txBox="1"/>
          <p:nvPr/>
        </p:nvSpPr>
        <p:spPr>
          <a:xfrm>
            <a:off x="4728857" y="2902093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1F833B-7FA6-F5E4-B5AC-93B4E84A6381}"/>
              </a:ext>
            </a:extLst>
          </p:cNvPr>
          <p:cNvSpPr txBox="1"/>
          <p:nvPr/>
        </p:nvSpPr>
        <p:spPr>
          <a:xfrm>
            <a:off x="4372407" y="2726685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178C55-6BA4-C4E0-62DE-CCB3FEA10923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315C77-3667-882E-ACDC-98973FF0D37D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6CB85B-067A-E3C1-F37E-D4D1E4FC81D8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202AF38-6818-96E3-4FEB-A02223FB7DEB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D0E5977-185E-CD2F-7373-4745C717613F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2EDC79C-E6A6-27D6-2D40-DFACF3D99567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4212F0-1211-CCCF-9F47-A47D4F4830F6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E6DB4DC-EE97-9199-AC16-702749E4DAD6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6C3A9C8-29D5-A0BD-DFC7-A3D27D756740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3E170F9-DCC1-2672-4801-B0396956E73E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BACFE6C-DE74-A922-41EF-698C6FD7A1CD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03D7FF-137D-4E27-862C-6515F8A51B2E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050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640EB-1AFF-65DC-8ACD-F2A2D8043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FF2479B-91E4-D4A2-9248-C64D3768A5B1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34BAFC-F219-D53D-D9B6-5672146952E3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E73961C-4671-3E22-D595-B40716BBC282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39D70-76F6-0B58-3A5C-9CB24EEC8277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0060F1-E847-86F5-5096-76EF61C2E6D9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75DF4-64D8-0C4A-191D-4B4D6CF219C5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8CB457-E37E-52FD-77D2-DD8E5D8829C5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9A39E7-3E65-A0FD-B5CE-9E743E4BDA93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6D6EAF-5925-D45D-62D9-A290BAFB0E90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CE9292C-341E-4DDD-5C6F-027F933C40D1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2E86C34-D249-06CB-ACA1-C9F93D9A9BD5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03473EA-9075-3F5B-3AB7-D6265BB8122E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F479D8-76D4-CE0E-EBF4-18222A5E7EE5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EABA67-7F64-1FD0-D09C-180F3EE6D424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9D92EE-209B-DF6D-C450-E92A8B70767C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57646-4922-58C9-23D6-465E1CD9221E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F92025-AD52-1DBB-ECD3-F82E8E79E45D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0FF485-1FA6-4E76-7773-BE6F2995E732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A994EB2-581D-BF60-1AE5-08DE17F30C5D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3F09F8-027D-64F7-7322-79DC08B897DF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70C88E7-90AD-05DA-9E97-97C04541B9D1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00241E4-4668-B047-76C2-E145C2DF7F42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E9DCF68-45D4-F68A-D93E-5B34CD6879CA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CFB5B44-9C9D-4D9C-EA18-B4C8FF83C468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3DEAC98-5AD3-9D53-39C6-A31A7C19F6A7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028CC94-1533-FD26-C370-0CFCCB9BB79E}"/>
              </a:ext>
            </a:extLst>
          </p:cNvPr>
          <p:cNvSpPr/>
          <p:nvPr/>
        </p:nvSpPr>
        <p:spPr>
          <a:xfrm>
            <a:off x="4566529" y="2745813"/>
            <a:ext cx="753851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530D61C-1716-227D-A45C-52CCFB9F4BB0}"/>
              </a:ext>
            </a:extLst>
          </p:cNvPr>
          <p:cNvSpPr txBox="1"/>
          <p:nvPr/>
        </p:nvSpPr>
        <p:spPr>
          <a:xfrm>
            <a:off x="4728857" y="2902093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6B547EF-34C8-DC6E-36A9-8EC53A51A78D}"/>
              </a:ext>
            </a:extLst>
          </p:cNvPr>
          <p:cNvSpPr txBox="1"/>
          <p:nvPr/>
        </p:nvSpPr>
        <p:spPr>
          <a:xfrm>
            <a:off x="4372407" y="2726685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1BC365-0F01-433F-82BF-315F10D2190F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FD9B80-48DD-2366-C0FE-397D79510ED0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CB05B0-BE61-A10B-9CF7-295FDE8D61B4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F82B094-EA58-9564-C75E-A7CC794B535D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3D7C717-9C26-9382-BD9C-80F5EAAE9E2E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A7C80A2-59E4-EE3D-489C-BAFA5DC80AA2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6E6C707-DD2A-4737-CD80-6A35F6FCACEA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7176D27-FF7B-2DAD-CD69-9C547B8D2BB6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13278DB-884A-EC12-3D65-6FF2ADB799B3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E5E9956-B572-8FFF-B406-C07BD5DC1BFB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4DF384-FACA-1062-3925-C194877D59DE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FB9818-7F7D-A6EC-42CB-12CDBA2982B3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74EA95-9A79-2915-D4D9-19F71AA47582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8410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8FE49-59B3-4038-06A1-DDDC8FE46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FB4D49-CC82-5A53-2AAD-AB32D427C95F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18809E-E39C-C041-CECA-EB81685655C3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0275EFF-F48E-C8D4-3460-AC8442283C8E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3F9F8-6CBD-6FE7-7B73-F83862CC3E9C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45C117-6B70-EF55-AF72-278638541E67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AFF3CF-DE7E-614A-61E3-F8CF868EA50D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13554E-9C29-579E-A576-6EC99604825A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CF1B4F-40A7-E6C9-6D9E-65B1B2BFD175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DD1BAEA-7BDD-72D9-CEC5-28951ED81176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9F8EF8D-0869-9540-34BE-07ABA1F46026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D45EC19-AF6C-D946-D6F8-3892E0588509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A231DCE-747F-8CF9-9299-7C30F0AF2FDA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333BBF-99B2-5153-EBA3-6C21F0BB19BB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90F1778-322C-0792-82CD-59C5EA47BA6E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5A3159-8C4B-1CED-FF0E-19D9E959D61C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FB15F-ADC0-69B9-29FC-1042113F8806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B4541D-BE6B-A0FB-B9CF-6A65DF96813C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5D2104-CD9F-687B-205C-5E06FFC4D277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BDF269-DEC8-8C2A-8670-94399461B05F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D06183C-7AEF-5572-DDDF-BCEAB44E6CCA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25BF2A-243D-FC82-49F4-DCB33CC72248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4405054-46EA-FA61-60DE-A4BFC82CB7EA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FBA85D-6490-EFF7-4AAC-1E303D036A13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19A1E6-3FCD-F642-67BC-2D64B81A3C5A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AF23314-5185-E970-FA5B-7CD245495F45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CDC3B8E-4923-4395-AB0C-091E06561B02}"/>
              </a:ext>
            </a:extLst>
          </p:cNvPr>
          <p:cNvSpPr/>
          <p:nvPr/>
        </p:nvSpPr>
        <p:spPr>
          <a:xfrm>
            <a:off x="4566529" y="2745813"/>
            <a:ext cx="753851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F59760-C1D2-B784-ECCC-E190FB086D43}"/>
              </a:ext>
            </a:extLst>
          </p:cNvPr>
          <p:cNvSpPr txBox="1"/>
          <p:nvPr/>
        </p:nvSpPr>
        <p:spPr>
          <a:xfrm>
            <a:off x="4728857" y="2902093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5A7ADDC-6B61-1157-2A34-47761E718AF0}"/>
              </a:ext>
            </a:extLst>
          </p:cNvPr>
          <p:cNvSpPr txBox="1"/>
          <p:nvPr/>
        </p:nvSpPr>
        <p:spPr>
          <a:xfrm>
            <a:off x="4372407" y="2726685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B836C0D-6E02-6637-153D-8EA297F28772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9F5727B-010E-D416-FCE7-3B3A537CD5E0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E22C925-8F8A-09B0-93E1-FEC31528ABE1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D8D0190-9454-F173-1796-62A1A0EDBC0E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67E2D4C-97D9-65A6-D669-4F7652DA8DFD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FB9422C-8078-77E4-F416-91DEB0A1B186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B7AA821-C58E-73DD-038C-7829B7EBBDB3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B433EF-6A46-84FA-7D86-36BCEDCB6F35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A0A8CBAB-9FB7-19FB-0D69-372241D2BDC6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E70A122-88EB-B274-0281-7EEE4FE7A43F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1547A3-0AD3-0B72-B84D-44AC6EE53552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4D692D3-EF2A-7BF4-7D03-456B727EE633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313068B-806B-B03F-1FD3-DF3ABEC0646A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0CD24EA1-481D-93E0-5CF2-008B9934705A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5D797FE-BED6-ABC3-3C81-EFFD863C36D2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F693079-988E-8F43-5F5F-F5347A499EA0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F62E4C2-5893-93EA-45EE-9018340361E8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DFC411D-07F7-35CC-675E-9A33215666C0}"/>
              </a:ext>
            </a:extLst>
          </p:cNvPr>
          <p:cNvSpPr/>
          <p:nvPr/>
        </p:nvSpPr>
        <p:spPr>
          <a:xfrm>
            <a:off x="5811149" y="2901627"/>
            <a:ext cx="753852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B4EEA1-4F95-EE7B-164B-113892B39E49}"/>
              </a:ext>
            </a:extLst>
          </p:cNvPr>
          <p:cNvSpPr txBox="1"/>
          <p:nvPr/>
        </p:nvSpPr>
        <p:spPr>
          <a:xfrm>
            <a:off x="6001241" y="3089285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059163-69DD-E485-9777-8F70143FD7AF}"/>
              </a:ext>
            </a:extLst>
          </p:cNvPr>
          <p:cNvSpPr txBox="1"/>
          <p:nvPr/>
        </p:nvSpPr>
        <p:spPr>
          <a:xfrm>
            <a:off x="6037963" y="2901627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5B35121E-8CFA-50B2-88EF-4ADB32B0A1EB}"/>
              </a:ext>
            </a:extLst>
          </p:cNvPr>
          <p:cNvSpPr/>
          <p:nvPr/>
        </p:nvSpPr>
        <p:spPr>
          <a:xfrm>
            <a:off x="7768449" y="2902863"/>
            <a:ext cx="762522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649F07-154D-8DDD-0B98-97AAE90E3AC5}"/>
              </a:ext>
            </a:extLst>
          </p:cNvPr>
          <p:cNvSpPr txBox="1"/>
          <p:nvPr/>
        </p:nvSpPr>
        <p:spPr>
          <a:xfrm>
            <a:off x="7966478" y="3040016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CD924A-BFDC-8BA5-D315-A4F6682B6233}"/>
              </a:ext>
            </a:extLst>
          </p:cNvPr>
          <p:cNvSpPr txBox="1"/>
          <p:nvPr/>
        </p:nvSpPr>
        <p:spPr>
          <a:xfrm>
            <a:off x="8004718" y="2624297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72976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76576-FA84-7076-15D0-21E89EA07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C294774-AE12-B08F-42BA-AA414FD65487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351E7AF-A58E-02CF-DA2E-36D0CCF76FCE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D30549C-879B-1FD7-7E1F-D5FABAB1E7C8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6C0708-7E79-728F-5A61-8AB73721B78B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BFE50-326D-B6E4-C049-7E01817D7F44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63E3C1-B9A4-0AEB-8024-7B0754C45A8A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A6A995-08E0-588D-3A72-E873B92E0208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594E39-F03F-B179-33FB-D2964ED2835B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C8485AB-D1E3-6CAC-4792-E0FDF5C8B6A8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18B0224-92A9-F051-C4A2-F1F69D8D4A53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C5714B-DFCE-3258-A474-B64F0722EEF5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BDA3997-A0A9-7A09-7417-5A1509FE82C6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6EE7FA-691D-3E22-D290-A053923D138E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AA78A1-DAFC-206A-943F-EB176BB49125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216BBD-49F1-9F82-9369-53039317AFCB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77273E7-3A07-B8F5-4228-70B1484D72CF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4B76AF-5C41-7567-E747-F332D2A15E20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45990-708F-12C9-1F70-6B5E9C487C13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47B30F-E697-7404-EF1B-964CF1E4AD2F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5A3D03-35D3-BF77-B74D-2B5450B625ED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517DD7-D8C5-EF4C-5082-42AEA9D98BBB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D40BC5D-72AF-3000-5E2A-A0BC0797214C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20964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616038B-B609-262A-1FB9-0EA4F9AF9C27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318E033-E626-8F0B-7734-6FA7A0502F31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05BA9E-D2BC-B6B5-99D4-09452B1AAB41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F339DDF-8A15-E046-002A-BA86FA0F2A80}"/>
              </a:ext>
            </a:extLst>
          </p:cNvPr>
          <p:cNvSpPr/>
          <p:nvPr/>
        </p:nvSpPr>
        <p:spPr>
          <a:xfrm>
            <a:off x="4596019" y="4528532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A18977-26A9-623B-C9BB-D14DC5644E49}"/>
              </a:ext>
            </a:extLst>
          </p:cNvPr>
          <p:cNvSpPr txBox="1"/>
          <p:nvPr/>
        </p:nvSpPr>
        <p:spPr>
          <a:xfrm>
            <a:off x="4758347" y="4684812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7973F5-D397-E0AA-9A40-C01320322AEA}"/>
              </a:ext>
            </a:extLst>
          </p:cNvPr>
          <p:cNvSpPr txBox="1"/>
          <p:nvPr/>
        </p:nvSpPr>
        <p:spPr>
          <a:xfrm>
            <a:off x="4401897" y="4509404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AAA0E5-683B-8436-086B-E0E2E0DFFF91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EFF250B-BDC8-3A70-DD6A-125F794BE3DC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C81D2C3-9587-F48B-E0A5-3F87F41E9FA2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2664DC2-0A8D-DCF3-E62A-34168199FB4F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59C1A18-9720-D9C4-8060-7B58C7EAE5D3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F7F6836A-F24E-34B2-701F-259B8E5AF15D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BD42B15-30A4-C899-11E1-47812A7CC417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C861821-BA93-129E-BD0D-0D36429980FE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7B214BA-616B-D0B8-A14F-F1C2AC976D94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23EB1FD-7577-59F5-84FA-2F87DB27F69E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B25A209-B2DB-7F39-2F2C-F95B7BDB2EF8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6080EF5-D899-ED21-E7D5-A05D1BA45F6C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709CB2-255C-E7A6-ADCD-ECA1F3BAAE46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3A4CA09-059A-3FA0-5E02-764B33C8DC4F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2AA706F-FAF6-52E2-338E-473E11AADCE6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C6B4A43-034A-E89E-8C0B-D0C7233E8DF6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F812C18-07D7-9A75-F631-F4D7D637F090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1B23397-294A-C903-D5DD-04F61368433B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3FE2143-6FDA-8055-D77A-4BE50E977B93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EA8945-69CD-3124-1A87-C9BA55061304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8631BF1-B3E0-48B7-75B0-7ED8E24EB4D2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AFBFC2B-BFB8-0789-99FA-1FF351CF587B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0A794C-511C-7B90-A98E-D674EF267D15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473537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F6728-F99F-0F76-845F-BF1A10BDF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5DB2EBC-46AB-77DA-A036-89B46B9D62AE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513D6DD-C57F-6B32-B165-495C8908002B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0516AAA-8DA4-F524-05DB-F0C02AFC9154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2065A2-5D55-2B3E-F18B-B36C8B5E3B7A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9A437C-2CB8-13FF-9897-3EADF85AE8DC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993728-25A2-D162-D0AC-86115831A197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6D7471-EC09-AF5F-CACC-F84969ABF1AF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A8AE53-522A-5901-E937-598AFA66A370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E37FB3-6511-F61E-45EB-FAC78A60B98A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08F020-CFFF-5BE8-1AFE-8722FA1CBDFB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55D733-8A5D-4DFF-A304-F7D13A0EA262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B18F83D-4577-F02E-9453-F4F805C0A11C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4674F4-176C-9914-B87F-0BE70A32AEF5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0799714-A51C-31E1-378F-EDCE68DB3AA7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946E63-E471-3935-86B7-13619DFDB955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5B55AD2-28C7-D42C-7256-9B7FA90577BD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7572FA-F3C0-F8C8-71EC-B12F850675CC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B4D63F-65FA-E427-005C-22E9D2DEAD28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271FB2C-FDBE-BCD3-A2A0-7A0B85240FB5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33E528C-BD58-7C77-C34A-A3EE2948A315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B3E914D-8AEE-7A4E-2ADD-199DD1CC8C9A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3CA6AFF-DD6E-FB35-93DB-64621BC74789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20964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A93480-3418-AA09-3382-D8FDDF3587D1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C2F4E08-8072-8DD3-EDEA-3544DA1AD818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FEC59E-745E-F740-4B9B-083E2461F11E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02FDFAD-866D-9269-8159-94D0F52CFCF4}"/>
              </a:ext>
            </a:extLst>
          </p:cNvPr>
          <p:cNvSpPr/>
          <p:nvPr/>
        </p:nvSpPr>
        <p:spPr>
          <a:xfrm>
            <a:off x="4596019" y="4528532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E0733B-39DF-E8DA-F137-D8806FB1789C}"/>
              </a:ext>
            </a:extLst>
          </p:cNvPr>
          <p:cNvSpPr txBox="1"/>
          <p:nvPr/>
        </p:nvSpPr>
        <p:spPr>
          <a:xfrm>
            <a:off x="4758347" y="4684812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3491B2-0027-BD25-8B09-68B3F331337F}"/>
              </a:ext>
            </a:extLst>
          </p:cNvPr>
          <p:cNvSpPr txBox="1"/>
          <p:nvPr/>
        </p:nvSpPr>
        <p:spPr>
          <a:xfrm>
            <a:off x="4401897" y="4509404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688846-D6F3-A9A8-62F4-8AE7B5DFF294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1CE999D-931F-436F-2D08-78B61671A5F5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E4FDDA-C088-1184-031D-B50DFB00ED21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3DD4A7D3-A576-67FB-76D4-0926D33F2516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22FAF01-F5D2-99F0-9FCF-3192F8A98E5A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4984133-6EF9-3418-26C9-3A459AFD9071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CE3823F-BF1F-B8CB-851B-7206B3197FFE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C2E690-D9CF-BBD3-DB89-9935359BC81C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5AA807B-5650-F537-4926-BA4B2936AC63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FBEB60-8EBB-81F3-0F24-03FB007C3532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278F3AC-7213-3995-292B-D3465E5393DD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3AF8CBF-A8A7-180A-C12A-C0CA768E89B4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D3051F-2886-5F56-6138-43BA3225684D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268E6AA-CAD7-7034-DE18-5FE0E3DEEA86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0F2FF68-EB53-7F1F-DC7F-8301026ECF9B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15B3D1-B2CF-F38B-9D25-19F018414506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6D4A63F-2D1C-960C-A84D-8C444CD9B752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F8EDE09-4048-4DC2-A38D-605CEE767290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24AD173-780E-272C-1FB5-76A3B8693A2D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563B5A-9398-1F2C-FFCE-F55698ED30F2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C97DBC0D-FA07-7418-577D-4D8E9F5FE6F8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13B20F-92EF-80F4-628B-887096D40236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4C3E067-1C04-1CFB-F9F8-9FCCAFF845C3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D3CFFC-C99B-701E-64BB-5ABA8D18B53E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48851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46C97-F60A-96C8-4BEA-D20EE39C2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F9016B-872C-9BF1-FDFD-EEC9591D3CB8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B55535-16CD-E795-0511-36BFE097F52F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52A147A-8E85-8D13-8138-0B8065EA6742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30BCD-FDDD-DBC0-241C-AB4D4F58E4A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AA5F5-1338-A20B-8026-82DB2BD358C0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725A1-A3BF-5805-11EC-5635FCD1D1CE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479BF0-3A60-AC03-EE03-8FA12E482EA2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75990F-2FD9-3811-4A24-17D8B748F4BD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889EB8-1194-0F73-0C02-AACAA11AF25B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D5941FD-AB30-5839-7A83-4AF848AE1851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48626E7-548A-667F-B7E8-CE3B22772A4D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E714596-C9EA-BE2B-0460-D59DA8762318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1F4EC6A-F12C-A59A-7F51-FFFD93A8FDBF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5709516-6288-B794-6A3D-CF92A4A92813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5B618D-7180-4825-77BA-A4B1AAFE7C73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AD4529A-944B-EE03-541C-80619CD5004A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2A61C1-C0F1-CB59-701A-FD686612F6E3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B89BFE-95ED-6DF0-83F4-724E52660BF2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2B6A54D-EB37-7A9D-2F82-98419EC0EA7C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F08D4B-0FA1-9211-14B9-3E6FB4E352DF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05B9ED-F52D-95AA-FFF9-F2B6509BB329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2C22A4-0DD9-01C9-9820-1CA23079EBB5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20964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85F9CA4-9022-6F09-8731-087DDCDE1B7F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8D00D9-58BE-7398-7D66-74FFE2D6E40E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E5AC2E-6EFE-92D6-83B9-5C9E0241713E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5FCD987-035F-2DD6-8E59-8D8783F002B8}"/>
              </a:ext>
            </a:extLst>
          </p:cNvPr>
          <p:cNvSpPr/>
          <p:nvPr/>
        </p:nvSpPr>
        <p:spPr>
          <a:xfrm>
            <a:off x="4596019" y="4528532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A65B5EA-C7A3-765C-F2E7-176119DED90A}"/>
              </a:ext>
            </a:extLst>
          </p:cNvPr>
          <p:cNvSpPr txBox="1"/>
          <p:nvPr/>
        </p:nvSpPr>
        <p:spPr>
          <a:xfrm>
            <a:off x="4758347" y="4684812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02DB2DE-E7A2-5D12-4DAF-6EE12EC3B920}"/>
              </a:ext>
            </a:extLst>
          </p:cNvPr>
          <p:cNvSpPr txBox="1"/>
          <p:nvPr/>
        </p:nvSpPr>
        <p:spPr>
          <a:xfrm>
            <a:off x="4401897" y="4509404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5C7801A-E53E-52E2-E33F-3B6705B12917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60D9A2-A302-1EF4-4607-DA51AED89A81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856D5F1-E8CF-A078-4192-2E8E29410653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0CB08CA-C4C3-1EA0-A0A6-0F27A04D7A82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1AB5426-085B-1FBC-3630-72373ABF9CB6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A7F9296F-BF2B-A703-0468-5837945D7F4B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3429A4-57F4-1531-4ACB-5ECC0317F75E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5B6239D-3E1D-798F-DAAF-4ED95F5026F1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C2B9776-F4F3-971A-94CD-AA1DDC15FD27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CE311E4-09A9-AF23-30EC-1C85D8EB080A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5609D8D-2B58-52D2-12CC-3D6AB0368A63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D0A4CD-B5EE-F034-209B-DFEBCC1D6DE9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8399AEE-A26A-1D48-D02C-7ADC1694F548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DD9A71C-8B5C-63CB-01DA-B16EB5CC1CF2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D017386-E50C-8FAD-B5DA-11766D15EDCA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E16999F-8127-D32C-9E7E-A4FB6B78358C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34926FE-B5CA-9B54-AD4F-479FDB94C46C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217672B-C453-EEF3-494F-22DA9AD68516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C9216C5-8F28-CCA0-B668-1875476CAFA5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40EF0E-EBDC-B618-C123-378020B06AD4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504BF08-BA9F-A97B-7003-D7FBD0616ABB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0328F9-C9EA-6425-B262-D8A74FA37892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80E777-1BA4-4240-03F9-A8A5B74719B2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9793A6-FF66-D2F7-D714-06F1D8EA7A87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CFE19B0-C519-F8A0-BF4C-DBC34B5DF95E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A3A57C8-1DEF-8FE2-430D-553DCBA6BDB0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8FF8C70-FD22-F0D4-8B29-0E1B01D5320E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C346099E-AF44-2F1A-F757-FB384C8AB9E6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D2111ED-6D23-CAAB-31BE-D892C4C42DA8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640B1F5-1C78-6809-E08E-3968D8879DAA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1DCF3B3-4513-1B3C-7FFD-A309DCA52031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C55A54-5059-D5BD-8198-8A94F589AF9A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D848F85-96AC-BA43-196E-E52CDDD8A8B5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602176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04FC2-E70A-0FA4-C71F-C3A1CC362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13836FA-8BE1-7954-4227-40EDE2F84E2C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03D6831-CB06-448D-8C98-E99970D1CEE9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A60F7F5-D301-DBA1-D6AD-C3F7F84FE18C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524090-9DE0-5B3E-20B5-6162FF425787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4C741-ED05-27A2-74B5-AC4832CAD16E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5091D-D9F2-CCB3-1C6A-45A203D4D5EA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A994C-7DC4-A9F5-CD58-1425B894C473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BA3152C-F742-5A8D-FE4E-CCC9CAD37BC1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5810D0D-88C1-94A0-7744-592F90CE3242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1A99E-A475-1C4D-C0E7-64B03B6818AA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EA10CF4-3006-F51B-9ABA-ADE0B7D31458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2A1A3B8-F595-4618-2466-789A306044D2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192CFF4-AFF2-08DC-D71D-B3FF3DE0170B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7C39745-92A5-2108-9D5F-A972DC25DA56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79219C-E22E-C309-51D5-7E1C95E7FD5F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80D1B3-60AA-CAFD-DDB4-AE1A53F82677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12364F1-EB77-B9AB-8C86-1BC798CA8049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54A52-65F2-5070-0D00-118BB8FEADE9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7345AD-1763-1606-AE23-AD96DECBC80B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2064CA-D0F4-41A4-2FAE-CC05A5D80782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C4174B-43C3-AD44-0BEB-A7A86B17C173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F8BC054-226A-41C5-2178-65EA489BB5B5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20964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DF2AC62-D7C8-6928-E79D-D86D4CC5A9AD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3369DD-FF23-E5B9-E56D-E94FFCF3E86F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C52CC7-FE28-3371-A52F-08AA55628D10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CEAD9B-99C8-D157-B80C-53E842A522E3}"/>
              </a:ext>
            </a:extLst>
          </p:cNvPr>
          <p:cNvSpPr/>
          <p:nvPr/>
        </p:nvSpPr>
        <p:spPr>
          <a:xfrm>
            <a:off x="4596019" y="4528532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7FDE18-F91F-AB6A-218C-74D6AEEDD581}"/>
              </a:ext>
            </a:extLst>
          </p:cNvPr>
          <p:cNvSpPr txBox="1"/>
          <p:nvPr/>
        </p:nvSpPr>
        <p:spPr>
          <a:xfrm>
            <a:off x="4758347" y="4684812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93D0A5-85B8-A3CD-2FD9-E3488B685495}"/>
              </a:ext>
            </a:extLst>
          </p:cNvPr>
          <p:cNvSpPr txBox="1"/>
          <p:nvPr/>
        </p:nvSpPr>
        <p:spPr>
          <a:xfrm>
            <a:off x="4401897" y="4509404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0F2D8B8-57FD-7809-9C1F-3ED11B4669F6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06E6428-AF5C-1301-99C2-5D5B1A309BFC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4402343-C66F-6104-26A4-BD28161E0675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F4F5BC6B-8621-348E-DE45-471056D2CBDB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F8DFD68-CB80-DE57-29EC-5E2EAF57DE6A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27545E6-42CA-E7F0-BFA8-3196FFC2176E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FC4C760-46A7-34D8-2177-50815D3F48F8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341FBE8-3AFC-1C1D-468E-C36359F307EB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2FB11D0-705A-025B-F71A-79FBFC0476C1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D2F978E-187E-B043-CFE2-3B1C1123F3BE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6E6AC96-DD9A-6ACC-D2CB-579170B15142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B8B197-CEA7-4F79-EC91-DD10538E77E2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330321-A54E-50AA-1D25-6DA150298B45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097A30D-4EF4-0479-52B0-E8994AC04597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84BB7BB8-9D2E-7782-4ACC-C2A008935041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E4D84097-02E1-D391-5172-9EF20A3542DA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B82333-43D9-AD1B-8791-2951707E31B6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DEC565B2-2BCF-E837-B7CE-C60617075878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D06A6F7-C61F-DE48-B44B-08BC426F48EF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5533B6-EDA5-B406-87CC-FB5D1E05686D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7B65655-447B-37C4-5953-DCABF18A3861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B8AFF3-BF19-A501-9AD3-2B71E7582BCC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920E97-D58B-DD69-0AC7-2CEDF9601B83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BADBC5A-67AF-AA63-052D-EF3A93B37F24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02C5CDE-0A23-1042-CE05-79015D456543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19CFDA3-8E64-EDCA-EFEB-E8086AA9FDC1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E520689-BF71-21D1-D07F-C91BB73C12D5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6DFB58A-BA26-0B75-AB3F-51CEC09CDDD7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27A5213-55E4-9747-BC77-A999A18CCA93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012652-7E70-BCC2-5959-3F0002D1176C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562E5C3B-7E67-F7BD-BE30-F4754A3A0F4F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EAD5F8-9E7E-CC73-F828-43D2534A84E5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A9565B-8334-5C7C-2F8F-B00421BA8FF7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40F9CF-7EB3-BD44-887B-FF11950E005B}"/>
              </a:ext>
            </a:extLst>
          </p:cNvPr>
          <p:cNvSpPr txBox="1"/>
          <p:nvPr/>
        </p:nvSpPr>
        <p:spPr>
          <a:xfrm>
            <a:off x="7021891" y="4651595"/>
            <a:ext cx="3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&lt;</a:t>
            </a:r>
          </a:p>
        </p:txBody>
      </p:sp>
    </p:spTree>
    <p:extLst>
      <p:ext uri="{BB962C8B-B14F-4D97-AF65-F5344CB8AC3E}">
        <p14:creationId xmlns:p14="http://schemas.microsoft.com/office/powerpoint/2010/main" val="42890146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B1A6BE-6DDC-3392-D2DB-962D5DA7F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C02279-A5AB-83E4-12C4-AD0BE6380711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BAF5F9B-524E-F5D1-A2FA-702564E10D15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43B3C5E-D92F-02BD-FAAC-FCF7D7E74FD6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545275-A07A-8AA3-5111-3943C376158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BE80A-E41A-32CE-48FB-3CB693E5CACE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ECB5C8-2D67-A122-F6CE-7DF2C6F605A3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CB529C-D0FF-1276-593C-1594D606C02A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FC42E11-6DDE-97A7-0C1F-325E02ED90FD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83EB8C7-81B5-0E48-F35E-67AF92FF3D6E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025750-ADED-C658-21E9-F4EE7212A31B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6D5C3C9-06C0-8312-6285-03D02C3E9F14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E6FED2A-A447-402C-49F5-A5EFD6155B3F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0497F5-0B8E-2B96-C83F-5E16A77AACF7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BF7E6F2-75B7-4A8D-4D55-CF2A2C4CCD41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769754-343E-6906-81EE-50EC2B4036C5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0921C11-E8B8-B2E2-F0EA-43987B3A6723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D4F0F3-EA48-3D31-5695-7B24C193BCAC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98CA42-8EEF-10BD-6E6F-958DD7A19391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0B410B5-BB5C-5C27-EA3A-7B3151C09193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7CBE0F-AA06-F1F7-4ED5-16A0A607A64F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610473C-0C03-3FEB-DD5E-C6CA4FF732AF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9F58070-36A3-71F6-1B8F-C877487A5CCA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0" cy="20964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036F560-E8E4-6952-6BE9-DBF75CE36EA8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E23E1D-04D1-01B5-2819-5BC76410BAE7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DE670D8-7F6F-2EA2-032F-91F08FFB544D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820C1F4-8080-E3AD-7D1D-F83736F1E656}"/>
              </a:ext>
            </a:extLst>
          </p:cNvPr>
          <p:cNvSpPr/>
          <p:nvPr/>
        </p:nvSpPr>
        <p:spPr>
          <a:xfrm>
            <a:off x="4596019" y="4528532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5B2388-37B1-D034-5F4F-89F1766A3EE3}"/>
              </a:ext>
            </a:extLst>
          </p:cNvPr>
          <p:cNvSpPr txBox="1"/>
          <p:nvPr/>
        </p:nvSpPr>
        <p:spPr>
          <a:xfrm>
            <a:off x="4758347" y="4684812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942BB8-DF2E-77B2-AE43-B04A5A27BC2E}"/>
              </a:ext>
            </a:extLst>
          </p:cNvPr>
          <p:cNvSpPr txBox="1"/>
          <p:nvPr/>
        </p:nvSpPr>
        <p:spPr>
          <a:xfrm>
            <a:off x="4401897" y="4509404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EC688A-35D9-8503-5039-5D55DA5614BF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098286-1652-4577-974C-E8E648B6C3DA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468682-CB2C-7662-4A4B-707180B7D9C3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82AB47B-921F-0757-5C05-795B5D4714D9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61C2BAB-3974-435F-6F7D-D34AD653B03D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EFECD36-6D78-F251-C99B-D006125666F7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DF2EFA5-AD9D-F8D6-69EB-E203CE21215D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8C59F11-15B1-E116-97D0-A6A2B1713D47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981E1A8F-C278-F97A-9A0F-4459A3B7364A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1550A2E-207D-09F3-1E6D-8AEC3E86A56E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DBECAE7-3F47-83B0-7CA4-FC0B2D82AA0B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13A9E4-FEDD-EDDA-9ED4-A9C77CE9D537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1119363-F51D-5069-0144-E63DB75D91AD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C84D305C-9974-56E8-3D72-8B4C07EFC9A6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7EECD0C-A7BF-4BC0-C3DE-8D33FAB22C38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43577AE-9EA9-8C79-9AFD-C83B75369231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81E574-92D2-C5A3-3DB9-2E760FE05671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BB153F60-159F-A39F-1C35-5705C1D93C43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5871F00-986F-5AA8-3F3C-9CFFC140E5CC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BB36BAD-072E-84B2-702E-E49F11E04989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797BF0F7-FACB-5EF8-C053-B8185C09A645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AA98225-EBB6-4F29-F165-05C6868A9DAF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8E7B33-886E-0B92-2092-8B9BFAC6ADCA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A1B5B3-A5D3-3BFC-6AD7-F01D0E9966B2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A954184-0B02-E5EE-EABB-11E4DD074A19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9D69EA9-A5BE-E294-73C2-CAF2907B31FC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3ECE9CA-D989-4F6F-627B-5AD93F8F8D0E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A6698CF-01ED-076F-7EE0-68754ECB0C17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0D9559AE-48E0-18F4-9D80-9275531C5FFD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82FDEBA-4B02-E13C-61F1-B569FB606FAE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EDC0908-8F17-15D4-1BE0-C83C91552FB8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BA533A-BD44-6F65-49C4-2FCAB466D9FA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92DCBFE-4C49-0359-8119-9B129B2DB81B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AEBF5E-765A-CCC7-10F8-752D2CA46A98}"/>
              </a:ext>
            </a:extLst>
          </p:cNvPr>
          <p:cNvSpPr txBox="1"/>
          <p:nvPr/>
        </p:nvSpPr>
        <p:spPr>
          <a:xfrm>
            <a:off x="7021891" y="4651595"/>
            <a:ext cx="3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&lt;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D250CAC7-D3E8-CE2C-C9CA-5CBB8DE1FB33}"/>
              </a:ext>
            </a:extLst>
          </p:cNvPr>
          <p:cNvCxnSpPr>
            <a:cxnSpLocks/>
          </p:cNvCxnSpPr>
          <p:nvPr/>
        </p:nvCxnSpPr>
        <p:spPr>
          <a:xfrm>
            <a:off x="6304093" y="535083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57BD337E-A7DB-2152-5C06-03A07A8B32FC}"/>
              </a:ext>
            </a:extLst>
          </p:cNvPr>
          <p:cNvCxnSpPr>
            <a:cxnSpLocks/>
          </p:cNvCxnSpPr>
          <p:nvPr/>
        </p:nvCxnSpPr>
        <p:spPr>
          <a:xfrm>
            <a:off x="8233628" y="536121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11E62C0-DC6E-1E38-8662-147DEBF4E6F5}"/>
              </a:ext>
            </a:extLst>
          </p:cNvPr>
          <p:cNvCxnSpPr>
            <a:cxnSpLocks/>
          </p:cNvCxnSpPr>
          <p:nvPr/>
        </p:nvCxnSpPr>
        <p:spPr>
          <a:xfrm flipH="1">
            <a:off x="6289186" y="5621936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89FEB80-9484-9D8B-B397-503B003593ED}"/>
              </a:ext>
            </a:extLst>
          </p:cNvPr>
          <p:cNvCxnSpPr>
            <a:cxnSpLocks/>
          </p:cNvCxnSpPr>
          <p:nvPr/>
        </p:nvCxnSpPr>
        <p:spPr>
          <a:xfrm flipH="1">
            <a:off x="7197392" y="5632321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C3324AA6-67BF-81E8-1021-4386DD4BA6C5}"/>
              </a:ext>
            </a:extLst>
          </p:cNvPr>
          <p:cNvSpPr/>
          <p:nvPr/>
        </p:nvSpPr>
        <p:spPr>
          <a:xfrm>
            <a:off x="6524133" y="6041594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E80B950-9A6C-A125-C003-21F35400BF60}"/>
              </a:ext>
            </a:extLst>
          </p:cNvPr>
          <p:cNvSpPr txBox="1"/>
          <p:nvPr/>
        </p:nvSpPr>
        <p:spPr>
          <a:xfrm>
            <a:off x="6721475" y="6178746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B0638A-C4DF-FA3E-9F85-2BF6C9FB3F17}"/>
              </a:ext>
            </a:extLst>
          </p:cNvPr>
          <p:cNvSpPr txBox="1"/>
          <p:nvPr/>
        </p:nvSpPr>
        <p:spPr>
          <a:xfrm>
            <a:off x="6779972" y="6035364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CDDB50-C53C-4DFF-1707-7A8FD0A170E4}"/>
              </a:ext>
            </a:extLst>
          </p:cNvPr>
          <p:cNvSpPr txBox="1"/>
          <p:nvPr/>
        </p:nvSpPr>
        <p:spPr>
          <a:xfrm>
            <a:off x="7135629" y="6178745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7D8B38-9711-F85D-B1A2-227F07746EF7}"/>
              </a:ext>
            </a:extLst>
          </p:cNvPr>
          <p:cNvSpPr txBox="1"/>
          <p:nvPr/>
        </p:nvSpPr>
        <p:spPr>
          <a:xfrm>
            <a:off x="7404415" y="6035364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8438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023A5-83AF-32B9-471B-001A27FF1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882E64F-1B15-EEC5-4407-1D84E940412B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A268E64-71E3-E013-1F23-E02BF1B20ABF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7B6ED33-3B93-50C7-4D27-847F6CA507F2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4892A6-E9B8-C838-83FF-2426A7AB9DE6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06840-1CD6-AEB6-6440-367AE6E55CB9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F1C1EF-0063-0149-137B-66195FAFDFE1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6B6AD6-071D-2C88-5407-F4AD9D09FA69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CF59F9-EA3C-B1D2-8A6D-FDDAEDA7D738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F7271F-726A-E6A8-5E91-EB1ED0F506E0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C7A8F02-2F89-B1C6-08A7-33ED82E63E3D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1C6445E-0C61-DCB7-B110-F26431612613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F0B1B45-FFA5-02B1-9D72-A3DA91BBCC03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33F538-5710-0E61-FE79-100743E72E95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963AFC-5E38-2CCB-8E43-03D4159438A3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08B1603-1CD9-ADB6-C42C-DF1AEDCB56D5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C3A2FA-86AF-F24B-43A8-45A5982B9CDF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358F42-CF7F-165F-82A9-197D979D6211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6CF805-3859-B715-A537-C347CD9EB8C1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150A11-936D-3898-99BD-06B16582C008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D725A7-EDDC-901E-02E5-AEF631C1E89B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08B5D0F-9146-39A9-DEC4-9E1F5443FF04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1D5B9A-F2F8-21F9-9BF9-193F362F3D04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58057" cy="362417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B4E0D8C-EDAB-E493-9FD5-67EB70BDFAFB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9404E7-A133-674D-4FA3-5192AF2A76D5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6D99F69-F1C9-57B2-ED40-C9DA90BCAE40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6E770C9-89B5-D225-7631-B21D95E9CE89}"/>
              </a:ext>
            </a:extLst>
          </p:cNvPr>
          <p:cNvSpPr/>
          <p:nvPr/>
        </p:nvSpPr>
        <p:spPr>
          <a:xfrm>
            <a:off x="4581562" y="6054679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E19987-1B9A-211D-D497-ED92BC94CDE4}"/>
              </a:ext>
            </a:extLst>
          </p:cNvPr>
          <p:cNvSpPr txBox="1"/>
          <p:nvPr/>
        </p:nvSpPr>
        <p:spPr>
          <a:xfrm>
            <a:off x="4743890" y="6210959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0AEC06-5CA4-F2D4-5F75-C0575C6199CF}"/>
              </a:ext>
            </a:extLst>
          </p:cNvPr>
          <p:cNvSpPr txBox="1"/>
          <p:nvPr/>
        </p:nvSpPr>
        <p:spPr>
          <a:xfrm>
            <a:off x="4387440" y="6035551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147F04D-EE32-AE4B-3A40-47CBC55F0649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1AEF759-F58B-898A-2426-0CFCFB0114DA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94D1546-FF0F-9274-9632-19E4572EC96A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3FB4EA1-538D-3F1E-E9D2-1E94586BDE78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34843FB-82FD-9276-1A26-8B822608C017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782BE09-2115-CD3F-0848-FC7702CD3C54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5D1673D-AF6F-9CCA-D5C0-4C7A89FCA4C2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F34C90F-753D-6C6D-F2E9-E7B8DE7BF0DA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E0F9FEF5-A7AE-3533-6F58-E4071806E7F7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4AB534D-197B-439D-C37A-D712C2D52D28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CE0E8E2-37FB-21D6-EA4C-3FBA23EB9100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868933-9B85-9707-7D10-6FB143CE9EFF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075C74-BAD9-96D3-7635-3D1D793CB666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D48BA1-2DD7-4919-A4D2-846FE38D1896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1422E8A-6FC5-CB6C-E340-C27B7FF6C1C4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B8BB83D-CBB6-1FF5-7320-8EA3AE016531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71BE5C2-228A-8896-C727-882DAC80025D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655048AB-225F-FD0D-D8E6-C6ABCAF34A42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9A00C8-4A3E-E694-2FE9-9F684942D96D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B6D2C28-906D-9F65-30F8-1D8AD1A788DC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831F069-9035-7A02-BACA-4896C6A58979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ADED25-F4C2-57C3-CC15-03D442847DFF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B7B10C-EABC-96F1-006D-087AAE3226C9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FFA033E-F58E-9BE3-9B8F-FEA59B5DE7B0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56A3DE8-6CD0-9190-2F32-2671ABC42CB4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992DB6D-F8DA-03F8-0350-F8D02C90A68C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DCD90307-D597-A7D0-2B00-1FD4733F751A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4355AC0-E656-2481-8EA2-ED87530C81DE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46F22B1-E765-B2A0-5AFA-D92B20C4BB0E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4805EF7-A68A-8477-5303-7ED29655BA31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558828B-B826-DDC7-A949-43CE87E412EB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DAA843-0781-482F-C3E2-05B64BDC485B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5612050-0326-46B4-FA5B-1C3501312363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C0EE04E-4719-BC05-ED11-BDFCC6DAFC96}"/>
              </a:ext>
            </a:extLst>
          </p:cNvPr>
          <p:cNvSpPr txBox="1"/>
          <p:nvPr/>
        </p:nvSpPr>
        <p:spPr>
          <a:xfrm>
            <a:off x="7021891" y="4651595"/>
            <a:ext cx="3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&lt;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2C42A3AE-BFFB-C422-A1D5-612BB7731038}"/>
              </a:ext>
            </a:extLst>
          </p:cNvPr>
          <p:cNvCxnSpPr>
            <a:cxnSpLocks/>
          </p:cNvCxnSpPr>
          <p:nvPr/>
        </p:nvCxnSpPr>
        <p:spPr>
          <a:xfrm>
            <a:off x="6304093" y="535083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6D20F9C7-0DDC-6738-BBAC-F26125BADBAF}"/>
              </a:ext>
            </a:extLst>
          </p:cNvPr>
          <p:cNvCxnSpPr>
            <a:cxnSpLocks/>
          </p:cNvCxnSpPr>
          <p:nvPr/>
        </p:nvCxnSpPr>
        <p:spPr>
          <a:xfrm>
            <a:off x="8233628" y="536121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04E9E5D-867F-A5D3-C05D-0F1142C34508}"/>
              </a:ext>
            </a:extLst>
          </p:cNvPr>
          <p:cNvCxnSpPr>
            <a:cxnSpLocks/>
          </p:cNvCxnSpPr>
          <p:nvPr/>
        </p:nvCxnSpPr>
        <p:spPr>
          <a:xfrm flipH="1">
            <a:off x="6289186" y="5621936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F9F40B9-5101-16A0-5BA9-EA150B9CF68C}"/>
              </a:ext>
            </a:extLst>
          </p:cNvPr>
          <p:cNvCxnSpPr>
            <a:cxnSpLocks/>
          </p:cNvCxnSpPr>
          <p:nvPr/>
        </p:nvCxnSpPr>
        <p:spPr>
          <a:xfrm flipH="1">
            <a:off x="7197392" y="5632321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67BF969F-38B2-B200-145A-937EE5827039}"/>
              </a:ext>
            </a:extLst>
          </p:cNvPr>
          <p:cNvSpPr/>
          <p:nvPr/>
        </p:nvSpPr>
        <p:spPr>
          <a:xfrm>
            <a:off x="6524133" y="6041594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777E55E-E8C8-FD78-D188-B3BE61D27EDF}"/>
              </a:ext>
            </a:extLst>
          </p:cNvPr>
          <p:cNvSpPr txBox="1"/>
          <p:nvPr/>
        </p:nvSpPr>
        <p:spPr>
          <a:xfrm>
            <a:off x="6721475" y="6178746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C8E0055-AF71-ECD7-040E-1CE5E39D5650}"/>
              </a:ext>
            </a:extLst>
          </p:cNvPr>
          <p:cNvSpPr txBox="1"/>
          <p:nvPr/>
        </p:nvSpPr>
        <p:spPr>
          <a:xfrm>
            <a:off x="6779972" y="6035364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1423B8D-1CC3-EABD-7EFA-5296B2AC0306}"/>
              </a:ext>
            </a:extLst>
          </p:cNvPr>
          <p:cNvSpPr txBox="1"/>
          <p:nvPr/>
        </p:nvSpPr>
        <p:spPr>
          <a:xfrm>
            <a:off x="7135629" y="6178745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CB2C6FD-A740-C855-6B64-B4B45E304D79}"/>
              </a:ext>
            </a:extLst>
          </p:cNvPr>
          <p:cNvSpPr txBox="1"/>
          <p:nvPr/>
        </p:nvSpPr>
        <p:spPr>
          <a:xfrm>
            <a:off x="7404415" y="6035364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6C31A82-077B-467B-42F5-09403712B100}"/>
              </a:ext>
            </a:extLst>
          </p:cNvPr>
          <p:cNvSpPr txBox="1"/>
          <p:nvPr/>
        </p:nvSpPr>
        <p:spPr>
          <a:xfrm>
            <a:off x="3534610" y="6110169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03553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40822-4C0D-FFE1-1F3B-287D0E0918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A8E96B-F8A7-DE80-9A1D-E98E837070AF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655CABD-0A01-EC7F-7046-6D69827E7CC8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6C7F9E9-B679-70AD-5D61-66E252EC15EE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CBBD3B-97CE-92C3-4B6D-1E12E9AAC253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97E8F9-FD48-851E-A0F6-F9DDEB1144E7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CCFFAE-D11A-AD06-788C-4F801AFCC9E1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808DF-917A-A2FE-E853-1AA524CE9584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DC49167-B541-13A2-569C-B5B1BC81FB45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E694DEA-4F30-2D83-41F6-5BC2801745F9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5245A0E-2781-3451-17F2-68AB1C7FE067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363BB1-6A0C-C0D4-05D4-9CCE1E4B4828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ABDC5A6-5230-7218-FDA5-D192D9AADEA8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4E76C8-8777-2BFE-B7A1-76A3C656B834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790C37D-F107-F4D9-CFF2-46E22C4B7719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ED0B627-4ECD-7B22-8912-49525D1B1508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A30DC8-D55C-4FAD-07CE-A1A76B599F0A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2DA2BC-EFA3-E4FE-E29D-F90B21111688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9471E5-A179-F783-8055-39C47E9D1E7A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46423-AB96-943D-C505-D8D9F1159210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E673D9A-5575-2F9A-1A3A-25BB89AF482F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B9393C-935F-F3F2-8FBB-29426CB9F10D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9AECF509-97D1-5CBB-66D1-19F83089C648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58057" cy="362417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C42D93E-B372-7110-53CA-6A56145B779B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83E4693-067D-5F51-9CCE-E98A088438BE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70B5A0-FDC6-9475-1639-EF40A9878D98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EA2F8E-CD08-E1A9-E442-968269CE37B1}"/>
              </a:ext>
            </a:extLst>
          </p:cNvPr>
          <p:cNvSpPr/>
          <p:nvPr/>
        </p:nvSpPr>
        <p:spPr>
          <a:xfrm>
            <a:off x="4581562" y="6054679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D552657-771F-AC90-FCE6-9B5535B9A498}"/>
              </a:ext>
            </a:extLst>
          </p:cNvPr>
          <p:cNvSpPr txBox="1"/>
          <p:nvPr/>
        </p:nvSpPr>
        <p:spPr>
          <a:xfrm>
            <a:off x="4743890" y="6210959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9653397-EA1E-87F2-4050-6D2932856822}"/>
              </a:ext>
            </a:extLst>
          </p:cNvPr>
          <p:cNvSpPr txBox="1"/>
          <p:nvPr/>
        </p:nvSpPr>
        <p:spPr>
          <a:xfrm>
            <a:off x="4387440" y="6035551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5F19332-1894-25A6-6D2C-13D846D007AC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B75AFA3-9457-124F-8550-619392FC3CB8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9A7E197-7DF1-82A7-DEAA-86ADAF920121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2D3C7A4-F5F8-FEB0-06CE-9C52EBA5F095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C2D8A7F-C2DD-8C38-99D0-9286CA4401D6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E99F0734-9ECF-9246-67DC-4892D28ADD30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3F62074-818D-5801-4090-389A230B3FC3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5EECD28-E23A-57E4-FDC1-A0C99A5AB7B0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B83298A6-7E82-D8A2-2A79-8115234264BF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69A6E9-4624-D25C-1FD7-647113DF018F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00F5667-40C6-B4FA-CDB9-5F98AB42FCF7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702DE54-351A-9E3D-2CC9-AEA2B9287C61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060A84C-C171-8F05-5E2B-E1993FAC0A57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7742899-0D9D-0CE5-47A4-B5268507B127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F4D7243-0655-D0F2-C63B-74A32F7424DA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10E0F51-EBD0-F9F1-4B92-B788FEC41647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657FC84-380F-A861-2C3B-F5F21BDDD163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8CE4D774-1826-F56F-6FEB-9157F30E3106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AF565C-2877-2A45-F0CA-563B66CC020F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5CC6917-92C1-2A92-8AE3-9547CEE918B8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9B34C33-333A-703F-2AF9-82D128DE7B17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E1E33DA-321E-CC83-9AC8-EC0C9EF7D939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67CB68D-AF3A-315C-BFCC-D12B3FC18B03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96B2E44-2E36-8803-1F5C-CDD0242CF050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73CBC57D-B036-55D9-1AA9-10C441047206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BC9F19-EA6C-B8A0-DD33-80AF04BA984C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1175AD-FDF9-630F-64E7-43EA66F48F85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2DCEFA-3F31-D874-D990-BFFA4C7C048A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E255D68-24D2-441E-7624-130763A01D13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0CC1DB4-418C-D0FA-D69B-0276A938A8C2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53A8D61-77D7-BC70-1660-5999003C5A5C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0BE2859-9097-AB6D-1799-55814565C1B4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7423C09-081B-2006-04C8-687CE7C09579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45E6C3D-0AD4-48E0-AD78-838938FF589F}"/>
              </a:ext>
            </a:extLst>
          </p:cNvPr>
          <p:cNvSpPr txBox="1"/>
          <p:nvPr/>
        </p:nvSpPr>
        <p:spPr>
          <a:xfrm>
            <a:off x="7021891" y="4651595"/>
            <a:ext cx="3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&lt;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E1051A8-DD96-4484-0F05-5D395D0BD31C}"/>
              </a:ext>
            </a:extLst>
          </p:cNvPr>
          <p:cNvCxnSpPr>
            <a:cxnSpLocks/>
          </p:cNvCxnSpPr>
          <p:nvPr/>
        </p:nvCxnSpPr>
        <p:spPr>
          <a:xfrm>
            <a:off x="6304093" y="535083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F01B62E6-B190-A34A-73D5-54F76EE32146}"/>
              </a:ext>
            </a:extLst>
          </p:cNvPr>
          <p:cNvCxnSpPr>
            <a:cxnSpLocks/>
          </p:cNvCxnSpPr>
          <p:nvPr/>
        </p:nvCxnSpPr>
        <p:spPr>
          <a:xfrm>
            <a:off x="8233628" y="536121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94996A6A-F12C-29F1-64F0-A43434F4A068}"/>
              </a:ext>
            </a:extLst>
          </p:cNvPr>
          <p:cNvCxnSpPr>
            <a:cxnSpLocks/>
          </p:cNvCxnSpPr>
          <p:nvPr/>
        </p:nvCxnSpPr>
        <p:spPr>
          <a:xfrm flipH="1">
            <a:off x="6289186" y="5621936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F84D9B2-6B59-17D5-7B6E-F32CBC178603}"/>
              </a:ext>
            </a:extLst>
          </p:cNvPr>
          <p:cNvCxnSpPr>
            <a:cxnSpLocks/>
          </p:cNvCxnSpPr>
          <p:nvPr/>
        </p:nvCxnSpPr>
        <p:spPr>
          <a:xfrm flipH="1">
            <a:off x="7197392" y="5632321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37A93FCF-80AA-477F-3122-DD8B5509F860}"/>
              </a:ext>
            </a:extLst>
          </p:cNvPr>
          <p:cNvSpPr/>
          <p:nvPr/>
        </p:nvSpPr>
        <p:spPr>
          <a:xfrm>
            <a:off x="6524133" y="6041594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47F56D8-34AA-4797-DD19-066ACD3269A1}"/>
              </a:ext>
            </a:extLst>
          </p:cNvPr>
          <p:cNvSpPr txBox="1"/>
          <p:nvPr/>
        </p:nvSpPr>
        <p:spPr>
          <a:xfrm>
            <a:off x="6721475" y="6178746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23AD36-46B0-EF86-18FE-90C5315EA9F1}"/>
              </a:ext>
            </a:extLst>
          </p:cNvPr>
          <p:cNvSpPr txBox="1"/>
          <p:nvPr/>
        </p:nvSpPr>
        <p:spPr>
          <a:xfrm>
            <a:off x="6779972" y="6035364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DCDA2A5-765D-78F8-F380-C9CA2A48CE2D}"/>
              </a:ext>
            </a:extLst>
          </p:cNvPr>
          <p:cNvSpPr txBox="1"/>
          <p:nvPr/>
        </p:nvSpPr>
        <p:spPr>
          <a:xfrm>
            <a:off x="7135629" y="6178745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5F3504E-EC65-D25C-9467-59CA7B9123F8}"/>
              </a:ext>
            </a:extLst>
          </p:cNvPr>
          <p:cNvSpPr txBox="1"/>
          <p:nvPr/>
        </p:nvSpPr>
        <p:spPr>
          <a:xfrm>
            <a:off x="7404415" y="6035364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C949826-446D-D896-678A-EA1F43A37DFA}"/>
              </a:ext>
            </a:extLst>
          </p:cNvPr>
          <p:cNvSpPr txBox="1"/>
          <p:nvPr/>
        </p:nvSpPr>
        <p:spPr>
          <a:xfrm>
            <a:off x="3534610" y="6110169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CB20B44-05A1-AADF-FFDF-2A80B4981147}"/>
              </a:ext>
            </a:extLst>
          </p:cNvPr>
          <p:cNvCxnSpPr>
            <a:cxnSpLocks/>
          </p:cNvCxnSpPr>
          <p:nvPr/>
        </p:nvCxnSpPr>
        <p:spPr>
          <a:xfrm>
            <a:off x="2132155" y="6821472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8CB6A040-3BD1-F274-EB87-4A256C67BCD6}"/>
              </a:ext>
            </a:extLst>
          </p:cNvPr>
          <p:cNvCxnSpPr>
            <a:cxnSpLocks/>
          </p:cNvCxnSpPr>
          <p:nvPr/>
        </p:nvCxnSpPr>
        <p:spPr>
          <a:xfrm>
            <a:off x="4941145" y="6858000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43CA0185-E3FE-CF61-0B4D-45E0A2928543}"/>
              </a:ext>
            </a:extLst>
          </p:cNvPr>
          <p:cNvCxnSpPr>
            <a:cxnSpLocks/>
          </p:cNvCxnSpPr>
          <p:nvPr/>
        </p:nvCxnSpPr>
        <p:spPr>
          <a:xfrm flipH="1" flipV="1">
            <a:off x="2117248" y="7092577"/>
            <a:ext cx="2823897" cy="3652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61626CA-328A-7046-5C7E-21F2CE027697}"/>
              </a:ext>
            </a:extLst>
          </p:cNvPr>
          <p:cNvCxnSpPr>
            <a:cxnSpLocks/>
          </p:cNvCxnSpPr>
          <p:nvPr/>
        </p:nvCxnSpPr>
        <p:spPr>
          <a:xfrm flipH="1">
            <a:off x="3555077" y="7096149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487A42E-E101-F701-9825-36D9F8EF050B}"/>
              </a:ext>
            </a:extLst>
          </p:cNvPr>
          <p:cNvSpPr/>
          <p:nvPr/>
        </p:nvSpPr>
        <p:spPr>
          <a:xfrm>
            <a:off x="2527942" y="7533356"/>
            <a:ext cx="2215948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1872E48-54A2-D43D-8C89-E82DF42A030F}"/>
              </a:ext>
            </a:extLst>
          </p:cNvPr>
          <p:cNvSpPr txBox="1"/>
          <p:nvPr/>
        </p:nvSpPr>
        <p:spPr>
          <a:xfrm>
            <a:off x="2725284" y="7670508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F73471B-E54F-F51B-79BE-54C3DC2FBFE5}"/>
              </a:ext>
            </a:extLst>
          </p:cNvPr>
          <p:cNvSpPr txBox="1"/>
          <p:nvPr/>
        </p:nvSpPr>
        <p:spPr>
          <a:xfrm>
            <a:off x="2783781" y="7527126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9A04E8-CD57-2B1A-C628-840F68F6F2DD}"/>
              </a:ext>
            </a:extLst>
          </p:cNvPr>
          <p:cNvSpPr txBox="1"/>
          <p:nvPr/>
        </p:nvSpPr>
        <p:spPr>
          <a:xfrm>
            <a:off x="3430227" y="7264769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F0ADFF0-1B76-A322-4032-4730B6A273D5}"/>
              </a:ext>
            </a:extLst>
          </p:cNvPr>
          <p:cNvSpPr txBox="1"/>
          <p:nvPr/>
        </p:nvSpPr>
        <p:spPr>
          <a:xfrm>
            <a:off x="3366388" y="7699537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259C9B7-D836-9CE4-1EEF-83F02E765ACE}"/>
              </a:ext>
            </a:extLst>
          </p:cNvPr>
          <p:cNvSpPr txBox="1"/>
          <p:nvPr/>
        </p:nvSpPr>
        <p:spPr>
          <a:xfrm>
            <a:off x="3802302" y="7721235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928F81-24A2-86B0-BCAC-502C5CDDECB1}"/>
              </a:ext>
            </a:extLst>
          </p:cNvPr>
          <p:cNvSpPr txBox="1"/>
          <p:nvPr/>
        </p:nvSpPr>
        <p:spPr>
          <a:xfrm>
            <a:off x="3694988" y="7525883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709031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C94A0-8E6C-7C54-5B76-6586528CB7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DD5B313-BE7C-8002-69F1-E3DED317664A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C2230D5-0868-43C5-7A22-5D9DDF3413C9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8A6DF78-4FE3-83EB-4E27-EA05578ACA79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9E4C5B-DDF7-7C47-B89C-AA8861888784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C3D0A-8B12-EF13-1578-8F1737778369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17ADDE-8539-43B8-0741-FCB727F8E4C6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1A3E1A-8E61-2070-E4F5-A23F9129F419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FB9C450-955B-2CFB-0188-BB87B8A58D80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CB381-18BF-0CB2-C7FA-97D630371914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FDF5733-BF7E-AEA4-E529-CBCAF32C6250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002C1BB-5477-52F4-F029-E29264B158DD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D021462-1673-481F-8A85-934FF1DB546E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A43401-2B19-8C81-FB04-DD3B06EC164B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841B596-4DD3-630F-C3C6-047CC4844432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0868105-84C3-8B1C-DE21-56A1743510A1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BF0EFC-5540-A8D4-354F-129CA48B8AC3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A35D0B-B304-920A-4C87-363554BD63AB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7976B-3355-1A5B-48C2-CAB78DA46E5D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5ED494-6C2C-1B2C-D858-7B33C84F441A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3D51FC0-0577-F8ED-7A5A-390533BD044D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263929-AB28-9326-F309-6064F570C5A2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ED3BAB1-1BEF-085E-74B8-966CA0A516FC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58057" cy="362417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22C9E50-0439-5A2F-C3BB-29E616BA8163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46A71D-A30F-BA30-6B57-AA9D8D31AD88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C1D36D-2F6D-7956-450C-9E83BFAF837A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E4DC47B-53E2-5C1D-02A1-0DB2B2D02861}"/>
              </a:ext>
            </a:extLst>
          </p:cNvPr>
          <p:cNvSpPr/>
          <p:nvPr/>
        </p:nvSpPr>
        <p:spPr>
          <a:xfrm>
            <a:off x="4581562" y="6054679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A6772F-7700-16BA-64CF-1671EFB8A6B3}"/>
              </a:ext>
            </a:extLst>
          </p:cNvPr>
          <p:cNvSpPr txBox="1"/>
          <p:nvPr/>
        </p:nvSpPr>
        <p:spPr>
          <a:xfrm>
            <a:off x="4743890" y="6210959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3B62AA-2B9F-56FB-21DA-9F86AA4330A2}"/>
              </a:ext>
            </a:extLst>
          </p:cNvPr>
          <p:cNvSpPr txBox="1"/>
          <p:nvPr/>
        </p:nvSpPr>
        <p:spPr>
          <a:xfrm>
            <a:off x="4387440" y="6035551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CBCC44-48BF-7A43-3B8E-05DBDE5DF595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B0B2F30-4F9F-A26B-E22D-1D898625D1A1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22E415E-9FFF-B0A7-B5FE-74F5673FD92D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A35D2C8-CB6F-113B-49D2-1D13FBF5B789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7250E53-B24A-83EB-887E-8FD4C34FA94C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4965BE4-AE69-16B1-74B6-70418BCCFB1C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CD3CD46-4B65-6E11-9755-618702C36F19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93496E-43D6-9265-518E-35D0D1F6D114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F8DAB9EC-4493-A260-8E44-EB454991D4FB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37E9686-E5FC-E01E-37FB-756F8F5522E6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DEFA4CD-8E7B-C311-9F69-8331C0827B05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EB277E-8F46-395C-356B-425B5B009FC0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1DA7B67-5298-12F3-C9D2-C302588F2238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CCEB88-86A6-D4F9-6554-5893B6726C3E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E883D6DF-53B8-E12A-830C-C19D39B70F21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FE621F5-5CC2-DBE0-4ED6-62FD27A137D3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76312965-8ECD-D2DE-4964-858D75E2DA2A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D0D495A-C959-2A27-6E1D-B9890A903DE5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9A2B70-37E5-D56D-DA1B-C3A092713CE2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9703E15-9628-B431-B1B1-841F2A7EB4C5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DB207A46-F182-F772-DCCE-FB2A868D54FF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F8C3642-A77F-35D5-34A0-95070DAE8856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73582D0-B7C8-FC8B-D675-CF99FC5DE91A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1EA1D2-23B7-B7F6-F72C-F33A8CA10AA0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0B610F8-25CF-AA83-D26B-DD126512A5FE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854E188-9B8C-6BF2-9C94-3C284CE2D436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42EFC6E-2230-40DF-BFFF-B4665BCCB32D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998E805-B52C-A7BA-746A-4B770699DC56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2F22AD9-0C67-F253-6302-479DB311C4AA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2E512BC-F070-C816-0349-3BD976AE5C3A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4A1E799-47FF-BEF4-9E2A-189D572F4202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F3E34EB-3AEB-98F3-72A5-CD5A01B6592C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3E89B38-8818-5B78-DC8A-0C9B512731A3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E2FBFC1-AFB0-8837-6F49-72A053F9B40D}"/>
              </a:ext>
            </a:extLst>
          </p:cNvPr>
          <p:cNvSpPr txBox="1"/>
          <p:nvPr/>
        </p:nvSpPr>
        <p:spPr>
          <a:xfrm>
            <a:off x="7021891" y="4651595"/>
            <a:ext cx="3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&lt;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B432E57B-8AF7-D60E-9397-73788B4ACEAB}"/>
              </a:ext>
            </a:extLst>
          </p:cNvPr>
          <p:cNvCxnSpPr>
            <a:cxnSpLocks/>
          </p:cNvCxnSpPr>
          <p:nvPr/>
        </p:nvCxnSpPr>
        <p:spPr>
          <a:xfrm>
            <a:off x="6304093" y="535083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B3032157-9DEE-EBC0-882E-408BD760E85D}"/>
              </a:ext>
            </a:extLst>
          </p:cNvPr>
          <p:cNvCxnSpPr>
            <a:cxnSpLocks/>
          </p:cNvCxnSpPr>
          <p:nvPr/>
        </p:nvCxnSpPr>
        <p:spPr>
          <a:xfrm>
            <a:off x="8233628" y="536121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EC02F33-3D14-CB14-491A-1291845A072C}"/>
              </a:ext>
            </a:extLst>
          </p:cNvPr>
          <p:cNvCxnSpPr>
            <a:cxnSpLocks/>
          </p:cNvCxnSpPr>
          <p:nvPr/>
        </p:nvCxnSpPr>
        <p:spPr>
          <a:xfrm flipH="1">
            <a:off x="6289186" y="5621936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197F2E62-5B7E-CBC4-91AC-13DAA00F5A4F}"/>
              </a:ext>
            </a:extLst>
          </p:cNvPr>
          <p:cNvCxnSpPr>
            <a:cxnSpLocks/>
          </p:cNvCxnSpPr>
          <p:nvPr/>
        </p:nvCxnSpPr>
        <p:spPr>
          <a:xfrm>
            <a:off x="7202534" y="5632321"/>
            <a:ext cx="56302" cy="18219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26BB3A6A-A4B9-6B49-CFB1-C2F47126D5E1}"/>
              </a:ext>
            </a:extLst>
          </p:cNvPr>
          <p:cNvSpPr/>
          <p:nvPr/>
        </p:nvSpPr>
        <p:spPr>
          <a:xfrm>
            <a:off x="6582088" y="7558188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5E04409-5992-CDD1-CD89-1FFF54DC822E}"/>
              </a:ext>
            </a:extLst>
          </p:cNvPr>
          <p:cNvSpPr txBox="1"/>
          <p:nvPr/>
        </p:nvSpPr>
        <p:spPr>
          <a:xfrm>
            <a:off x="6779430" y="7695340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4A0F1C-7E06-D981-D1B6-8B64A617D06E}"/>
              </a:ext>
            </a:extLst>
          </p:cNvPr>
          <p:cNvSpPr txBox="1"/>
          <p:nvPr/>
        </p:nvSpPr>
        <p:spPr>
          <a:xfrm>
            <a:off x="6837927" y="7551958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AB6B77E-757F-78AD-30D7-1E1003F0178F}"/>
              </a:ext>
            </a:extLst>
          </p:cNvPr>
          <p:cNvSpPr txBox="1"/>
          <p:nvPr/>
        </p:nvSpPr>
        <p:spPr>
          <a:xfrm>
            <a:off x="7193584" y="7695339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DBF62E8-7D25-C33B-58FA-45A2B23068CC}"/>
              </a:ext>
            </a:extLst>
          </p:cNvPr>
          <p:cNvSpPr txBox="1"/>
          <p:nvPr/>
        </p:nvSpPr>
        <p:spPr>
          <a:xfrm>
            <a:off x="7462370" y="7551958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3864DC6-4586-50DE-A279-6A98F9478A74}"/>
              </a:ext>
            </a:extLst>
          </p:cNvPr>
          <p:cNvSpPr txBox="1"/>
          <p:nvPr/>
        </p:nvSpPr>
        <p:spPr>
          <a:xfrm>
            <a:off x="3534610" y="6110169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53DAB44-49C7-7303-2493-540E8769FCF9}"/>
              </a:ext>
            </a:extLst>
          </p:cNvPr>
          <p:cNvCxnSpPr>
            <a:cxnSpLocks/>
          </p:cNvCxnSpPr>
          <p:nvPr/>
        </p:nvCxnSpPr>
        <p:spPr>
          <a:xfrm>
            <a:off x="2132155" y="6821472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FD69940E-5DCF-9622-CD65-64198CDEBCAB}"/>
              </a:ext>
            </a:extLst>
          </p:cNvPr>
          <p:cNvCxnSpPr>
            <a:cxnSpLocks/>
          </p:cNvCxnSpPr>
          <p:nvPr/>
        </p:nvCxnSpPr>
        <p:spPr>
          <a:xfrm>
            <a:off x="4941145" y="6858000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6AAD23F-BAC7-7A9F-68F7-86CF7999BFFD}"/>
              </a:ext>
            </a:extLst>
          </p:cNvPr>
          <p:cNvCxnSpPr>
            <a:cxnSpLocks/>
          </p:cNvCxnSpPr>
          <p:nvPr/>
        </p:nvCxnSpPr>
        <p:spPr>
          <a:xfrm flipH="1" flipV="1">
            <a:off x="2117248" y="7092577"/>
            <a:ext cx="2823897" cy="3652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4C7C238A-024E-6310-6F44-8B157120AC85}"/>
              </a:ext>
            </a:extLst>
          </p:cNvPr>
          <p:cNvCxnSpPr>
            <a:cxnSpLocks/>
          </p:cNvCxnSpPr>
          <p:nvPr/>
        </p:nvCxnSpPr>
        <p:spPr>
          <a:xfrm flipH="1">
            <a:off x="3555077" y="7096149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727CB6BB-AEE8-FF60-74B3-9CFA1082C825}"/>
              </a:ext>
            </a:extLst>
          </p:cNvPr>
          <p:cNvSpPr/>
          <p:nvPr/>
        </p:nvSpPr>
        <p:spPr>
          <a:xfrm>
            <a:off x="2527942" y="7533356"/>
            <a:ext cx="2215948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BDD3C5C-1B64-020A-714A-18AAF35C1205}"/>
              </a:ext>
            </a:extLst>
          </p:cNvPr>
          <p:cNvSpPr txBox="1"/>
          <p:nvPr/>
        </p:nvSpPr>
        <p:spPr>
          <a:xfrm>
            <a:off x="2725284" y="7670508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31ADCD7-1A02-F798-FE80-232C462216BE}"/>
              </a:ext>
            </a:extLst>
          </p:cNvPr>
          <p:cNvSpPr txBox="1"/>
          <p:nvPr/>
        </p:nvSpPr>
        <p:spPr>
          <a:xfrm>
            <a:off x="2783781" y="7527126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027E181-3205-F2D7-7CE1-89638BC568B5}"/>
              </a:ext>
            </a:extLst>
          </p:cNvPr>
          <p:cNvSpPr txBox="1"/>
          <p:nvPr/>
        </p:nvSpPr>
        <p:spPr>
          <a:xfrm>
            <a:off x="3430227" y="7264769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130ACB-E045-A485-63BB-7AD04AD4627D}"/>
              </a:ext>
            </a:extLst>
          </p:cNvPr>
          <p:cNvSpPr txBox="1"/>
          <p:nvPr/>
        </p:nvSpPr>
        <p:spPr>
          <a:xfrm>
            <a:off x="3366388" y="7699537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C747E35-734B-A8E4-0590-AC124FA4B476}"/>
              </a:ext>
            </a:extLst>
          </p:cNvPr>
          <p:cNvSpPr txBox="1"/>
          <p:nvPr/>
        </p:nvSpPr>
        <p:spPr>
          <a:xfrm>
            <a:off x="3802302" y="7721235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FCDA24C-C0AB-C2AB-E23C-D50A95ACB645}"/>
              </a:ext>
            </a:extLst>
          </p:cNvPr>
          <p:cNvSpPr txBox="1"/>
          <p:nvPr/>
        </p:nvSpPr>
        <p:spPr>
          <a:xfrm>
            <a:off x="3694988" y="7525883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1209878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CB744-9B15-8DCA-4BF4-C4E2EF154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FC47FF4-3B2D-AAC7-8CFA-3A2BB35F06C7}"/>
              </a:ext>
            </a:extLst>
          </p:cNvPr>
          <p:cNvSpPr/>
          <p:nvPr/>
        </p:nvSpPr>
        <p:spPr>
          <a:xfrm>
            <a:off x="-5428343" y="-638630"/>
            <a:ext cx="22816457" cy="9622973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948B001-262B-E11E-9FDB-FD32B3952090}"/>
              </a:ext>
            </a:extLst>
          </p:cNvPr>
          <p:cNvSpPr/>
          <p:nvPr/>
        </p:nvSpPr>
        <p:spPr>
          <a:xfrm>
            <a:off x="7374066" y="-325475"/>
            <a:ext cx="1307592" cy="530352"/>
          </a:xfrm>
          <a:prstGeom prst="roundRect">
            <a:avLst/>
          </a:prstGeom>
          <a:solidFill>
            <a:schemeClr val="tx2">
              <a:lumMod val="90000"/>
              <a:lumOff val="1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n = 5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6627383-3C6F-D393-20AA-E6C8EAAA4567}"/>
              </a:ext>
            </a:extLst>
          </p:cNvPr>
          <p:cNvSpPr/>
          <p:nvPr/>
        </p:nvSpPr>
        <p:spPr>
          <a:xfrm>
            <a:off x="3746339" y="-445604"/>
            <a:ext cx="3522562" cy="770612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CF9CDB-AA6E-C3F1-32AA-862507FA33F3}"/>
              </a:ext>
            </a:extLst>
          </p:cNvPr>
          <p:cNvSpPr txBox="1"/>
          <p:nvPr/>
        </p:nvSpPr>
        <p:spPr>
          <a:xfrm>
            <a:off x="4137336" y="-398853"/>
            <a:ext cx="428402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 </a:t>
            </a:r>
            <a:r>
              <a:rPr lang="en-IN" sz="1600" dirty="0">
                <a:solidFill>
                  <a:schemeClr val="accent2">
                    <a:lumMod val="75000"/>
                  </a:schemeClr>
                </a:solidFill>
              </a:rPr>
              <a:t>2</a:t>
            </a:r>
            <a:r>
              <a:rPr lang="en-IN" sz="1600" dirty="0">
                <a:solidFill>
                  <a:srgbClr val="FFC000"/>
                </a:solidFill>
              </a:rPr>
              <a:t>               3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1CD74B-CC5D-20ED-6FF3-5BA4A324E325}"/>
              </a:ext>
            </a:extLst>
          </p:cNvPr>
          <p:cNvSpPr txBox="1"/>
          <p:nvPr/>
        </p:nvSpPr>
        <p:spPr>
          <a:xfrm>
            <a:off x="4137336" y="-229576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5    1     4      2    8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3C38F9-72D2-2002-9B36-C31FB2237349}"/>
              </a:ext>
            </a:extLst>
          </p:cNvPr>
          <p:cNvSpPr txBox="1"/>
          <p:nvPr/>
        </p:nvSpPr>
        <p:spPr>
          <a:xfrm>
            <a:off x="-5072458" y="-44551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9F362-249E-B1ED-0611-FC48896E84E7}"/>
              </a:ext>
            </a:extLst>
          </p:cNvPr>
          <p:cNvSpPr txBox="1"/>
          <p:nvPr/>
        </p:nvSpPr>
        <p:spPr>
          <a:xfrm>
            <a:off x="-5217601" y="930483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2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73B7B1F-FD2F-584C-A912-24556BA0F4D6}"/>
              </a:ext>
            </a:extLst>
          </p:cNvPr>
          <p:cNvCxnSpPr/>
          <p:nvPr/>
        </p:nvCxnSpPr>
        <p:spPr>
          <a:xfrm>
            <a:off x="5631543" y="454304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E239A0E-A303-A30B-524F-C04186660396}"/>
              </a:ext>
            </a:extLst>
          </p:cNvPr>
          <p:cNvCxnSpPr>
            <a:cxnSpLocks/>
          </p:cNvCxnSpPr>
          <p:nvPr/>
        </p:nvCxnSpPr>
        <p:spPr>
          <a:xfrm flipH="1" flipV="1">
            <a:off x="4182685" y="731403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9B6F66-B914-B2B0-DE9A-F9AEFB737028}"/>
              </a:ext>
            </a:extLst>
          </p:cNvPr>
          <p:cNvCxnSpPr>
            <a:cxnSpLocks/>
          </p:cNvCxnSpPr>
          <p:nvPr/>
        </p:nvCxnSpPr>
        <p:spPr>
          <a:xfrm>
            <a:off x="4189942" y="73140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FE3D1E-B0CE-6F9D-E514-88F10689B4B0}"/>
              </a:ext>
            </a:extLst>
          </p:cNvPr>
          <p:cNvCxnSpPr>
            <a:cxnSpLocks/>
          </p:cNvCxnSpPr>
          <p:nvPr/>
        </p:nvCxnSpPr>
        <p:spPr>
          <a:xfrm>
            <a:off x="7080400" y="743073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56CE75A-1B21-398E-28D3-F994C3CCF039}"/>
              </a:ext>
            </a:extLst>
          </p:cNvPr>
          <p:cNvSpPr/>
          <p:nvPr/>
        </p:nvSpPr>
        <p:spPr>
          <a:xfrm>
            <a:off x="3192344" y="1168080"/>
            <a:ext cx="1995196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1F5F48-893A-E721-93E6-8DC95056D847}"/>
              </a:ext>
            </a:extLst>
          </p:cNvPr>
          <p:cNvSpPr txBox="1"/>
          <p:nvPr/>
        </p:nvSpPr>
        <p:spPr>
          <a:xfrm>
            <a:off x="3366388" y="1305232"/>
            <a:ext cx="32028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5    1     4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F540578-320C-FC78-CD52-7C2CA5844690}"/>
              </a:ext>
            </a:extLst>
          </p:cNvPr>
          <p:cNvSpPr/>
          <p:nvPr/>
        </p:nvSpPr>
        <p:spPr>
          <a:xfrm>
            <a:off x="6392350" y="1168079"/>
            <a:ext cx="1376099" cy="721928"/>
          </a:xfrm>
          <a:prstGeom prst="round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C6C71A-0083-E420-B5C4-A2AFF0B060A6}"/>
              </a:ext>
            </a:extLst>
          </p:cNvPr>
          <p:cNvSpPr txBox="1"/>
          <p:nvPr/>
        </p:nvSpPr>
        <p:spPr>
          <a:xfrm>
            <a:off x="6657388" y="1288210"/>
            <a:ext cx="1223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2    8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43FF57-C91C-3D62-5DCA-84E29A5B4F6C}"/>
              </a:ext>
            </a:extLst>
          </p:cNvPr>
          <p:cNvSpPr txBox="1"/>
          <p:nvPr/>
        </p:nvSpPr>
        <p:spPr>
          <a:xfrm>
            <a:off x="3430227" y="1130947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1  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B88DA2-8272-2F01-3B08-5819996D1BF9}"/>
              </a:ext>
            </a:extLst>
          </p:cNvPr>
          <p:cNvSpPr txBox="1"/>
          <p:nvPr/>
        </p:nvSpPr>
        <p:spPr>
          <a:xfrm>
            <a:off x="6718102" y="1135570"/>
            <a:ext cx="901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A1105F-EC6B-B8A5-47EB-8596C2D5DEB0}"/>
              </a:ext>
            </a:extLst>
          </p:cNvPr>
          <p:cNvSpPr txBox="1"/>
          <p:nvPr/>
        </p:nvSpPr>
        <p:spPr>
          <a:xfrm>
            <a:off x="-5217601" y="1559749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1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ADA8268-8308-7E41-2D03-33EA9A8B7252}"/>
              </a:ext>
            </a:extLst>
          </p:cNvPr>
          <p:cNvCxnSpPr/>
          <p:nvPr/>
        </p:nvCxnSpPr>
        <p:spPr>
          <a:xfrm>
            <a:off x="3494598" y="2014575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9590F28-66AD-A794-874E-5DC2871C3DA0}"/>
              </a:ext>
            </a:extLst>
          </p:cNvPr>
          <p:cNvCxnSpPr>
            <a:cxnSpLocks/>
          </p:cNvCxnSpPr>
          <p:nvPr/>
        </p:nvCxnSpPr>
        <p:spPr>
          <a:xfrm flipH="1" flipV="1">
            <a:off x="2045740" y="2291674"/>
            <a:ext cx="2897715" cy="2334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2F88589-CB75-02AA-7D6D-3D7E70994AD5}"/>
              </a:ext>
            </a:extLst>
          </p:cNvPr>
          <p:cNvCxnSpPr>
            <a:cxnSpLocks/>
          </p:cNvCxnSpPr>
          <p:nvPr/>
        </p:nvCxnSpPr>
        <p:spPr>
          <a:xfrm>
            <a:off x="2052997" y="2291674"/>
            <a:ext cx="0" cy="352167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8FC4D90-9900-FD22-7055-3F78A7F9B39E}"/>
              </a:ext>
            </a:extLst>
          </p:cNvPr>
          <p:cNvCxnSpPr>
            <a:cxnSpLocks/>
          </p:cNvCxnSpPr>
          <p:nvPr/>
        </p:nvCxnSpPr>
        <p:spPr>
          <a:xfrm>
            <a:off x="4943455" y="2303344"/>
            <a:ext cx="58057" cy="362417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24864CA1-7E91-0C42-656D-A8D2D19433EA}"/>
              </a:ext>
            </a:extLst>
          </p:cNvPr>
          <p:cNvSpPr/>
          <p:nvPr/>
        </p:nvSpPr>
        <p:spPr>
          <a:xfrm>
            <a:off x="1386527" y="2728322"/>
            <a:ext cx="1256284" cy="721927"/>
          </a:xfrm>
          <a:prstGeom prst="roundRect">
            <a:avLst/>
          </a:prstGeom>
          <a:solidFill>
            <a:schemeClr val="accent5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5993DE-F35F-16FD-DB9F-49110827D455}"/>
              </a:ext>
            </a:extLst>
          </p:cNvPr>
          <p:cNvSpPr txBox="1"/>
          <p:nvPr/>
        </p:nvSpPr>
        <p:spPr>
          <a:xfrm>
            <a:off x="1572282" y="2902863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5    1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5B9D78D-6254-7B35-09DE-B3BBE9040058}"/>
              </a:ext>
            </a:extLst>
          </p:cNvPr>
          <p:cNvSpPr txBox="1"/>
          <p:nvPr/>
        </p:nvSpPr>
        <p:spPr>
          <a:xfrm>
            <a:off x="1556269" y="2733586"/>
            <a:ext cx="916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5A30AE6-14E2-1861-7A36-B58F814D039D}"/>
              </a:ext>
            </a:extLst>
          </p:cNvPr>
          <p:cNvSpPr/>
          <p:nvPr/>
        </p:nvSpPr>
        <p:spPr>
          <a:xfrm>
            <a:off x="4581562" y="6054679"/>
            <a:ext cx="753851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9EEB1AB-101A-F1DC-5933-95E39593DBCF}"/>
              </a:ext>
            </a:extLst>
          </p:cNvPr>
          <p:cNvSpPr txBox="1"/>
          <p:nvPr/>
        </p:nvSpPr>
        <p:spPr>
          <a:xfrm>
            <a:off x="4743890" y="6210959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918B049-2204-D41F-18DC-ED3FB7C6A82C}"/>
              </a:ext>
            </a:extLst>
          </p:cNvPr>
          <p:cNvSpPr txBox="1"/>
          <p:nvPr/>
        </p:nvSpPr>
        <p:spPr>
          <a:xfrm>
            <a:off x="4387440" y="6035551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6AE9A0-43DA-5058-3F92-7B95972C1F58}"/>
              </a:ext>
            </a:extLst>
          </p:cNvPr>
          <p:cNvSpPr txBox="1"/>
          <p:nvPr/>
        </p:nvSpPr>
        <p:spPr>
          <a:xfrm>
            <a:off x="-5217601" y="2138587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1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0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0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C229FA-EB45-3980-15AA-10B28214B21C}"/>
              </a:ext>
            </a:extLst>
          </p:cNvPr>
          <p:cNvCxnSpPr>
            <a:cxnSpLocks/>
          </p:cNvCxnSpPr>
          <p:nvPr/>
        </p:nvCxnSpPr>
        <p:spPr>
          <a:xfrm>
            <a:off x="2045741" y="3586458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0BAB736-DB5E-A825-EE92-A670A08FA67F}"/>
              </a:ext>
            </a:extLst>
          </p:cNvPr>
          <p:cNvCxnSpPr>
            <a:cxnSpLocks/>
          </p:cNvCxnSpPr>
          <p:nvPr/>
        </p:nvCxnSpPr>
        <p:spPr>
          <a:xfrm flipH="1">
            <a:off x="1086456" y="3863557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32B3A47-912F-8916-65CB-81BDF108C691}"/>
              </a:ext>
            </a:extLst>
          </p:cNvPr>
          <p:cNvCxnSpPr>
            <a:cxnSpLocks/>
          </p:cNvCxnSpPr>
          <p:nvPr/>
        </p:nvCxnSpPr>
        <p:spPr>
          <a:xfrm>
            <a:off x="1086456" y="3875399"/>
            <a:ext cx="0" cy="539005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84E0B03-581B-9CC9-3D37-94F52DE4FCF9}"/>
              </a:ext>
            </a:extLst>
          </p:cNvPr>
          <p:cNvCxnSpPr>
            <a:cxnSpLocks/>
          </p:cNvCxnSpPr>
          <p:nvPr/>
        </p:nvCxnSpPr>
        <p:spPr>
          <a:xfrm>
            <a:off x="3045885" y="3863557"/>
            <a:ext cx="0" cy="536248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557B03D-C1F0-37CD-CBB8-CDE8FB6EF25D}"/>
              </a:ext>
            </a:extLst>
          </p:cNvPr>
          <p:cNvSpPr/>
          <p:nvPr/>
        </p:nvSpPr>
        <p:spPr>
          <a:xfrm>
            <a:off x="722724" y="4493558"/>
            <a:ext cx="79151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5917EDD-A937-42A7-C673-52B224A4B196}"/>
              </a:ext>
            </a:extLst>
          </p:cNvPr>
          <p:cNvSpPr txBox="1"/>
          <p:nvPr/>
        </p:nvSpPr>
        <p:spPr>
          <a:xfrm>
            <a:off x="922047" y="4668099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1BEFF9A-699B-9656-10FF-4E5499091A08}"/>
              </a:ext>
            </a:extLst>
          </p:cNvPr>
          <p:cNvSpPr txBox="1"/>
          <p:nvPr/>
        </p:nvSpPr>
        <p:spPr>
          <a:xfrm>
            <a:off x="955553" y="4498822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C4592D6E-E367-5BA5-9A3F-B583AAC9D242}"/>
              </a:ext>
            </a:extLst>
          </p:cNvPr>
          <p:cNvSpPr/>
          <p:nvPr/>
        </p:nvSpPr>
        <p:spPr>
          <a:xfrm>
            <a:off x="2686218" y="4514443"/>
            <a:ext cx="791517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042B73C-9E7A-26AB-74F5-977183C9AA79}"/>
              </a:ext>
            </a:extLst>
          </p:cNvPr>
          <p:cNvSpPr txBox="1"/>
          <p:nvPr/>
        </p:nvSpPr>
        <p:spPr>
          <a:xfrm>
            <a:off x="2664099" y="4630710"/>
            <a:ext cx="1082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8D5807-085E-2660-154D-99142C0DFB10}"/>
              </a:ext>
            </a:extLst>
          </p:cNvPr>
          <p:cNvSpPr txBox="1"/>
          <p:nvPr/>
        </p:nvSpPr>
        <p:spPr>
          <a:xfrm>
            <a:off x="2958734" y="42355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F2FFB1-52FE-940E-A53C-CC521919067F}"/>
              </a:ext>
            </a:extLst>
          </p:cNvPr>
          <p:cNvSpPr txBox="1"/>
          <p:nvPr/>
        </p:nvSpPr>
        <p:spPr>
          <a:xfrm>
            <a:off x="12000018" y="-131637"/>
            <a:ext cx="4549944" cy="4988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>
              <a:lnSpc>
                <a:spcPts val="1425"/>
              </a:lnSpc>
              <a:buNone/>
            </a:pPr>
            <a:r>
              <a:rPr lang="pt-BR" sz="2800" b="0" dirty="0">
                <a:solidFill>
                  <a:srgbClr val="DDAAFF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FD9AD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2800" b="0" dirty="0">
                <a:solidFill>
                  <a:srgbClr val="FDDAA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2800" b="0" dirty="0">
                <a:solidFill>
                  <a:srgbClr val="83FA8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pt-BR" sz="2800" b="0" dirty="0">
                <a:solidFill>
                  <a:srgbClr val="BCFABA"/>
                </a:solidFill>
                <a:effectLst/>
                <a:latin typeface="Consolas" panose="020B0609020204030204" pitchFamily="49" charset="0"/>
              </a:rPr>
              <a:t>;</a:t>
            </a:r>
            <a:endParaRPr lang="pt-BR" sz="2800" b="0" dirty="0">
              <a:solidFill>
                <a:srgbClr val="FDDAA6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63EA3B2-8BD8-D831-5D7C-646C83BD7F48}"/>
              </a:ext>
            </a:extLst>
          </p:cNvPr>
          <p:cNvSpPr txBox="1"/>
          <p:nvPr/>
        </p:nvSpPr>
        <p:spPr>
          <a:xfrm>
            <a:off x="11753228" y="809091"/>
            <a:ext cx="5845628" cy="306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 mid =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+ (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4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3</a:t>
            </a:r>
            <a:r>
              <a:rPr lang="pt-BR" sz="2400" b="0" dirty="0">
                <a:solidFill>
                  <a:schemeClr val="accent2"/>
                </a:solidFill>
                <a:effectLst/>
                <a:latin typeface="Consolas" panose="020B0609020204030204" pitchFamily="49" charset="0"/>
              </a:rPr>
              <a:t>) / 2</a:t>
            </a:r>
            <a:r>
              <a:rPr lang="pt-BR" sz="2400" dirty="0">
                <a:solidFill>
                  <a:schemeClr val="accent2"/>
                </a:solidFill>
                <a:latin typeface="Consolas" panose="020B0609020204030204" pitchFamily="49" charset="0"/>
              </a:rPr>
              <a:t> = </a:t>
            </a:r>
            <a:r>
              <a:rPr lang="pt-BR" sz="2400" dirty="0">
                <a:solidFill>
                  <a:schemeClr val="accent6"/>
                </a:solidFill>
                <a:latin typeface="Consolas" panose="020B0609020204030204" pitchFamily="49" charset="0"/>
              </a:rPr>
              <a:t>3</a:t>
            </a:r>
            <a:endParaRPr lang="pt-BR" sz="2400" b="0" dirty="0">
              <a:solidFill>
                <a:schemeClr val="accent6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7B319E14-8E1E-5127-507A-13B2751A33A0}"/>
              </a:ext>
            </a:extLst>
          </p:cNvPr>
          <p:cNvCxnSpPr>
            <a:cxnSpLocks/>
          </p:cNvCxnSpPr>
          <p:nvPr/>
        </p:nvCxnSpPr>
        <p:spPr>
          <a:xfrm>
            <a:off x="7144261" y="2050170"/>
            <a:ext cx="0" cy="300439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A887B01-AD96-7ED8-BD27-256234AAB9A9}"/>
              </a:ext>
            </a:extLst>
          </p:cNvPr>
          <p:cNvCxnSpPr>
            <a:cxnSpLocks/>
          </p:cNvCxnSpPr>
          <p:nvPr/>
        </p:nvCxnSpPr>
        <p:spPr>
          <a:xfrm flipH="1">
            <a:off x="6184976" y="2327269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8E0B37D-2E97-7B4B-DF00-4BB795119D42}"/>
              </a:ext>
            </a:extLst>
          </p:cNvPr>
          <p:cNvCxnSpPr>
            <a:cxnSpLocks/>
          </p:cNvCxnSpPr>
          <p:nvPr/>
        </p:nvCxnSpPr>
        <p:spPr>
          <a:xfrm>
            <a:off x="6184976" y="2339111"/>
            <a:ext cx="0" cy="2075293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12D6F66-1ADB-122E-5741-986032FEC7A1}"/>
              </a:ext>
            </a:extLst>
          </p:cNvPr>
          <p:cNvCxnSpPr>
            <a:cxnSpLocks/>
          </p:cNvCxnSpPr>
          <p:nvPr/>
        </p:nvCxnSpPr>
        <p:spPr>
          <a:xfrm>
            <a:off x="8144405" y="2327269"/>
            <a:ext cx="0" cy="21662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9D68252B-A9F5-9C8E-D6A3-E4ABFA61A892}"/>
              </a:ext>
            </a:extLst>
          </p:cNvPr>
          <p:cNvSpPr/>
          <p:nvPr/>
        </p:nvSpPr>
        <p:spPr>
          <a:xfrm>
            <a:off x="5883254" y="4515433"/>
            <a:ext cx="75385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CB8EFBB-8F79-3BD2-5F21-6CDCFC80DE51}"/>
              </a:ext>
            </a:extLst>
          </p:cNvPr>
          <p:cNvSpPr txBox="1"/>
          <p:nvPr/>
        </p:nvSpPr>
        <p:spPr>
          <a:xfrm>
            <a:off x="6073346" y="4703091"/>
            <a:ext cx="5859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560FE5-0A49-E473-9550-6E4D85EF80AE}"/>
              </a:ext>
            </a:extLst>
          </p:cNvPr>
          <p:cNvSpPr txBox="1"/>
          <p:nvPr/>
        </p:nvSpPr>
        <p:spPr>
          <a:xfrm>
            <a:off x="6110068" y="4515433"/>
            <a:ext cx="45989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</a:t>
            </a:r>
            <a:r>
              <a:rPr lang="en-IN" sz="1600" dirty="0">
                <a:solidFill>
                  <a:schemeClr val="accent6"/>
                </a:solidFill>
              </a:rPr>
              <a:t>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9204558-7CDE-6026-A895-1F0A03F31F27}"/>
              </a:ext>
            </a:extLst>
          </p:cNvPr>
          <p:cNvSpPr/>
          <p:nvPr/>
        </p:nvSpPr>
        <p:spPr>
          <a:xfrm>
            <a:off x="7764921" y="4541749"/>
            <a:ext cx="762522" cy="721928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E03B5E0-B896-6EED-4633-0F140ED8DF1A}"/>
              </a:ext>
            </a:extLst>
          </p:cNvPr>
          <p:cNvSpPr txBox="1"/>
          <p:nvPr/>
        </p:nvSpPr>
        <p:spPr>
          <a:xfrm>
            <a:off x="7962950" y="4678902"/>
            <a:ext cx="49748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3856753-0658-198F-4A46-FCF3311E979F}"/>
              </a:ext>
            </a:extLst>
          </p:cNvPr>
          <p:cNvSpPr txBox="1"/>
          <p:nvPr/>
        </p:nvSpPr>
        <p:spPr>
          <a:xfrm>
            <a:off x="8001190" y="4263183"/>
            <a:ext cx="3811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</a:t>
            </a:r>
            <a:r>
              <a:rPr lang="en-IN" sz="1600" dirty="0">
                <a:solidFill>
                  <a:schemeClr val="accent6"/>
                </a:solidFill>
              </a:rPr>
              <a:t>4 </a:t>
            </a:r>
            <a:r>
              <a:rPr lang="en-IN" sz="1600" dirty="0">
                <a:solidFill>
                  <a:srgbClr val="FFC000"/>
                </a:solidFill>
              </a:rPr>
              <a:t>                      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E49977C-1333-06F1-D4DC-A5D681C96A3D}"/>
              </a:ext>
            </a:extLst>
          </p:cNvPr>
          <p:cNvSpPr txBox="1"/>
          <p:nvPr/>
        </p:nvSpPr>
        <p:spPr>
          <a:xfrm>
            <a:off x="1901956" y="4583018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9A284C98-0B04-A63F-0E3C-F126E780162F}"/>
              </a:ext>
            </a:extLst>
          </p:cNvPr>
          <p:cNvCxnSpPr>
            <a:cxnSpLocks/>
          </p:cNvCxnSpPr>
          <p:nvPr/>
        </p:nvCxnSpPr>
        <p:spPr>
          <a:xfrm>
            <a:off x="1152441" y="528786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F3E7E47-7442-C08A-2987-B620C0407245}"/>
              </a:ext>
            </a:extLst>
          </p:cNvPr>
          <p:cNvCxnSpPr>
            <a:cxnSpLocks/>
          </p:cNvCxnSpPr>
          <p:nvPr/>
        </p:nvCxnSpPr>
        <p:spPr>
          <a:xfrm>
            <a:off x="3081976" y="529825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E1247ED-FBBD-8904-EA0B-5BC01A008691}"/>
              </a:ext>
            </a:extLst>
          </p:cNvPr>
          <p:cNvCxnSpPr>
            <a:cxnSpLocks/>
          </p:cNvCxnSpPr>
          <p:nvPr/>
        </p:nvCxnSpPr>
        <p:spPr>
          <a:xfrm flipH="1">
            <a:off x="1137534" y="5558971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BB3FE80-7CF4-C2CF-126F-FCF04D024E5B}"/>
              </a:ext>
            </a:extLst>
          </p:cNvPr>
          <p:cNvCxnSpPr>
            <a:cxnSpLocks/>
          </p:cNvCxnSpPr>
          <p:nvPr/>
        </p:nvCxnSpPr>
        <p:spPr>
          <a:xfrm flipH="1">
            <a:off x="2045740" y="5569356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4255313A-5B4D-DE69-06F6-A088760EE23D}"/>
              </a:ext>
            </a:extLst>
          </p:cNvPr>
          <p:cNvSpPr/>
          <p:nvPr/>
        </p:nvSpPr>
        <p:spPr>
          <a:xfrm>
            <a:off x="1358927" y="6017023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AC42174-048F-9D15-80F0-CC7036AAA5C8}"/>
              </a:ext>
            </a:extLst>
          </p:cNvPr>
          <p:cNvSpPr txBox="1"/>
          <p:nvPr/>
        </p:nvSpPr>
        <p:spPr>
          <a:xfrm>
            <a:off x="1556269" y="615417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9524B2-1B50-E189-9CEC-BA4590374358}"/>
              </a:ext>
            </a:extLst>
          </p:cNvPr>
          <p:cNvSpPr txBox="1"/>
          <p:nvPr/>
        </p:nvSpPr>
        <p:spPr>
          <a:xfrm>
            <a:off x="1614766" y="601079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BA50186-294F-1AB8-D84F-E716AF8A9305}"/>
              </a:ext>
            </a:extLst>
          </p:cNvPr>
          <p:cNvSpPr txBox="1"/>
          <p:nvPr/>
        </p:nvSpPr>
        <p:spPr>
          <a:xfrm>
            <a:off x="1970423" y="6154174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476746A-1055-A7B2-1369-5A8AEDBF808D}"/>
              </a:ext>
            </a:extLst>
          </p:cNvPr>
          <p:cNvSpPr txBox="1"/>
          <p:nvPr/>
        </p:nvSpPr>
        <p:spPr>
          <a:xfrm>
            <a:off x="2261212" y="574843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011EC35-64BC-8355-C227-376F56900698}"/>
              </a:ext>
            </a:extLst>
          </p:cNvPr>
          <p:cNvSpPr txBox="1"/>
          <p:nvPr/>
        </p:nvSpPr>
        <p:spPr>
          <a:xfrm>
            <a:off x="7021891" y="4651595"/>
            <a:ext cx="3825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&lt;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46907C7-FE62-E246-1577-5D8705BE33EC}"/>
              </a:ext>
            </a:extLst>
          </p:cNvPr>
          <p:cNvCxnSpPr>
            <a:cxnSpLocks/>
          </p:cNvCxnSpPr>
          <p:nvPr/>
        </p:nvCxnSpPr>
        <p:spPr>
          <a:xfrm>
            <a:off x="6304093" y="5350831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757ADBEF-21AC-2FBD-E1F1-2035E44F126F}"/>
              </a:ext>
            </a:extLst>
          </p:cNvPr>
          <p:cNvCxnSpPr>
            <a:cxnSpLocks/>
          </p:cNvCxnSpPr>
          <p:nvPr/>
        </p:nvCxnSpPr>
        <p:spPr>
          <a:xfrm>
            <a:off x="8233628" y="5361216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29FFBB1-7E51-D3E3-8C3F-3C30F2ED9314}"/>
              </a:ext>
            </a:extLst>
          </p:cNvPr>
          <p:cNvCxnSpPr>
            <a:cxnSpLocks/>
          </p:cNvCxnSpPr>
          <p:nvPr/>
        </p:nvCxnSpPr>
        <p:spPr>
          <a:xfrm flipH="1">
            <a:off x="6289186" y="5621936"/>
            <a:ext cx="1959429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C0F250B0-CF66-5FC5-50F5-08E52D861B71}"/>
              </a:ext>
            </a:extLst>
          </p:cNvPr>
          <p:cNvCxnSpPr>
            <a:cxnSpLocks/>
          </p:cNvCxnSpPr>
          <p:nvPr/>
        </p:nvCxnSpPr>
        <p:spPr>
          <a:xfrm>
            <a:off x="7202534" y="5632321"/>
            <a:ext cx="56302" cy="1821989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1660812-A48A-3CD5-6DE8-EC144415D93E}"/>
              </a:ext>
            </a:extLst>
          </p:cNvPr>
          <p:cNvSpPr/>
          <p:nvPr/>
        </p:nvSpPr>
        <p:spPr>
          <a:xfrm>
            <a:off x="6582088" y="7558188"/>
            <a:ext cx="1421286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613201-5F4A-7BEB-012E-BA8D9077253B}"/>
              </a:ext>
            </a:extLst>
          </p:cNvPr>
          <p:cNvSpPr txBox="1"/>
          <p:nvPr/>
        </p:nvSpPr>
        <p:spPr>
          <a:xfrm>
            <a:off x="6779430" y="7695340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ADE8DDA-C71F-AE45-BA04-67A0E235FC93}"/>
              </a:ext>
            </a:extLst>
          </p:cNvPr>
          <p:cNvSpPr txBox="1"/>
          <p:nvPr/>
        </p:nvSpPr>
        <p:spPr>
          <a:xfrm>
            <a:off x="6837927" y="7551958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941A379-64B7-6795-E1EE-8A94AAD18302}"/>
              </a:ext>
            </a:extLst>
          </p:cNvPr>
          <p:cNvSpPr txBox="1"/>
          <p:nvPr/>
        </p:nvSpPr>
        <p:spPr>
          <a:xfrm>
            <a:off x="7193584" y="7695339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CC85694-257A-594F-87D9-17BC0C079BF7}"/>
              </a:ext>
            </a:extLst>
          </p:cNvPr>
          <p:cNvSpPr txBox="1"/>
          <p:nvPr/>
        </p:nvSpPr>
        <p:spPr>
          <a:xfrm>
            <a:off x="7462370" y="7551958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8E4E0C0-F472-8A59-1AF7-7BFEDF37DF96}"/>
              </a:ext>
            </a:extLst>
          </p:cNvPr>
          <p:cNvSpPr txBox="1"/>
          <p:nvPr/>
        </p:nvSpPr>
        <p:spPr>
          <a:xfrm>
            <a:off x="3534610" y="6110169"/>
            <a:ext cx="450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&gt;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3DFA0AD5-71DA-71C8-43A6-CD2719ACADB9}"/>
              </a:ext>
            </a:extLst>
          </p:cNvPr>
          <p:cNvCxnSpPr>
            <a:cxnSpLocks/>
          </p:cNvCxnSpPr>
          <p:nvPr/>
        </p:nvCxnSpPr>
        <p:spPr>
          <a:xfrm>
            <a:off x="2132155" y="6821472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CDAEAAC-5BCE-8D2B-F309-A9B1381F0345}"/>
              </a:ext>
            </a:extLst>
          </p:cNvPr>
          <p:cNvCxnSpPr>
            <a:cxnSpLocks/>
          </p:cNvCxnSpPr>
          <p:nvPr/>
        </p:nvCxnSpPr>
        <p:spPr>
          <a:xfrm>
            <a:off x="4941145" y="6858000"/>
            <a:ext cx="0" cy="271105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29D24D2-1A87-0A4F-B22C-7ACE91DF59B6}"/>
              </a:ext>
            </a:extLst>
          </p:cNvPr>
          <p:cNvCxnSpPr>
            <a:cxnSpLocks/>
          </p:cNvCxnSpPr>
          <p:nvPr/>
        </p:nvCxnSpPr>
        <p:spPr>
          <a:xfrm flipH="1" flipV="1">
            <a:off x="2117248" y="7092577"/>
            <a:ext cx="2823897" cy="36528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DE254211-F490-777C-8994-C707037914CF}"/>
              </a:ext>
            </a:extLst>
          </p:cNvPr>
          <p:cNvCxnSpPr>
            <a:cxnSpLocks/>
          </p:cNvCxnSpPr>
          <p:nvPr/>
        </p:nvCxnSpPr>
        <p:spPr>
          <a:xfrm flipH="1">
            <a:off x="3555077" y="7096149"/>
            <a:ext cx="5142" cy="358161"/>
          </a:xfrm>
          <a:prstGeom prst="line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D4EADF15-1AF8-77DF-A180-6330B7D452D3}"/>
              </a:ext>
            </a:extLst>
          </p:cNvPr>
          <p:cNvSpPr/>
          <p:nvPr/>
        </p:nvSpPr>
        <p:spPr>
          <a:xfrm>
            <a:off x="2527942" y="7533356"/>
            <a:ext cx="2215948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F7A38A5-971A-FAA8-3B4A-A568D3AB0EC9}"/>
              </a:ext>
            </a:extLst>
          </p:cNvPr>
          <p:cNvSpPr txBox="1"/>
          <p:nvPr/>
        </p:nvSpPr>
        <p:spPr>
          <a:xfrm>
            <a:off x="2725284" y="7670508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815DB4-821C-5381-76EE-AD9354FF1379}"/>
              </a:ext>
            </a:extLst>
          </p:cNvPr>
          <p:cNvSpPr txBox="1"/>
          <p:nvPr/>
        </p:nvSpPr>
        <p:spPr>
          <a:xfrm>
            <a:off x="2783781" y="7527126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3FD28B7-1584-C0ED-92BC-8576B149BE28}"/>
              </a:ext>
            </a:extLst>
          </p:cNvPr>
          <p:cNvSpPr txBox="1"/>
          <p:nvPr/>
        </p:nvSpPr>
        <p:spPr>
          <a:xfrm>
            <a:off x="3430227" y="7264769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64BC428-18F6-01FD-17A3-390D3A5B2C57}"/>
              </a:ext>
            </a:extLst>
          </p:cNvPr>
          <p:cNvSpPr txBox="1"/>
          <p:nvPr/>
        </p:nvSpPr>
        <p:spPr>
          <a:xfrm>
            <a:off x="3366388" y="7699537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272E253E-E057-A7A9-C6A8-B0F12941E441}"/>
              </a:ext>
            </a:extLst>
          </p:cNvPr>
          <p:cNvSpPr txBox="1"/>
          <p:nvPr/>
        </p:nvSpPr>
        <p:spPr>
          <a:xfrm>
            <a:off x="3802302" y="7721235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E3800BF-B33C-E39F-92C8-F0433BAD0489}"/>
              </a:ext>
            </a:extLst>
          </p:cNvPr>
          <p:cNvSpPr txBox="1"/>
          <p:nvPr/>
        </p:nvSpPr>
        <p:spPr>
          <a:xfrm>
            <a:off x="3694988" y="7525883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77165FE-82D8-47AE-6C00-7CEEE61F9060}"/>
              </a:ext>
            </a:extLst>
          </p:cNvPr>
          <p:cNvSpPr txBox="1"/>
          <p:nvPr/>
        </p:nvSpPr>
        <p:spPr>
          <a:xfrm>
            <a:off x="9365731" y="5861786"/>
            <a:ext cx="254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 err="1">
                <a:solidFill>
                  <a:schemeClr val="bg1"/>
                </a:solidFill>
              </a:rPr>
              <a:t>OutPut</a:t>
            </a:r>
            <a:r>
              <a:rPr lang="en-IN" sz="3200" b="1" dirty="0">
                <a:solidFill>
                  <a:schemeClr val="bg1"/>
                </a:solidFill>
              </a:rPr>
              <a:t> :</a:t>
            </a:r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DB247D77-D656-91BF-43AA-17CE553E1BBC}"/>
              </a:ext>
            </a:extLst>
          </p:cNvPr>
          <p:cNvSpPr/>
          <p:nvPr/>
        </p:nvSpPr>
        <p:spPr>
          <a:xfrm>
            <a:off x="11054466" y="5708063"/>
            <a:ext cx="3563654" cy="721927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3200" b="1" dirty="0">
              <a:solidFill>
                <a:schemeClr val="bg1"/>
              </a:solidFill>
            </a:endParaRPr>
          </a:p>
          <a:p>
            <a:pPr algn="ctr"/>
            <a:endParaRPr lang="en-IN" b="1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586CE39-F693-9DE1-E53F-8794431257E3}"/>
              </a:ext>
            </a:extLst>
          </p:cNvPr>
          <p:cNvSpPr txBox="1"/>
          <p:nvPr/>
        </p:nvSpPr>
        <p:spPr>
          <a:xfrm>
            <a:off x="11251808" y="5845215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F68F936-2F1A-44F2-07A7-5EC0AC8586F3}"/>
              </a:ext>
            </a:extLst>
          </p:cNvPr>
          <p:cNvSpPr txBox="1"/>
          <p:nvPr/>
        </p:nvSpPr>
        <p:spPr>
          <a:xfrm>
            <a:off x="11310305" y="5701833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0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711C63D5-7D23-7BBD-49F8-FF42E9A704AD}"/>
              </a:ext>
            </a:extLst>
          </p:cNvPr>
          <p:cNvSpPr txBox="1"/>
          <p:nvPr/>
        </p:nvSpPr>
        <p:spPr>
          <a:xfrm>
            <a:off x="11956751" y="5439476"/>
            <a:ext cx="519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  </a:t>
            </a:r>
            <a:r>
              <a:rPr lang="en-IN" sz="1600" dirty="0">
                <a:solidFill>
                  <a:schemeClr val="accent6"/>
                </a:solidFill>
              </a:rPr>
              <a:t>1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7C564CB-0C21-8F3F-6BAE-781C783DC877}"/>
              </a:ext>
            </a:extLst>
          </p:cNvPr>
          <p:cNvSpPr txBox="1"/>
          <p:nvPr/>
        </p:nvSpPr>
        <p:spPr>
          <a:xfrm>
            <a:off x="12598127" y="5873032"/>
            <a:ext cx="4291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1277E29-9585-29B4-07E2-5D35FBEE8CA8}"/>
              </a:ext>
            </a:extLst>
          </p:cNvPr>
          <p:cNvSpPr txBox="1"/>
          <p:nvPr/>
        </p:nvSpPr>
        <p:spPr>
          <a:xfrm>
            <a:off x="12221512" y="5700590"/>
            <a:ext cx="15712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FFC000"/>
                </a:solidFill>
              </a:rPr>
              <a:t>         </a:t>
            </a:r>
            <a:r>
              <a:rPr lang="en-IN" sz="1600" dirty="0">
                <a:solidFill>
                  <a:schemeClr val="accent6"/>
                </a:solidFill>
              </a:rPr>
              <a:t> 2                                  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6AC97CA-984F-CF0A-08E9-1BA4D31ABBAC}"/>
              </a:ext>
            </a:extLst>
          </p:cNvPr>
          <p:cNvSpPr txBox="1"/>
          <p:nvPr/>
        </p:nvSpPr>
        <p:spPr>
          <a:xfrm>
            <a:off x="13289527" y="5714147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3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6DCA06BF-F54B-FF0E-BB10-25F84BA1BC7D}"/>
              </a:ext>
            </a:extLst>
          </p:cNvPr>
          <p:cNvSpPr txBox="1"/>
          <p:nvPr/>
        </p:nvSpPr>
        <p:spPr>
          <a:xfrm>
            <a:off x="13913970" y="5714147"/>
            <a:ext cx="4309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6"/>
                </a:solidFill>
              </a:rPr>
              <a:t>4</a:t>
            </a:r>
            <a:r>
              <a:rPr lang="en-IN" sz="1600" dirty="0">
                <a:solidFill>
                  <a:srgbClr val="FFC000"/>
                </a:solidFill>
              </a:rPr>
              <a:t>            </a:t>
            </a:r>
            <a:endParaRPr lang="en-IN" sz="1600" dirty="0">
              <a:solidFill>
                <a:schemeClr val="accent6"/>
              </a:solidFill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47127912-6696-DF7B-2B66-FBA8D4627528}"/>
              </a:ext>
            </a:extLst>
          </p:cNvPr>
          <p:cNvSpPr txBox="1"/>
          <p:nvPr/>
        </p:nvSpPr>
        <p:spPr>
          <a:xfrm>
            <a:off x="11943989" y="5861786"/>
            <a:ext cx="430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5F84E27-2F75-F50C-4A80-16AC27E04EA3}"/>
              </a:ext>
            </a:extLst>
          </p:cNvPr>
          <p:cNvSpPr txBox="1"/>
          <p:nvPr/>
        </p:nvSpPr>
        <p:spPr>
          <a:xfrm>
            <a:off x="13012289" y="5873032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5E59035E-8D6C-F56E-9C85-08F7E8AD77B9}"/>
              </a:ext>
            </a:extLst>
          </p:cNvPr>
          <p:cNvSpPr txBox="1"/>
          <p:nvPr/>
        </p:nvSpPr>
        <p:spPr>
          <a:xfrm>
            <a:off x="13648243" y="5887682"/>
            <a:ext cx="6700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   8</a:t>
            </a:r>
          </a:p>
        </p:txBody>
      </p:sp>
    </p:spTree>
    <p:extLst>
      <p:ext uri="{BB962C8B-B14F-4D97-AF65-F5344CB8AC3E}">
        <p14:creationId xmlns:p14="http://schemas.microsoft.com/office/powerpoint/2010/main" val="641778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2022</Words>
  <Application>Microsoft Office PowerPoint</Application>
  <PresentationFormat>Widescreen</PresentationFormat>
  <Paragraphs>497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Bahnschrift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2025-11-08T08:26:33Z</dcterms:created>
  <dcterms:modified xsi:type="dcterms:W3CDTF">2025-11-08T10:15:52Z</dcterms:modified>
</cp:coreProperties>
</file>