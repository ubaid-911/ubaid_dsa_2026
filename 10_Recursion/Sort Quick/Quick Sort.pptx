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30" r:id="rId2"/>
    <p:sldId id="331" r:id="rId3"/>
    <p:sldId id="332" r:id="rId4"/>
    <p:sldId id="333" r:id="rId5"/>
    <p:sldId id="334" r:id="rId6"/>
    <p:sldId id="335" r:id="rId7"/>
    <p:sldId id="336" r:id="rId8"/>
    <p:sldId id="337" r:id="rId9"/>
    <p:sldId id="338" r:id="rId10"/>
    <p:sldId id="339" r:id="rId11"/>
    <p:sldId id="340" r:id="rId12"/>
    <p:sldId id="341" r:id="rId13"/>
    <p:sldId id="342" r:id="rId14"/>
    <p:sldId id="343" r:id="rId15"/>
    <p:sldId id="344" r:id="rId16"/>
    <p:sldId id="345" r:id="rId17"/>
    <p:sldId id="346" r:id="rId18"/>
    <p:sldId id="347" r:id="rId19"/>
    <p:sldId id="348" r:id="rId20"/>
    <p:sldId id="349" r:id="rId21"/>
    <p:sldId id="350" r:id="rId22"/>
    <p:sldId id="351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52" d="100"/>
          <a:sy n="52" d="100"/>
        </p:scale>
        <p:origin x="1872" y="7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D7D520-9298-4295-60CA-51E69322DD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358D104-84CF-32F0-A18F-E28345F992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A49933-D52F-AB5B-92B5-5C8F25C2CD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1F5DE9-78B2-45E6-8BC1-5613F0F12C68}" type="datetimeFigureOut">
              <a:rPr lang="en-IN" smtClean="0"/>
              <a:t>09-11-2025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F335D7-4674-CC30-756A-BCDC0E7707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FD982B-4117-5852-552B-809299B0E2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F30CB-31D5-4F67-A263-891EF8B505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43319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6AD3B7-B0A8-46B4-C10F-CF142CF08B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00E0AD-3CF6-99B5-8FEB-778175EEF2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B8EF3C-253D-A4C1-D439-F384D372F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1F5DE9-78B2-45E6-8BC1-5613F0F12C68}" type="datetimeFigureOut">
              <a:rPr lang="en-IN" smtClean="0"/>
              <a:t>09-11-2025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209456-4AE2-BAAE-D43B-7746DE08D8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173891-E8DE-148B-D4F8-1B3CE5028A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F30CB-31D5-4F67-A263-891EF8B505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078111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6F0758-1BAC-D0B9-2E9B-CCFE9423D8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B148B2-DEE8-8AEF-3F41-1D7387946C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3F87A2-EAD8-F072-9856-0407D6919E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1F5DE9-78B2-45E6-8BC1-5613F0F12C68}" type="datetimeFigureOut">
              <a:rPr lang="en-IN" smtClean="0"/>
              <a:t>09-11-2025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341E5F-4663-C534-5B01-01CB63B7F4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4EABF9-1B3C-B185-41F4-A530BBA3AA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F30CB-31D5-4F67-A263-891EF8B505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96132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13BC6B-2D1F-763E-517F-D801F38A70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9A0ADE-257A-6638-9FCA-76BF8FE85C6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A801F1B-3D7E-0943-1AB9-662B3F1EF9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C7DD1B-1C35-204E-B329-AFB1FDFF8A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1F5DE9-78B2-45E6-8BC1-5613F0F12C68}" type="datetimeFigureOut">
              <a:rPr lang="en-IN" smtClean="0"/>
              <a:t>09-11-2025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E0C2EE-F9E5-60A2-618E-BEBB128E6D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441464-0C58-681F-4638-B6C7991C07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F30CB-31D5-4F67-A263-891EF8B505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0066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1D0AEC-C58C-A4F3-AC7C-F7BAA1AEF0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921FA0-460A-E4D9-119A-3851018F31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7F82CBA-6396-60A2-107B-FBB2AE9CCF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FACD866-E745-074E-A0E8-15139CE1C8E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37B9FBE-4774-DBFF-6302-94F7FC5EAB7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4E34EF0-E849-89C5-4743-73D6CDB3C8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1F5DE9-78B2-45E6-8BC1-5613F0F12C68}" type="datetimeFigureOut">
              <a:rPr lang="en-IN" smtClean="0"/>
              <a:t>09-11-2025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9BE593C-C85D-F03E-E5E9-5AE75040BC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E7DBC25-A1B0-7ACD-FB3F-59BDE2D9B8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F30CB-31D5-4F67-A263-891EF8B505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38213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37BAE5-30D4-FCE3-2536-5290995E5A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2909FA8-67DE-CA4D-9304-83F4C802A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1F5DE9-78B2-45E6-8BC1-5613F0F12C68}" type="datetimeFigureOut">
              <a:rPr lang="en-IN" smtClean="0"/>
              <a:t>09-11-2025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63B1DEB-8821-FB44-336E-CC718BA7C6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9CFAA8D-613F-E802-A0BC-6DF5B28DA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F30CB-31D5-4F67-A263-891EF8B505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91597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4B754BC-778C-08E8-EF97-9CD0AB380C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1F5DE9-78B2-45E6-8BC1-5613F0F12C68}" type="datetimeFigureOut">
              <a:rPr lang="en-IN" smtClean="0"/>
              <a:t>09-11-2025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75FE4C2-231B-F67F-3F56-F7E8B2117B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48224C-2CA3-F9AE-5A9C-AD1BA708F5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F30CB-31D5-4F67-A263-891EF8B505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13956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C482A4-DAE4-3504-F2E7-DB48B2AAA0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63771C-2D08-292B-4FE7-1D281FD3E6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CCB4D4-2724-373F-B51D-F9547671D8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4EF7C4-4210-6380-E6F3-0745FB88D5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1F5DE9-78B2-45E6-8BC1-5613F0F12C68}" type="datetimeFigureOut">
              <a:rPr lang="en-IN" smtClean="0"/>
              <a:t>09-11-2025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8A66F5-DE60-7E9A-BCD0-27094B3B5B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D7A096-2B46-7D73-558C-57ED53162D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F30CB-31D5-4F67-A263-891EF8B505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32296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C28ACE-F491-3182-0B8C-739E9EFF3D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B84F7BC-D46B-A945-534A-8EB58F09773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B330145-40D9-0046-6A73-E5A823EA6C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B04187-9773-073D-1AA3-07C8C30E83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1F5DE9-78B2-45E6-8BC1-5613F0F12C68}" type="datetimeFigureOut">
              <a:rPr lang="en-IN" smtClean="0"/>
              <a:t>09-11-2025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48DEF2-AD03-87CB-AFD6-DADA693A53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DC5681-8DB4-9107-E89B-93F294F3ED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F30CB-31D5-4F67-A263-891EF8B505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60368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5F39D5-E38A-E69F-FEEC-C63F43A5B9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DA3B446-EFA8-F0D8-7A80-5ABDDF7722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2E3C74-998D-36F3-7129-628EBEA562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1F5DE9-78B2-45E6-8BC1-5613F0F12C68}" type="datetimeFigureOut">
              <a:rPr lang="en-IN" smtClean="0"/>
              <a:t>09-11-2025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233535-4CDF-5381-4B51-5B58AAF68D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DD6229-3789-F7C9-63ED-494ED89CBA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F30CB-31D5-4F67-A263-891EF8B505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75780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20D8EA8-6D8A-65F1-AC8E-EFFAEB43DE8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3197F01-3127-8CA9-BFA4-DFB006E171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E6ACD4-E54B-C68E-89BA-C5BEE70BFE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1F5DE9-78B2-45E6-8BC1-5613F0F12C68}" type="datetimeFigureOut">
              <a:rPr lang="en-IN" smtClean="0"/>
              <a:t>09-11-2025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E776A1-C25D-FF93-0DA0-D0663F2FBD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A8D51E-81D5-AC05-6C9D-F03AAA012F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F30CB-31D5-4F67-A263-891EF8B505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69027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600DAB6-F450-50B2-E330-53703232D5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EE83D0-0AA5-5B6D-6F71-3B46F0CFC3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5469DF-06D2-B7AC-8EFD-7917E8A5003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71F5DE9-78B2-45E6-8BC1-5613F0F12C68}" type="datetimeFigureOut">
              <a:rPr lang="en-IN" smtClean="0"/>
              <a:t>09-11-2025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57B888-7897-86C4-29C5-ABF857B5393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58A1A5-0E79-B564-9A0D-45A372B573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4FF30CB-31D5-4F67-A263-891EF8B505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35174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E29467-71F6-8D4D-E34E-2A5409466D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A63DEF89-3F9B-2A16-46C4-2343A5336D2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solidFill>
              <a:srgbClr val="FFFF00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BB2EF26-A2E4-1929-99C5-5E078599F130}"/>
              </a:ext>
            </a:extLst>
          </p:cNvPr>
          <p:cNvSpPr txBox="1"/>
          <p:nvPr/>
        </p:nvSpPr>
        <p:spPr>
          <a:xfrm>
            <a:off x="2896616" y="2644170"/>
            <a:ext cx="714312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9600" b="1" dirty="0">
                <a:solidFill>
                  <a:schemeClr val="bg1">
                    <a:lumMod val="95000"/>
                  </a:schemeClr>
                </a:solidFill>
                <a:latin typeface="Bahnschrift" panose="020B0502040204020203" pitchFamily="34" charset="0"/>
              </a:rPr>
              <a:t>Quick Sort</a:t>
            </a:r>
            <a:endParaRPr lang="en-IN" sz="9600" b="1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790912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E7D125-BAF9-377E-42C5-9B12570302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8916F92-BCAE-54A9-1963-B1907CF243FB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2F482D7D-59C2-06B5-2188-60ED2292C1A5}"/>
              </a:ext>
            </a:extLst>
          </p:cNvPr>
          <p:cNvSpPr/>
          <p:nvPr/>
        </p:nvSpPr>
        <p:spPr>
          <a:xfrm>
            <a:off x="3746338" y="-445604"/>
            <a:ext cx="4284023" cy="770612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3200" b="1" dirty="0">
              <a:solidFill>
                <a:schemeClr val="bg1"/>
              </a:solidFill>
            </a:endParaRPr>
          </a:p>
          <a:p>
            <a:pPr algn="ctr"/>
            <a:endParaRPr lang="en-IN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0848E33-C0A5-B721-8A51-2C5C179F39FC}"/>
              </a:ext>
            </a:extLst>
          </p:cNvPr>
          <p:cNvSpPr txBox="1"/>
          <p:nvPr/>
        </p:nvSpPr>
        <p:spPr>
          <a:xfrm>
            <a:off x="4137336" y="-398853"/>
            <a:ext cx="428402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rgbClr val="FFC000"/>
                </a:solidFill>
              </a:rPr>
              <a:t>0            1            2               3           4            5                      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0EA4D20-5203-8F71-DDC8-971DE80287E0}"/>
              </a:ext>
            </a:extLst>
          </p:cNvPr>
          <p:cNvSpPr txBox="1"/>
          <p:nvPr/>
        </p:nvSpPr>
        <p:spPr>
          <a:xfrm>
            <a:off x="4137335" y="-229576"/>
            <a:ext cx="352256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bg1"/>
                </a:solidFill>
              </a:rPr>
              <a:t>5    2     6      4    1     3</a:t>
            </a:r>
          </a:p>
        </p:txBody>
      </p:sp>
    </p:spTree>
    <p:extLst>
      <p:ext uri="{BB962C8B-B14F-4D97-AF65-F5344CB8AC3E}">
        <p14:creationId xmlns:p14="http://schemas.microsoft.com/office/powerpoint/2010/main" val="23773015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01E882-C90F-A96D-229F-76556366A1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A2F17CA4-741F-3709-3FC9-5D5DC852DC45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42F6AB03-FCD6-DEFB-4E7B-A8C84C2023E9}"/>
              </a:ext>
            </a:extLst>
          </p:cNvPr>
          <p:cNvSpPr/>
          <p:nvPr/>
        </p:nvSpPr>
        <p:spPr>
          <a:xfrm>
            <a:off x="3746338" y="-445604"/>
            <a:ext cx="4284023" cy="770612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3200" b="1" dirty="0">
              <a:solidFill>
                <a:schemeClr val="bg1"/>
              </a:solidFill>
            </a:endParaRPr>
          </a:p>
          <a:p>
            <a:pPr algn="ctr"/>
            <a:endParaRPr lang="en-IN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F93B763-2FCA-9214-7854-0F5883D27311}"/>
              </a:ext>
            </a:extLst>
          </p:cNvPr>
          <p:cNvSpPr txBox="1"/>
          <p:nvPr/>
        </p:nvSpPr>
        <p:spPr>
          <a:xfrm>
            <a:off x="4137336" y="-398853"/>
            <a:ext cx="428402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rgbClr val="FFC000"/>
                </a:solidFill>
              </a:rPr>
              <a:t>0            1            2               3           4            5                      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F75A305-042B-586B-C98F-72727A01C239}"/>
              </a:ext>
            </a:extLst>
          </p:cNvPr>
          <p:cNvSpPr txBox="1"/>
          <p:nvPr/>
        </p:nvSpPr>
        <p:spPr>
          <a:xfrm>
            <a:off x="4137335" y="-229576"/>
            <a:ext cx="352256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bg1"/>
                </a:solidFill>
              </a:rPr>
              <a:t>5    2     6      4    1     3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B58BEE-814E-FDC0-7D44-D93C1AA9A334}"/>
              </a:ext>
            </a:extLst>
          </p:cNvPr>
          <p:cNvSpPr txBox="1"/>
          <p:nvPr/>
        </p:nvSpPr>
        <p:spPr>
          <a:xfrm>
            <a:off x="8697645" y="-291132"/>
            <a:ext cx="53536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>
                <a:solidFill>
                  <a:schemeClr val="accent4"/>
                </a:solidFill>
              </a:rPr>
              <a:t>PIVOT </a:t>
            </a:r>
            <a:r>
              <a:rPr lang="en-IN" sz="3600" b="1" dirty="0">
                <a:solidFill>
                  <a:schemeClr val="bg2"/>
                </a:solidFill>
              </a:rPr>
              <a:t>&amp;</a:t>
            </a:r>
            <a:r>
              <a:rPr lang="en-IN" sz="3600" b="1" dirty="0">
                <a:solidFill>
                  <a:schemeClr val="accent4"/>
                </a:solidFill>
              </a:rPr>
              <a:t> PARTATION</a:t>
            </a:r>
          </a:p>
        </p:txBody>
      </p:sp>
    </p:spTree>
    <p:extLst>
      <p:ext uri="{BB962C8B-B14F-4D97-AF65-F5344CB8AC3E}">
        <p14:creationId xmlns:p14="http://schemas.microsoft.com/office/powerpoint/2010/main" val="35987671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8B4523-88F9-0DC9-23A2-4D579975AD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A93EE0E-F709-7FE4-8E43-D7AD6B6CD975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010C048B-1930-FCF4-EFBD-9CE616FF4D4A}"/>
              </a:ext>
            </a:extLst>
          </p:cNvPr>
          <p:cNvSpPr/>
          <p:nvPr/>
        </p:nvSpPr>
        <p:spPr>
          <a:xfrm>
            <a:off x="3746338" y="-445604"/>
            <a:ext cx="4284023" cy="770612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3200" b="1" dirty="0">
              <a:solidFill>
                <a:schemeClr val="bg1"/>
              </a:solidFill>
            </a:endParaRPr>
          </a:p>
          <a:p>
            <a:pPr algn="ctr"/>
            <a:endParaRPr lang="en-IN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DD16B60-D094-4E58-C053-7B4A84EA7841}"/>
              </a:ext>
            </a:extLst>
          </p:cNvPr>
          <p:cNvSpPr txBox="1"/>
          <p:nvPr/>
        </p:nvSpPr>
        <p:spPr>
          <a:xfrm>
            <a:off x="4137336" y="-398853"/>
            <a:ext cx="428402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rgbClr val="FFC000"/>
                </a:solidFill>
              </a:rPr>
              <a:t>0            1            2               3           4            5                      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C34FC16-5102-D6E1-ACC5-743E1B343BD8}"/>
              </a:ext>
            </a:extLst>
          </p:cNvPr>
          <p:cNvSpPr txBox="1"/>
          <p:nvPr/>
        </p:nvSpPr>
        <p:spPr>
          <a:xfrm>
            <a:off x="4137335" y="-229576"/>
            <a:ext cx="352256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bg1"/>
                </a:solidFill>
              </a:rPr>
              <a:t>5    2     6      4    1     3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8140DFD-7FFE-EBF1-46FF-D940201B3E23}"/>
              </a:ext>
            </a:extLst>
          </p:cNvPr>
          <p:cNvSpPr txBox="1"/>
          <p:nvPr/>
        </p:nvSpPr>
        <p:spPr>
          <a:xfrm>
            <a:off x="8697645" y="-291132"/>
            <a:ext cx="53536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>
                <a:solidFill>
                  <a:schemeClr val="accent4"/>
                </a:solidFill>
              </a:rPr>
              <a:t>PIVOT </a:t>
            </a:r>
            <a:r>
              <a:rPr lang="en-IN" sz="3600" b="1" dirty="0">
                <a:solidFill>
                  <a:schemeClr val="bg2"/>
                </a:solidFill>
              </a:rPr>
              <a:t>&amp;</a:t>
            </a:r>
            <a:r>
              <a:rPr lang="en-IN" sz="3600" b="1" dirty="0">
                <a:solidFill>
                  <a:schemeClr val="accent4"/>
                </a:solidFill>
              </a:rPr>
              <a:t> PARTATION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1E212EB-CAD0-454A-45A2-CAB5915A062B}"/>
              </a:ext>
            </a:extLst>
          </p:cNvPr>
          <p:cNvSpPr txBox="1"/>
          <p:nvPr/>
        </p:nvSpPr>
        <p:spPr>
          <a:xfrm>
            <a:off x="3665417" y="1633638"/>
            <a:ext cx="47559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bg1"/>
                </a:solidFill>
              </a:rPr>
              <a:t>      &lt; =            3             &gt; =  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8F7CE14-57B5-8C75-6AEC-41027AA0CEC4}"/>
              </a:ext>
            </a:extLst>
          </p:cNvPr>
          <p:cNvSpPr txBox="1"/>
          <p:nvPr/>
        </p:nvSpPr>
        <p:spPr>
          <a:xfrm>
            <a:off x="5154328" y="1100863"/>
            <a:ext cx="14885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>
                <a:solidFill>
                  <a:schemeClr val="accent4"/>
                </a:solidFill>
              </a:rPr>
              <a:t>PIVOT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81F6E35-F4A5-189B-17E3-E3DB87F37EF0}"/>
              </a:ext>
            </a:extLst>
          </p:cNvPr>
          <p:cNvSpPr txBox="1"/>
          <p:nvPr/>
        </p:nvSpPr>
        <p:spPr>
          <a:xfrm>
            <a:off x="2358665" y="1663829"/>
            <a:ext cx="205120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>
                <a:solidFill>
                  <a:srgbClr val="FFFF00"/>
                </a:solidFill>
              </a:rPr>
              <a:t>Left Side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42A2DBB-85D4-E2FC-CE37-3A23E7308083}"/>
              </a:ext>
            </a:extLst>
          </p:cNvPr>
          <p:cNvSpPr txBox="1"/>
          <p:nvPr/>
        </p:nvSpPr>
        <p:spPr>
          <a:xfrm>
            <a:off x="8030361" y="1633638"/>
            <a:ext cx="205120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>
                <a:solidFill>
                  <a:srgbClr val="FFFF00"/>
                </a:solidFill>
              </a:rPr>
              <a:t>Right Side </a:t>
            </a:r>
          </a:p>
        </p:txBody>
      </p:sp>
    </p:spTree>
    <p:extLst>
      <p:ext uri="{BB962C8B-B14F-4D97-AF65-F5344CB8AC3E}">
        <p14:creationId xmlns:p14="http://schemas.microsoft.com/office/powerpoint/2010/main" val="687698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DCF295-9BDC-2FFF-ACF6-68C6415989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5235B830-19EE-13CE-408B-582786C433A1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38BE9C4A-53BF-560C-74C7-25266EEAB0EA}"/>
              </a:ext>
            </a:extLst>
          </p:cNvPr>
          <p:cNvSpPr/>
          <p:nvPr/>
        </p:nvSpPr>
        <p:spPr>
          <a:xfrm>
            <a:off x="3746338" y="-445604"/>
            <a:ext cx="4284023" cy="770612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3200" b="1" dirty="0">
              <a:solidFill>
                <a:schemeClr val="bg1"/>
              </a:solidFill>
            </a:endParaRPr>
          </a:p>
          <a:p>
            <a:pPr algn="ctr"/>
            <a:endParaRPr lang="en-IN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807044E-DA8A-38C3-4E3C-53CF8642ED4F}"/>
              </a:ext>
            </a:extLst>
          </p:cNvPr>
          <p:cNvSpPr txBox="1"/>
          <p:nvPr/>
        </p:nvSpPr>
        <p:spPr>
          <a:xfrm>
            <a:off x="4137336" y="-398853"/>
            <a:ext cx="428402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rgbClr val="FFC000"/>
                </a:solidFill>
              </a:rPr>
              <a:t>0            1            2               3           4            5                      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91116DE-2E50-D7F9-09A8-5C1C9363A249}"/>
              </a:ext>
            </a:extLst>
          </p:cNvPr>
          <p:cNvSpPr txBox="1"/>
          <p:nvPr/>
        </p:nvSpPr>
        <p:spPr>
          <a:xfrm>
            <a:off x="4137335" y="-229576"/>
            <a:ext cx="352256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bg1"/>
                </a:solidFill>
              </a:rPr>
              <a:t>5    </a:t>
            </a:r>
            <a:r>
              <a:rPr lang="en-IN" sz="3200" b="1" dirty="0">
                <a:solidFill>
                  <a:schemeClr val="accent6"/>
                </a:solidFill>
              </a:rPr>
              <a:t>2</a:t>
            </a:r>
            <a:r>
              <a:rPr lang="en-IN" sz="3200" b="1" dirty="0">
                <a:solidFill>
                  <a:schemeClr val="bg1"/>
                </a:solidFill>
              </a:rPr>
              <a:t>     6      4    </a:t>
            </a:r>
            <a:r>
              <a:rPr lang="en-IN" sz="3200" b="1" dirty="0">
                <a:solidFill>
                  <a:schemeClr val="accent6"/>
                </a:solidFill>
              </a:rPr>
              <a:t>1</a:t>
            </a:r>
            <a:r>
              <a:rPr lang="en-IN" sz="3200" b="1" dirty="0">
                <a:solidFill>
                  <a:schemeClr val="bg1"/>
                </a:solidFill>
              </a:rPr>
              <a:t>     </a:t>
            </a:r>
            <a:r>
              <a:rPr lang="en-IN" sz="3200" b="1" dirty="0">
                <a:solidFill>
                  <a:schemeClr val="accent2"/>
                </a:solidFill>
              </a:rPr>
              <a:t>3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E9FD34E-5EC2-DCF8-DCA9-EBC0C1044B57}"/>
              </a:ext>
            </a:extLst>
          </p:cNvPr>
          <p:cNvSpPr txBox="1"/>
          <p:nvPr/>
        </p:nvSpPr>
        <p:spPr>
          <a:xfrm>
            <a:off x="8697645" y="-291132"/>
            <a:ext cx="53536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>
                <a:solidFill>
                  <a:schemeClr val="accent4"/>
                </a:solidFill>
              </a:rPr>
              <a:t>PIVOT </a:t>
            </a:r>
            <a:r>
              <a:rPr lang="en-IN" sz="3600" b="1" dirty="0">
                <a:solidFill>
                  <a:schemeClr val="bg2"/>
                </a:solidFill>
              </a:rPr>
              <a:t>&amp;</a:t>
            </a:r>
            <a:r>
              <a:rPr lang="en-IN" sz="3600" b="1" dirty="0">
                <a:solidFill>
                  <a:schemeClr val="accent4"/>
                </a:solidFill>
              </a:rPr>
              <a:t> PARTATION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406BA8C-7809-2CF0-069C-3F5349E552FC}"/>
              </a:ext>
            </a:extLst>
          </p:cNvPr>
          <p:cNvSpPr txBox="1"/>
          <p:nvPr/>
        </p:nvSpPr>
        <p:spPr>
          <a:xfrm>
            <a:off x="3665417" y="1633638"/>
            <a:ext cx="47559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bg1"/>
                </a:solidFill>
              </a:rPr>
              <a:t>      &lt; =            3             &gt; =  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AAA42BD-A8B6-4164-11C1-CD09406F8C16}"/>
              </a:ext>
            </a:extLst>
          </p:cNvPr>
          <p:cNvSpPr txBox="1"/>
          <p:nvPr/>
        </p:nvSpPr>
        <p:spPr>
          <a:xfrm>
            <a:off x="5154328" y="1100863"/>
            <a:ext cx="14885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>
                <a:solidFill>
                  <a:schemeClr val="accent4"/>
                </a:solidFill>
              </a:rPr>
              <a:t>PIVOT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711FF01-260B-7D93-6431-62ECD6E42690}"/>
              </a:ext>
            </a:extLst>
          </p:cNvPr>
          <p:cNvSpPr txBox="1"/>
          <p:nvPr/>
        </p:nvSpPr>
        <p:spPr>
          <a:xfrm>
            <a:off x="2358665" y="1663829"/>
            <a:ext cx="205120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>
                <a:solidFill>
                  <a:srgbClr val="FFFF00"/>
                </a:solidFill>
              </a:rPr>
              <a:t>Left Side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7EDF148-4A73-8A0A-71BC-E417CE40F107}"/>
              </a:ext>
            </a:extLst>
          </p:cNvPr>
          <p:cNvSpPr txBox="1"/>
          <p:nvPr/>
        </p:nvSpPr>
        <p:spPr>
          <a:xfrm>
            <a:off x="8030361" y="1633638"/>
            <a:ext cx="205120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>
                <a:solidFill>
                  <a:srgbClr val="FFFF00"/>
                </a:solidFill>
              </a:rPr>
              <a:t>Right Side </a:t>
            </a:r>
          </a:p>
        </p:txBody>
      </p:sp>
    </p:spTree>
    <p:extLst>
      <p:ext uri="{BB962C8B-B14F-4D97-AF65-F5344CB8AC3E}">
        <p14:creationId xmlns:p14="http://schemas.microsoft.com/office/powerpoint/2010/main" val="18316744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ECCAF8-F3F5-AE8E-9C43-88E05313BB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13B56B1-CE39-3832-3513-FDDB54D21209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F6E90B76-C260-36F7-05CB-C6384CD35723}"/>
              </a:ext>
            </a:extLst>
          </p:cNvPr>
          <p:cNvSpPr/>
          <p:nvPr/>
        </p:nvSpPr>
        <p:spPr>
          <a:xfrm>
            <a:off x="3746338" y="-445604"/>
            <a:ext cx="4284023" cy="770612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3200" b="1" dirty="0">
              <a:solidFill>
                <a:schemeClr val="bg1"/>
              </a:solidFill>
            </a:endParaRPr>
          </a:p>
          <a:p>
            <a:pPr algn="ctr"/>
            <a:endParaRPr lang="en-IN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BC496F-4B72-AF8F-BB90-A646EC48D37F}"/>
              </a:ext>
            </a:extLst>
          </p:cNvPr>
          <p:cNvSpPr txBox="1"/>
          <p:nvPr/>
        </p:nvSpPr>
        <p:spPr>
          <a:xfrm>
            <a:off x="4137336" y="-398853"/>
            <a:ext cx="428402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rgbClr val="FFC000"/>
                </a:solidFill>
              </a:rPr>
              <a:t>0            1            2               3           4            5                      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355579C-2432-CA14-6E00-15AD99F11BA3}"/>
              </a:ext>
            </a:extLst>
          </p:cNvPr>
          <p:cNvSpPr txBox="1"/>
          <p:nvPr/>
        </p:nvSpPr>
        <p:spPr>
          <a:xfrm>
            <a:off x="4137335" y="-229576"/>
            <a:ext cx="352256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bg1"/>
                </a:solidFill>
              </a:rPr>
              <a:t>5    </a:t>
            </a:r>
            <a:r>
              <a:rPr lang="en-IN" sz="3200" b="1" dirty="0">
                <a:solidFill>
                  <a:schemeClr val="accent6"/>
                </a:solidFill>
              </a:rPr>
              <a:t>2</a:t>
            </a:r>
            <a:r>
              <a:rPr lang="en-IN" sz="3200" b="1" dirty="0">
                <a:solidFill>
                  <a:schemeClr val="bg1"/>
                </a:solidFill>
              </a:rPr>
              <a:t>     6      4    </a:t>
            </a:r>
            <a:r>
              <a:rPr lang="en-IN" sz="3200" b="1" dirty="0">
                <a:solidFill>
                  <a:schemeClr val="accent6"/>
                </a:solidFill>
              </a:rPr>
              <a:t>1</a:t>
            </a:r>
            <a:r>
              <a:rPr lang="en-IN" sz="3200" b="1" dirty="0">
                <a:solidFill>
                  <a:schemeClr val="bg1"/>
                </a:solidFill>
              </a:rPr>
              <a:t>     </a:t>
            </a:r>
            <a:r>
              <a:rPr lang="en-IN" sz="3200" b="1" dirty="0">
                <a:solidFill>
                  <a:schemeClr val="accent2"/>
                </a:solidFill>
              </a:rPr>
              <a:t>3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FEEA2C0-FC57-C079-5069-BA4D9AB5E950}"/>
              </a:ext>
            </a:extLst>
          </p:cNvPr>
          <p:cNvSpPr txBox="1"/>
          <p:nvPr/>
        </p:nvSpPr>
        <p:spPr>
          <a:xfrm>
            <a:off x="8697645" y="-291132"/>
            <a:ext cx="53536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>
                <a:solidFill>
                  <a:schemeClr val="accent4"/>
                </a:solidFill>
              </a:rPr>
              <a:t>PIVOT </a:t>
            </a:r>
            <a:r>
              <a:rPr lang="en-IN" sz="3600" b="1" dirty="0">
                <a:solidFill>
                  <a:schemeClr val="bg2"/>
                </a:solidFill>
              </a:rPr>
              <a:t>&amp;</a:t>
            </a:r>
            <a:r>
              <a:rPr lang="en-IN" sz="3600" b="1" dirty="0">
                <a:solidFill>
                  <a:schemeClr val="accent4"/>
                </a:solidFill>
              </a:rPr>
              <a:t> PARTATION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B0924C6-F4C7-47B6-AE40-BC936A15C185}"/>
              </a:ext>
            </a:extLst>
          </p:cNvPr>
          <p:cNvSpPr txBox="1"/>
          <p:nvPr/>
        </p:nvSpPr>
        <p:spPr>
          <a:xfrm>
            <a:off x="3665417" y="1633638"/>
            <a:ext cx="47559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bg1"/>
                </a:solidFill>
              </a:rPr>
              <a:t>      &lt; =            3             &gt; =  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EEBC5CB-691F-868A-E07E-1936582E139C}"/>
              </a:ext>
            </a:extLst>
          </p:cNvPr>
          <p:cNvSpPr txBox="1"/>
          <p:nvPr/>
        </p:nvSpPr>
        <p:spPr>
          <a:xfrm>
            <a:off x="5154328" y="1100863"/>
            <a:ext cx="14885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>
                <a:solidFill>
                  <a:schemeClr val="accent4"/>
                </a:solidFill>
              </a:rPr>
              <a:t>PIVOT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1E72487-C7E0-CB34-0CCC-804FD40D7A12}"/>
              </a:ext>
            </a:extLst>
          </p:cNvPr>
          <p:cNvSpPr txBox="1"/>
          <p:nvPr/>
        </p:nvSpPr>
        <p:spPr>
          <a:xfrm>
            <a:off x="2358665" y="1663829"/>
            <a:ext cx="205120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>
                <a:solidFill>
                  <a:srgbClr val="FFFF00"/>
                </a:solidFill>
              </a:rPr>
              <a:t>Left Side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284EC4C-78F2-83CE-58B8-75DAA82F4B0F}"/>
              </a:ext>
            </a:extLst>
          </p:cNvPr>
          <p:cNvSpPr txBox="1"/>
          <p:nvPr/>
        </p:nvSpPr>
        <p:spPr>
          <a:xfrm>
            <a:off x="8030361" y="1633638"/>
            <a:ext cx="205120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>
                <a:solidFill>
                  <a:srgbClr val="FFFF00"/>
                </a:solidFill>
              </a:rPr>
              <a:t>Right Side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7C3BDC6-AE21-9C1D-B119-7376EC5A615F}"/>
              </a:ext>
            </a:extLst>
          </p:cNvPr>
          <p:cNvSpPr txBox="1"/>
          <p:nvPr/>
        </p:nvSpPr>
        <p:spPr>
          <a:xfrm>
            <a:off x="4409872" y="2578406"/>
            <a:ext cx="47559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bg1"/>
                </a:solidFill>
              </a:rPr>
              <a:t>2     1      </a:t>
            </a:r>
            <a:r>
              <a:rPr lang="en-IN" sz="3200" b="1" dirty="0">
                <a:solidFill>
                  <a:schemeClr val="accent2"/>
                </a:solidFill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8823349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F6845D-1C7D-09AC-8B9E-054FFA2946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95C0A99-632F-F488-8388-FCE9807391AE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EDD85098-BB50-6C8A-6D52-15626828427B}"/>
              </a:ext>
            </a:extLst>
          </p:cNvPr>
          <p:cNvSpPr/>
          <p:nvPr/>
        </p:nvSpPr>
        <p:spPr>
          <a:xfrm>
            <a:off x="3746338" y="-445604"/>
            <a:ext cx="4284023" cy="770612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3200" b="1" dirty="0">
              <a:solidFill>
                <a:schemeClr val="bg1"/>
              </a:solidFill>
            </a:endParaRPr>
          </a:p>
          <a:p>
            <a:pPr algn="ctr"/>
            <a:endParaRPr lang="en-IN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A39B4A3-3F70-4CD1-CEA6-44CA11C121D4}"/>
              </a:ext>
            </a:extLst>
          </p:cNvPr>
          <p:cNvSpPr txBox="1"/>
          <p:nvPr/>
        </p:nvSpPr>
        <p:spPr>
          <a:xfrm>
            <a:off x="4137336" y="-398853"/>
            <a:ext cx="428402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rgbClr val="FFC000"/>
                </a:solidFill>
              </a:rPr>
              <a:t>0            1            2               3           4            5                      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485ECCE-7E5F-2F6A-006D-45415FBF09FB}"/>
              </a:ext>
            </a:extLst>
          </p:cNvPr>
          <p:cNvSpPr txBox="1"/>
          <p:nvPr/>
        </p:nvSpPr>
        <p:spPr>
          <a:xfrm>
            <a:off x="4137335" y="-229576"/>
            <a:ext cx="352256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accent5"/>
                </a:solidFill>
              </a:rPr>
              <a:t>5</a:t>
            </a:r>
            <a:r>
              <a:rPr lang="en-IN" sz="3200" b="1" dirty="0">
                <a:solidFill>
                  <a:schemeClr val="bg1"/>
                </a:solidFill>
              </a:rPr>
              <a:t>    </a:t>
            </a:r>
            <a:r>
              <a:rPr lang="en-IN" sz="3200" b="1" dirty="0">
                <a:solidFill>
                  <a:schemeClr val="accent6"/>
                </a:solidFill>
              </a:rPr>
              <a:t>2</a:t>
            </a:r>
            <a:r>
              <a:rPr lang="en-IN" sz="3200" b="1" dirty="0">
                <a:solidFill>
                  <a:schemeClr val="bg1"/>
                </a:solidFill>
              </a:rPr>
              <a:t>     </a:t>
            </a:r>
            <a:r>
              <a:rPr lang="en-IN" sz="3200" b="1" dirty="0">
                <a:solidFill>
                  <a:schemeClr val="accent5"/>
                </a:solidFill>
              </a:rPr>
              <a:t>6</a:t>
            </a:r>
            <a:r>
              <a:rPr lang="en-IN" sz="3200" b="1" dirty="0">
                <a:solidFill>
                  <a:schemeClr val="bg1"/>
                </a:solidFill>
              </a:rPr>
              <a:t>      </a:t>
            </a:r>
            <a:r>
              <a:rPr lang="en-IN" sz="3200" b="1" dirty="0">
                <a:solidFill>
                  <a:schemeClr val="accent5"/>
                </a:solidFill>
              </a:rPr>
              <a:t>4</a:t>
            </a:r>
            <a:r>
              <a:rPr lang="en-IN" sz="3200" b="1" dirty="0">
                <a:solidFill>
                  <a:schemeClr val="bg1"/>
                </a:solidFill>
              </a:rPr>
              <a:t>    </a:t>
            </a:r>
            <a:r>
              <a:rPr lang="en-IN" sz="3200" b="1" dirty="0">
                <a:solidFill>
                  <a:schemeClr val="accent6"/>
                </a:solidFill>
              </a:rPr>
              <a:t>1</a:t>
            </a:r>
            <a:r>
              <a:rPr lang="en-IN" sz="3200" b="1" dirty="0">
                <a:solidFill>
                  <a:schemeClr val="bg1"/>
                </a:solidFill>
              </a:rPr>
              <a:t>     </a:t>
            </a:r>
            <a:r>
              <a:rPr lang="en-IN" sz="3200" b="1" dirty="0">
                <a:solidFill>
                  <a:schemeClr val="accent2"/>
                </a:solidFill>
              </a:rPr>
              <a:t>3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D8E2E27-F97C-A16D-9A45-CA7101BDC313}"/>
              </a:ext>
            </a:extLst>
          </p:cNvPr>
          <p:cNvSpPr txBox="1"/>
          <p:nvPr/>
        </p:nvSpPr>
        <p:spPr>
          <a:xfrm>
            <a:off x="8697645" y="-291132"/>
            <a:ext cx="53536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>
                <a:solidFill>
                  <a:schemeClr val="accent4"/>
                </a:solidFill>
              </a:rPr>
              <a:t>PIVOT </a:t>
            </a:r>
            <a:r>
              <a:rPr lang="en-IN" sz="3600" b="1" dirty="0">
                <a:solidFill>
                  <a:schemeClr val="bg2"/>
                </a:solidFill>
              </a:rPr>
              <a:t>&amp;</a:t>
            </a:r>
            <a:r>
              <a:rPr lang="en-IN" sz="3600" b="1" dirty="0">
                <a:solidFill>
                  <a:schemeClr val="accent4"/>
                </a:solidFill>
              </a:rPr>
              <a:t> PARTATION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5CA4FDD-2E08-3E64-3685-C113E62C4D47}"/>
              </a:ext>
            </a:extLst>
          </p:cNvPr>
          <p:cNvSpPr txBox="1"/>
          <p:nvPr/>
        </p:nvSpPr>
        <p:spPr>
          <a:xfrm>
            <a:off x="3665417" y="1633638"/>
            <a:ext cx="47559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bg1"/>
                </a:solidFill>
              </a:rPr>
              <a:t>      &lt; =            3             &gt; =  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65256B0-B9A5-0448-EDB4-86672CD1121B}"/>
              </a:ext>
            </a:extLst>
          </p:cNvPr>
          <p:cNvSpPr txBox="1"/>
          <p:nvPr/>
        </p:nvSpPr>
        <p:spPr>
          <a:xfrm>
            <a:off x="5154328" y="1100863"/>
            <a:ext cx="14885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>
                <a:solidFill>
                  <a:schemeClr val="accent4"/>
                </a:solidFill>
              </a:rPr>
              <a:t>PIVOT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213382D-9718-B095-E4FC-B51571EC1F86}"/>
              </a:ext>
            </a:extLst>
          </p:cNvPr>
          <p:cNvSpPr txBox="1"/>
          <p:nvPr/>
        </p:nvSpPr>
        <p:spPr>
          <a:xfrm>
            <a:off x="2358665" y="1663829"/>
            <a:ext cx="205120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>
                <a:solidFill>
                  <a:srgbClr val="FFFF00"/>
                </a:solidFill>
              </a:rPr>
              <a:t>Left Side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2DAEF86-663D-9D83-950E-0ABF332404ED}"/>
              </a:ext>
            </a:extLst>
          </p:cNvPr>
          <p:cNvSpPr txBox="1"/>
          <p:nvPr/>
        </p:nvSpPr>
        <p:spPr>
          <a:xfrm>
            <a:off x="8030361" y="1633638"/>
            <a:ext cx="205120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>
                <a:solidFill>
                  <a:srgbClr val="FFFF00"/>
                </a:solidFill>
              </a:rPr>
              <a:t>Right Side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A5B31E7-F811-757F-A983-4970D0C92528}"/>
              </a:ext>
            </a:extLst>
          </p:cNvPr>
          <p:cNvSpPr txBox="1"/>
          <p:nvPr/>
        </p:nvSpPr>
        <p:spPr>
          <a:xfrm>
            <a:off x="4409872" y="2578406"/>
            <a:ext cx="47559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bg1"/>
                </a:solidFill>
              </a:rPr>
              <a:t>2     1      </a:t>
            </a:r>
            <a:r>
              <a:rPr lang="en-IN" sz="3200" b="1" dirty="0">
                <a:solidFill>
                  <a:schemeClr val="accent2"/>
                </a:solidFill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773442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676D9E-2EA4-940E-65BB-E8597875CB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C1F4711F-EFF2-A0BA-53A7-454E32BF96D8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23210869-AFE5-896C-8277-3D0A263CE055}"/>
              </a:ext>
            </a:extLst>
          </p:cNvPr>
          <p:cNvSpPr/>
          <p:nvPr/>
        </p:nvSpPr>
        <p:spPr>
          <a:xfrm>
            <a:off x="3746338" y="-445604"/>
            <a:ext cx="4284023" cy="770612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3200" b="1" dirty="0">
              <a:solidFill>
                <a:schemeClr val="bg1"/>
              </a:solidFill>
            </a:endParaRPr>
          </a:p>
          <a:p>
            <a:pPr algn="ctr"/>
            <a:endParaRPr lang="en-IN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ED4363A-BA34-8026-9C19-593C8062F4F5}"/>
              </a:ext>
            </a:extLst>
          </p:cNvPr>
          <p:cNvSpPr txBox="1"/>
          <p:nvPr/>
        </p:nvSpPr>
        <p:spPr>
          <a:xfrm>
            <a:off x="4137336" y="-398853"/>
            <a:ext cx="428402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rgbClr val="FFC000"/>
                </a:solidFill>
              </a:rPr>
              <a:t>0            1            2               3           4            5                      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5137A3A-2BF6-FB61-7697-90B0A9A961A9}"/>
              </a:ext>
            </a:extLst>
          </p:cNvPr>
          <p:cNvSpPr txBox="1"/>
          <p:nvPr/>
        </p:nvSpPr>
        <p:spPr>
          <a:xfrm>
            <a:off x="4137335" y="-229576"/>
            <a:ext cx="352256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accent5"/>
                </a:solidFill>
              </a:rPr>
              <a:t>5</a:t>
            </a:r>
            <a:r>
              <a:rPr lang="en-IN" sz="3200" b="1" dirty="0">
                <a:solidFill>
                  <a:schemeClr val="bg1"/>
                </a:solidFill>
              </a:rPr>
              <a:t>    </a:t>
            </a:r>
            <a:r>
              <a:rPr lang="en-IN" sz="3200" b="1" dirty="0">
                <a:solidFill>
                  <a:schemeClr val="accent6"/>
                </a:solidFill>
              </a:rPr>
              <a:t>2</a:t>
            </a:r>
            <a:r>
              <a:rPr lang="en-IN" sz="3200" b="1" dirty="0">
                <a:solidFill>
                  <a:schemeClr val="bg1"/>
                </a:solidFill>
              </a:rPr>
              <a:t>     </a:t>
            </a:r>
            <a:r>
              <a:rPr lang="en-IN" sz="3200" b="1" dirty="0">
                <a:solidFill>
                  <a:schemeClr val="accent5"/>
                </a:solidFill>
              </a:rPr>
              <a:t>6</a:t>
            </a:r>
            <a:r>
              <a:rPr lang="en-IN" sz="3200" b="1" dirty="0">
                <a:solidFill>
                  <a:schemeClr val="bg1"/>
                </a:solidFill>
              </a:rPr>
              <a:t>      </a:t>
            </a:r>
            <a:r>
              <a:rPr lang="en-IN" sz="3200" b="1" dirty="0">
                <a:solidFill>
                  <a:schemeClr val="accent5"/>
                </a:solidFill>
              </a:rPr>
              <a:t>4</a:t>
            </a:r>
            <a:r>
              <a:rPr lang="en-IN" sz="3200" b="1" dirty="0">
                <a:solidFill>
                  <a:schemeClr val="bg1"/>
                </a:solidFill>
              </a:rPr>
              <a:t>    </a:t>
            </a:r>
            <a:r>
              <a:rPr lang="en-IN" sz="3200" b="1" dirty="0">
                <a:solidFill>
                  <a:schemeClr val="accent6"/>
                </a:solidFill>
              </a:rPr>
              <a:t>1</a:t>
            </a:r>
            <a:r>
              <a:rPr lang="en-IN" sz="3200" b="1" dirty="0">
                <a:solidFill>
                  <a:schemeClr val="bg1"/>
                </a:solidFill>
              </a:rPr>
              <a:t>     </a:t>
            </a:r>
            <a:r>
              <a:rPr lang="en-IN" sz="3200" b="1" dirty="0">
                <a:solidFill>
                  <a:schemeClr val="accent2"/>
                </a:solidFill>
              </a:rPr>
              <a:t>3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99D0260-26F9-D48F-EC98-6DC8BE9C6159}"/>
              </a:ext>
            </a:extLst>
          </p:cNvPr>
          <p:cNvSpPr txBox="1"/>
          <p:nvPr/>
        </p:nvSpPr>
        <p:spPr>
          <a:xfrm>
            <a:off x="8697645" y="-291132"/>
            <a:ext cx="53536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>
                <a:solidFill>
                  <a:schemeClr val="accent4"/>
                </a:solidFill>
              </a:rPr>
              <a:t>PIVOT </a:t>
            </a:r>
            <a:r>
              <a:rPr lang="en-IN" sz="3600" b="1" dirty="0">
                <a:solidFill>
                  <a:schemeClr val="bg2"/>
                </a:solidFill>
              </a:rPr>
              <a:t>&amp;</a:t>
            </a:r>
            <a:r>
              <a:rPr lang="en-IN" sz="3600" b="1" dirty="0">
                <a:solidFill>
                  <a:schemeClr val="accent4"/>
                </a:solidFill>
              </a:rPr>
              <a:t> PARTATION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2780ECE-3CCA-8114-595E-8BB51B9037AE}"/>
              </a:ext>
            </a:extLst>
          </p:cNvPr>
          <p:cNvSpPr txBox="1"/>
          <p:nvPr/>
        </p:nvSpPr>
        <p:spPr>
          <a:xfrm>
            <a:off x="3665417" y="1633638"/>
            <a:ext cx="47559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bg1"/>
                </a:solidFill>
              </a:rPr>
              <a:t>      &lt; =            3             &gt; =  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20C3B6A-9415-F765-96CC-34F9770E1167}"/>
              </a:ext>
            </a:extLst>
          </p:cNvPr>
          <p:cNvSpPr txBox="1"/>
          <p:nvPr/>
        </p:nvSpPr>
        <p:spPr>
          <a:xfrm>
            <a:off x="5154328" y="1100863"/>
            <a:ext cx="14885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>
                <a:solidFill>
                  <a:schemeClr val="accent4"/>
                </a:solidFill>
              </a:rPr>
              <a:t>PIVOT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9A99DDC-6436-6E82-BB07-A68E1C378FA2}"/>
              </a:ext>
            </a:extLst>
          </p:cNvPr>
          <p:cNvSpPr txBox="1"/>
          <p:nvPr/>
        </p:nvSpPr>
        <p:spPr>
          <a:xfrm>
            <a:off x="2358665" y="1663829"/>
            <a:ext cx="205120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>
                <a:solidFill>
                  <a:srgbClr val="FFFF00"/>
                </a:solidFill>
              </a:rPr>
              <a:t>Left Side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F958020-A300-730D-CF21-49EB5E7F2A96}"/>
              </a:ext>
            </a:extLst>
          </p:cNvPr>
          <p:cNvSpPr txBox="1"/>
          <p:nvPr/>
        </p:nvSpPr>
        <p:spPr>
          <a:xfrm>
            <a:off x="8030361" y="1633638"/>
            <a:ext cx="205120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>
                <a:solidFill>
                  <a:srgbClr val="FFFF00"/>
                </a:solidFill>
              </a:rPr>
              <a:t>Right Side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2274712-6B06-221B-846E-9D1AE884F614}"/>
              </a:ext>
            </a:extLst>
          </p:cNvPr>
          <p:cNvSpPr txBox="1"/>
          <p:nvPr/>
        </p:nvSpPr>
        <p:spPr>
          <a:xfrm>
            <a:off x="4409872" y="2578406"/>
            <a:ext cx="47559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bg1"/>
                </a:solidFill>
              </a:rPr>
              <a:t>2     1      </a:t>
            </a:r>
            <a:r>
              <a:rPr lang="en-IN" sz="3200" b="1" dirty="0">
                <a:solidFill>
                  <a:schemeClr val="accent2"/>
                </a:solidFill>
              </a:rPr>
              <a:t>3      </a:t>
            </a:r>
            <a:r>
              <a:rPr lang="en-IN" sz="3200" b="1" dirty="0">
                <a:solidFill>
                  <a:schemeClr val="bg1"/>
                </a:solidFill>
              </a:rPr>
              <a:t>5      6      4 </a:t>
            </a:r>
            <a:r>
              <a:rPr lang="en-IN" sz="3200" b="1" dirty="0">
                <a:solidFill>
                  <a:schemeClr val="accent2"/>
                </a:solidFill>
              </a:rPr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36678110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9E315A-2C09-6F62-E653-E3FC2FE996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87A0570D-DE11-5E4F-ABAD-D5B5619012EB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B4A62819-19E2-E1C0-DC74-D004167A0D5B}"/>
              </a:ext>
            </a:extLst>
          </p:cNvPr>
          <p:cNvSpPr/>
          <p:nvPr/>
        </p:nvSpPr>
        <p:spPr>
          <a:xfrm>
            <a:off x="3746338" y="-445604"/>
            <a:ext cx="4284023" cy="770612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3200" b="1" dirty="0">
              <a:solidFill>
                <a:schemeClr val="bg1"/>
              </a:solidFill>
            </a:endParaRPr>
          </a:p>
          <a:p>
            <a:pPr algn="ctr"/>
            <a:endParaRPr lang="en-IN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686ED2F-6989-4F81-5CD0-435C28665605}"/>
              </a:ext>
            </a:extLst>
          </p:cNvPr>
          <p:cNvSpPr txBox="1"/>
          <p:nvPr/>
        </p:nvSpPr>
        <p:spPr>
          <a:xfrm>
            <a:off x="4137336" y="-398853"/>
            <a:ext cx="428402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rgbClr val="FFC000"/>
                </a:solidFill>
              </a:rPr>
              <a:t>0            1            2               3           4            5                      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BB9D72A-D3B2-BD6E-F981-F9BA546CC020}"/>
              </a:ext>
            </a:extLst>
          </p:cNvPr>
          <p:cNvSpPr txBox="1"/>
          <p:nvPr/>
        </p:nvSpPr>
        <p:spPr>
          <a:xfrm>
            <a:off x="4137335" y="-229576"/>
            <a:ext cx="352256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accent5"/>
                </a:solidFill>
              </a:rPr>
              <a:t>5</a:t>
            </a:r>
            <a:r>
              <a:rPr lang="en-IN" sz="3200" b="1" dirty="0">
                <a:solidFill>
                  <a:schemeClr val="bg1"/>
                </a:solidFill>
              </a:rPr>
              <a:t>    </a:t>
            </a:r>
            <a:r>
              <a:rPr lang="en-IN" sz="3200" b="1" dirty="0">
                <a:solidFill>
                  <a:schemeClr val="accent6"/>
                </a:solidFill>
              </a:rPr>
              <a:t>2</a:t>
            </a:r>
            <a:r>
              <a:rPr lang="en-IN" sz="3200" b="1" dirty="0">
                <a:solidFill>
                  <a:schemeClr val="bg1"/>
                </a:solidFill>
              </a:rPr>
              <a:t>     </a:t>
            </a:r>
            <a:r>
              <a:rPr lang="en-IN" sz="3200" b="1" dirty="0">
                <a:solidFill>
                  <a:schemeClr val="accent5"/>
                </a:solidFill>
              </a:rPr>
              <a:t>6</a:t>
            </a:r>
            <a:r>
              <a:rPr lang="en-IN" sz="3200" b="1" dirty="0">
                <a:solidFill>
                  <a:schemeClr val="bg1"/>
                </a:solidFill>
              </a:rPr>
              <a:t>      </a:t>
            </a:r>
            <a:r>
              <a:rPr lang="en-IN" sz="3200" b="1" dirty="0">
                <a:solidFill>
                  <a:schemeClr val="accent5"/>
                </a:solidFill>
              </a:rPr>
              <a:t>4</a:t>
            </a:r>
            <a:r>
              <a:rPr lang="en-IN" sz="3200" b="1" dirty="0">
                <a:solidFill>
                  <a:schemeClr val="bg1"/>
                </a:solidFill>
              </a:rPr>
              <a:t>    </a:t>
            </a:r>
            <a:r>
              <a:rPr lang="en-IN" sz="3200" b="1" dirty="0">
                <a:solidFill>
                  <a:schemeClr val="accent6"/>
                </a:solidFill>
              </a:rPr>
              <a:t>1</a:t>
            </a:r>
            <a:r>
              <a:rPr lang="en-IN" sz="3200" b="1" dirty="0">
                <a:solidFill>
                  <a:schemeClr val="bg1"/>
                </a:solidFill>
              </a:rPr>
              <a:t>     </a:t>
            </a:r>
            <a:r>
              <a:rPr lang="en-IN" sz="3200" b="1" dirty="0">
                <a:solidFill>
                  <a:schemeClr val="accent2"/>
                </a:solidFill>
              </a:rPr>
              <a:t>3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65656B6-A07F-AEFF-F9F2-2F544F841450}"/>
              </a:ext>
            </a:extLst>
          </p:cNvPr>
          <p:cNvSpPr txBox="1"/>
          <p:nvPr/>
        </p:nvSpPr>
        <p:spPr>
          <a:xfrm>
            <a:off x="8697645" y="-291132"/>
            <a:ext cx="53536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>
                <a:solidFill>
                  <a:schemeClr val="accent4"/>
                </a:solidFill>
              </a:rPr>
              <a:t>PIVOT </a:t>
            </a:r>
            <a:r>
              <a:rPr lang="en-IN" sz="3600" b="1" dirty="0">
                <a:solidFill>
                  <a:schemeClr val="bg2"/>
                </a:solidFill>
              </a:rPr>
              <a:t>&amp;</a:t>
            </a:r>
            <a:r>
              <a:rPr lang="en-IN" sz="3600" b="1" dirty="0">
                <a:solidFill>
                  <a:schemeClr val="accent4"/>
                </a:solidFill>
              </a:rPr>
              <a:t> PARTATION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44CFD60-943A-CF08-0C95-5B389D969D3E}"/>
              </a:ext>
            </a:extLst>
          </p:cNvPr>
          <p:cNvSpPr txBox="1"/>
          <p:nvPr/>
        </p:nvSpPr>
        <p:spPr>
          <a:xfrm>
            <a:off x="3665417" y="1633638"/>
            <a:ext cx="47559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bg1"/>
                </a:solidFill>
              </a:rPr>
              <a:t>      &lt; =            3             &gt; =  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AC252B1-F8C5-CED8-4830-0C84220F37D8}"/>
              </a:ext>
            </a:extLst>
          </p:cNvPr>
          <p:cNvSpPr txBox="1"/>
          <p:nvPr/>
        </p:nvSpPr>
        <p:spPr>
          <a:xfrm>
            <a:off x="5154328" y="1100863"/>
            <a:ext cx="14885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>
                <a:solidFill>
                  <a:schemeClr val="accent4"/>
                </a:solidFill>
              </a:rPr>
              <a:t>PIVOT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D7AA908-0E70-3CD6-2D21-D91645E0965B}"/>
              </a:ext>
            </a:extLst>
          </p:cNvPr>
          <p:cNvSpPr txBox="1"/>
          <p:nvPr/>
        </p:nvSpPr>
        <p:spPr>
          <a:xfrm>
            <a:off x="2358665" y="1663829"/>
            <a:ext cx="205120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>
                <a:solidFill>
                  <a:srgbClr val="FFFF00"/>
                </a:solidFill>
              </a:rPr>
              <a:t>Left Side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D4A7D53-74BD-5711-5F6C-D508A69DB323}"/>
              </a:ext>
            </a:extLst>
          </p:cNvPr>
          <p:cNvSpPr txBox="1"/>
          <p:nvPr/>
        </p:nvSpPr>
        <p:spPr>
          <a:xfrm>
            <a:off x="8030361" y="1633638"/>
            <a:ext cx="205120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>
                <a:solidFill>
                  <a:srgbClr val="FFFF00"/>
                </a:solidFill>
              </a:rPr>
              <a:t>Right Side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2CBC64B-9DAA-228C-CE8C-16E94C479247}"/>
              </a:ext>
            </a:extLst>
          </p:cNvPr>
          <p:cNvSpPr txBox="1"/>
          <p:nvPr/>
        </p:nvSpPr>
        <p:spPr>
          <a:xfrm>
            <a:off x="4409872" y="2578406"/>
            <a:ext cx="47559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bg1"/>
                </a:solidFill>
              </a:rPr>
              <a:t>2     1      </a:t>
            </a:r>
            <a:r>
              <a:rPr lang="en-IN" sz="3200" b="1" dirty="0">
                <a:solidFill>
                  <a:schemeClr val="accent2"/>
                </a:solidFill>
              </a:rPr>
              <a:t>3      </a:t>
            </a:r>
            <a:r>
              <a:rPr lang="en-IN" sz="3200" b="1" dirty="0">
                <a:solidFill>
                  <a:schemeClr val="bg1"/>
                </a:solidFill>
              </a:rPr>
              <a:t>5      6      4 </a:t>
            </a:r>
            <a:r>
              <a:rPr lang="en-IN" sz="3200" b="1" dirty="0">
                <a:solidFill>
                  <a:schemeClr val="accent2"/>
                </a:solidFill>
              </a:rPr>
              <a:t>  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BC2A30E-71A6-8BD3-E48A-542A167A0A4F}"/>
              </a:ext>
            </a:extLst>
          </p:cNvPr>
          <p:cNvCxnSpPr>
            <a:cxnSpLocks/>
          </p:cNvCxnSpPr>
          <p:nvPr/>
        </p:nvCxnSpPr>
        <p:spPr>
          <a:xfrm flipH="1">
            <a:off x="4296800" y="2578406"/>
            <a:ext cx="1258529" cy="0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566B3799-ADD9-0B2E-04EB-D326940D3B97}"/>
              </a:ext>
            </a:extLst>
          </p:cNvPr>
          <p:cNvCxnSpPr/>
          <p:nvPr/>
        </p:nvCxnSpPr>
        <p:spPr>
          <a:xfrm>
            <a:off x="4296800" y="2578406"/>
            <a:ext cx="0" cy="627154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7732D0AF-81FC-F2A2-D059-A64D1F5E4F1A}"/>
              </a:ext>
            </a:extLst>
          </p:cNvPr>
          <p:cNvCxnSpPr/>
          <p:nvPr/>
        </p:nvCxnSpPr>
        <p:spPr>
          <a:xfrm>
            <a:off x="5555329" y="2578406"/>
            <a:ext cx="0" cy="627154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DC51E748-C339-E146-EFF3-0BCF50AC3164}"/>
              </a:ext>
            </a:extLst>
          </p:cNvPr>
          <p:cNvCxnSpPr>
            <a:cxnSpLocks/>
          </p:cNvCxnSpPr>
          <p:nvPr/>
        </p:nvCxnSpPr>
        <p:spPr>
          <a:xfrm flipH="1">
            <a:off x="4296800" y="3205560"/>
            <a:ext cx="1258529" cy="0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A9EE441-E4B2-D8E4-2D38-EB21FF94D59E}"/>
              </a:ext>
            </a:extLst>
          </p:cNvPr>
          <p:cNvCxnSpPr>
            <a:cxnSpLocks/>
          </p:cNvCxnSpPr>
          <p:nvPr/>
        </p:nvCxnSpPr>
        <p:spPr>
          <a:xfrm>
            <a:off x="4906400" y="3320742"/>
            <a:ext cx="0" cy="307361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558FD71D-6853-08A8-9A45-86D8CAA78820}"/>
              </a:ext>
            </a:extLst>
          </p:cNvPr>
          <p:cNvSpPr txBox="1"/>
          <p:nvPr/>
        </p:nvSpPr>
        <p:spPr>
          <a:xfrm>
            <a:off x="4228140" y="3565553"/>
            <a:ext cx="205120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>
                <a:solidFill>
                  <a:schemeClr val="bg1"/>
                </a:solidFill>
              </a:rPr>
              <a:t>Left Half </a:t>
            </a:r>
          </a:p>
        </p:txBody>
      </p:sp>
    </p:spTree>
    <p:extLst>
      <p:ext uri="{BB962C8B-B14F-4D97-AF65-F5344CB8AC3E}">
        <p14:creationId xmlns:p14="http://schemas.microsoft.com/office/powerpoint/2010/main" val="19557541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AAAB34-9DDF-7AC2-6AE3-B6CAC18301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101E0BF2-A93B-3499-6795-2795A59462F2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1501CB1F-2278-C89F-007F-92AA540BD511}"/>
              </a:ext>
            </a:extLst>
          </p:cNvPr>
          <p:cNvSpPr/>
          <p:nvPr/>
        </p:nvSpPr>
        <p:spPr>
          <a:xfrm>
            <a:off x="3746338" y="-445604"/>
            <a:ext cx="4284023" cy="770612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3200" b="1" dirty="0">
              <a:solidFill>
                <a:schemeClr val="bg1"/>
              </a:solidFill>
            </a:endParaRPr>
          </a:p>
          <a:p>
            <a:pPr algn="ctr"/>
            <a:endParaRPr lang="en-IN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741B337-99B8-0924-D530-45848DA0A11B}"/>
              </a:ext>
            </a:extLst>
          </p:cNvPr>
          <p:cNvSpPr txBox="1"/>
          <p:nvPr/>
        </p:nvSpPr>
        <p:spPr>
          <a:xfrm>
            <a:off x="4137336" y="-398853"/>
            <a:ext cx="428402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rgbClr val="FFC000"/>
                </a:solidFill>
              </a:rPr>
              <a:t>0            1            2               3           4            5                      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B7550CE-465F-9220-8959-C23076C2CEEE}"/>
              </a:ext>
            </a:extLst>
          </p:cNvPr>
          <p:cNvSpPr txBox="1"/>
          <p:nvPr/>
        </p:nvSpPr>
        <p:spPr>
          <a:xfrm>
            <a:off x="4137335" y="-229576"/>
            <a:ext cx="352256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accent5"/>
                </a:solidFill>
              </a:rPr>
              <a:t>5</a:t>
            </a:r>
            <a:r>
              <a:rPr lang="en-IN" sz="3200" b="1" dirty="0">
                <a:solidFill>
                  <a:schemeClr val="bg1"/>
                </a:solidFill>
              </a:rPr>
              <a:t>    </a:t>
            </a:r>
            <a:r>
              <a:rPr lang="en-IN" sz="3200" b="1" dirty="0">
                <a:solidFill>
                  <a:schemeClr val="accent6"/>
                </a:solidFill>
              </a:rPr>
              <a:t>2</a:t>
            </a:r>
            <a:r>
              <a:rPr lang="en-IN" sz="3200" b="1" dirty="0">
                <a:solidFill>
                  <a:schemeClr val="bg1"/>
                </a:solidFill>
              </a:rPr>
              <a:t>     </a:t>
            </a:r>
            <a:r>
              <a:rPr lang="en-IN" sz="3200" b="1" dirty="0">
                <a:solidFill>
                  <a:schemeClr val="accent5"/>
                </a:solidFill>
              </a:rPr>
              <a:t>6</a:t>
            </a:r>
            <a:r>
              <a:rPr lang="en-IN" sz="3200" b="1" dirty="0">
                <a:solidFill>
                  <a:schemeClr val="bg1"/>
                </a:solidFill>
              </a:rPr>
              <a:t>      </a:t>
            </a:r>
            <a:r>
              <a:rPr lang="en-IN" sz="3200" b="1" dirty="0">
                <a:solidFill>
                  <a:schemeClr val="accent5"/>
                </a:solidFill>
              </a:rPr>
              <a:t>4</a:t>
            </a:r>
            <a:r>
              <a:rPr lang="en-IN" sz="3200" b="1" dirty="0">
                <a:solidFill>
                  <a:schemeClr val="bg1"/>
                </a:solidFill>
              </a:rPr>
              <a:t>    </a:t>
            </a:r>
            <a:r>
              <a:rPr lang="en-IN" sz="3200" b="1" dirty="0">
                <a:solidFill>
                  <a:schemeClr val="accent6"/>
                </a:solidFill>
              </a:rPr>
              <a:t>1</a:t>
            </a:r>
            <a:r>
              <a:rPr lang="en-IN" sz="3200" b="1" dirty="0">
                <a:solidFill>
                  <a:schemeClr val="bg1"/>
                </a:solidFill>
              </a:rPr>
              <a:t>     </a:t>
            </a:r>
            <a:r>
              <a:rPr lang="en-IN" sz="3200" b="1" dirty="0">
                <a:solidFill>
                  <a:schemeClr val="accent2"/>
                </a:solidFill>
              </a:rPr>
              <a:t>3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6FD8CD8-C862-BA7B-75AC-D49822EAFD69}"/>
              </a:ext>
            </a:extLst>
          </p:cNvPr>
          <p:cNvSpPr txBox="1"/>
          <p:nvPr/>
        </p:nvSpPr>
        <p:spPr>
          <a:xfrm>
            <a:off x="8697645" y="-291132"/>
            <a:ext cx="53536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>
                <a:solidFill>
                  <a:schemeClr val="accent4"/>
                </a:solidFill>
              </a:rPr>
              <a:t>PIVOT </a:t>
            </a:r>
            <a:r>
              <a:rPr lang="en-IN" sz="3600" b="1" dirty="0">
                <a:solidFill>
                  <a:schemeClr val="bg2"/>
                </a:solidFill>
              </a:rPr>
              <a:t>&amp;</a:t>
            </a:r>
            <a:r>
              <a:rPr lang="en-IN" sz="3600" b="1" dirty="0">
                <a:solidFill>
                  <a:schemeClr val="accent4"/>
                </a:solidFill>
              </a:rPr>
              <a:t> PARTATION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F41B2EF-3651-F697-26F7-3B493E075E8A}"/>
              </a:ext>
            </a:extLst>
          </p:cNvPr>
          <p:cNvSpPr txBox="1"/>
          <p:nvPr/>
        </p:nvSpPr>
        <p:spPr>
          <a:xfrm>
            <a:off x="3665417" y="1633638"/>
            <a:ext cx="47559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bg1"/>
                </a:solidFill>
              </a:rPr>
              <a:t>      &lt; =            3             &gt; =  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B2355F1-C396-7EEE-3926-4C9111F42C1D}"/>
              </a:ext>
            </a:extLst>
          </p:cNvPr>
          <p:cNvSpPr txBox="1"/>
          <p:nvPr/>
        </p:nvSpPr>
        <p:spPr>
          <a:xfrm>
            <a:off x="5154328" y="1100863"/>
            <a:ext cx="14885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>
                <a:solidFill>
                  <a:schemeClr val="accent4"/>
                </a:solidFill>
              </a:rPr>
              <a:t>PIVOT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302211A-AFFE-4D8F-A849-9E57FACDA692}"/>
              </a:ext>
            </a:extLst>
          </p:cNvPr>
          <p:cNvSpPr txBox="1"/>
          <p:nvPr/>
        </p:nvSpPr>
        <p:spPr>
          <a:xfrm>
            <a:off x="2358665" y="1663829"/>
            <a:ext cx="205120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>
                <a:solidFill>
                  <a:srgbClr val="FFFF00"/>
                </a:solidFill>
              </a:rPr>
              <a:t>Left Side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F65B244-FA5B-F4FB-3315-FC3002ED807B}"/>
              </a:ext>
            </a:extLst>
          </p:cNvPr>
          <p:cNvSpPr txBox="1"/>
          <p:nvPr/>
        </p:nvSpPr>
        <p:spPr>
          <a:xfrm>
            <a:off x="8030361" y="1633638"/>
            <a:ext cx="205120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>
                <a:solidFill>
                  <a:srgbClr val="FFFF00"/>
                </a:solidFill>
              </a:rPr>
              <a:t>Right Side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C5D23AA-12FB-4EDB-42C7-C4A9FE044BFB}"/>
              </a:ext>
            </a:extLst>
          </p:cNvPr>
          <p:cNvSpPr txBox="1"/>
          <p:nvPr/>
        </p:nvSpPr>
        <p:spPr>
          <a:xfrm>
            <a:off x="4409872" y="2578406"/>
            <a:ext cx="47559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bg1"/>
                </a:solidFill>
              </a:rPr>
              <a:t>2     1      </a:t>
            </a:r>
            <a:r>
              <a:rPr lang="en-IN" sz="3200" b="1" dirty="0">
                <a:solidFill>
                  <a:schemeClr val="accent2"/>
                </a:solidFill>
              </a:rPr>
              <a:t>3      </a:t>
            </a:r>
            <a:r>
              <a:rPr lang="en-IN" sz="3200" b="1" dirty="0">
                <a:solidFill>
                  <a:schemeClr val="bg1"/>
                </a:solidFill>
              </a:rPr>
              <a:t>5      6      4 </a:t>
            </a:r>
            <a:r>
              <a:rPr lang="en-IN" sz="3200" b="1" dirty="0">
                <a:solidFill>
                  <a:schemeClr val="accent2"/>
                </a:solidFill>
              </a:rPr>
              <a:t>  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FBDF6D8-44ED-0643-4701-1F5B5563B4EB}"/>
              </a:ext>
            </a:extLst>
          </p:cNvPr>
          <p:cNvCxnSpPr>
            <a:cxnSpLocks/>
          </p:cNvCxnSpPr>
          <p:nvPr/>
        </p:nvCxnSpPr>
        <p:spPr>
          <a:xfrm flipH="1">
            <a:off x="4296800" y="2578406"/>
            <a:ext cx="1258529" cy="0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710E11D-1205-A160-E293-40DC12407D4B}"/>
              </a:ext>
            </a:extLst>
          </p:cNvPr>
          <p:cNvCxnSpPr/>
          <p:nvPr/>
        </p:nvCxnSpPr>
        <p:spPr>
          <a:xfrm>
            <a:off x="4296800" y="2578406"/>
            <a:ext cx="0" cy="627154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31F0BE3-CE40-5880-DC49-8FCFD09806FC}"/>
              </a:ext>
            </a:extLst>
          </p:cNvPr>
          <p:cNvCxnSpPr/>
          <p:nvPr/>
        </p:nvCxnSpPr>
        <p:spPr>
          <a:xfrm>
            <a:off x="5555329" y="2578406"/>
            <a:ext cx="0" cy="627154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AF29EE82-AAD6-01AF-E0FD-2D986129D525}"/>
              </a:ext>
            </a:extLst>
          </p:cNvPr>
          <p:cNvCxnSpPr>
            <a:cxnSpLocks/>
          </p:cNvCxnSpPr>
          <p:nvPr/>
        </p:nvCxnSpPr>
        <p:spPr>
          <a:xfrm flipH="1">
            <a:off x="4296800" y="3205560"/>
            <a:ext cx="1258529" cy="0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5D7773A8-A471-303F-42E1-F2624A9DEC28}"/>
              </a:ext>
            </a:extLst>
          </p:cNvPr>
          <p:cNvCxnSpPr>
            <a:cxnSpLocks/>
          </p:cNvCxnSpPr>
          <p:nvPr/>
        </p:nvCxnSpPr>
        <p:spPr>
          <a:xfrm>
            <a:off x="4906400" y="3320742"/>
            <a:ext cx="0" cy="322110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9FDFE5EE-0D27-86FD-4A46-A9F952A6D579}"/>
              </a:ext>
            </a:extLst>
          </p:cNvPr>
          <p:cNvSpPr txBox="1"/>
          <p:nvPr/>
        </p:nvSpPr>
        <p:spPr>
          <a:xfrm>
            <a:off x="4223964" y="3571103"/>
            <a:ext cx="205120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>
                <a:solidFill>
                  <a:schemeClr val="bg1"/>
                </a:solidFill>
              </a:rPr>
              <a:t>Left Half 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549D5F3-6D6B-32C5-F98A-8DE41810F127}"/>
              </a:ext>
            </a:extLst>
          </p:cNvPr>
          <p:cNvCxnSpPr>
            <a:cxnSpLocks/>
          </p:cNvCxnSpPr>
          <p:nvPr/>
        </p:nvCxnSpPr>
        <p:spPr>
          <a:xfrm flipH="1">
            <a:off x="6410662" y="2608597"/>
            <a:ext cx="2010697" cy="0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3F5D32FE-039F-7389-F7C8-5AC9F7D0B574}"/>
              </a:ext>
            </a:extLst>
          </p:cNvPr>
          <p:cNvCxnSpPr/>
          <p:nvPr/>
        </p:nvCxnSpPr>
        <p:spPr>
          <a:xfrm>
            <a:off x="6410662" y="2608597"/>
            <a:ext cx="0" cy="627154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6B4FBC9B-044F-0A17-7510-FD3C76B5B5F1}"/>
              </a:ext>
            </a:extLst>
          </p:cNvPr>
          <p:cNvCxnSpPr/>
          <p:nvPr/>
        </p:nvCxnSpPr>
        <p:spPr>
          <a:xfrm>
            <a:off x="8421359" y="2608597"/>
            <a:ext cx="0" cy="627154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F9BE7BFC-AF7D-2BC3-D334-3243809EE752}"/>
              </a:ext>
            </a:extLst>
          </p:cNvPr>
          <p:cNvCxnSpPr>
            <a:cxnSpLocks/>
          </p:cNvCxnSpPr>
          <p:nvPr/>
        </p:nvCxnSpPr>
        <p:spPr>
          <a:xfrm flipH="1">
            <a:off x="6410662" y="3235751"/>
            <a:ext cx="2010697" cy="0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4EE1FC71-C932-8DD8-9E14-9D1635849C53}"/>
              </a:ext>
            </a:extLst>
          </p:cNvPr>
          <p:cNvCxnSpPr>
            <a:cxnSpLocks/>
          </p:cNvCxnSpPr>
          <p:nvPr/>
        </p:nvCxnSpPr>
        <p:spPr>
          <a:xfrm>
            <a:off x="7388972" y="3320742"/>
            <a:ext cx="0" cy="322110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D62D794C-C3FF-1EB8-8995-7908B2DF6B60}"/>
              </a:ext>
            </a:extLst>
          </p:cNvPr>
          <p:cNvSpPr txBox="1"/>
          <p:nvPr/>
        </p:nvSpPr>
        <p:spPr>
          <a:xfrm>
            <a:off x="6634292" y="3578593"/>
            <a:ext cx="205120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>
                <a:solidFill>
                  <a:schemeClr val="bg1"/>
                </a:solidFill>
              </a:rPr>
              <a:t>Right Half </a:t>
            </a:r>
          </a:p>
        </p:txBody>
      </p:sp>
    </p:spTree>
    <p:extLst>
      <p:ext uri="{BB962C8B-B14F-4D97-AF65-F5344CB8AC3E}">
        <p14:creationId xmlns:p14="http://schemas.microsoft.com/office/powerpoint/2010/main" val="32834519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95A34B-8BB9-1C98-3451-4A844A4BFA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B85F6B7-A264-64B1-B5CA-77D9D9075ED4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17EED4C6-9436-AC13-3CEF-2AAB5B5EEFCA}"/>
              </a:ext>
            </a:extLst>
          </p:cNvPr>
          <p:cNvSpPr/>
          <p:nvPr/>
        </p:nvSpPr>
        <p:spPr>
          <a:xfrm>
            <a:off x="3746338" y="-445604"/>
            <a:ext cx="4284023" cy="770612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3200" b="1" dirty="0">
              <a:solidFill>
                <a:schemeClr val="bg1"/>
              </a:solidFill>
            </a:endParaRPr>
          </a:p>
          <a:p>
            <a:pPr algn="ctr"/>
            <a:endParaRPr lang="en-IN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CF88C42-32CF-DD31-2355-50C2A0BB2FD2}"/>
              </a:ext>
            </a:extLst>
          </p:cNvPr>
          <p:cNvSpPr txBox="1"/>
          <p:nvPr/>
        </p:nvSpPr>
        <p:spPr>
          <a:xfrm>
            <a:off x="4137336" y="-398853"/>
            <a:ext cx="428402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rgbClr val="FFC000"/>
                </a:solidFill>
              </a:rPr>
              <a:t>0            1            2               3           4            5                      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DA2C49D-B414-C00C-1F7B-1CE3F9D5F09E}"/>
              </a:ext>
            </a:extLst>
          </p:cNvPr>
          <p:cNvSpPr txBox="1"/>
          <p:nvPr/>
        </p:nvSpPr>
        <p:spPr>
          <a:xfrm>
            <a:off x="4137335" y="-229576"/>
            <a:ext cx="352256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accent5"/>
                </a:solidFill>
              </a:rPr>
              <a:t>5</a:t>
            </a:r>
            <a:r>
              <a:rPr lang="en-IN" sz="3200" b="1" dirty="0">
                <a:solidFill>
                  <a:schemeClr val="bg1"/>
                </a:solidFill>
              </a:rPr>
              <a:t>    </a:t>
            </a:r>
            <a:r>
              <a:rPr lang="en-IN" sz="3200" b="1" dirty="0">
                <a:solidFill>
                  <a:schemeClr val="accent6"/>
                </a:solidFill>
              </a:rPr>
              <a:t>2</a:t>
            </a:r>
            <a:r>
              <a:rPr lang="en-IN" sz="3200" b="1" dirty="0">
                <a:solidFill>
                  <a:schemeClr val="bg1"/>
                </a:solidFill>
              </a:rPr>
              <a:t>     </a:t>
            </a:r>
            <a:r>
              <a:rPr lang="en-IN" sz="3200" b="1" dirty="0">
                <a:solidFill>
                  <a:schemeClr val="accent5"/>
                </a:solidFill>
              </a:rPr>
              <a:t>6</a:t>
            </a:r>
            <a:r>
              <a:rPr lang="en-IN" sz="3200" b="1" dirty="0">
                <a:solidFill>
                  <a:schemeClr val="bg1"/>
                </a:solidFill>
              </a:rPr>
              <a:t>      </a:t>
            </a:r>
            <a:r>
              <a:rPr lang="en-IN" sz="3200" b="1" dirty="0">
                <a:solidFill>
                  <a:schemeClr val="accent5"/>
                </a:solidFill>
              </a:rPr>
              <a:t>4</a:t>
            </a:r>
            <a:r>
              <a:rPr lang="en-IN" sz="3200" b="1" dirty="0">
                <a:solidFill>
                  <a:schemeClr val="bg1"/>
                </a:solidFill>
              </a:rPr>
              <a:t>    </a:t>
            </a:r>
            <a:r>
              <a:rPr lang="en-IN" sz="3200" b="1" dirty="0">
                <a:solidFill>
                  <a:schemeClr val="accent6"/>
                </a:solidFill>
              </a:rPr>
              <a:t>1</a:t>
            </a:r>
            <a:r>
              <a:rPr lang="en-IN" sz="3200" b="1" dirty="0">
                <a:solidFill>
                  <a:schemeClr val="bg1"/>
                </a:solidFill>
              </a:rPr>
              <a:t>     </a:t>
            </a:r>
            <a:r>
              <a:rPr lang="en-IN" sz="3200" b="1" dirty="0">
                <a:solidFill>
                  <a:schemeClr val="accent2"/>
                </a:solidFill>
              </a:rPr>
              <a:t>3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FA128CA-4D69-6C78-16E3-513F8C1B10F7}"/>
              </a:ext>
            </a:extLst>
          </p:cNvPr>
          <p:cNvSpPr txBox="1"/>
          <p:nvPr/>
        </p:nvSpPr>
        <p:spPr>
          <a:xfrm>
            <a:off x="8697645" y="-291132"/>
            <a:ext cx="53536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>
                <a:solidFill>
                  <a:schemeClr val="accent4"/>
                </a:solidFill>
              </a:rPr>
              <a:t>PIVOT </a:t>
            </a:r>
            <a:r>
              <a:rPr lang="en-IN" sz="3600" b="1" dirty="0">
                <a:solidFill>
                  <a:schemeClr val="bg2"/>
                </a:solidFill>
              </a:rPr>
              <a:t>&amp;</a:t>
            </a:r>
            <a:r>
              <a:rPr lang="en-IN" sz="3600" b="1" dirty="0">
                <a:solidFill>
                  <a:schemeClr val="accent4"/>
                </a:solidFill>
              </a:rPr>
              <a:t> PARTATION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312304E-85AD-1C2A-DB86-719B265F2B86}"/>
              </a:ext>
            </a:extLst>
          </p:cNvPr>
          <p:cNvSpPr txBox="1"/>
          <p:nvPr/>
        </p:nvSpPr>
        <p:spPr>
          <a:xfrm>
            <a:off x="3665417" y="1633638"/>
            <a:ext cx="47559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bg1"/>
                </a:solidFill>
              </a:rPr>
              <a:t>      &lt; =            3             &gt; =  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4636A40-0EBA-AA79-0D9F-D738B7180D65}"/>
              </a:ext>
            </a:extLst>
          </p:cNvPr>
          <p:cNvSpPr txBox="1"/>
          <p:nvPr/>
        </p:nvSpPr>
        <p:spPr>
          <a:xfrm>
            <a:off x="5154328" y="1100863"/>
            <a:ext cx="14885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>
                <a:solidFill>
                  <a:schemeClr val="accent4"/>
                </a:solidFill>
              </a:rPr>
              <a:t>PIVOT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12B4C01-F7C1-473E-6168-CEFC81CF8AB7}"/>
              </a:ext>
            </a:extLst>
          </p:cNvPr>
          <p:cNvSpPr txBox="1"/>
          <p:nvPr/>
        </p:nvSpPr>
        <p:spPr>
          <a:xfrm>
            <a:off x="2358665" y="1663829"/>
            <a:ext cx="205120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>
                <a:solidFill>
                  <a:srgbClr val="FFFF00"/>
                </a:solidFill>
              </a:rPr>
              <a:t>Left Side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31A0A9D-0E26-5F03-8071-0E69BDF86426}"/>
              </a:ext>
            </a:extLst>
          </p:cNvPr>
          <p:cNvSpPr txBox="1"/>
          <p:nvPr/>
        </p:nvSpPr>
        <p:spPr>
          <a:xfrm>
            <a:off x="8030361" y="1633638"/>
            <a:ext cx="205120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>
                <a:solidFill>
                  <a:srgbClr val="FFFF00"/>
                </a:solidFill>
              </a:rPr>
              <a:t>Right Side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04C1315-3CAD-D2EB-392E-7C9EB5B1CD1D}"/>
              </a:ext>
            </a:extLst>
          </p:cNvPr>
          <p:cNvSpPr txBox="1"/>
          <p:nvPr/>
        </p:nvSpPr>
        <p:spPr>
          <a:xfrm>
            <a:off x="4409872" y="2578406"/>
            <a:ext cx="47559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bg1"/>
                </a:solidFill>
              </a:rPr>
              <a:t>2     </a:t>
            </a:r>
            <a:r>
              <a:rPr lang="en-IN" sz="3200" b="1" dirty="0">
                <a:solidFill>
                  <a:schemeClr val="accent5"/>
                </a:solidFill>
              </a:rPr>
              <a:t>1</a:t>
            </a:r>
            <a:r>
              <a:rPr lang="en-IN" sz="3200" b="1" dirty="0">
                <a:solidFill>
                  <a:schemeClr val="bg1"/>
                </a:solidFill>
              </a:rPr>
              <a:t>      </a:t>
            </a:r>
            <a:r>
              <a:rPr lang="en-IN" sz="3200" b="1" dirty="0">
                <a:solidFill>
                  <a:schemeClr val="accent2"/>
                </a:solidFill>
              </a:rPr>
              <a:t>3      </a:t>
            </a:r>
            <a:r>
              <a:rPr lang="en-IN" sz="3200" b="1" dirty="0">
                <a:solidFill>
                  <a:schemeClr val="bg1"/>
                </a:solidFill>
              </a:rPr>
              <a:t>5      6      4 </a:t>
            </a:r>
            <a:r>
              <a:rPr lang="en-IN" sz="3200" b="1" dirty="0">
                <a:solidFill>
                  <a:schemeClr val="accent2"/>
                </a:solidFill>
              </a:rPr>
              <a:t>  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7A0B2221-D0E9-3603-32DE-B0F8484EAC3A}"/>
              </a:ext>
            </a:extLst>
          </p:cNvPr>
          <p:cNvCxnSpPr>
            <a:cxnSpLocks/>
          </p:cNvCxnSpPr>
          <p:nvPr/>
        </p:nvCxnSpPr>
        <p:spPr>
          <a:xfrm flipH="1">
            <a:off x="4296800" y="2578406"/>
            <a:ext cx="1258529" cy="0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6C9676C-7351-1A8E-27A1-3EF27FA37A93}"/>
              </a:ext>
            </a:extLst>
          </p:cNvPr>
          <p:cNvCxnSpPr/>
          <p:nvPr/>
        </p:nvCxnSpPr>
        <p:spPr>
          <a:xfrm>
            <a:off x="4296800" y="2578406"/>
            <a:ext cx="0" cy="627154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95194819-FA8A-E37F-07FE-09FFEF6F4B2F}"/>
              </a:ext>
            </a:extLst>
          </p:cNvPr>
          <p:cNvCxnSpPr/>
          <p:nvPr/>
        </p:nvCxnSpPr>
        <p:spPr>
          <a:xfrm>
            <a:off x="5555329" y="2578406"/>
            <a:ext cx="0" cy="627154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AB6A6450-508A-5A9E-BB3F-ACC388588F2B}"/>
              </a:ext>
            </a:extLst>
          </p:cNvPr>
          <p:cNvCxnSpPr>
            <a:cxnSpLocks/>
          </p:cNvCxnSpPr>
          <p:nvPr/>
        </p:nvCxnSpPr>
        <p:spPr>
          <a:xfrm flipH="1">
            <a:off x="4296800" y="3205560"/>
            <a:ext cx="1258529" cy="0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6D1EB2D9-9327-A677-923C-47E98E75F100}"/>
              </a:ext>
            </a:extLst>
          </p:cNvPr>
          <p:cNvCxnSpPr>
            <a:cxnSpLocks/>
          </p:cNvCxnSpPr>
          <p:nvPr/>
        </p:nvCxnSpPr>
        <p:spPr>
          <a:xfrm>
            <a:off x="4906400" y="3320742"/>
            <a:ext cx="0" cy="322110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7927D6AE-DB29-E7D2-7840-531BAB79BB8F}"/>
              </a:ext>
            </a:extLst>
          </p:cNvPr>
          <p:cNvSpPr txBox="1"/>
          <p:nvPr/>
        </p:nvSpPr>
        <p:spPr>
          <a:xfrm>
            <a:off x="4223964" y="3571103"/>
            <a:ext cx="205120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>
                <a:solidFill>
                  <a:schemeClr val="bg1"/>
                </a:solidFill>
              </a:rPr>
              <a:t>Left Half 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C814B96-A6F6-C871-F2CC-56323B368A3B}"/>
              </a:ext>
            </a:extLst>
          </p:cNvPr>
          <p:cNvCxnSpPr>
            <a:cxnSpLocks/>
          </p:cNvCxnSpPr>
          <p:nvPr/>
        </p:nvCxnSpPr>
        <p:spPr>
          <a:xfrm flipH="1">
            <a:off x="6410662" y="2608597"/>
            <a:ext cx="2010697" cy="0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40CFEEA0-3E85-728C-CEE6-5C55125F70A8}"/>
              </a:ext>
            </a:extLst>
          </p:cNvPr>
          <p:cNvCxnSpPr/>
          <p:nvPr/>
        </p:nvCxnSpPr>
        <p:spPr>
          <a:xfrm>
            <a:off x="6410662" y="2608597"/>
            <a:ext cx="0" cy="627154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3A990E63-74F3-AD07-75AF-1894E2B9EE47}"/>
              </a:ext>
            </a:extLst>
          </p:cNvPr>
          <p:cNvCxnSpPr/>
          <p:nvPr/>
        </p:nvCxnSpPr>
        <p:spPr>
          <a:xfrm>
            <a:off x="8421359" y="2608597"/>
            <a:ext cx="0" cy="627154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73FD27CA-7914-13CF-C476-652D982FE692}"/>
              </a:ext>
            </a:extLst>
          </p:cNvPr>
          <p:cNvCxnSpPr>
            <a:cxnSpLocks/>
          </p:cNvCxnSpPr>
          <p:nvPr/>
        </p:nvCxnSpPr>
        <p:spPr>
          <a:xfrm flipH="1">
            <a:off x="6410662" y="3235751"/>
            <a:ext cx="2010697" cy="0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973F749C-47BE-143A-3306-4942814ADC52}"/>
              </a:ext>
            </a:extLst>
          </p:cNvPr>
          <p:cNvCxnSpPr>
            <a:cxnSpLocks/>
          </p:cNvCxnSpPr>
          <p:nvPr/>
        </p:nvCxnSpPr>
        <p:spPr>
          <a:xfrm>
            <a:off x="7388972" y="3320742"/>
            <a:ext cx="0" cy="322110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35BBD9F2-39FF-6B9F-9349-907F581C9D28}"/>
              </a:ext>
            </a:extLst>
          </p:cNvPr>
          <p:cNvSpPr txBox="1"/>
          <p:nvPr/>
        </p:nvSpPr>
        <p:spPr>
          <a:xfrm>
            <a:off x="6634292" y="3578593"/>
            <a:ext cx="205120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>
                <a:solidFill>
                  <a:schemeClr val="bg1"/>
                </a:solidFill>
              </a:rPr>
              <a:t>Right Half </a:t>
            </a:r>
          </a:p>
        </p:txBody>
      </p:sp>
    </p:spTree>
    <p:extLst>
      <p:ext uri="{BB962C8B-B14F-4D97-AF65-F5344CB8AC3E}">
        <p14:creationId xmlns:p14="http://schemas.microsoft.com/office/powerpoint/2010/main" val="27144409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39946A-3FB3-AB19-3672-63A2516FCD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D901EA1-8D62-A2F3-20EF-2C3AE83C1350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2EB1712-3E26-8DB5-804B-CBB02C4AF3F5}"/>
              </a:ext>
            </a:extLst>
          </p:cNvPr>
          <p:cNvSpPr/>
          <p:nvPr/>
        </p:nvSpPr>
        <p:spPr>
          <a:xfrm>
            <a:off x="3746338" y="-445604"/>
            <a:ext cx="4284023" cy="770612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3200" b="1" dirty="0">
              <a:solidFill>
                <a:schemeClr val="bg1"/>
              </a:solidFill>
            </a:endParaRPr>
          </a:p>
          <a:p>
            <a:pPr algn="ctr"/>
            <a:endParaRPr lang="en-IN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B18324C-E6E3-91E5-2B39-8E94D441B170}"/>
              </a:ext>
            </a:extLst>
          </p:cNvPr>
          <p:cNvSpPr txBox="1"/>
          <p:nvPr/>
        </p:nvSpPr>
        <p:spPr>
          <a:xfrm>
            <a:off x="4137336" y="-398853"/>
            <a:ext cx="428402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rgbClr val="FFC000"/>
                </a:solidFill>
              </a:rPr>
              <a:t>0            1            2               3           4            5                      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8672869-F2A9-D931-6F2E-2F3C54AE989B}"/>
              </a:ext>
            </a:extLst>
          </p:cNvPr>
          <p:cNvSpPr txBox="1"/>
          <p:nvPr/>
        </p:nvSpPr>
        <p:spPr>
          <a:xfrm>
            <a:off x="4137335" y="-229576"/>
            <a:ext cx="352256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accent5"/>
                </a:solidFill>
              </a:rPr>
              <a:t>5</a:t>
            </a:r>
            <a:r>
              <a:rPr lang="en-IN" sz="3200" b="1" dirty="0">
                <a:solidFill>
                  <a:schemeClr val="bg1"/>
                </a:solidFill>
              </a:rPr>
              <a:t>    </a:t>
            </a:r>
            <a:r>
              <a:rPr lang="en-IN" sz="3200" b="1" dirty="0">
                <a:solidFill>
                  <a:schemeClr val="accent6"/>
                </a:solidFill>
              </a:rPr>
              <a:t>2</a:t>
            </a:r>
            <a:r>
              <a:rPr lang="en-IN" sz="3200" b="1" dirty="0">
                <a:solidFill>
                  <a:schemeClr val="bg1"/>
                </a:solidFill>
              </a:rPr>
              <a:t>     </a:t>
            </a:r>
            <a:r>
              <a:rPr lang="en-IN" sz="3200" b="1" dirty="0">
                <a:solidFill>
                  <a:schemeClr val="accent5"/>
                </a:solidFill>
              </a:rPr>
              <a:t>6</a:t>
            </a:r>
            <a:r>
              <a:rPr lang="en-IN" sz="3200" b="1" dirty="0">
                <a:solidFill>
                  <a:schemeClr val="bg1"/>
                </a:solidFill>
              </a:rPr>
              <a:t>      </a:t>
            </a:r>
            <a:r>
              <a:rPr lang="en-IN" sz="3200" b="1" dirty="0">
                <a:solidFill>
                  <a:schemeClr val="accent5"/>
                </a:solidFill>
              </a:rPr>
              <a:t>4</a:t>
            </a:r>
            <a:r>
              <a:rPr lang="en-IN" sz="3200" b="1" dirty="0">
                <a:solidFill>
                  <a:schemeClr val="bg1"/>
                </a:solidFill>
              </a:rPr>
              <a:t>    </a:t>
            </a:r>
            <a:r>
              <a:rPr lang="en-IN" sz="3200" b="1" dirty="0">
                <a:solidFill>
                  <a:schemeClr val="accent6"/>
                </a:solidFill>
              </a:rPr>
              <a:t>1</a:t>
            </a:r>
            <a:r>
              <a:rPr lang="en-IN" sz="3200" b="1" dirty="0">
                <a:solidFill>
                  <a:schemeClr val="bg1"/>
                </a:solidFill>
              </a:rPr>
              <a:t>     </a:t>
            </a:r>
            <a:r>
              <a:rPr lang="en-IN" sz="3200" b="1" dirty="0">
                <a:solidFill>
                  <a:schemeClr val="accent2"/>
                </a:solidFill>
              </a:rPr>
              <a:t>3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32A386E-0347-9AC1-A6A9-765544EF78CF}"/>
              </a:ext>
            </a:extLst>
          </p:cNvPr>
          <p:cNvSpPr txBox="1"/>
          <p:nvPr/>
        </p:nvSpPr>
        <p:spPr>
          <a:xfrm>
            <a:off x="8697645" y="-291132"/>
            <a:ext cx="53536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>
                <a:solidFill>
                  <a:schemeClr val="accent4"/>
                </a:solidFill>
              </a:rPr>
              <a:t>PIVOT </a:t>
            </a:r>
            <a:r>
              <a:rPr lang="en-IN" sz="3600" b="1" dirty="0">
                <a:solidFill>
                  <a:schemeClr val="bg2"/>
                </a:solidFill>
              </a:rPr>
              <a:t>&amp;</a:t>
            </a:r>
            <a:r>
              <a:rPr lang="en-IN" sz="3600" b="1" dirty="0">
                <a:solidFill>
                  <a:schemeClr val="accent4"/>
                </a:solidFill>
              </a:rPr>
              <a:t> PARTATION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40DA861-E55E-C946-D606-3E55FAF2CC6D}"/>
              </a:ext>
            </a:extLst>
          </p:cNvPr>
          <p:cNvSpPr txBox="1"/>
          <p:nvPr/>
        </p:nvSpPr>
        <p:spPr>
          <a:xfrm>
            <a:off x="3665417" y="1633638"/>
            <a:ext cx="47559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bg1"/>
                </a:solidFill>
              </a:rPr>
              <a:t>      &lt; =            3             &gt; =  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EB7B0FB-44A0-05D7-AF6D-F3CA0A809A6E}"/>
              </a:ext>
            </a:extLst>
          </p:cNvPr>
          <p:cNvSpPr txBox="1"/>
          <p:nvPr/>
        </p:nvSpPr>
        <p:spPr>
          <a:xfrm>
            <a:off x="5154328" y="1100863"/>
            <a:ext cx="14885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>
                <a:solidFill>
                  <a:schemeClr val="accent4"/>
                </a:solidFill>
              </a:rPr>
              <a:t>PIVOT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B5344EE-E2A6-06F9-1597-B4E97ADAF3ED}"/>
              </a:ext>
            </a:extLst>
          </p:cNvPr>
          <p:cNvSpPr txBox="1"/>
          <p:nvPr/>
        </p:nvSpPr>
        <p:spPr>
          <a:xfrm>
            <a:off x="2358665" y="1663829"/>
            <a:ext cx="205120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>
                <a:solidFill>
                  <a:srgbClr val="FFFF00"/>
                </a:solidFill>
              </a:rPr>
              <a:t>Left Side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71B2CCB-60BE-106A-DB6F-AB55540DC760}"/>
              </a:ext>
            </a:extLst>
          </p:cNvPr>
          <p:cNvSpPr txBox="1"/>
          <p:nvPr/>
        </p:nvSpPr>
        <p:spPr>
          <a:xfrm>
            <a:off x="8030361" y="1633638"/>
            <a:ext cx="205120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>
                <a:solidFill>
                  <a:srgbClr val="FFFF00"/>
                </a:solidFill>
              </a:rPr>
              <a:t>Right Side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F5464FB-5F58-4EC1-F3B3-C59956131688}"/>
              </a:ext>
            </a:extLst>
          </p:cNvPr>
          <p:cNvSpPr txBox="1"/>
          <p:nvPr/>
        </p:nvSpPr>
        <p:spPr>
          <a:xfrm>
            <a:off x="4409872" y="2578406"/>
            <a:ext cx="47559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bg1"/>
                </a:solidFill>
              </a:rPr>
              <a:t>2     </a:t>
            </a:r>
            <a:r>
              <a:rPr lang="en-IN" sz="3200" b="1" dirty="0">
                <a:solidFill>
                  <a:schemeClr val="accent5"/>
                </a:solidFill>
              </a:rPr>
              <a:t>1</a:t>
            </a:r>
            <a:r>
              <a:rPr lang="en-IN" sz="3200" b="1" dirty="0">
                <a:solidFill>
                  <a:schemeClr val="bg1"/>
                </a:solidFill>
              </a:rPr>
              <a:t>      </a:t>
            </a:r>
            <a:r>
              <a:rPr lang="en-IN" sz="3200" b="1" dirty="0">
                <a:solidFill>
                  <a:schemeClr val="accent2"/>
                </a:solidFill>
              </a:rPr>
              <a:t>3      </a:t>
            </a:r>
            <a:r>
              <a:rPr lang="en-IN" sz="3200" b="1" dirty="0">
                <a:solidFill>
                  <a:schemeClr val="bg1"/>
                </a:solidFill>
              </a:rPr>
              <a:t>5      6      4 </a:t>
            </a:r>
            <a:r>
              <a:rPr lang="en-IN" sz="3200" b="1" dirty="0">
                <a:solidFill>
                  <a:schemeClr val="accent2"/>
                </a:solidFill>
              </a:rPr>
              <a:t>  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0994878-BF5B-CFB0-378B-090530C4BCEB}"/>
              </a:ext>
            </a:extLst>
          </p:cNvPr>
          <p:cNvCxnSpPr>
            <a:cxnSpLocks/>
          </p:cNvCxnSpPr>
          <p:nvPr/>
        </p:nvCxnSpPr>
        <p:spPr>
          <a:xfrm flipH="1">
            <a:off x="4296800" y="2578406"/>
            <a:ext cx="1258529" cy="0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07DBF93-A781-48B2-11E6-3CF613D92A91}"/>
              </a:ext>
            </a:extLst>
          </p:cNvPr>
          <p:cNvCxnSpPr/>
          <p:nvPr/>
        </p:nvCxnSpPr>
        <p:spPr>
          <a:xfrm>
            <a:off x="4296800" y="2578406"/>
            <a:ext cx="0" cy="627154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3B9C6B3A-894D-C84C-646C-DDC82044EBE4}"/>
              </a:ext>
            </a:extLst>
          </p:cNvPr>
          <p:cNvCxnSpPr/>
          <p:nvPr/>
        </p:nvCxnSpPr>
        <p:spPr>
          <a:xfrm>
            <a:off x="5555329" y="2578406"/>
            <a:ext cx="0" cy="627154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3BCEF93-81CC-8915-AEEA-789997E0B7BB}"/>
              </a:ext>
            </a:extLst>
          </p:cNvPr>
          <p:cNvCxnSpPr>
            <a:cxnSpLocks/>
          </p:cNvCxnSpPr>
          <p:nvPr/>
        </p:nvCxnSpPr>
        <p:spPr>
          <a:xfrm flipH="1">
            <a:off x="4296800" y="3205560"/>
            <a:ext cx="1258529" cy="0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19086634-B68C-9656-D160-7481AB97EA2E}"/>
              </a:ext>
            </a:extLst>
          </p:cNvPr>
          <p:cNvCxnSpPr>
            <a:cxnSpLocks/>
          </p:cNvCxnSpPr>
          <p:nvPr/>
        </p:nvCxnSpPr>
        <p:spPr>
          <a:xfrm>
            <a:off x="4906400" y="3320742"/>
            <a:ext cx="0" cy="322110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14FBA7A6-48A0-70A4-96C8-877394970467}"/>
              </a:ext>
            </a:extLst>
          </p:cNvPr>
          <p:cNvSpPr txBox="1"/>
          <p:nvPr/>
        </p:nvSpPr>
        <p:spPr>
          <a:xfrm>
            <a:off x="4223964" y="3571103"/>
            <a:ext cx="205120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>
                <a:solidFill>
                  <a:schemeClr val="bg1"/>
                </a:solidFill>
              </a:rPr>
              <a:t>Left Half 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039D8E7-530E-89F1-5A80-C993DFAF726C}"/>
              </a:ext>
            </a:extLst>
          </p:cNvPr>
          <p:cNvCxnSpPr>
            <a:cxnSpLocks/>
          </p:cNvCxnSpPr>
          <p:nvPr/>
        </p:nvCxnSpPr>
        <p:spPr>
          <a:xfrm flipH="1">
            <a:off x="6410662" y="2608597"/>
            <a:ext cx="2010697" cy="0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07C3E4FE-95DE-E4FE-060E-393A33410BBE}"/>
              </a:ext>
            </a:extLst>
          </p:cNvPr>
          <p:cNvCxnSpPr/>
          <p:nvPr/>
        </p:nvCxnSpPr>
        <p:spPr>
          <a:xfrm>
            <a:off x="6410662" y="2608597"/>
            <a:ext cx="0" cy="627154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692B9052-CD1A-DE5E-4C10-7A64734742E3}"/>
              </a:ext>
            </a:extLst>
          </p:cNvPr>
          <p:cNvCxnSpPr/>
          <p:nvPr/>
        </p:nvCxnSpPr>
        <p:spPr>
          <a:xfrm>
            <a:off x="8421359" y="2608597"/>
            <a:ext cx="0" cy="627154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CB9112BE-1627-926C-FD35-F2C18B39EDD3}"/>
              </a:ext>
            </a:extLst>
          </p:cNvPr>
          <p:cNvCxnSpPr>
            <a:cxnSpLocks/>
          </p:cNvCxnSpPr>
          <p:nvPr/>
        </p:nvCxnSpPr>
        <p:spPr>
          <a:xfrm flipH="1">
            <a:off x="6410662" y="3235751"/>
            <a:ext cx="2010697" cy="0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2E41582C-7340-6C49-32E9-A541B36A6693}"/>
              </a:ext>
            </a:extLst>
          </p:cNvPr>
          <p:cNvCxnSpPr>
            <a:cxnSpLocks/>
          </p:cNvCxnSpPr>
          <p:nvPr/>
        </p:nvCxnSpPr>
        <p:spPr>
          <a:xfrm>
            <a:off x="7388972" y="3320742"/>
            <a:ext cx="0" cy="322110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2F728C32-B038-9420-3C2C-4B58471746DB}"/>
              </a:ext>
            </a:extLst>
          </p:cNvPr>
          <p:cNvSpPr txBox="1"/>
          <p:nvPr/>
        </p:nvSpPr>
        <p:spPr>
          <a:xfrm>
            <a:off x="6634292" y="3578593"/>
            <a:ext cx="205120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>
                <a:solidFill>
                  <a:schemeClr val="bg1"/>
                </a:solidFill>
              </a:rPr>
              <a:t>Right Half 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66C315C2-0C8F-C4D9-691B-6C1C6A86945A}"/>
              </a:ext>
            </a:extLst>
          </p:cNvPr>
          <p:cNvCxnSpPr>
            <a:cxnSpLocks/>
          </p:cNvCxnSpPr>
          <p:nvPr/>
        </p:nvCxnSpPr>
        <p:spPr>
          <a:xfrm>
            <a:off x="1065722" y="2964426"/>
            <a:ext cx="2968374" cy="0"/>
          </a:xfrm>
          <a:prstGeom prst="line">
            <a:avLst/>
          </a:prstGeom>
          <a:ln w="285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6C4969F9-B2F8-3412-6BA5-337662A3054C}"/>
              </a:ext>
            </a:extLst>
          </p:cNvPr>
          <p:cNvCxnSpPr>
            <a:cxnSpLocks/>
          </p:cNvCxnSpPr>
          <p:nvPr/>
        </p:nvCxnSpPr>
        <p:spPr>
          <a:xfrm>
            <a:off x="1065722" y="2964426"/>
            <a:ext cx="0" cy="942320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E38790D8-A9B2-F77A-5E41-8531E9F29636}"/>
              </a:ext>
            </a:extLst>
          </p:cNvPr>
          <p:cNvSpPr txBox="1"/>
          <p:nvPr/>
        </p:nvSpPr>
        <p:spPr>
          <a:xfrm>
            <a:off x="-346070" y="3939385"/>
            <a:ext cx="47559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bg1"/>
                </a:solidFill>
              </a:rPr>
              <a:t>      &lt; =   1    &gt; =   </a:t>
            </a:r>
          </a:p>
        </p:txBody>
      </p:sp>
    </p:spTree>
    <p:extLst>
      <p:ext uri="{BB962C8B-B14F-4D97-AF65-F5344CB8AC3E}">
        <p14:creationId xmlns:p14="http://schemas.microsoft.com/office/powerpoint/2010/main" val="29290850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63BB9A-0900-3239-5312-41957513D6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D95EA5C-6F47-EC60-CB0F-38F6699E6F20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9F147D93-6910-A100-01A9-4BEC87EE4E07}"/>
              </a:ext>
            </a:extLst>
          </p:cNvPr>
          <p:cNvSpPr/>
          <p:nvPr/>
        </p:nvSpPr>
        <p:spPr>
          <a:xfrm>
            <a:off x="3746338" y="-445604"/>
            <a:ext cx="4284023" cy="770612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3200" b="1" dirty="0">
              <a:solidFill>
                <a:schemeClr val="bg1"/>
              </a:solidFill>
            </a:endParaRPr>
          </a:p>
          <a:p>
            <a:pPr algn="ctr"/>
            <a:endParaRPr lang="en-IN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95CEFE2-3BB0-1834-D7B8-D3387AC1C1B4}"/>
              </a:ext>
            </a:extLst>
          </p:cNvPr>
          <p:cNvSpPr txBox="1"/>
          <p:nvPr/>
        </p:nvSpPr>
        <p:spPr>
          <a:xfrm>
            <a:off x="4137336" y="-398853"/>
            <a:ext cx="428402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rgbClr val="FFC000"/>
                </a:solidFill>
              </a:rPr>
              <a:t>0            1            2               3           4            5                      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58846E5-BD5E-D9ED-013D-41DBF6F50BC2}"/>
              </a:ext>
            </a:extLst>
          </p:cNvPr>
          <p:cNvSpPr txBox="1"/>
          <p:nvPr/>
        </p:nvSpPr>
        <p:spPr>
          <a:xfrm>
            <a:off x="4137335" y="-229576"/>
            <a:ext cx="352256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accent5"/>
                </a:solidFill>
              </a:rPr>
              <a:t>5</a:t>
            </a:r>
            <a:r>
              <a:rPr lang="en-IN" sz="3200" b="1" dirty="0">
                <a:solidFill>
                  <a:schemeClr val="bg1"/>
                </a:solidFill>
              </a:rPr>
              <a:t>    </a:t>
            </a:r>
            <a:r>
              <a:rPr lang="en-IN" sz="3200" b="1" dirty="0">
                <a:solidFill>
                  <a:schemeClr val="accent6"/>
                </a:solidFill>
              </a:rPr>
              <a:t>2</a:t>
            </a:r>
            <a:r>
              <a:rPr lang="en-IN" sz="3200" b="1" dirty="0">
                <a:solidFill>
                  <a:schemeClr val="bg1"/>
                </a:solidFill>
              </a:rPr>
              <a:t>     </a:t>
            </a:r>
            <a:r>
              <a:rPr lang="en-IN" sz="3200" b="1" dirty="0">
                <a:solidFill>
                  <a:schemeClr val="accent5"/>
                </a:solidFill>
              </a:rPr>
              <a:t>6</a:t>
            </a:r>
            <a:r>
              <a:rPr lang="en-IN" sz="3200" b="1" dirty="0">
                <a:solidFill>
                  <a:schemeClr val="bg1"/>
                </a:solidFill>
              </a:rPr>
              <a:t>      </a:t>
            </a:r>
            <a:r>
              <a:rPr lang="en-IN" sz="3200" b="1" dirty="0">
                <a:solidFill>
                  <a:schemeClr val="accent5"/>
                </a:solidFill>
              </a:rPr>
              <a:t>4</a:t>
            </a:r>
            <a:r>
              <a:rPr lang="en-IN" sz="3200" b="1" dirty="0">
                <a:solidFill>
                  <a:schemeClr val="bg1"/>
                </a:solidFill>
              </a:rPr>
              <a:t>    </a:t>
            </a:r>
            <a:r>
              <a:rPr lang="en-IN" sz="3200" b="1" dirty="0">
                <a:solidFill>
                  <a:schemeClr val="accent6"/>
                </a:solidFill>
              </a:rPr>
              <a:t>1</a:t>
            </a:r>
            <a:r>
              <a:rPr lang="en-IN" sz="3200" b="1" dirty="0">
                <a:solidFill>
                  <a:schemeClr val="bg1"/>
                </a:solidFill>
              </a:rPr>
              <a:t>     </a:t>
            </a:r>
            <a:r>
              <a:rPr lang="en-IN" sz="3200" b="1" dirty="0">
                <a:solidFill>
                  <a:schemeClr val="accent2"/>
                </a:solidFill>
              </a:rPr>
              <a:t>3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2E057FE-62CE-8D83-5C9F-CFA40B20A5AD}"/>
              </a:ext>
            </a:extLst>
          </p:cNvPr>
          <p:cNvSpPr txBox="1"/>
          <p:nvPr/>
        </p:nvSpPr>
        <p:spPr>
          <a:xfrm>
            <a:off x="8697645" y="-291132"/>
            <a:ext cx="53536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>
                <a:solidFill>
                  <a:schemeClr val="accent4"/>
                </a:solidFill>
              </a:rPr>
              <a:t>PIVOT </a:t>
            </a:r>
            <a:r>
              <a:rPr lang="en-IN" sz="3600" b="1" dirty="0">
                <a:solidFill>
                  <a:schemeClr val="bg2"/>
                </a:solidFill>
              </a:rPr>
              <a:t>&amp;</a:t>
            </a:r>
            <a:r>
              <a:rPr lang="en-IN" sz="3600" b="1" dirty="0">
                <a:solidFill>
                  <a:schemeClr val="accent4"/>
                </a:solidFill>
              </a:rPr>
              <a:t> PARTATION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11DB005-560E-6DBE-2916-07DBD1AAEFFE}"/>
              </a:ext>
            </a:extLst>
          </p:cNvPr>
          <p:cNvSpPr txBox="1"/>
          <p:nvPr/>
        </p:nvSpPr>
        <p:spPr>
          <a:xfrm>
            <a:off x="3665417" y="1633638"/>
            <a:ext cx="47559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bg1"/>
                </a:solidFill>
              </a:rPr>
              <a:t>      &lt; =            3             &gt; =  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2372CB8-B420-E648-191D-BF64790402D7}"/>
              </a:ext>
            </a:extLst>
          </p:cNvPr>
          <p:cNvSpPr txBox="1"/>
          <p:nvPr/>
        </p:nvSpPr>
        <p:spPr>
          <a:xfrm>
            <a:off x="5154328" y="1100863"/>
            <a:ext cx="14885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>
                <a:solidFill>
                  <a:schemeClr val="accent4"/>
                </a:solidFill>
              </a:rPr>
              <a:t>PIVOT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6766504-7158-CF88-E04C-801DF333A416}"/>
              </a:ext>
            </a:extLst>
          </p:cNvPr>
          <p:cNvSpPr txBox="1"/>
          <p:nvPr/>
        </p:nvSpPr>
        <p:spPr>
          <a:xfrm>
            <a:off x="2358665" y="1663829"/>
            <a:ext cx="205120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>
                <a:solidFill>
                  <a:srgbClr val="FFFF00"/>
                </a:solidFill>
              </a:rPr>
              <a:t>Left Side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1EB65F8-77C3-C252-B5C2-43526BE12514}"/>
              </a:ext>
            </a:extLst>
          </p:cNvPr>
          <p:cNvSpPr txBox="1"/>
          <p:nvPr/>
        </p:nvSpPr>
        <p:spPr>
          <a:xfrm>
            <a:off x="8030361" y="1633638"/>
            <a:ext cx="205120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>
                <a:solidFill>
                  <a:srgbClr val="FFFF00"/>
                </a:solidFill>
              </a:rPr>
              <a:t>Right Side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C1FBBB6-8EA3-0E8B-43CE-1722BF64626B}"/>
              </a:ext>
            </a:extLst>
          </p:cNvPr>
          <p:cNvSpPr txBox="1"/>
          <p:nvPr/>
        </p:nvSpPr>
        <p:spPr>
          <a:xfrm>
            <a:off x="4409872" y="2578406"/>
            <a:ext cx="47559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bg1"/>
                </a:solidFill>
              </a:rPr>
              <a:t>2     </a:t>
            </a:r>
            <a:r>
              <a:rPr lang="en-IN" sz="3200" b="1" dirty="0">
                <a:solidFill>
                  <a:schemeClr val="accent5"/>
                </a:solidFill>
              </a:rPr>
              <a:t>1</a:t>
            </a:r>
            <a:r>
              <a:rPr lang="en-IN" sz="3200" b="1" dirty="0">
                <a:solidFill>
                  <a:schemeClr val="bg1"/>
                </a:solidFill>
              </a:rPr>
              <a:t>      </a:t>
            </a:r>
            <a:r>
              <a:rPr lang="en-IN" sz="3200" b="1" dirty="0">
                <a:solidFill>
                  <a:schemeClr val="accent2"/>
                </a:solidFill>
              </a:rPr>
              <a:t>3      </a:t>
            </a:r>
            <a:r>
              <a:rPr lang="en-IN" sz="3200" b="1" dirty="0">
                <a:solidFill>
                  <a:schemeClr val="bg1"/>
                </a:solidFill>
              </a:rPr>
              <a:t>5      6      4 </a:t>
            </a:r>
            <a:r>
              <a:rPr lang="en-IN" sz="3200" b="1" dirty="0">
                <a:solidFill>
                  <a:schemeClr val="accent2"/>
                </a:solidFill>
              </a:rPr>
              <a:t>  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76A7278-D45E-FDB8-C1AD-3566AB1DF364}"/>
              </a:ext>
            </a:extLst>
          </p:cNvPr>
          <p:cNvCxnSpPr>
            <a:cxnSpLocks/>
          </p:cNvCxnSpPr>
          <p:nvPr/>
        </p:nvCxnSpPr>
        <p:spPr>
          <a:xfrm flipH="1">
            <a:off x="4296800" y="2578406"/>
            <a:ext cx="1258529" cy="0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7267687-2B98-0154-B838-EE061E189181}"/>
              </a:ext>
            </a:extLst>
          </p:cNvPr>
          <p:cNvCxnSpPr/>
          <p:nvPr/>
        </p:nvCxnSpPr>
        <p:spPr>
          <a:xfrm>
            <a:off x="4296800" y="2578406"/>
            <a:ext cx="0" cy="627154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8B969062-1746-BEFA-35D4-D0B0759211B8}"/>
              </a:ext>
            </a:extLst>
          </p:cNvPr>
          <p:cNvCxnSpPr/>
          <p:nvPr/>
        </p:nvCxnSpPr>
        <p:spPr>
          <a:xfrm>
            <a:off x="5555329" y="2578406"/>
            <a:ext cx="0" cy="627154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C543F385-128F-494B-B844-2A2ED4DD9F57}"/>
              </a:ext>
            </a:extLst>
          </p:cNvPr>
          <p:cNvCxnSpPr>
            <a:cxnSpLocks/>
          </p:cNvCxnSpPr>
          <p:nvPr/>
        </p:nvCxnSpPr>
        <p:spPr>
          <a:xfrm flipH="1">
            <a:off x="4296800" y="3205560"/>
            <a:ext cx="1258529" cy="0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F51B1DB5-7DEC-59E3-553D-8141AB5260FE}"/>
              </a:ext>
            </a:extLst>
          </p:cNvPr>
          <p:cNvCxnSpPr>
            <a:cxnSpLocks/>
          </p:cNvCxnSpPr>
          <p:nvPr/>
        </p:nvCxnSpPr>
        <p:spPr>
          <a:xfrm>
            <a:off x="4906400" y="3320742"/>
            <a:ext cx="0" cy="322110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9BCC76D8-46AA-F915-12A0-D47925F45448}"/>
              </a:ext>
            </a:extLst>
          </p:cNvPr>
          <p:cNvSpPr txBox="1"/>
          <p:nvPr/>
        </p:nvSpPr>
        <p:spPr>
          <a:xfrm>
            <a:off x="4223964" y="3571103"/>
            <a:ext cx="205120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>
                <a:solidFill>
                  <a:schemeClr val="bg1"/>
                </a:solidFill>
              </a:rPr>
              <a:t>Left Half 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4B7EF47-23CC-7709-6B36-175AA12AC0D6}"/>
              </a:ext>
            </a:extLst>
          </p:cNvPr>
          <p:cNvCxnSpPr>
            <a:cxnSpLocks/>
          </p:cNvCxnSpPr>
          <p:nvPr/>
        </p:nvCxnSpPr>
        <p:spPr>
          <a:xfrm flipH="1">
            <a:off x="6410662" y="2608597"/>
            <a:ext cx="2010697" cy="0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4946863E-BE48-F262-3076-59EF465DAD9E}"/>
              </a:ext>
            </a:extLst>
          </p:cNvPr>
          <p:cNvCxnSpPr/>
          <p:nvPr/>
        </p:nvCxnSpPr>
        <p:spPr>
          <a:xfrm>
            <a:off x="6410662" y="2608597"/>
            <a:ext cx="0" cy="627154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2FC6EF8-CA98-65F4-5E44-85BC815C96EA}"/>
              </a:ext>
            </a:extLst>
          </p:cNvPr>
          <p:cNvCxnSpPr/>
          <p:nvPr/>
        </p:nvCxnSpPr>
        <p:spPr>
          <a:xfrm>
            <a:off x="8421359" y="2608597"/>
            <a:ext cx="0" cy="627154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2F3986A6-C285-51AE-A98A-617E54E85020}"/>
              </a:ext>
            </a:extLst>
          </p:cNvPr>
          <p:cNvCxnSpPr>
            <a:cxnSpLocks/>
          </p:cNvCxnSpPr>
          <p:nvPr/>
        </p:nvCxnSpPr>
        <p:spPr>
          <a:xfrm flipH="1">
            <a:off x="6410662" y="3235751"/>
            <a:ext cx="2010697" cy="0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3A04A62-F533-52F9-A68F-2590EC97CF18}"/>
              </a:ext>
            </a:extLst>
          </p:cNvPr>
          <p:cNvCxnSpPr>
            <a:cxnSpLocks/>
          </p:cNvCxnSpPr>
          <p:nvPr/>
        </p:nvCxnSpPr>
        <p:spPr>
          <a:xfrm>
            <a:off x="7388972" y="3320742"/>
            <a:ext cx="0" cy="322110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D34E5AF4-55D3-2B81-2E85-049C3BCA703C}"/>
              </a:ext>
            </a:extLst>
          </p:cNvPr>
          <p:cNvSpPr txBox="1"/>
          <p:nvPr/>
        </p:nvSpPr>
        <p:spPr>
          <a:xfrm>
            <a:off x="6634292" y="3578593"/>
            <a:ext cx="205120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>
                <a:solidFill>
                  <a:schemeClr val="bg1"/>
                </a:solidFill>
              </a:rPr>
              <a:t>Right Half 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5A8FDBEF-04BA-7677-3B30-DF8F47CDF8B6}"/>
              </a:ext>
            </a:extLst>
          </p:cNvPr>
          <p:cNvCxnSpPr>
            <a:cxnSpLocks/>
          </p:cNvCxnSpPr>
          <p:nvPr/>
        </p:nvCxnSpPr>
        <p:spPr>
          <a:xfrm>
            <a:off x="1065722" y="2964426"/>
            <a:ext cx="2968374" cy="0"/>
          </a:xfrm>
          <a:prstGeom prst="line">
            <a:avLst/>
          </a:prstGeom>
          <a:ln w="285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933DA63C-7073-702A-42D0-552C2C1A5392}"/>
              </a:ext>
            </a:extLst>
          </p:cNvPr>
          <p:cNvCxnSpPr>
            <a:cxnSpLocks/>
          </p:cNvCxnSpPr>
          <p:nvPr/>
        </p:nvCxnSpPr>
        <p:spPr>
          <a:xfrm>
            <a:off x="1065722" y="2964426"/>
            <a:ext cx="0" cy="942320"/>
          </a:xfrm>
          <a:prstGeom prst="line">
            <a:avLst/>
          </a:prstGeom>
          <a:ln w="285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845B8EDA-D054-FC45-0D6E-4DE10B54F258}"/>
              </a:ext>
            </a:extLst>
          </p:cNvPr>
          <p:cNvSpPr txBox="1"/>
          <p:nvPr/>
        </p:nvSpPr>
        <p:spPr>
          <a:xfrm>
            <a:off x="732192" y="3951864"/>
            <a:ext cx="47559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accent5"/>
                </a:solidFill>
              </a:rPr>
              <a:t>1</a:t>
            </a:r>
            <a:r>
              <a:rPr lang="en-IN" sz="3200" b="1" dirty="0">
                <a:solidFill>
                  <a:schemeClr val="bg1"/>
                </a:solidFill>
              </a:rPr>
              <a:t>   2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A43D4556-37A6-F194-A74C-C7EC587C266E}"/>
              </a:ext>
            </a:extLst>
          </p:cNvPr>
          <p:cNvCxnSpPr>
            <a:cxnSpLocks/>
          </p:cNvCxnSpPr>
          <p:nvPr/>
        </p:nvCxnSpPr>
        <p:spPr>
          <a:xfrm>
            <a:off x="1059728" y="3009544"/>
            <a:ext cx="0" cy="942320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590804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450BEA-720D-BDD7-F2A4-2B9AC77E45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6C40C19D-494B-D2BF-E7E9-E61F31C2C204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AE149781-D674-9254-C442-97788B75F008}"/>
              </a:ext>
            </a:extLst>
          </p:cNvPr>
          <p:cNvSpPr/>
          <p:nvPr/>
        </p:nvSpPr>
        <p:spPr>
          <a:xfrm>
            <a:off x="3746338" y="-445604"/>
            <a:ext cx="4284023" cy="770612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3200" b="1" dirty="0">
              <a:solidFill>
                <a:schemeClr val="bg1"/>
              </a:solidFill>
            </a:endParaRPr>
          </a:p>
          <a:p>
            <a:pPr algn="ctr"/>
            <a:endParaRPr lang="en-IN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24813E0-8CEA-DECF-962D-F154B06EE030}"/>
              </a:ext>
            </a:extLst>
          </p:cNvPr>
          <p:cNvSpPr txBox="1"/>
          <p:nvPr/>
        </p:nvSpPr>
        <p:spPr>
          <a:xfrm>
            <a:off x="4137336" y="-398853"/>
            <a:ext cx="428402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rgbClr val="FFC000"/>
                </a:solidFill>
              </a:rPr>
              <a:t>0            1            2               3           4            5                      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C0350C5-28A5-42DD-34C8-482182C0C68C}"/>
              </a:ext>
            </a:extLst>
          </p:cNvPr>
          <p:cNvSpPr txBox="1"/>
          <p:nvPr/>
        </p:nvSpPr>
        <p:spPr>
          <a:xfrm>
            <a:off x="4137335" y="-229576"/>
            <a:ext cx="352256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accent5"/>
                </a:solidFill>
              </a:rPr>
              <a:t>5</a:t>
            </a:r>
            <a:r>
              <a:rPr lang="en-IN" sz="3200" b="1" dirty="0">
                <a:solidFill>
                  <a:schemeClr val="bg1"/>
                </a:solidFill>
              </a:rPr>
              <a:t>    </a:t>
            </a:r>
            <a:r>
              <a:rPr lang="en-IN" sz="3200" b="1" dirty="0">
                <a:solidFill>
                  <a:schemeClr val="accent6"/>
                </a:solidFill>
              </a:rPr>
              <a:t>2</a:t>
            </a:r>
            <a:r>
              <a:rPr lang="en-IN" sz="3200" b="1" dirty="0">
                <a:solidFill>
                  <a:schemeClr val="bg1"/>
                </a:solidFill>
              </a:rPr>
              <a:t>     </a:t>
            </a:r>
            <a:r>
              <a:rPr lang="en-IN" sz="3200" b="1" dirty="0">
                <a:solidFill>
                  <a:schemeClr val="accent5"/>
                </a:solidFill>
              </a:rPr>
              <a:t>6</a:t>
            </a:r>
            <a:r>
              <a:rPr lang="en-IN" sz="3200" b="1" dirty="0">
                <a:solidFill>
                  <a:schemeClr val="bg1"/>
                </a:solidFill>
              </a:rPr>
              <a:t>      </a:t>
            </a:r>
            <a:r>
              <a:rPr lang="en-IN" sz="3200" b="1" dirty="0">
                <a:solidFill>
                  <a:schemeClr val="accent5"/>
                </a:solidFill>
              </a:rPr>
              <a:t>4</a:t>
            </a:r>
            <a:r>
              <a:rPr lang="en-IN" sz="3200" b="1" dirty="0">
                <a:solidFill>
                  <a:schemeClr val="bg1"/>
                </a:solidFill>
              </a:rPr>
              <a:t>    </a:t>
            </a:r>
            <a:r>
              <a:rPr lang="en-IN" sz="3200" b="1" dirty="0">
                <a:solidFill>
                  <a:schemeClr val="accent6"/>
                </a:solidFill>
              </a:rPr>
              <a:t>1</a:t>
            </a:r>
            <a:r>
              <a:rPr lang="en-IN" sz="3200" b="1" dirty="0">
                <a:solidFill>
                  <a:schemeClr val="bg1"/>
                </a:solidFill>
              </a:rPr>
              <a:t>     </a:t>
            </a:r>
            <a:r>
              <a:rPr lang="en-IN" sz="3200" b="1" dirty="0">
                <a:solidFill>
                  <a:schemeClr val="accent2"/>
                </a:solidFill>
              </a:rPr>
              <a:t>3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364AB37-7789-B2C6-E094-DC729F766D20}"/>
              </a:ext>
            </a:extLst>
          </p:cNvPr>
          <p:cNvSpPr txBox="1"/>
          <p:nvPr/>
        </p:nvSpPr>
        <p:spPr>
          <a:xfrm>
            <a:off x="8697645" y="-291132"/>
            <a:ext cx="53536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>
                <a:solidFill>
                  <a:schemeClr val="accent4"/>
                </a:solidFill>
              </a:rPr>
              <a:t>PIVOT </a:t>
            </a:r>
            <a:r>
              <a:rPr lang="en-IN" sz="3600" b="1" dirty="0">
                <a:solidFill>
                  <a:schemeClr val="bg2"/>
                </a:solidFill>
              </a:rPr>
              <a:t>&amp;</a:t>
            </a:r>
            <a:r>
              <a:rPr lang="en-IN" sz="3600" b="1" dirty="0">
                <a:solidFill>
                  <a:schemeClr val="accent4"/>
                </a:solidFill>
              </a:rPr>
              <a:t> PARTATION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D9D7BF8-FAF0-AAD8-A6A5-D73B1E3FEFFF}"/>
              </a:ext>
            </a:extLst>
          </p:cNvPr>
          <p:cNvSpPr txBox="1"/>
          <p:nvPr/>
        </p:nvSpPr>
        <p:spPr>
          <a:xfrm>
            <a:off x="3665417" y="1633638"/>
            <a:ext cx="47559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bg1"/>
                </a:solidFill>
              </a:rPr>
              <a:t>      &lt; =            3             &gt; =  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A290B61-06EF-AE4A-C025-76850205E98A}"/>
              </a:ext>
            </a:extLst>
          </p:cNvPr>
          <p:cNvSpPr txBox="1"/>
          <p:nvPr/>
        </p:nvSpPr>
        <p:spPr>
          <a:xfrm>
            <a:off x="5154328" y="1100863"/>
            <a:ext cx="14885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>
                <a:solidFill>
                  <a:schemeClr val="accent4"/>
                </a:solidFill>
              </a:rPr>
              <a:t>PIVOT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42168C2-2410-9859-D94E-89088CB0E8E2}"/>
              </a:ext>
            </a:extLst>
          </p:cNvPr>
          <p:cNvSpPr txBox="1"/>
          <p:nvPr/>
        </p:nvSpPr>
        <p:spPr>
          <a:xfrm>
            <a:off x="2358665" y="1663829"/>
            <a:ext cx="205120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>
                <a:solidFill>
                  <a:srgbClr val="FFFF00"/>
                </a:solidFill>
              </a:rPr>
              <a:t>Left Side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D7B5C81-CF6E-DDF6-3691-E65803F97DC8}"/>
              </a:ext>
            </a:extLst>
          </p:cNvPr>
          <p:cNvSpPr txBox="1"/>
          <p:nvPr/>
        </p:nvSpPr>
        <p:spPr>
          <a:xfrm>
            <a:off x="8030361" y="1633638"/>
            <a:ext cx="205120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>
                <a:solidFill>
                  <a:srgbClr val="FFFF00"/>
                </a:solidFill>
              </a:rPr>
              <a:t>Right Side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C9EBCB9-7322-5B0A-F58B-D97A7F83ADD2}"/>
              </a:ext>
            </a:extLst>
          </p:cNvPr>
          <p:cNvSpPr txBox="1"/>
          <p:nvPr/>
        </p:nvSpPr>
        <p:spPr>
          <a:xfrm>
            <a:off x="4409872" y="2578406"/>
            <a:ext cx="47559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bg1"/>
                </a:solidFill>
              </a:rPr>
              <a:t>2     </a:t>
            </a:r>
            <a:r>
              <a:rPr lang="en-IN" sz="3200" b="1" dirty="0">
                <a:solidFill>
                  <a:schemeClr val="accent5"/>
                </a:solidFill>
              </a:rPr>
              <a:t>1</a:t>
            </a:r>
            <a:r>
              <a:rPr lang="en-IN" sz="3200" b="1" dirty="0">
                <a:solidFill>
                  <a:schemeClr val="bg1"/>
                </a:solidFill>
              </a:rPr>
              <a:t>      </a:t>
            </a:r>
            <a:r>
              <a:rPr lang="en-IN" sz="3200" b="1" dirty="0">
                <a:solidFill>
                  <a:schemeClr val="accent2"/>
                </a:solidFill>
              </a:rPr>
              <a:t>3      </a:t>
            </a:r>
            <a:r>
              <a:rPr lang="en-IN" sz="3200" b="1" dirty="0">
                <a:solidFill>
                  <a:schemeClr val="bg1"/>
                </a:solidFill>
              </a:rPr>
              <a:t>5      6      </a:t>
            </a:r>
            <a:r>
              <a:rPr lang="en-IN" sz="3200" b="1" dirty="0">
                <a:solidFill>
                  <a:schemeClr val="accent5"/>
                </a:solidFill>
              </a:rPr>
              <a:t>4</a:t>
            </a:r>
            <a:r>
              <a:rPr lang="en-IN" sz="3200" b="1" dirty="0">
                <a:solidFill>
                  <a:schemeClr val="bg1"/>
                </a:solidFill>
              </a:rPr>
              <a:t> </a:t>
            </a:r>
            <a:r>
              <a:rPr lang="en-IN" sz="3200" b="1" dirty="0">
                <a:solidFill>
                  <a:schemeClr val="accent2"/>
                </a:solidFill>
              </a:rPr>
              <a:t>  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DC39A67-C5A1-336C-05F3-1BD07D1C822F}"/>
              </a:ext>
            </a:extLst>
          </p:cNvPr>
          <p:cNvCxnSpPr>
            <a:cxnSpLocks/>
          </p:cNvCxnSpPr>
          <p:nvPr/>
        </p:nvCxnSpPr>
        <p:spPr>
          <a:xfrm flipH="1">
            <a:off x="4296800" y="2578406"/>
            <a:ext cx="1258529" cy="0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DDC19342-6823-2AA0-EC2C-73880EB8E8E3}"/>
              </a:ext>
            </a:extLst>
          </p:cNvPr>
          <p:cNvCxnSpPr/>
          <p:nvPr/>
        </p:nvCxnSpPr>
        <p:spPr>
          <a:xfrm>
            <a:off x="4296800" y="2578406"/>
            <a:ext cx="0" cy="627154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D6D286C5-9D58-8C85-DF97-47535F030352}"/>
              </a:ext>
            </a:extLst>
          </p:cNvPr>
          <p:cNvCxnSpPr/>
          <p:nvPr/>
        </p:nvCxnSpPr>
        <p:spPr>
          <a:xfrm>
            <a:off x="5555329" y="2578406"/>
            <a:ext cx="0" cy="627154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3997FD76-A19E-D56C-F83D-8A0FCE6ABE32}"/>
              </a:ext>
            </a:extLst>
          </p:cNvPr>
          <p:cNvCxnSpPr>
            <a:cxnSpLocks/>
          </p:cNvCxnSpPr>
          <p:nvPr/>
        </p:nvCxnSpPr>
        <p:spPr>
          <a:xfrm flipH="1">
            <a:off x="4296800" y="3205560"/>
            <a:ext cx="1258529" cy="0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582233D-01E2-94B8-A6D0-7B6322AACC38}"/>
              </a:ext>
            </a:extLst>
          </p:cNvPr>
          <p:cNvCxnSpPr>
            <a:cxnSpLocks/>
          </p:cNvCxnSpPr>
          <p:nvPr/>
        </p:nvCxnSpPr>
        <p:spPr>
          <a:xfrm>
            <a:off x="4906400" y="3320742"/>
            <a:ext cx="0" cy="322110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167B0342-2B55-3387-900A-D978320FCE03}"/>
              </a:ext>
            </a:extLst>
          </p:cNvPr>
          <p:cNvSpPr txBox="1"/>
          <p:nvPr/>
        </p:nvSpPr>
        <p:spPr>
          <a:xfrm>
            <a:off x="4223964" y="3571103"/>
            <a:ext cx="205120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>
                <a:solidFill>
                  <a:schemeClr val="bg1"/>
                </a:solidFill>
              </a:rPr>
              <a:t>Left Half 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24D5DED-BB23-14D2-E6EC-4FC714F99A83}"/>
              </a:ext>
            </a:extLst>
          </p:cNvPr>
          <p:cNvCxnSpPr>
            <a:cxnSpLocks/>
          </p:cNvCxnSpPr>
          <p:nvPr/>
        </p:nvCxnSpPr>
        <p:spPr>
          <a:xfrm flipH="1">
            <a:off x="6410662" y="2608597"/>
            <a:ext cx="2010697" cy="0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DB506712-38ED-486E-1482-9462DCCBEB32}"/>
              </a:ext>
            </a:extLst>
          </p:cNvPr>
          <p:cNvCxnSpPr/>
          <p:nvPr/>
        </p:nvCxnSpPr>
        <p:spPr>
          <a:xfrm>
            <a:off x="6410662" y="2608597"/>
            <a:ext cx="0" cy="627154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97289D5E-62F5-9371-8931-AE04CFD20A62}"/>
              </a:ext>
            </a:extLst>
          </p:cNvPr>
          <p:cNvCxnSpPr/>
          <p:nvPr/>
        </p:nvCxnSpPr>
        <p:spPr>
          <a:xfrm>
            <a:off x="8421359" y="2608597"/>
            <a:ext cx="0" cy="627154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AF3A91F1-7113-5E66-4534-FDDE3CCECBD4}"/>
              </a:ext>
            </a:extLst>
          </p:cNvPr>
          <p:cNvCxnSpPr>
            <a:cxnSpLocks/>
          </p:cNvCxnSpPr>
          <p:nvPr/>
        </p:nvCxnSpPr>
        <p:spPr>
          <a:xfrm flipH="1">
            <a:off x="6410662" y="3235751"/>
            <a:ext cx="2010697" cy="0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4543359D-43E4-335D-17CD-3FA052B1C5E0}"/>
              </a:ext>
            </a:extLst>
          </p:cNvPr>
          <p:cNvCxnSpPr>
            <a:cxnSpLocks/>
          </p:cNvCxnSpPr>
          <p:nvPr/>
        </p:nvCxnSpPr>
        <p:spPr>
          <a:xfrm>
            <a:off x="7388972" y="3320742"/>
            <a:ext cx="0" cy="322110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C2886037-5574-EA4B-AD05-CC221F440C3D}"/>
              </a:ext>
            </a:extLst>
          </p:cNvPr>
          <p:cNvSpPr txBox="1"/>
          <p:nvPr/>
        </p:nvSpPr>
        <p:spPr>
          <a:xfrm>
            <a:off x="6634292" y="3578593"/>
            <a:ext cx="205120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>
                <a:solidFill>
                  <a:schemeClr val="bg1"/>
                </a:solidFill>
              </a:rPr>
              <a:t>Right Half 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F50660C1-9BE9-4973-6C30-2AB6DCCC13FC}"/>
              </a:ext>
            </a:extLst>
          </p:cNvPr>
          <p:cNvCxnSpPr>
            <a:cxnSpLocks/>
          </p:cNvCxnSpPr>
          <p:nvPr/>
        </p:nvCxnSpPr>
        <p:spPr>
          <a:xfrm>
            <a:off x="1065722" y="2964426"/>
            <a:ext cx="2968374" cy="0"/>
          </a:xfrm>
          <a:prstGeom prst="line">
            <a:avLst/>
          </a:prstGeom>
          <a:ln w="285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C75419E8-0CF7-5BCF-1401-32C949BFF050}"/>
              </a:ext>
            </a:extLst>
          </p:cNvPr>
          <p:cNvCxnSpPr>
            <a:cxnSpLocks/>
          </p:cNvCxnSpPr>
          <p:nvPr/>
        </p:nvCxnSpPr>
        <p:spPr>
          <a:xfrm>
            <a:off x="1065722" y="2964426"/>
            <a:ext cx="0" cy="942320"/>
          </a:xfrm>
          <a:prstGeom prst="line">
            <a:avLst/>
          </a:prstGeom>
          <a:ln w="285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EB56A698-CF6F-53A2-BF70-44F8DD3CAD19}"/>
              </a:ext>
            </a:extLst>
          </p:cNvPr>
          <p:cNvSpPr txBox="1"/>
          <p:nvPr/>
        </p:nvSpPr>
        <p:spPr>
          <a:xfrm>
            <a:off x="732192" y="3951864"/>
            <a:ext cx="47559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accent5"/>
                </a:solidFill>
              </a:rPr>
              <a:t>1</a:t>
            </a:r>
            <a:r>
              <a:rPr lang="en-IN" sz="3200" b="1" dirty="0">
                <a:solidFill>
                  <a:schemeClr val="bg1"/>
                </a:solidFill>
              </a:rPr>
              <a:t>   2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C84FBEAC-7717-ADF9-1DD3-17AB3596BFAA}"/>
              </a:ext>
            </a:extLst>
          </p:cNvPr>
          <p:cNvCxnSpPr>
            <a:cxnSpLocks/>
          </p:cNvCxnSpPr>
          <p:nvPr/>
        </p:nvCxnSpPr>
        <p:spPr>
          <a:xfrm>
            <a:off x="1059728" y="3009544"/>
            <a:ext cx="0" cy="942320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369992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200D66-C6FF-0D9B-F7F6-CC6F4CC8C4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0E61FF86-BBB9-7004-58F7-E01FFAD8C3E3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1871D2D-CB37-6B80-58C7-C045F080D180}"/>
              </a:ext>
            </a:extLst>
          </p:cNvPr>
          <p:cNvSpPr/>
          <p:nvPr/>
        </p:nvSpPr>
        <p:spPr>
          <a:xfrm>
            <a:off x="3746338" y="-445604"/>
            <a:ext cx="4284023" cy="770612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3200" b="1" dirty="0">
              <a:solidFill>
                <a:schemeClr val="bg1"/>
              </a:solidFill>
            </a:endParaRPr>
          </a:p>
          <a:p>
            <a:pPr algn="ctr"/>
            <a:endParaRPr lang="en-IN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7C6C471-F065-5BB2-A1BE-B1022941674A}"/>
              </a:ext>
            </a:extLst>
          </p:cNvPr>
          <p:cNvSpPr txBox="1"/>
          <p:nvPr/>
        </p:nvSpPr>
        <p:spPr>
          <a:xfrm>
            <a:off x="4137336" y="-398853"/>
            <a:ext cx="428402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rgbClr val="FFC000"/>
                </a:solidFill>
              </a:rPr>
              <a:t>0            1            2               3           4            5                      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DF50223-C89E-4396-CE74-801904CA09DD}"/>
              </a:ext>
            </a:extLst>
          </p:cNvPr>
          <p:cNvSpPr txBox="1"/>
          <p:nvPr/>
        </p:nvSpPr>
        <p:spPr>
          <a:xfrm>
            <a:off x="4137335" y="-229576"/>
            <a:ext cx="352256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accent5"/>
                </a:solidFill>
              </a:rPr>
              <a:t>5</a:t>
            </a:r>
            <a:r>
              <a:rPr lang="en-IN" sz="3200" b="1" dirty="0">
                <a:solidFill>
                  <a:schemeClr val="bg1"/>
                </a:solidFill>
              </a:rPr>
              <a:t>    </a:t>
            </a:r>
            <a:r>
              <a:rPr lang="en-IN" sz="3200" b="1" dirty="0">
                <a:solidFill>
                  <a:schemeClr val="accent6"/>
                </a:solidFill>
              </a:rPr>
              <a:t>2</a:t>
            </a:r>
            <a:r>
              <a:rPr lang="en-IN" sz="3200" b="1" dirty="0">
                <a:solidFill>
                  <a:schemeClr val="bg1"/>
                </a:solidFill>
              </a:rPr>
              <a:t>     </a:t>
            </a:r>
            <a:r>
              <a:rPr lang="en-IN" sz="3200" b="1" dirty="0">
                <a:solidFill>
                  <a:schemeClr val="accent5"/>
                </a:solidFill>
              </a:rPr>
              <a:t>6</a:t>
            </a:r>
            <a:r>
              <a:rPr lang="en-IN" sz="3200" b="1" dirty="0">
                <a:solidFill>
                  <a:schemeClr val="bg1"/>
                </a:solidFill>
              </a:rPr>
              <a:t>      </a:t>
            </a:r>
            <a:r>
              <a:rPr lang="en-IN" sz="3200" b="1" dirty="0">
                <a:solidFill>
                  <a:schemeClr val="accent5"/>
                </a:solidFill>
              </a:rPr>
              <a:t>4</a:t>
            </a:r>
            <a:r>
              <a:rPr lang="en-IN" sz="3200" b="1" dirty="0">
                <a:solidFill>
                  <a:schemeClr val="bg1"/>
                </a:solidFill>
              </a:rPr>
              <a:t>    </a:t>
            </a:r>
            <a:r>
              <a:rPr lang="en-IN" sz="3200" b="1" dirty="0">
                <a:solidFill>
                  <a:schemeClr val="accent6"/>
                </a:solidFill>
              </a:rPr>
              <a:t>1</a:t>
            </a:r>
            <a:r>
              <a:rPr lang="en-IN" sz="3200" b="1" dirty="0">
                <a:solidFill>
                  <a:schemeClr val="bg1"/>
                </a:solidFill>
              </a:rPr>
              <a:t>     </a:t>
            </a:r>
            <a:r>
              <a:rPr lang="en-IN" sz="3200" b="1" dirty="0">
                <a:solidFill>
                  <a:schemeClr val="accent2"/>
                </a:solidFill>
              </a:rPr>
              <a:t>3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0D06FD-1228-BB32-7B51-C56A4C71FDAC}"/>
              </a:ext>
            </a:extLst>
          </p:cNvPr>
          <p:cNvSpPr txBox="1"/>
          <p:nvPr/>
        </p:nvSpPr>
        <p:spPr>
          <a:xfrm>
            <a:off x="8697645" y="-291132"/>
            <a:ext cx="53536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>
                <a:solidFill>
                  <a:schemeClr val="accent4"/>
                </a:solidFill>
              </a:rPr>
              <a:t>PIVOT </a:t>
            </a:r>
            <a:r>
              <a:rPr lang="en-IN" sz="3600" b="1" dirty="0">
                <a:solidFill>
                  <a:schemeClr val="bg2"/>
                </a:solidFill>
              </a:rPr>
              <a:t>&amp;</a:t>
            </a:r>
            <a:r>
              <a:rPr lang="en-IN" sz="3600" b="1" dirty="0">
                <a:solidFill>
                  <a:schemeClr val="accent4"/>
                </a:solidFill>
              </a:rPr>
              <a:t> PARTATION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8B0797A-4D3C-E2DC-E35A-4D8C01D926EB}"/>
              </a:ext>
            </a:extLst>
          </p:cNvPr>
          <p:cNvSpPr txBox="1"/>
          <p:nvPr/>
        </p:nvSpPr>
        <p:spPr>
          <a:xfrm>
            <a:off x="3665417" y="1633638"/>
            <a:ext cx="47559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bg1"/>
                </a:solidFill>
              </a:rPr>
              <a:t>      &lt; =            3             &gt; =  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6F7FCC8-9A63-2377-DE0F-747ACFA3CE4A}"/>
              </a:ext>
            </a:extLst>
          </p:cNvPr>
          <p:cNvSpPr txBox="1"/>
          <p:nvPr/>
        </p:nvSpPr>
        <p:spPr>
          <a:xfrm>
            <a:off x="5154328" y="1100863"/>
            <a:ext cx="14885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>
                <a:solidFill>
                  <a:schemeClr val="accent4"/>
                </a:solidFill>
              </a:rPr>
              <a:t>PIVOT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61EA48E-D63A-E741-37D0-E541E4E5332D}"/>
              </a:ext>
            </a:extLst>
          </p:cNvPr>
          <p:cNvSpPr txBox="1"/>
          <p:nvPr/>
        </p:nvSpPr>
        <p:spPr>
          <a:xfrm>
            <a:off x="2358665" y="1663829"/>
            <a:ext cx="205120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>
                <a:solidFill>
                  <a:srgbClr val="FFFF00"/>
                </a:solidFill>
              </a:rPr>
              <a:t>Left Side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6C73452-8993-7530-27B9-119B3891767F}"/>
              </a:ext>
            </a:extLst>
          </p:cNvPr>
          <p:cNvSpPr txBox="1"/>
          <p:nvPr/>
        </p:nvSpPr>
        <p:spPr>
          <a:xfrm>
            <a:off x="8030361" y="1633638"/>
            <a:ext cx="205120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>
                <a:solidFill>
                  <a:srgbClr val="FFFF00"/>
                </a:solidFill>
              </a:rPr>
              <a:t>Right Side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AA3F274-ED78-5C07-3479-270570BCC0DA}"/>
              </a:ext>
            </a:extLst>
          </p:cNvPr>
          <p:cNvSpPr txBox="1"/>
          <p:nvPr/>
        </p:nvSpPr>
        <p:spPr>
          <a:xfrm>
            <a:off x="4409872" y="2578406"/>
            <a:ext cx="47559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bg1"/>
                </a:solidFill>
              </a:rPr>
              <a:t>2     </a:t>
            </a:r>
            <a:r>
              <a:rPr lang="en-IN" sz="3200" b="1" dirty="0">
                <a:solidFill>
                  <a:schemeClr val="accent5"/>
                </a:solidFill>
              </a:rPr>
              <a:t>1</a:t>
            </a:r>
            <a:r>
              <a:rPr lang="en-IN" sz="3200" b="1" dirty="0">
                <a:solidFill>
                  <a:schemeClr val="bg1"/>
                </a:solidFill>
              </a:rPr>
              <a:t>      </a:t>
            </a:r>
            <a:r>
              <a:rPr lang="en-IN" sz="3200" b="1" dirty="0">
                <a:solidFill>
                  <a:schemeClr val="accent2"/>
                </a:solidFill>
              </a:rPr>
              <a:t>3      </a:t>
            </a:r>
            <a:r>
              <a:rPr lang="en-IN" sz="3200" b="1" dirty="0">
                <a:solidFill>
                  <a:schemeClr val="bg1"/>
                </a:solidFill>
              </a:rPr>
              <a:t>5      6      </a:t>
            </a:r>
            <a:r>
              <a:rPr lang="en-IN" sz="3200" b="1" dirty="0">
                <a:solidFill>
                  <a:schemeClr val="accent5"/>
                </a:solidFill>
              </a:rPr>
              <a:t>4</a:t>
            </a:r>
            <a:r>
              <a:rPr lang="en-IN" sz="3200" b="1" dirty="0">
                <a:solidFill>
                  <a:schemeClr val="bg1"/>
                </a:solidFill>
              </a:rPr>
              <a:t> </a:t>
            </a:r>
            <a:r>
              <a:rPr lang="en-IN" sz="3200" b="1" dirty="0">
                <a:solidFill>
                  <a:schemeClr val="accent2"/>
                </a:solidFill>
              </a:rPr>
              <a:t>  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7EFE40B0-3E83-1CE9-1C04-27C69930CAA4}"/>
              </a:ext>
            </a:extLst>
          </p:cNvPr>
          <p:cNvCxnSpPr>
            <a:cxnSpLocks/>
          </p:cNvCxnSpPr>
          <p:nvPr/>
        </p:nvCxnSpPr>
        <p:spPr>
          <a:xfrm flipH="1">
            <a:off x="4296800" y="2578406"/>
            <a:ext cx="1258529" cy="0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1DBF07A-603B-0C04-242A-5A614027D281}"/>
              </a:ext>
            </a:extLst>
          </p:cNvPr>
          <p:cNvCxnSpPr/>
          <p:nvPr/>
        </p:nvCxnSpPr>
        <p:spPr>
          <a:xfrm>
            <a:off x="4296800" y="2578406"/>
            <a:ext cx="0" cy="627154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2845188-0134-ACC2-E8E1-EA88A1092886}"/>
              </a:ext>
            </a:extLst>
          </p:cNvPr>
          <p:cNvCxnSpPr/>
          <p:nvPr/>
        </p:nvCxnSpPr>
        <p:spPr>
          <a:xfrm>
            <a:off x="5555329" y="2578406"/>
            <a:ext cx="0" cy="627154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C1626EFA-B339-8346-2687-2407AB725559}"/>
              </a:ext>
            </a:extLst>
          </p:cNvPr>
          <p:cNvCxnSpPr>
            <a:cxnSpLocks/>
          </p:cNvCxnSpPr>
          <p:nvPr/>
        </p:nvCxnSpPr>
        <p:spPr>
          <a:xfrm flipH="1">
            <a:off x="4296800" y="3205560"/>
            <a:ext cx="1258529" cy="0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BB42A6F5-0E45-FB30-2C13-85C2025F3B43}"/>
              </a:ext>
            </a:extLst>
          </p:cNvPr>
          <p:cNvCxnSpPr>
            <a:cxnSpLocks/>
          </p:cNvCxnSpPr>
          <p:nvPr/>
        </p:nvCxnSpPr>
        <p:spPr>
          <a:xfrm>
            <a:off x="4906400" y="3320742"/>
            <a:ext cx="0" cy="322110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DE5F4372-2DC6-BA87-2FDE-646F3677DDAB}"/>
              </a:ext>
            </a:extLst>
          </p:cNvPr>
          <p:cNvSpPr txBox="1"/>
          <p:nvPr/>
        </p:nvSpPr>
        <p:spPr>
          <a:xfrm>
            <a:off x="4223964" y="3571103"/>
            <a:ext cx="205120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>
                <a:solidFill>
                  <a:schemeClr val="bg1"/>
                </a:solidFill>
              </a:rPr>
              <a:t>Left Half 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876918B-62A8-53E2-F089-7B6D9B799BCE}"/>
              </a:ext>
            </a:extLst>
          </p:cNvPr>
          <p:cNvCxnSpPr>
            <a:cxnSpLocks/>
          </p:cNvCxnSpPr>
          <p:nvPr/>
        </p:nvCxnSpPr>
        <p:spPr>
          <a:xfrm flipH="1">
            <a:off x="6410662" y="2608597"/>
            <a:ext cx="2010697" cy="0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E1BC92B-8974-7268-755A-61D538A115CA}"/>
              </a:ext>
            </a:extLst>
          </p:cNvPr>
          <p:cNvCxnSpPr/>
          <p:nvPr/>
        </p:nvCxnSpPr>
        <p:spPr>
          <a:xfrm>
            <a:off x="6410662" y="2608597"/>
            <a:ext cx="0" cy="627154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D0345D8-C889-49B6-C5EC-27551A3B9B47}"/>
              </a:ext>
            </a:extLst>
          </p:cNvPr>
          <p:cNvCxnSpPr/>
          <p:nvPr/>
        </p:nvCxnSpPr>
        <p:spPr>
          <a:xfrm>
            <a:off x="8421359" y="2608597"/>
            <a:ext cx="0" cy="627154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15A6A088-826D-82AC-D294-EFF773453601}"/>
              </a:ext>
            </a:extLst>
          </p:cNvPr>
          <p:cNvCxnSpPr>
            <a:cxnSpLocks/>
          </p:cNvCxnSpPr>
          <p:nvPr/>
        </p:nvCxnSpPr>
        <p:spPr>
          <a:xfrm flipH="1">
            <a:off x="6410662" y="3235751"/>
            <a:ext cx="2010697" cy="0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05A588E-8DFC-52C7-90DD-27A3FB07425D}"/>
              </a:ext>
            </a:extLst>
          </p:cNvPr>
          <p:cNvCxnSpPr>
            <a:cxnSpLocks/>
          </p:cNvCxnSpPr>
          <p:nvPr/>
        </p:nvCxnSpPr>
        <p:spPr>
          <a:xfrm>
            <a:off x="7388972" y="3320742"/>
            <a:ext cx="0" cy="322110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5D77FA30-204F-B150-4EE8-B50550FA3460}"/>
              </a:ext>
            </a:extLst>
          </p:cNvPr>
          <p:cNvSpPr txBox="1"/>
          <p:nvPr/>
        </p:nvSpPr>
        <p:spPr>
          <a:xfrm>
            <a:off x="6634292" y="3578593"/>
            <a:ext cx="205120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>
                <a:solidFill>
                  <a:schemeClr val="bg1"/>
                </a:solidFill>
              </a:rPr>
              <a:t>Right Half 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760769E7-6450-9C2A-1E29-AD30D2E09D85}"/>
              </a:ext>
            </a:extLst>
          </p:cNvPr>
          <p:cNvCxnSpPr>
            <a:cxnSpLocks/>
          </p:cNvCxnSpPr>
          <p:nvPr/>
        </p:nvCxnSpPr>
        <p:spPr>
          <a:xfrm>
            <a:off x="1065722" y="2964426"/>
            <a:ext cx="2968374" cy="0"/>
          </a:xfrm>
          <a:prstGeom prst="line">
            <a:avLst/>
          </a:prstGeom>
          <a:ln w="285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91DC4A2F-9DBD-5CAA-3B03-D2EAC9F98AEF}"/>
              </a:ext>
            </a:extLst>
          </p:cNvPr>
          <p:cNvCxnSpPr>
            <a:cxnSpLocks/>
          </p:cNvCxnSpPr>
          <p:nvPr/>
        </p:nvCxnSpPr>
        <p:spPr>
          <a:xfrm>
            <a:off x="1065722" y="2964426"/>
            <a:ext cx="0" cy="942320"/>
          </a:xfrm>
          <a:prstGeom prst="line">
            <a:avLst/>
          </a:prstGeom>
          <a:ln w="285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4516AA0B-0C6D-738F-5D41-27F34A996586}"/>
              </a:ext>
            </a:extLst>
          </p:cNvPr>
          <p:cNvSpPr txBox="1"/>
          <p:nvPr/>
        </p:nvSpPr>
        <p:spPr>
          <a:xfrm>
            <a:off x="732192" y="3951864"/>
            <a:ext cx="47559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accent5"/>
                </a:solidFill>
              </a:rPr>
              <a:t>1</a:t>
            </a:r>
            <a:r>
              <a:rPr lang="en-IN" sz="3200" b="1" dirty="0">
                <a:solidFill>
                  <a:schemeClr val="bg1"/>
                </a:solidFill>
              </a:rPr>
              <a:t>   2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1D0BFDAD-137F-A600-A3F9-4C4AF8D12BCD}"/>
              </a:ext>
            </a:extLst>
          </p:cNvPr>
          <p:cNvCxnSpPr>
            <a:cxnSpLocks/>
          </p:cNvCxnSpPr>
          <p:nvPr/>
        </p:nvCxnSpPr>
        <p:spPr>
          <a:xfrm>
            <a:off x="1059728" y="3009544"/>
            <a:ext cx="0" cy="942320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2EB5100B-3B4F-2D23-E165-E83293874FE5}"/>
              </a:ext>
            </a:extLst>
          </p:cNvPr>
          <p:cNvCxnSpPr>
            <a:cxnSpLocks/>
          </p:cNvCxnSpPr>
          <p:nvPr/>
        </p:nvCxnSpPr>
        <p:spPr>
          <a:xfrm>
            <a:off x="8597381" y="2964426"/>
            <a:ext cx="2968374" cy="0"/>
          </a:xfrm>
          <a:prstGeom prst="line">
            <a:avLst/>
          </a:prstGeom>
          <a:ln w="285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971C92CB-C2A6-880F-6DB7-E754559FAC2A}"/>
              </a:ext>
            </a:extLst>
          </p:cNvPr>
          <p:cNvCxnSpPr>
            <a:cxnSpLocks/>
          </p:cNvCxnSpPr>
          <p:nvPr/>
        </p:nvCxnSpPr>
        <p:spPr>
          <a:xfrm>
            <a:off x="11565755" y="2957840"/>
            <a:ext cx="0" cy="942320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60E15D32-9A74-16D5-8566-6C3B34E446AA}"/>
              </a:ext>
            </a:extLst>
          </p:cNvPr>
          <p:cNvSpPr txBox="1"/>
          <p:nvPr/>
        </p:nvSpPr>
        <p:spPr>
          <a:xfrm>
            <a:off x="10081568" y="3951863"/>
            <a:ext cx="47559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bg1"/>
                </a:solidFill>
              </a:rPr>
              <a:t>      &lt; =   4   &gt; =   </a:t>
            </a:r>
          </a:p>
        </p:txBody>
      </p:sp>
    </p:spTree>
    <p:extLst>
      <p:ext uri="{BB962C8B-B14F-4D97-AF65-F5344CB8AC3E}">
        <p14:creationId xmlns:p14="http://schemas.microsoft.com/office/powerpoint/2010/main" val="302424759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F123E3-BC51-14FD-EC01-89DAA80110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15CA090-109E-27F8-E55F-CDAA3B0F623A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B5188B3B-260B-E570-A76A-65E4050A9079}"/>
              </a:ext>
            </a:extLst>
          </p:cNvPr>
          <p:cNvSpPr/>
          <p:nvPr/>
        </p:nvSpPr>
        <p:spPr>
          <a:xfrm>
            <a:off x="3746338" y="-445604"/>
            <a:ext cx="4284023" cy="770612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3200" b="1" dirty="0">
              <a:solidFill>
                <a:schemeClr val="bg1"/>
              </a:solidFill>
            </a:endParaRPr>
          </a:p>
          <a:p>
            <a:pPr algn="ctr"/>
            <a:endParaRPr lang="en-IN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F0938D7-97F0-6BFD-483E-1B9BFFDB1D5B}"/>
              </a:ext>
            </a:extLst>
          </p:cNvPr>
          <p:cNvSpPr txBox="1"/>
          <p:nvPr/>
        </p:nvSpPr>
        <p:spPr>
          <a:xfrm>
            <a:off x="4137336" y="-398853"/>
            <a:ext cx="428402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rgbClr val="FFC000"/>
                </a:solidFill>
              </a:rPr>
              <a:t>0            1            2               3           4            5                      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28F4353-8114-0A8D-BC48-E85E28E99CCA}"/>
              </a:ext>
            </a:extLst>
          </p:cNvPr>
          <p:cNvSpPr txBox="1"/>
          <p:nvPr/>
        </p:nvSpPr>
        <p:spPr>
          <a:xfrm>
            <a:off x="4137335" y="-229576"/>
            <a:ext cx="352256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accent5"/>
                </a:solidFill>
              </a:rPr>
              <a:t>5</a:t>
            </a:r>
            <a:r>
              <a:rPr lang="en-IN" sz="3200" b="1" dirty="0">
                <a:solidFill>
                  <a:schemeClr val="bg1"/>
                </a:solidFill>
              </a:rPr>
              <a:t>    </a:t>
            </a:r>
            <a:r>
              <a:rPr lang="en-IN" sz="3200" b="1" dirty="0">
                <a:solidFill>
                  <a:schemeClr val="accent6"/>
                </a:solidFill>
              </a:rPr>
              <a:t>2</a:t>
            </a:r>
            <a:r>
              <a:rPr lang="en-IN" sz="3200" b="1" dirty="0">
                <a:solidFill>
                  <a:schemeClr val="bg1"/>
                </a:solidFill>
              </a:rPr>
              <a:t>     </a:t>
            </a:r>
            <a:r>
              <a:rPr lang="en-IN" sz="3200" b="1" dirty="0">
                <a:solidFill>
                  <a:schemeClr val="accent5"/>
                </a:solidFill>
              </a:rPr>
              <a:t>6</a:t>
            </a:r>
            <a:r>
              <a:rPr lang="en-IN" sz="3200" b="1" dirty="0">
                <a:solidFill>
                  <a:schemeClr val="bg1"/>
                </a:solidFill>
              </a:rPr>
              <a:t>      </a:t>
            </a:r>
            <a:r>
              <a:rPr lang="en-IN" sz="3200" b="1" dirty="0">
                <a:solidFill>
                  <a:schemeClr val="accent5"/>
                </a:solidFill>
              </a:rPr>
              <a:t>4</a:t>
            </a:r>
            <a:r>
              <a:rPr lang="en-IN" sz="3200" b="1" dirty="0">
                <a:solidFill>
                  <a:schemeClr val="bg1"/>
                </a:solidFill>
              </a:rPr>
              <a:t>    </a:t>
            </a:r>
            <a:r>
              <a:rPr lang="en-IN" sz="3200" b="1" dirty="0">
                <a:solidFill>
                  <a:schemeClr val="accent6"/>
                </a:solidFill>
              </a:rPr>
              <a:t>1</a:t>
            </a:r>
            <a:r>
              <a:rPr lang="en-IN" sz="3200" b="1" dirty="0">
                <a:solidFill>
                  <a:schemeClr val="bg1"/>
                </a:solidFill>
              </a:rPr>
              <a:t>     </a:t>
            </a:r>
            <a:r>
              <a:rPr lang="en-IN" sz="3200" b="1" dirty="0">
                <a:solidFill>
                  <a:schemeClr val="accent2"/>
                </a:solidFill>
              </a:rPr>
              <a:t>3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3EE6828-AE15-0297-AEA1-D53464B429C7}"/>
              </a:ext>
            </a:extLst>
          </p:cNvPr>
          <p:cNvSpPr txBox="1"/>
          <p:nvPr/>
        </p:nvSpPr>
        <p:spPr>
          <a:xfrm>
            <a:off x="8697645" y="-291132"/>
            <a:ext cx="53536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>
                <a:solidFill>
                  <a:schemeClr val="accent4"/>
                </a:solidFill>
              </a:rPr>
              <a:t>PIVOT </a:t>
            </a:r>
            <a:r>
              <a:rPr lang="en-IN" sz="3600" b="1" dirty="0">
                <a:solidFill>
                  <a:schemeClr val="bg2"/>
                </a:solidFill>
              </a:rPr>
              <a:t>&amp;</a:t>
            </a:r>
            <a:r>
              <a:rPr lang="en-IN" sz="3600" b="1" dirty="0">
                <a:solidFill>
                  <a:schemeClr val="accent4"/>
                </a:solidFill>
              </a:rPr>
              <a:t> PARTATION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DD8DBCC-BBE0-3C85-E684-605BD672F805}"/>
              </a:ext>
            </a:extLst>
          </p:cNvPr>
          <p:cNvSpPr txBox="1"/>
          <p:nvPr/>
        </p:nvSpPr>
        <p:spPr>
          <a:xfrm>
            <a:off x="3665417" y="1633638"/>
            <a:ext cx="47559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bg1"/>
                </a:solidFill>
              </a:rPr>
              <a:t>      &lt; =            3             &gt; =  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273CC2E-1C28-8A37-6CC3-24A8A0C0C117}"/>
              </a:ext>
            </a:extLst>
          </p:cNvPr>
          <p:cNvSpPr txBox="1"/>
          <p:nvPr/>
        </p:nvSpPr>
        <p:spPr>
          <a:xfrm>
            <a:off x="5154328" y="1100863"/>
            <a:ext cx="14885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>
                <a:solidFill>
                  <a:schemeClr val="accent4"/>
                </a:solidFill>
              </a:rPr>
              <a:t>PIVOT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B356E1A-4E5A-5128-CE8A-4E0E606BC791}"/>
              </a:ext>
            </a:extLst>
          </p:cNvPr>
          <p:cNvSpPr txBox="1"/>
          <p:nvPr/>
        </p:nvSpPr>
        <p:spPr>
          <a:xfrm>
            <a:off x="2358665" y="1663829"/>
            <a:ext cx="205120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>
                <a:solidFill>
                  <a:srgbClr val="FFFF00"/>
                </a:solidFill>
              </a:rPr>
              <a:t>Left Side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FF8A832-D2D6-0F38-8F94-28BDB58BE3BE}"/>
              </a:ext>
            </a:extLst>
          </p:cNvPr>
          <p:cNvSpPr txBox="1"/>
          <p:nvPr/>
        </p:nvSpPr>
        <p:spPr>
          <a:xfrm>
            <a:off x="8030361" y="1633638"/>
            <a:ext cx="205120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>
                <a:solidFill>
                  <a:srgbClr val="FFFF00"/>
                </a:solidFill>
              </a:rPr>
              <a:t>Right Side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A7CC62C-150B-5D06-1002-43C2CBD6395F}"/>
              </a:ext>
            </a:extLst>
          </p:cNvPr>
          <p:cNvSpPr txBox="1"/>
          <p:nvPr/>
        </p:nvSpPr>
        <p:spPr>
          <a:xfrm>
            <a:off x="4409872" y="2578406"/>
            <a:ext cx="47559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bg1"/>
                </a:solidFill>
              </a:rPr>
              <a:t>2     </a:t>
            </a:r>
            <a:r>
              <a:rPr lang="en-IN" sz="3200" b="1" dirty="0">
                <a:solidFill>
                  <a:schemeClr val="accent5"/>
                </a:solidFill>
              </a:rPr>
              <a:t>1</a:t>
            </a:r>
            <a:r>
              <a:rPr lang="en-IN" sz="3200" b="1" dirty="0">
                <a:solidFill>
                  <a:schemeClr val="bg1"/>
                </a:solidFill>
              </a:rPr>
              <a:t>      </a:t>
            </a:r>
            <a:r>
              <a:rPr lang="en-IN" sz="3200" b="1" dirty="0">
                <a:solidFill>
                  <a:schemeClr val="accent2"/>
                </a:solidFill>
              </a:rPr>
              <a:t>3      </a:t>
            </a:r>
            <a:r>
              <a:rPr lang="en-IN" sz="3200" b="1" dirty="0">
                <a:solidFill>
                  <a:schemeClr val="bg1"/>
                </a:solidFill>
              </a:rPr>
              <a:t>5      6      </a:t>
            </a:r>
            <a:r>
              <a:rPr lang="en-IN" sz="3200" b="1" dirty="0">
                <a:solidFill>
                  <a:schemeClr val="accent5"/>
                </a:solidFill>
              </a:rPr>
              <a:t>4</a:t>
            </a:r>
            <a:r>
              <a:rPr lang="en-IN" sz="3200" b="1" dirty="0">
                <a:solidFill>
                  <a:schemeClr val="bg1"/>
                </a:solidFill>
              </a:rPr>
              <a:t> </a:t>
            </a:r>
            <a:r>
              <a:rPr lang="en-IN" sz="3200" b="1" dirty="0">
                <a:solidFill>
                  <a:schemeClr val="accent2"/>
                </a:solidFill>
              </a:rPr>
              <a:t>  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900781A-4A9B-BF5D-8A05-EB05F4B43F39}"/>
              </a:ext>
            </a:extLst>
          </p:cNvPr>
          <p:cNvCxnSpPr>
            <a:cxnSpLocks/>
          </p:cNvCxnSpPr>
          <p:nvPr/>
        </p:nvCxnSpPr>
        <p:spPr>
          <a:xfrm flipH="1">
            <a:off x="4296800" y="2578406"/>
            <a:ext cx="1258529" cy="0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2CB7B23-6954-8F36-48BD-D8783E1B957E}"/>
              </a:ext>
            </a:extLst>
          </p:cNvPr>
          <p:cNvCxnSpPr/>
          <p:nvPr/>
        </p:nvCxnSpPr>
        <p:spPr>
          <a:xfrm>
            <a:off x="4296800" y="2578406"/>
            <a:ext cx="0" cy="627154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E658427-A977-184F-786E-752E7DECBE17}"/>
              </a:ext>
            </a:extLst>
          </p:cNvPr>
          <p:cNvCxnSpPr/>
          <p:nvPr/>
        </p:nvCxnSpPr>
        <p:spPr>
          <a:xfrm>
            <a:off x="5555329" y="2578406"/>
            <a:ext cx="0" cy="627154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81106A35-AD37-2C7E-3EEF-6582C013A98F}"/>
              </a:ext>
            </a:extLst>
          </p:cNvPr>
          <p:cNvCxnSpPr>
            <a:cxnSpLocks/>
          </p:cNvCxnSpPr>
          <p:nvPr/>
        </p:nvCxnSpPr>
        <p:spPr>
          <a:xfrm flipH="1">
            <a:off x="4296800" y="3205560"/>
            <a:ext cx="1258529" cy="0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4A1372BE-43FC-6A91-D9AB-7436E68682CD}"/>
              </a:ext>
            </a:extLst>
          </p:cNvPr>
          <p:cNvCxnSpPr>
            <a:cxnSpLocks/>
          </p:cNvCxnSpPr>
          <p:nvPr/>
        </p:nvCxnSpPr>
        <p:spPr>
          <a:xfrm>
            <a:off x="4906400" y="3320742"/>
            <a:ext cx="0" cy="322110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BDAAB970-FAC3-AAF4-52DC-287BA01F30F3}"/>
              </a:ext>
            </a:extLst>
          </p:cNvPr>
          <p:cNvSpPr txBox="1"/>
          <p:nvPr/>
        </p:nvSpPr>
        <p:spPr>
          <a:xfrm>
            <a:off x="4223964" y="3571103"/>
            <a:ext cx="205120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>
                <a:solidFill>
                  <a:schemeClr val="bg1"/>
                </a:solidFill>
              </a:rPr>
              <a:t>Left Half 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BCB4ACD-E2A1-AB54-2482-28948FCBEB54}"/>
              </a:ext>
            </a:extLst>
          </p:cNvPr>
          <p:cNvCxnSpPr>
            <a:cxnSpLocks/>
          </p:cNvCxnSpPr>
          <p:nvPr/>
        </p:nvCxnSpPr>
        <p:spPr>
          <a:xfrm flipH="1">
            <a:off x="6410662" y="2608597"/>
            <a:ext cx="2010697" cy="0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8C71F938-973C-27D1-C7A0-89F742C82203}"/>
              </a:ext>
            </a:extLst>
          </p:cNvPr>
          <p:cNvCxnSpPr/>
          <p:nvPr/>
        </p:nvCxnSpPr>
        <p:spPr>
          <a:xfrm>
            <a:off x="6410662" y="2608597"/>
            <a:ext cx="0" cy="627154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E90FD1C-0BFE-F9DF-0EAE-E499B23B095F}"/>
              </a:ext>
            </a:extLst>
          </p:cNvPr>
          <p:cNvCxnSpPr/>
          <p:nvPr/>
        </p:nvCxnSpPr>
        <p:spPr>
          <a:xfrm>
            <a:off x="8421359" y="2608597"/>
            <a:ext cx="0" cy="627154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EB22F711-4033-5A63-77D2-6BEA485F6458}"/>
              </a:ext>
            </a:extLst>
          </p:cNvPr>
          <p:cNvCxnSpPr>
            <a:cxnSpLocks/>
          </p:cNvCxnSpPr>
          <p:nvPr/>
        </p:nvCxnSpPr>
        <p:spPr>
          <a:xfrm flipH="1">
            <a:off x="6410662" y="3235751"/>
            <a:ext cx="2010697" cy="0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12268DD9-C0FF-772E-FD73-960814CE777A}"/>
              </a:ext>
            </a:extLst>
          </p:cNvPr>
          <p:cNvCxnSpPr>
            <a:cxnSpLocks/>
          </p:cNvCxnSpPr>
          <p:nvPr/>
        </p:nvCxnSpPr>
        <p:spPr>
          <a:xfrm>
            <a:off x="7388972" y="3320742"/>
            <a:ext cx="0" cy="322110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5EFEC9FB-B63F-F904-79F5-9E524FF1EF0E}"/>
              </a:ext>
            </a:extLst>
          </p:cNvPr>
          <p:cNvSpPr txBox="1"/>
          <p:nvPr/>
        </p:nvSpPr>
        <p:spPr>
          <a:xfrm>
            <a:off x="6634292" y="3578593"/>
            <a:ext cx="205120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>
                <a:solidFill>
                  <a:schemeClr val="bg1"/>
                </a:solidFill>
              </a:rPr>
              <a:t>Right Half 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F849B13D-D912-90FA-D4D5-9626E6BE8F8F}"/>
              </a:ext>
            </a:extLst>
          </p:cNvPr>
          <p:cNvCxnSpPr>
            <a:cxnSpLocks/>
          </p:cNvCxnSpPr>
          <p:nvPr/>
        </p:nvCxnSpPr>
        <p:spPr>
          <a:xfrm>
            <a:off x="1065722" y="2964426"/>
            <a:ext cx="2968374" cy="0"/>
          </a:xfrm>
          <a:prstGeom prst="line">
            <a:avLst/>
          </a:prstGeom>
          <a:ln w="285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352E4920-263F-242F-5DC5-3F582985BDD7}"/>
              </a:ext>
            </a:extLst>
          </p:cNvPr>
          <p:cNvCxnSpPr>
            <a:cxnSpLocks/>
          </p:cNvCxnSpPr>
          <p:nvPr/>
        </p:nvCxnSpPr>
        <p:spPr>
          <a:xfrm>
            <a:off x="1065722" y="2964426"/>
            <a:ext cx="0" cy="942320"/>
          </a:xfrm>
          <a:prstGeom prst="line">
            <a:avLst/>
          </a:prstGeom>
          <a:ln w="285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255EA6DC-927E-CE8A-B2B6-0B4A01DA05FE}"/>
              </a:ext>
            </a:extLst>
          </p:cNvPr>
          <p:cNvSpPr txBox="1"/>
          <p:nvPr/>
        </p:nvSpPr>
        <p:spPr>
          <a:xfrm>
            <a:off x="732192" y="3951864"/>
            <a:ext cx="47559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accent5"/>
                </a:solidFill>
              </a:rPr>
              <a:t>1</a:t>
            </a:r>
            <a:r>
              <a:rPr lang="en-IN" sz="3200" b="1" dirty="0">
                <a:solidFill>
                  <a:schemeClr val="bg1"/>
                </a:solidFill>
              </a:rPr>
              <a:t>   2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0D5F4070-E61D-142D-9BB0-844EC98FAC85}"/>
              </a:ext>
            </a:extLst>
          </p:cNvPr>
          <p:cNvCxnSpPr>
            <a:cxnSpLocks/>
          </p:cNvCxnSpPr>
          <p:nvPr/>
        </p:nvCxnSpPr>
        <p:spPr>
          <a:xfrm>
            <a:off x="1059728" y="3009544"/>
            <a:ext cx="0" cy="942320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1A482271-17DD-B4AD-7ADF-7A25921E9A37}"/>
              </a:ext>
            </a:extLst>
          </p:cNvPr>
          <p:cNvCxnSpPr>
            <a:cxnSpLocks/>
          </p:cNvCxnSpPr>
          <p:nvPr/>
        </p:nvCxnSpPr>
        <p:spPr>
          <a:xfrm>
            <a:off x="8597381" y="2964426"/>
            <a:ext cx="2968374" cy="0"/>
          </a:xfrm>
          <a:prstGeom prst="line">
            <a:avLst/>
          </a:prstGeom>
          <a:ln w="285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E490D912-B03E-B47C-F963-CC30116F6FE0}"/>
              </a:ext>
            </a:extLst>
          </p:cNvPr>
          <p:cNvCxnSpPr>
            <a:cxnSpLocks/>
          </p:cNvCxnSpPr>
          <p:nvPr/>
        </p:nvCxnSpPr>
        <p:spPr>
          <a:xfrm>
            <a:off x="11565755" y="2957840"/>
            <a:ext cx="0" cy="942320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5B7A2B1D-CA0F-60C7-D9FF-1C02D9046335}"/>
              </a:ext>
            </a:extLst>
          </p:cNvPr>
          <p:cNvSpPr txBox="1"/>
          <p:nvPr/>
        </p:nvSpPr>
        <p:spPr>
          <a:xfrm>
            <a:off x="10910877" y="3920791"/>
            <a:ext cx="47559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accent5"/>
                </a:solidFill>
              </a:rPr>
              <a:t>4</a:t>
            </a:r>
            <a:r>
              <a:rPr lang="en-IN" sz="3200" b="1" dirty="0">
                <a:solidFill>
                  <a:schemeClr val="bg1"/>
                </a:solidFill>
              </a:rPr>
              <a:t>   5   6</a:t>
            </a:r>
          </a:p>
        </p:txBody>
      </p:sp>
    </p:spTree>
    <p:extLst>
      <p:ext uri="{BB962C8B-B14F-4D97-AF65-F5344CB8AC3E}">
        <p14:creationId xmlns:p14="http://schemas.microsoft.com/office/powerpoint/2010/main" val="165640954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0CCC90-A261-9EA0-C597-615859E8EC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83514121-68AE-7106-7FF3-CC23907C0664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147C9DDF-E252-C655-B034-A4177D5C3050}"/>
              </a:ext>
            </a:extLst>
          </p:cNvPr>
          <p:cNvSpPr/>
          <p:nvPr/>
        </p:nvSpPr>
        <p:spPr>
          <a:xfrm>
            <a:off x="3746338" y="-445604"/>
            <a:ext cx="4284023" cy="770612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3200" b="1" dirty="0">
              <a:solidFill>
                <a:schemeClr val="bg1"/>
              </a:solidFill>
            </a:endParaRPr>
          </a:p>
          <a:p>
            <a:pPr algn="ctr"/>
            <a:endParaRPr lang="en-IN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C23CE5A-D9BC-86B2-54B9-2EF153419CD3}"/>
              </a:ext>
            </a:extLst>
          </p:cNvPr>
          <p:cNvSpPr txBox="1"/>
          <p:nvPr/>
        </p:nvSpPr>
        <p:spPr>
          <a:xfrm>
            <a:off x="4137336" y="-398853"/>
            <a:ext cx="428402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rgbClr val="FFC000"/>
                </a:solidFill>
              </a:rPr>
              <a:t>0            1            2               3           4            5                      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99B6AA6-72E2-9862-5B94-5A6D48489F5B}"/>
              </a:ext>
            </a:extLst>
          </p:cNvPr>
          <p:cNvSpPr txBox="1"/>
          <p:nvPr/>
        </p:nvSpPr>
        <p:spPr>
          <a:xfrm>
            <a:off x="4137335" y="-229576"/>
            <a:ext cx="352256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accent5"/>
                </a:solidFill>
              </a:rPr>
              <a:t>5</a:t>
            </a:r>
            <a:r>
              <a:rPr lang="en-IN" sz="3200" b="1" dirty="0">
                <a:solidFill>
                  <a:schemeClr val="bg1"/>
                </a:solidFill>
              </a:rPr>
              <a:t>    </a:t>
            </a:r>
            <a:r>
              <a:rPr lang="en-IN" sz="3200" b="1" dirty="0">
                <a:solidFill>
                  <a:schemeClr val="accent6"/>
                </a:solidFill>
              </a:rPr>
              <a:t>2</a:t>
            </a:r>
            <a:r>
              <a:rPr lang="en-IN" sz="3200" b="1" dirty="0">
                <a:solidFill>
                  <a:schemeClr val="bg1"/>
                </a:solidFill>
              </a:rPr>
              <a:t>     </a:t>
            </a:r>
            <a:r>
              <a:rPr lang="en-IN" sz="3200" b="1" dirty="0">
                <a:solidFill>
                  <a:schemeClr val="accent5"/>
                </a:solidFill>
              </a:rPr>
              <a:t>6</a:t>
            </a:r>
            <a:r>
              <a:rPr lang="en-IN" sz="3200" b="1" dirty="0">
                <a:solidFill>
                  <a:schemeClr val="bg1"/>
                </a:solidFill>
              </a:rPr>
              <a:t>      </a:t>
            </a:r>
            <a:r>
              <a:rPr lang="en-IN" sz="3200" b="1" dirty="0">
                <a:solidFill>
                  <a:schemeClr val="accent5"/>
                </a:solidFill>
              </a:rPr>
              <a:t>4</a:t>
            </a:r>
            <a:r>
              <a:rPr lang="en-IN" sz="3200" b="1" dirty="0">
                <a:solidFill>
                  <a:schemeClr val="bg1"/>
                </a:solidFill>
              </a:rPr>
              <a:t>    </a:t>
            </a:r>
            <a:r>
              <a:rPr lang="en-IN" sz="3200" b="1" dirty="0">
                <a:solidFill>
                  <a:schemeClr val="accent6"/>
                </a:solidFill>
              </a:rPr>
              <a:t>1</a:t>
            </a:r>
            <a:r>
              <a:rPr lang="en-IN" sz="3200" b="1" dirty="0">
                <a:solidFill>
                  <a:schemeClr val="bg1"/>
                </a:solidFill>
              </a:rPr>
              <a:t>     </a:t>
            </a:r>
            <a:r>
              <a:rPr lang="en-IN" sz="3200" b="1" dirty="0">
                <a:solidFill>
                  <a:schemeClr val="accent2"/>
                </a:solidFill>
              </a:rPr>
              <a:t>3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9DB63D8-B9C0-AC47-AA2F-08BCDF1C7F76}"/>
              </a:ext>
            </a:extLst>
          </p:cNvPr>
          <p:cNvSpPr txBox="1"/>
          <p:nvPr/>
        </p:nvSpPr>
        <p:spPr>
          <a:xfrm>
            <a:off x="8697645" y="-291132"/>
            <a:ext cx="53536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>
                <a:solidFill>
                  <a:schemeClr val="accent4"/>
                </a:solidFill>
              </a:rPr>
              <a:t>PIVOT </a:t>
            </a:r>
            <a:r>
              <a:rPr lang="en-IN" sz="3600" b="1" dirty="0">
                <a:solidFill>
                  <a:schemeClr val="bg2"/>
                </a:solidFill>
              </a:rPr>
              <a:t>&amp;</a:t>
            </a:r>
            <a:r>
              <a:rPr lang="en-IN" sz="3600" b="1" dirty="0">
                <a:solidFill>
                  <a:schemeClr val="accent4"/>
                </a:solidFill>
              </a:rPr>
              <a:t> PARTATION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E6C4D1E-71FC-7879-A62A-255A3C063673}"/>
              </a:ext>
            </a:extLst>
          </p:cNvPr>
          <p:cNvSpPr txBox="1"/>
          <p:nvPr/>
        </p:nvSpPr>
        <p:spPr>
          <a:xfrm>
            <a:off x="3665417" y="1633638"/>
            <a:ext cx="47559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bg1"/>
                </a:solidFill>
              </a:rPr>
              <a:t>      &lt; =            3             &gt; =  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3FA175C-8E75-683A-35C7-460B79C6550A}"/>
              </a:ext>
            </a:extLst>
          </p:cNvPr>
          <p:cNvSpPr txBox="1"/>
          <p:nvPr/>
        </p:nvSpPr>
        <p:spPr>
          <a:xfrm>
            <a:off x="5154328" y="1100863"/>
            <a:ext cx="14885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>
                <a:solidFill>
                  <a:schemeClr val="accent4"/>
                </a:solidFill>
              </a:rPr>
              <a:t>PIVOT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018BBCD-5914-4382-E9C2-5ECD11A47359}"/>
              </a:ext>
            </a:extLst>
          </p:cNvPr>
          <p:cNvSpPr txBox="1"/>
          <p:nvPr/>
        </p:nvSpPr>
        <p:spPr>
          <a:xfrm>
            <a:off x="2358665" y="1663829"/>
            <a:ext cx="205120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>
                <a:solidFill>
                  <a:srgbClr val="FFFF00"/>
                </a:solidFill>
              </a:rPr>
              <a:t>Left Side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18798D9-5566-6150-BBDC-D5D61D666BB0}"/>
              </a:ext>
            </a:extLst>
          </p:cNvPr>
          <p:cNvSpPr txBox="1"/>
          <p:nvPr/>
        </p:nvSpPr>
        <p:spPr>
          <a:xfrm>
            <a:off x="8030361" y="1633638"/>
            <a:ext cx="205120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>
                <a:solidFill>
                  <a:srgbClr val="FFFF00"/>
                </a:solidFill>
              </a:rPr>
              <a:t>Right Side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B6B9C89-1D7D-8698-CAAD-7F3574904AA8}"/>
              </a:ext>
            </a:extLst>
          </p:cNvPr>
          <p:cNvSpPr txBox="1"/>
          <p:nvPr/>
        </p:nvSpPr>
        <p:spPr>
          <a:xfrm>
            <a:off x="4409872" y="2578406"/>
            <a:ext cx="47559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bg1"/>
                </a:solidFill>
              </a:rPr>
              <a:t>2     </a:t>
            </a:r>
            <a:r>
              <a:rPr lang="en-IN" sz="3200" b="1" dirty="0">
                <a:solidFill>
                  <a:schemeClr val="accent5"/>
                </a:solidFill>
              </a:rPr>
              <a:t>1</a:t>
            </a:r>
            <a:r>
              <a:rPr lang="en-IN" sz="3200" b="1" dirty="0">
                <a:solidFill>
                  <a:schemeClr val="bg1"/>
                </a:solidFill>
              </a:rPr>
              <a:t>      </a:t>
            </a:r>
            <a:r>
              <a:rPr lang="en-IN" sz="3200" b="1" dirty="0">
                <a:solidFill>
                  <a:schemeClr val="accent2"/>
                </a:solidFill>
              </a:rPr>
              <a:t>3      </a:t>
            </a:r>
            <a:r>
              <a:rPr lang="en-IN" sz="3200" b="1" dirty="0">
                <a:solidFill>
                  <a:schemeClr val="bg1"/>
                </a:solidFill>
              </a:rPr>
              <a:t>5      6      </a:t>
            </a:r>
            <a:r>
              <a:rPr lang="en-IN" sz="3200" b="1" dirty="0">
                <a:solidFill>
                  <a:schemeClr val="accent5"/>
                </a:solidFill>
              </a:rPr>
              <a:t>4</a:t>
            </a:r>
            <a:r>
              <a:rPr lang="en-IN" sz="3200" b="1" dirty="0">
                <a:solidFill>
                  <a:schemeClr val="bg1"/>
                </a:solidFill>
              </a:rPr>
              <a:t> </a:t>
            </a:r>
            <a:r>
              <a:rPr lang="en-IN" sz="3200" b="1" dirty="0">
                <a:solidFill>
                  <a:schemeClr val="accent2"/>
                </a:solidFill>
              </a:rPr>
              <a:t>  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210039B-4C73-6722-AA49-6FF74BEEBA2F}"/>
              </a:ext>
            </a:extLst>
          </p:cNvPr>
          <p:cNvCxnSpPr>
            <a:cxnSpLocks/>
          </p:cNvCxnSpPr>
          <p:nvPr/>
        </p:nvCxnSpPr>
        <p:spPr>
          <a:xfrm flipH="1">
            <a:off x="4296800" y="2578406"/>
            <a:ext cx="1258529" cy="0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958CCAF-BCE8-B03C-1F93-CAF4A7221526}"/>
              </a:ext>
            </a:extLst>
          </p:cNvPr>
          <p:cNvCxnSpPr/>
          <p:nvPr/>
        </p:nvCxnSpPr>
        <p:spPr>
          <a:xfrm>
            <a:off x="4296800" y="2578406"/>
            <a:ext cx="0" cy="627154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D37CE407-8262-31A2-A3F7-F4FAEF65D034}"/>
              </a:ext>
            </a:extLst>
          </p:cNvPr>
          <p:cNvCxnSpPr/>
          <p:nvPr/>
        </p:nvCxnSpPr>
        <p:spPr>
          <a:xfrm>
            <a:off x="5555329" y="2578406"/>
            <a:ext cx="0" cy="627154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2E2F90CB-5E71-2DA9-73F5-09B9D28AFBFE}"/>
              </a:ext>
            </a:extLst>
          </p:cNvPr>
          <p:cNvCxnSpPr>
            <a:cxnSpLocks/>
          </p:cNvCxnSpPr>
          <p:nvPr/>
        </p:nvCxnSpPr>
        <p:spPr>
          <a:xfrm flipH="1">
            <a:off x="4296800" y="3205560"/>
            <a:ext cx="1258529" cy="0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65E97D7-11AB-F23B-39A5-E4325E120826}"/>
              </a:ext>
            </a:extLst>
          </p:cNvPr>
          <p:cNvCxnSpPr>
            <a:cxnSpLocks/>
          </p:cNvCxnSpPr>
          <p:nvPr/>
        </p:nvCxnSpPr>
        <p:spPr>
          <a:xfrm>
            <a:off x="4906400" y="3320742"/>
            <a:ext cx="0" cy="322110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E0949DF5-3824-9894-45CF-8481ED7E9F6B}"/>
              </a:ext>
            </a:extLst>
          </p:cNvPr>
          <p:cNvSpPr txBox="1"/>
          <p:nvPr/>
        </p:nvSpPr>
        <p:spPr>
          <a:xfrm>
            <a:off x="4223964" y="3571103"/>
            <a:ext cx="205120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>
                <a:solidFill>
                  <a:schemeClr val="bg1"/>
                </a:solidFill>
              </a:rPr>
              <a:t>Left Half 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64BF0E5-9A31-7995-3309-63AAAF839B50}"/>
              </a:ext>
            </a:extLst>
          </p:cNvPr>
          <p:cNvCxnSpPr>
            <a:cxnSpLocks/>
          </p:cNvCxnSpPr>
          <p:nvPr/>
        </p:nvCxnSpPr>
        <p:spPr>
          <a:xfrm flipH="1">
            <a:off x="6410662" y="2608597"/>
            <a:ext cx="2010697" cy="0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F12492CA-460D-82AC-9E0D-8C012E090DE2}"/>
              </a:ext>
            </a:extLst>
          </p:cNvPr>
          <p:cNvCxnSpPr/>
          <p:nvPr/>
        </p:nvCxnSpPr>
        <p:spPr>
          <a:xfrm>
            <a:off x="6410662" y="2608597"/>
            <a:ext cx="0" cy="627154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D95A5031-2D3A-4F45-7266-99956C857CF0}"/>
              </a:ext>
            </a:extLst>
          </p:cNvPr>
          <p:cNvCxnSpPr/>
          <p:nvPr/>
        </p:nvCxnSpPr>
        <p:spPr>
          <a:xfrm>
            <a:off x="8421359" y="2608597"/>
            <a:ext cx="0" cy="627154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F542DE5C-1219-C441-2195-E8AA5FB471EA}"/>
              </a:ext>
            </a:extLst>
          </p:cNvPr>
          <p:cNvCxnSpPr>
            <a:cxnSpLocks/>
          </p:cNvCxnSpPr>
          <p:nvPr/>
        </p:nvCxnSpPr>
        <p:spPr>
          <a:xfrm flipH="1">
            <a:off x="6410662" y="3235751"/>
            <a:ext cx="2010697" cy="0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6866C627-44E5-F033-A9FA-5CBEF3293CCC}"/>
              </a:ext>
            </a:extLst>
          </p:cNvPr>
          <p:cNvCxnSpPr>
            <a:cxnSpLocks/>
          </p:cNvCxnSpPr>
          <p:nvPr/>
        </p:nvCxnSpPr>
        <p:spPr>
          <a:xfrm>
            <a:off x="7388972" y="3320742"/>
            <a:ext cx="0" cy="322110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5DEEE29C-B738-6710-A623-8D1081F54258}"/>
              </a:ext>
            </a:extLst>
          </p:cNvPr>
          <p:cNvSpPr txBox="1"/>
          <p:nvPr/>
        </p:nvSpPr>
        <p:spPr>
          <a:xfrm>
            <a:off x="6634292" y="3578593"/>
            <a:ext cx="205120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>
                <a:solidFill>
                  <a:schemeClr val="bg1"/>
                </a:solidFill>
              </a:rPr>
              <a:t>Right Half 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8BC66EFE-D4E3-524C-0E13-B1BA73D7FD1A}"/>
              </a:ext>
            </a:extLst>
          </p:cNvPr>
          <p:cNvCxnSpPr>
            <a:cxnSpLocks/>
          </p:cNvCxnSpPr>
          <p:nvPr/>
        </p:nvCxnSpPr>
        <p:spPr>
          <a:xfrm>
            <a:off x="1065722" y="2964426"/>
            <a:ext cx="2968374" cy="0"/>
          </a:xfrm>
          <a:prstGeom prst="line">
            <a:avLst/>
          </a:prstGeom>
          <a:ln w="285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5DDBD7B2-274B-644C-1C52-1381F0C9A0BC}"/>
              </a:ext>
            </a:extLst>
          </p:cNvPr>
          <p:cNvCxnSpPr>
            <a:cxnSpLocks/>
          </p:cNvCxnSpPr>
          <p:nvPr/>
        </p:nvCxnSpPr>
        <p:spPr>
          <a:xfrm>
            <a:off x="1065722" y="2964426"/>
            <a:ext cx="0" cy="942320"/>
          </a:xfrm>
          <a:prstGeom prst="line">
            <a:avLst/>
          </a:prstGeom>
          <a:ln w="285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AD627407-0A43-60CA-E9D8-4216CEB7708E}"/>
              </a:ext>
            </a:extLst>
          </p:cNvPr>
          <p:cNvSpPr txBox="1"/>
          <p:nvPr/>
        </p:nvSpPr>
        <p:spPr>
          <a:xfrm>
            <a:off x="732192" y="3951864"/>
            <a:ext cx="47559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accent5"/>
                </a:solidFill>
              </a:rPr>
              <a:t>1</a:t>
            </a:r>
            <a:r>
              <a:rPr lang="en-IN" sz="3200" b="1" dirty="0">
                <a:solidFill>
                  <a:schemeClr val="bg1"/>
                </a:solidFill>
              </a:rPr>
              <a:t>   2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16EFD2BF-0E05-B978-D860-FB1E327311AC}"/>
              </a:ext>
            </a:extLst>
          </p:cNvPr>
          <p:cNvCxnSpPr>
            <a:cxnSpLocks/>
          </p:cNvCxnSpPr>
          <p:nvPr/>
        </p:nvCxnSpPr>
        <p:spPr>
          <a:xfrm>
            <a:off x="1059728" y="3009544"/>
            <a:ext cx="0" cy="942320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853C93CB-1D22-52B2-77BD-702C366ADA16}"/>
              </a:ext>
            </a:extLst>
          </p:cNvPr>
          <p:cNvCxnSpPr>
            <a:cxnSpLocks/>
          </p:cNvCxnSpPr>
          <p:nvPr/>
        </p:nvCxnSpPr>
        <p:spPr>
          <a:xfrm>
            <a:off x="8597381" y="2964426"/>
            <a:ext cx="2968374" cy="0"/>
          </a:xfrm>
          <a:prstGeom prst="line">
            <a:avLst/>
          </a:prstGeom>
          <a:ln w="285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CFC46178-5598-CE0B-A04A-4070793C29DA}"/>
              </a:ext>
            </a:extLst>
          </p:cNvPr>
          <p:cNvCxnSpPr>
            <a:cxnSpLocks/>
          </p:cNvCxnSpPr>
          <p:nvPr/>
        </p:nvCxnSpPr>
        <p:spPr>
          <a:xfrm>
            <a:off x="11565755" y="2957840"/>
            <a:ext cx="0" cy="942320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520C6A7A-2769-FA69-8FFE-8208E63166F2}"/>
              </a:ext>
            </a:extLst>
          </p:cNvPr>
          <p:cNvSpPr txBox="1"/>
          <p:nvPr/>
        </p:nvSpPr>
        <p:spPr>
          <a:xfrm>
            <a:off x="10910877" y="3920791"/>
            <a:ext cx="47559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accent5"/>
                </a:solidFill>
              </a:rPr>
              <a:t>4</a:t>
            </a:r>
            <a:r>
              <a:rPr lang="en-IN" sz="3200" b="1" dirty="0">
                <a:solidFill>
                  <a:schemeClr val="bg1"/>
                </a:solidFill>
              </a:rPr>
              <a:t>   5   </a:t>
            </a:r>
            <a:r>
              <a:rPr lang="en-IN" sz="3200" b="1" dirty="0">
                <a:solidFill>
                  <a:schemeClr val="accent2"/>
                </a:solidFill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235399176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96FF88-30B3-9864-D6A7-091FF82C3D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47997941-A4A8-C6AD-2997-CECE6460A7CF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1E06D056-0936-BDDB-4113-173CB758032B}"/>
              </a:ext>
            </a:extLst>
          </p:cNvPr>
          <p:cNvSpPr/>
          <p:nvPr/>
        </p:nvSpPr>
        <p:spPr>
          <a:xfrm>
            <a:off x="3746338" y="-445604"/>
            <a:ext cx="4284023" cy="770612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3200" b="1" dirty="0">
              <a:solidFill>
                <a:schemeClr val="bg1"/>
              </a:solidFill>
            </a:endParaRPr>
          </a:p>
          <a:p>
            <a:pPr algn="ctr"/>
            <a:endParaRPr lang="en-IN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4763B88-58B7-4EFD-8C30-9908314B3552}"/>
              </a:ext>
            </a:extLst>
          </p:cNvPr>
          <p:cNvSpPr txBox="1"/>
          <p:nvPr/>
        </p:nvSpPr>
        <p:spPr>
          <a:xfrm>
            <a:off x="4137336" y="-398853"/>
            <a:ext cx="428402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rgbClr val="FFC000"/>
                </a:solidFill>
              </a:rPr>
              <a:t>0            1            2               3           4            5                      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5A435B2-0046-D5BC-B190-051331B3F143}"/>
              </a:ext>
            </a:extLst>
          </p:cNvPr>
          <p:cNvSpPr txBox="1"/>
          <p:nvPr/>
        </p:nvSpPr>
        <p:spPr>
          <a:xfrm>
            <a:off x="4137335" y="-229576"/>
            <a:ext cx="352256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accent5"/>
                </a:solidFill>
              </a:rPr>
              <a:t>5</a:t>
            </a:r>
            <a:r>
              <a:rPr lang="en-IN" sz="3200" b="1" dirty="0">
                <a:solidFill>
                  <a:schemeClr val="bg1"/>
                </a:solidFill>
              </a:rPr>
              <a:t>    </a:t>
            </a:r>
            <a:r>
              <a:rPr lang="en-IN" sz="3200" b="1" dirty="0">
                <a:solidFill>
                  <a:schemeClr val="accent6"/>
                </a:solidFill>
              </a:rPr>
              <a:t>2</a:t>
            </a:r>
            <a:r>
              <a:rPr lang="en-IN" sz="3200" b="1" dirty="0">
                <a:solidFill>
                  <a:schemeClr val="bg1"/>
                </a:solidFill>
              </a:rPr>
              <a:t>     </a:t>
            </a:r>
            <a:r>
              <a:rPr lang="en-IN" sz="3200" b="1" dirty="0">
                <a:solidFill>
                  <a:schemeClr val="accent5"/>
                </a:solidFill>
              </a:rPr>
              <a:t>6</a:t>
            </a:r>
            <a:r>
              <a:rPr lang="en-IN" sz="3200" b="1" dirty="0">
                <a:solidFill>
                  <a:schemeClr val="bg1"/>
                </a:solidFill>
              </a:rPr>
              <a:t>      </a:t>
            </a:r>
            <a:r>
              <a:rPr lang="en-IN" sz="3200" b="1" dirty="0">
                <a:solidFill>
                  <a:schemeClr val="accent5"/>
                </a:solidFill>
              </a:rPr>
              <a:t>4</a:t>
            </a:r>
            <a:r>
              <a:rPr lang="en-IN" sz="3200" b="1" dirty="0">
                <a:solidFill>
                  <a:schemeClr val="bg1"/>
                </a:solidFill>
              </a:rPr>
              <a:t>    </a:t>
            </a:r>
            <a:r>
              <a:rPr lang="en-IN" sz="3200" b="1" dirty="0">
                <a:solidFill>
                  <a:schemeClr val="accent6"/>
                </a:solidFill>
              </a:rPr>
              <a:t>1</a:t>
            </a:r>
            <a:r>
              <a:rPr lang="en-IN" sz="3200" b="1" dirty="0">
                <a:solidFill>
                  <a:schemeClr val="bg1"/>
                </a:solidFill>
              </a:rPr>
              <a:t>     </a:t>
            </a:r>
            <a:r>
              <a:rPr lang="en-IN" sz="3200" b="1" dirty="0">
                <a:solidFill>
                  <a:schemeClr val="accent2"/>
                </a:solidFill>
              </a:rPr>
              <a:t>3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7104A9F-76F6-E925-CD58-0517D4397EC9}"/>
              </a:ext>
            </a:extLst>
          </p:cNvPr>
          <p:cNvSpPr txBox="1"/>
          <p:nvPr/>
        </p:nvSpPr>
        <p:spPr>
          <a:xfrm>
            <a:off x="8697645" y="-291132"/>
            <a:ext cx="53536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>
                <a:solidFill>
                  <a:schemeClr val="accent4"/>
                </a:solidFill>
              </a:rPr>
              <a:t>PIVOT </a:t>
            </a:r>
            <a:r>
              <a:rPr lang="en-IN" sz="3600" b="1" dirty="0">
                <a:solidFill>
                  <a:schemeClr val="bg2"/>
                </a:solidFill>
              </a:rPr>
              <a:t>&amp;</a:t>
            </a:r>
            <a:r>
              <a:rPr lang="en-IN" sz="3600" b="1" dirty="0">
                <a:solidFill>
                  <a:schemeClr val="accent4"/>
                </a:solidFill>
              </a:rPr>
              <a:t> PARTATION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7A72622-0D55-44B0-5E91-3E380D05F1EF}"/>
              </a:ext>
            </a:extLst>
          </p:cNvPr>
          <p:cNvSpPr txBox="1"/>
          <p:nvPr/>
        </p:nvSpPr>
        <p:spPr>
          <a:xfrm>
            <a:off x="3665417" y="1633638"/>
            <a:ext cx="47559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bg1"/>
                </a:solidFill>
              </a:rPr>
              <a:t>      &lt; =            3             &gt; =  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7AB3ADF-CD6B-C120-5CEC-BAC796CDBF79}"/>
              </a:ext>
            </a:extLst>
          </p:cNvPr>
          <p:cNvSpPr txBox="1"/>
          <p:nvPr/>
        </p:nvSpPr>
        <p:spPr>
          <a:xfrm>
            <a:off x="5154328" y="1100863"/>
            <a:ext cx="14885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>
                <a:solidFill>
                  <a:schemeClr val="accent4"/>
                </a:solidFill>
              </a:rPr>
              <a:t>PIVOT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92B87C9-0E0F-9CC8-104C-66508B09BADD}"/>
              </a:ext>
            </a:extLst>
          </p:cNvPr>
          <p:cNvSpPr txBox="1"/>
          <p:nvPr/>
        </p:nvSpPr>
        <p:spPr>
          <a:xfrm>
            <a:off x="2358665" y="1663829"/>
            <a:ext cx="205120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>
                <a:solidFill>
                  <a:srgbClr val="FFFF00"/>
                </a:solidFill>
              </a:rPr>
              <a:t>Left Side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BFFED40-717D-5297-4E0F-EE53046BFEFA}"/>
              </a:ext>
            </a:extLst>
          </p:cNvPr>
          <p:cNvSpPr txBox="1"/>
          <p:nvPr/>
        </p:nvSpPr>
        <p:spPr>
          <a:xfrm>
            <a:off x="8030361" y="1633638"/>
            <a:ext cx="205120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>
                <a:solidFill>
                  <a:srgbClr val="FFFF00"/>
                </a:solidFill>
              </a:rPr>
              <a:t>Right Side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7B989ED-0043-32F4-0C0E-FB38E9D9F69A}"/>
              </a:ext>
            </a:extLst>
          </p:cNvPr>
          <p:cNvSpPr txBox="1"/>
          <p:nvPr/>
        </p:nvSpPr>
        <p:spPr>
          <a:xfrm>
            <a:off x="4409872" y="2578406"/>
            <a:ext cx="47559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bg1"/>
                </a:solidFill>
              </a:rPr>
              <a:t>2     </a:t>
            </a:r>
            <a:r>
              <a:rPr lang="en-IN" sz="3200" b="1" dirty="0">
                <a:solidFill>
                  <a:schemeClr val="accent5"/>
                </a:solidFill>
              </a:rPr>
              <a:t>1</a:t>
            </a:r>
            <a:r>
              <a:rPr lang="en-IN" sz="3200" b="1" dirty="0">
                <a:solidFill>
                  <a:schemeClr val="bg1"/>
                </a:solidFill>
              </a:rPr>
              <a:t>      </a:t>
            </a:r>
            <a:r>
              <a:rPr lang="en-IN" sz="3200" b="1" dirty="0">
                <a:solidFill>
                  <a:schemeClr val="accent2"/>
                </a:solidFill>
              </a:rPr>
              <a:t>3      </a:t>
            </a:r>
            <a:r>
              <a:rPr lang="en-IN" sz="3200" b="1" dirty="0">
                <a:solidFill>
                  <a:schemeClr val="bg1"/>
                </a:solidFill>
              </a:rPr>
              <a:t>5      6      </a:t>
            </a:r>
            <a:r>
              <a:rPr lang="en-IN" sz="3200" b="1" dirty="0">
                <a:solidFill>
                  <a:schemeClr val="accent5"/>
                </a:solidFill>
              </a:rPr>
              <a:t>4</a:t>
            </a:r>
            <a:r>
              <a:rPr lang="en-IN" sz="3200" b="1" dirty="0">
                <a:solidFill>
                  <a:schemeClr val="bg1"/>
                </a:solidFill>
              </a:rPr>
              <a:t> </a:t>
            </a:r>
            <a:r>
              <a:rPr lang="en-IN" sz="3200" b="1" dirty="0">
                <a:solidFill>
                  <a:schemeClr val="accent2"/>
                </a:solidFill>
              </a:rPr>
              <a:t>  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D5DC728-DB35-312A-BD24-42DD4243F032}"/>
              </a:ext>
            </a:extLst>
          </p:cNvPr>
          <p:cNvCxnSpPr>
            <a:cxnSpLocks/>
          </p:cNvCxnSpPr>
          <p:nvPr/>
        </p:nvCxnSpPr>
        <p:spPr>
          <a:xfrm flipH="1">
            <a:off x="4296800" y="2578406"/>
            <a:ext cx="1258529" cy="0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1F9E6D0-9FFA-7958-33C5-8545AC97EA36}"/>
              </a:ext>
            </a:extLst>
          </p:cNvPr>
          <p:cNvCxnSpPr/>
          <p:nvPr/>
        </p:nvCxnSpPr>
        <p:spPr>
          <a:xfrm>
            <a:off x="4296800" y="2578406"/>
            <a:ext cx="0" cy="627154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F848FA51-55B6-19F3-0CF2-F0E45E5042CC}"/>
              </a:ext>
            </a:extLst>
          </p:cNvPr>
          <p:cNvCxnSpPr/>
          <p:nvPr/>
        </p:nvCxnSpPr>
        <p:spPr>
          <a:xfrm>
            <a:off x="5555329" y="2578406"/>
            <a:ext cx="0" cy="627154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0540243E-711B-2584-5A58-AB308DADDDAF}"/>
              </a:ext>
            </a:extLst>
          </p:cNvPr>
          <p:cNvCxnSpPr>
            <a:cxnSpLocks/>
          </p:cNvCxnSpPr>
          <p:nvPr/>
        </p:nvCxnSpPr>
        <p:spPr>
          <a:xfrm flipH="1">
            <a:off x="4296800" y="3205560"/>
            <a:ext cx="1258529" cy="0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5F7C7A7-E8A3-B836-F225-206C8CE6E6E9}"/>
              </a:ext>
            </a:extLst>
          </p:cNvPr>
          <p:cNvCxnSpPr>
            <a:cxnSpLocks/>
          </p:cNvCxnSpPr>
          <p:nvPr/>
        </p:nvCxnSpPr>
        <p:spPr>
          <a:xfrm>
            <a:off x="4906400" y="3320742"/>
            <a:ext cx="0" cy="322110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8A98E9B1-EF94-A998-C941-415802F3FF43}"/>
              </a:ext>
            </a:extLst>
          </p:cNvPr>
          <p:cNvSpPr txBox="1"/>
          <p:nvPr/>
        </p:nvSpPr>
        <p:spPr>
          <a:xfrm>
            <a:off x="4223964" y="3571103"/>
            <a:ext cx="205120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>
                <a:solidFill>
                  <a:schemeClr val="bg1"/>
                </a:solidFill>
              </a:rPr>
              <a:t>Left Half 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A4DA716-4513-4923-4A28-2EC05FC3FF9E}"/>
              </a:ext>
            </a:extLst>
          </p:cNvPr>
          <p:cNvCxnSpPr>
            <a:cxnSpLocks/>
          </p:cNvCxnSpPr>
          <p:nvPr/>
        </p:nvCxnSpPr>
        <p:spPr>
          <a:xfrm flipH="1">
            <a:off x="6410662" y="2608597"/>
            <a:ext cx="2010697" cy="0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C913E364-AB9B-614B-6796-0E8FD0826840}"/>
              </a:ext>
            </a:extLst>
          </p:cNvPr>
          <p:cNvCxnSpPr/>
          <p:nvPr/>
        </p:nvCxnSpPr>
        <p:spPr>
          <a:xfrm>
            <a:off x="6410662" y="2608597"/>
            <a:ext cx="0" cy="627154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E756714E-A992-AB5C-B14D-8AD16BE7AA50}"/>
              </a:ext>
            </a:extLst>
          </p:cNvPr>
          <p:cNvCxnSpPr/>
          <p:nvPr/>
        </p:nvCxnSpPr>
        <p:spPr>
          <a:xfrm>
            <a:off x="8421359" y="2608597"/>
            <a:ext cx="0" cy="627154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1D1BF898-C77C-EFDB-744E-E6F99216A63B}"/>
              </a:ext>
            </a:extLst>
          </p:cNvPr>
          <p:cNvCxnSpPr>
            <a:cxnSpLocks/>
          </p:cNvCxnSpPr>
          <p:nvPr/>
        </p:nvCxnSpPr>
        <p:spPr>
          <a:xfrm flipH="1">
            <a:off x="6410662" y="3235751"/>
            <a:ext cx="2010697" cy="0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16F16F40-26B1-CD8D-A97B-1CBBB90D394C}"/>
              </a:ext>
            </a:extLst>
          </p:cNvPr>
          <p:cNvCxnSpPr>
            <a:cxnSpLocks/>
          </p:cNvCxnSpPr>
          <p:nvPr/>
        </p:nvCxnSpPr>
        <p:spPr>
          <a:xfrm>
            <a:off x="7388972" y="3320742"/>
            <a:ext cx="0" cy="322110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3C2D6B66-3FC5-6925-D4C4-171B5B63D589}"/>
              </a:ext>
            </a:extLst>
          </p:cNvPr>
          <p:cNvSpPr txBox="1"/>
          <p:nvPr/>
        </p:nvSpPr>
        <p:spPr>
          <a:xfrm>
            <a:off x="6634292" y="3578593"/>
            <a:ext cx="205120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>
                <a:solidFill>
                  <a:schemeClr val="bg1"/>
                </a:solidFill>
              </a:rPr>
              <a:t>Right Half 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226A42F3-A85F-00C9-E73C-F9B98F672012}"/>
              </a:ext>
            </a:extLst>
          </p:cNvPr>
          <p:cNvCxnSpPr>
            <a:cxnSpLocks/>
          </p:cNvCxnSpPr>
          <p:nvPr/>
        </p:nvCxnSpPr>
        <p:spPr>
          <a:xfrm>
            <a:off x="1065722" y="2964426"/>
            <a:ext cx="2968374" cy="0"/>
          </a:xfrm>
          <a:prstGeom prst="line">
            <a:avLst/>
          </a:prstGeom>
          <a:ln w="285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80386E71-570B-4A35-C40A-7428059E8A2D}"/>
              </a:ext>
            </a:extLst>
          </p:cNvPr>
          <p:cNvCxnSpPr>
            <a:cxnSpLocks/>
          </p:cNvCxnSpPr>
          <p:nvPr/>
        </p:nvCxnSpPr>
        <p:spPr>
          <a:xfrm>
            <a:off x="1065722" y="2964426"/>
            <a:ext cx="0" cy="942320"/>
          </a:xfrm>
          <a:prstGeom prst="line">
            <a:avLst/>
          </a:prstGeom>
          <a:ln w="285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A310C8E1-7EB3-3185-57E3-3927A92C3BCC}"/>
              </a:ext>
            </a:extLst>
          </p:cNvPr>
          <p:cNvSpPr txBox="1"/>
          <p:nvPr/>
        </p:nvSpPr>
        <p:spPr>
          <a:xfrm>
            <a:off x="732192" y="3951864"/>
            <a:ext cx="47559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accent5"/>
                </a:solidFill>
              </a:rPr>
              <a:t>1</a:t>
            </a:r>
            <a:r>
              <a:rPr lang="en-IN" sz="3200" b="1" dirty="0">
                <a:solidFill>
                  <a:schemeClr val="bg1"/>
                </a:solidFill>
              </a:rPr>
              <a:t>   2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C36CC49A-32F5-1AF6-EE4A-1D572B7C6831}"/>
              </a:ext>
            </a:extLst>
          </p:cNvPr>
          <p:cNvCxnSpPr>
            <a:cxnSpLocks/>
          </p:cNvCxnSpPr>
          <p:nvPr/>
        </p:nvCxnSpPr>
        <p:spPr>
          <a:xfrm>
            <a:off x="1059728" y="3009544"/>
            <a:ext cx="0" cy="942320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13CBA702-594F-6D06-1B25-46CCA8DD3AF1}"/>
              </a:ext>
            </a:extLst>
          </p:cNvPr>
          <p:cNvCxnSpPr>
            <a:cxnSpLocks/>
          </p:cNvCxnSpPr>
          <p:nvPr/>
        </p:nvCxnSpPr>
        <p:spPr>
          <a:xfrm>
            <a:off x="8597381" y="2964426"/>
            <a:ext cx="2968374" cy="0"/>
          </a:xfrm>
          <a:prstGeom prst="line">
            <a:avLst/>
          </a:prstGeom>
          <a:ln w="285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E4A678B2-E9CE-044E-623A-113BA7FD7CA8}"/>
              </a:ext>
            </a:extLst>
          </p:cNvPr>
          <p:cNvCxnSpPr>
            <a:cxnSpLocks/>
          </p:cNvCxnSpPr>
          <p:nvPr/>
        </p:nvCxnSpPr>
        <p:spPr>
          <a:xfrm>
            <a:off x="11565755" y="2957840"/>
            <a:ext cx="0" cy="942320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C8A50019-8F91-9D99-5697-D544C6222886}"/>
              </a:ext>
            </a:extLst>
          </p:cNvPr>
          <p:cNvSpPr txBox="1"/>
          <p:nvPr/>
        </p:nvSpPr>
        <p:spPr>
          <a:xfrm>
            <a:off x="10910877" y="3920791"/>
            <a:ext cx="47559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accent5"/>
                </a:solidFill>
              </a:rPr>
              <a:t>4</a:t>
            </a:r>
            <a:r>
              <a:rPr lang="en-IN" sz="3200" b="1" dirty="0">
                <a:solidFill>
                  <a:schemeClr val="bg1"/>
                </a:solidFill>
              </a:rPr>
              <a:t>   5   </a:t>
            </a:r>
            <a:r>
              <a:rPr lang="en-IN" sz="3200" b="1" dirty="0">
                <a:solidFill>
                  <a:schemeClr val="accent2"/>
                </a:solidFill>
              </a:rPr>
              <a:t>6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7FB5BB64-A19E-B5A2-3571-C045838A43D8}"/>
              </a:ext>
            </a:extLst>
          </p:cNvPr>
          <p:cNvCxnSpPr>
            <a:cxnSpLocks/>
          </p:cNvCxnSpPr>
          <p:nvPr/>
        </p:nvCxnSpPr>
        <p:spPr>
          <a:xfrm>
            <a:off x="11565755" y="4505566"/>
            <a:ext cx="0" cy="405647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D2642D15-56D0-EAD3-2EED-7043F579D735}"/>
              </a:ext>
            </a:extLst>
          </p:cNvPr>
          <p:cNvSpPr txBox="1"/>
          <p:nvPr/>
        </p:nvSpPr>
        <p:spPr>
          <a:xfrm>
            <a:off x="10081568" y="4931974"/>
            <a:ext cx="47559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bg1"/>
                </a:solidFill>
              </a:rPr>
              <a:t>      &lt; =    6    &gt; =   </a:t>
            </a:r>
          </a:p>
        </p:txBody>
      </p:sp>
    </p:spTree>
    <p:extLst>
      <p:ext uri="{BB962C8B-B14F-4D97-AF65-F5344CB8AC3E}">
        <p14:creationId xmlns:p14="http://schemas.microsoft.com/office/powerpoint/2010/main" val="135835128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3EB09B-AA56-6306-8185-6F8FF93172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397F1EF-8FB1-C034-0EAA-291E96C840C4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5C0CF687-30C2-AE61-A1C3-207FBE860E76}"/>
              </a:ext>
            </a:extLst>
          </p:cNvPr>
          <p:cNvSpPr/>
          <p:nvPr/>
        </p:nvSpPr>
        <p:spPr>
          <a:xfrm>
            <a:off x="3746338" y="-445604"/>
            <a:ext cx="4284023" cy="770612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3200" b="1" dirty="0">
              <a:solidFill>
                <a:schemeClr val="bg1"/>
              </a:solidFill>
            </a:endParaRPr>
          </a:p>
          <a:p>
            <a:pPr algn="ctr"/>
            <a:endParaRPr lang="en-IN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47429B5-EFF1-AF01-12CE-CB636BB71ECD}"/>
              </a:ext>
            </a:extLst>
          </p:cNvPr>
          <p:cNvSpPr txBox="1"/>
          <p:nvPr/>
        </p:nvSpPr>
        <p:spPr>
          <a:xfrm>
            <a:off x="4137336" y="-398853"/>
            <a:ext cx="428402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rgbClr val="FFC000"/>
                </a:solidFill>
              </a:rPr>
              <a:t>0            1            2               3           4            5                      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B87FFA2-04C0-323B-14C3-DE6CDED87FC7}"/>
              </a:ext>
            </a:extLst>
          </p:cNvPr>
          <p:cNvSpPr txBox="1"/>
          <p:nvPr/>
        </p:nvSpPr>
        <p:spPr>
          <a:xfrm>
            <a:off x="4137335" y="-229576"/>
            <a:ext cx="352256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accent5"/>
                </a:solidFill>
              </a:rPr>
              <a:t>5</a:t>
            </a:r>
            <a:r>
              <a:rPr lang="en-IN" sz="3200" b="1" dirty="0">
                <a:solidFill>
                  <a:schemeClr val="bg1"/>
                </a:solidFill>
              </a:rPr>
              <a:t>    </a:t>
            </a:r>
            <a:r>
              <a:rPr lang="en-IN" sz="3200" b="1" dirty="0">
                <a:solidFill>
                  <a:schemeClr val="accent6"/>
                </a:solidFill>
              </a:rPr>
              <a:t>2</a:t>
            </a:r>
            <a:r>
              <a:rPr lang="en-IN" sz="3200" b="1" dirty="0">
                <a:solidFill>
                  <a:schemeClr val="bg1"/>
                </a:solidFill>
              </a:rPr>
              <a:t>     </a:t>
            </a:r>
            <a:r>
              <a:rPr lang="en-IN" sz="3200" b="1" dirty="0">
                <a:solidFill>
                  <a:schemeClr val="accent5"/>
                </a:solidFill>
              </a:rPr>
              <a:t>6</a:t>
            </a:r>
            <a:r>
              <a:rPr lang="en-IN" sz="3200" b="1" dirty="0">
                <a:solidFill>
                  <a:schemeClr val="bg1"/>
                </a:solidFill>
              </a:rPr>
              <a:t>      </a:t>
            </a:r>
            <a:r>
              <a:rPr lang="en-IN" sz="3200" b="1" dirty="0">
                <a:solidFill>
                  <a:schemeClr val="accent5"/>
                </a:solidFill>
              </a:rPr>
              <a:t>4</a:t>
            </a:r>
            <a:r>
              <a:rPr lang="en-IN" sz="3200" b="1" dirty="0">
                <a:solidFill>
                  <a:schemeClr val="bg1"/>
                </a:solidFill>
              </a:rPr>
              <a:t>    </a:t>
            </a:r>
            <a:r>
              <a:rPr lang="en-IN" sz="3200" b="1" dirty="0">
                <a:solidFill>
                  <a:schemeClr val="accent6"/>
                </a:solidFill>
              </a:rPr>
              <a:t>1</a:t>
            </a:r>
            <a:r>
              <a:rPr lang="en-IN" sz="3200" b="1" dirty="0">
                <a:solidFill>
                  <a:schemeClr val="bg1"/>
                </a:solidFill>
              </a:rPr>
              <a:t>     </a:t>
            </a:r>
            <a:r>
              <a:rPr lang="en-IN" sz="3200" b="1" dirty="0">
                <a:solidFill>
                  <a:schemeClr val="accent2"/>
                </a:solidFill>
              </a:rPr>
              <a:t>3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3334981-BB76-5AA5-8427-3A74C54A6E2A}"/>
              </a:ext>
            </a:extLst>
          </p:cNvPr>
          <p:cNvSpPr txBox="1"/>
          <p:nvPr/>
        </p:nvSpPr>
        <p:spPr>
          <a:xfrm>
            <a:off x="8697645" y="-291132"/>
            <a:ext cx="53536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>
                <a:solidFill>
                  <a:schemeClr val="accent4"/>
                </a:solidFill>
              </a:rPr>
              <a:t>PIVOT </a:t>
            </a:r>
            <a:r>
              <a:rPr lang="en-IN" sz="3600" b="1" dirty="0">
                <a:solidFill>
                  <a:schemeClr val="bg2"/>
                </a:solidFill>
              </a:rPr>
              <a:t>&amp;</a:t>
            </a:r>
            <a:r>
              <a:rPr lang="en-IN" sz="3600" b="1" dirty="0">
                <a:solidFill>
                  <a:schemeClr val="accent4"/>
                </a:solidFill>
              </a:rPr>
              <a:t> PARTATION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6D893DD-3F70-C792-24AF-CAAD0290FEDF}"/>
              </a:ext>
            </a:extLst>
          </p:cNvPr>
          <p:cNvSpPr txBox="1"/>
          <p:nvPr/>
        </p:nvSpPr>
        <p:spPr>
          <a:xfrm>
            <a:off x="3665417" y="1633638"/>
            <a:ext cx="47559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bg1"/>
                </a:solidFill>
              </a:rPr>
              <a:t>      &lt; =            3             &gt; =  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71AE5F0-71F0-B7B1-CD94-36FB9BD1EEEB}"/>
              </a:ext>
            </a:extLst>
          </p:cNvPr>
          <p:cNvSpPr txBox="1"/>
          <p:nvPr/>
        </p:nvSpPr>
        <p:spPr>
          <a:xfrm>
            <a:off x="5154328" y="1100863"/>
            <a:ext cx="14885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>
                <a:solidFill>
                  <a:schemeClr val="accent4"/>
                </a:solidFill>
              </a:rPr>
              <a:t>PIVOT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E2FA4BD-EC83-D465-4F7A-01EDEF75AD6D}"/>
              </a:ext>
            </a:extLst>
          </p:cNvPr>
          <p:cNvSpPr txBox="1"/>
          <p:nvPr/>
        </p:nvSpPr>
        <p:spPr>
          <a:xfrm>
            <a:off x="2358665" y="1663829"/>
            <a:ext cx="205120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>
                <a:solidFill>
                  <a:srgbClr val="FFFF00"/>
                </a:solidFill>
              </a:rPr>
              <a:t>Left Side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314963B-7A8A-FF93-2B12-697A62F7B070}"/>
              </a:ext>
            </a:extLst>
          </p:cNvPr>
          <p:cNvSpPr txBox="1"/>
          <p:nvPr/>
        </p:nvSpPr>
        <p:spPr>
          <a:xfrm>
            <a:off x="8030361" y="1633638"/>
            <a:ext cx="205120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>
                <a:solidFill>
                  <a:srgbClr val="FFFF00"/>
                </a:solidFill>
              </a:rPr>
              <a:t>Right Side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7B0C220-D506-AEF8-BFE2-6E2A9D340F17}"/>
              </a:ext>
            </a:extLst>
          </p:cNvPr>
          <p:cNvSpPr txBox="1"/>
          <p:nvPr/>
        </p:nvSpPr>
        <p:spPr>
          <a:xfrm>
            <a:off x="4409872" y="2578406"/>
            <a:ext cx="47559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bg1"/>
                </a:solidFill>
              </a:rPr>
              <a:t>2     </a:t>
            </a:r>
            <a:r>
              <a:rPr lang="en-IN" sz="3200" b="1" dirty="0">
                <a:solidFill>
                  <a:schemeClr val="accent5"/>
                </a:solidFill>
              </a:rPr>
              <a:t>1</a:t>
            </a:r>
            <a:r>
              <a:rPr lang="en-IN" sz="3200" b="1" dirty="0">
                <a:solidFill>
                  <a:schemeClr val="bg1"/>
                </a:solidFill>
              </a:rPr>
              <a:t>      </a:t>
            </a:r>
            <a:r>
              <a:rPr lang="en-IN" sz="3200" b="1" dirty="0">
                <a:solidFill>
                  <a:schemeClr val="accent2"/>
                </a:solidFill>
              </a:rPr>
              <a:t>3      </a:t>
            </a:r>
            <a:r>
              <a:rPr lang="en-IN" sz="3200" b="1" dirty="0">
                <a:solidFill>
                  <a:schemeClr val="bg1"/>
                </a:solidFill>
              </a:rPr>
              <a:t>5      6      </a:t>
            </a:r>
            <a:r>
              <a:rPr lang="en-IN" sz="3200" b="1" dirty="0">
                <a:solidFill>
                  <a:schemeClr val="accent5"/>
                </a:solidFill>
              </a:rPr>
              <a:t>4</a:t>
            </a:r>
            <a:r>
              <a:rPr lang="en-IN" sz="3200" b="1" dirty="0">
                <a:solidFill>
                  <a:schemeClr val="bg1"/>
                </a:solidFill>
              </a:rPr>
              <a:t> </a:t>
            </a:r>
            <a:r>
              <a:rPr lang="en-IN" sz="3200" b="1" dirty="0">
                <a:solidFill>
                  <a:schemeClr val="accent2"/>
                </a:solidFill>
              </a:rPr>
              <a:t>  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7B4BA07-7C50-EA51-AC4F-D5E31668C858}"/>
              </a:ext>
            </a:extLst>
          </p:cNvPr>
          <p:cNvCxnSpPr>
            <a:cxnSpLocks/>
          </p:cNvCxnSpPr>
          <p:nvPr/>
        </p:nvCxnSpPr>
        <p:spPr>
          <a:xfrm flipH="1">
            <a:off x="4296800" y="2578406"/>
            <a:ext cx="1258529" cy="0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D80CDF1D-F1F9-FC28-E8F7-199349820CE7}"/>
              </a:ext>
            </a:extLst>
          </p:cNvPr>
          <p:cNvCxnSpPr/>
          <p:nvPr/>
        </p:nvCxnSpPr>
        <p:spPr>
          <a:xfrm>
            <a:off x="4296800" y="2578406"/>
            <a:ext cx="0" cy="627154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48DFD968-F239-2E09-BB6A-7A2DD56273D4}"/>
              </a:ext>
            </a:extLst>
          </p:cNvPr>
          <p:cNvCxnSpPr/>
          <p:nvPr/>
        </p:nvCxnSpPr>
        <p:spPr>
          <a:xfrm>
            <a:off x="5555329" y="2578406"/>
            <a:ext cx="0" cy="627154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3BAFDCC3-D3E4-5E61-BC0A-3A218F15F559}"/>
              </a:ext>
            </a:extLst>
          </p:cNvPr>
          <p:cNvCxnSpPr>
            <a:cxnSpLocks/>
          </p:cNvCxnSpPr>
          <p:nvPr/>
        </p:nvCxnSpPr>
        <p:spPr>
          <a:xfrm flipH="1">
            <a:off x="4296800" y="3205560"/>
            <a:ext cx="1258529" cy="0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477517DF-2DA4-CE70-B294-F564E3662055}"/>
              </a:ext>
            </a:extLst>
          </p:cNvPr>
          <p:cNvCxnSpPr>
            <a:cxnSpLocks/>
          </p:cNvCxnSpPr>
          <p:nvPr/>
        </p:nvCxnSpPr>
        <p:spPr>
          <a:xfrm>
            <a:off x="4906400" y="3320742"/>
            <a:ext cx="0" cy="322110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A5ADC216-151A-F94A-25A7-97A9D96B57CD}"/>
              </a:ext>
            </a:extLst>
          </p:cNvPr>
          <p:cNvSpPr txBox="1"/>
          <p:nvPr/>
        </p:nvSpPr>
        <p:spPr>
          <a:xfrm>
            <a:off x="4223964" y="3571103"/>
            <a:ext cx="205120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>
                <a:solidFill>
                  <a:schemeClr val="bg1"/>
                </a:solidFill>
              </a:rPr>
              <a:t>Left Half 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A24DC73-F270-8B18-471D-8F1D1AD437F5}"/>
              </a:ext>
            </a:extLst>
          </p:cNvPr>
          <p:cNvCxnSpPr>
            <a:cxnSpLocks/>
          </p:cNvCxnSpPr>
          <p:nvPr/>
        </p:nvCxnSpPr>
        <p:spPr>
          <a:xfrm flipH="1">
            <a:off x="6410662" y="2608597"/>
            <a:ext cx="2010697" cy="0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4CF54344-6E3A-638A-24F2-79B7B3023A45}"/>
              </a:ext>
            </a:extLst>
          </p:cNvPr>
          <p:cNvCxnSpPr/>
          <p:nvPr/>
        </p:nvCxnSpPr>
        <p:spPr>
          <a:xfrm>
            <a:off x="6410662" y="2608597"/>
            <a:ext cx="0" cy="627154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FAD9C9D6-C805-C199-7239-317E80772C90}"/>
              </a:ext>
            </a:extLst>
          </p:cNvPr>
          <p:cNvCxnSpPr/>
          <p:nvPr/>
        </p:nvCxnSpPr>
        <p:spPr>
          <a:xfrm>
            <a:off x="8421359" y="2608597"/>
            <a:ext cx="0" cy="627154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994203CF-1CD9-A486-EFF9-1085B006DC1B}"/>
              </a:ext>
            </a:extLst>
          </p:cNvPr>
          <p:cNvCxnSpPr>
            <a:cxnSpLocks/>
          </p:cNvCxnSpPr>
          <p:nvPr/>
        </p:nvCxnSpPr>
        <p:spPr>
          <a:xfrm flipH="1">
            <a:off x="6410662" y="3235751"/>
            <a:ext cx="2010697" cy="0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11CA2E91-921A-3D34-CE71-8D9137B59ED0}"/>
              </a:ext>
            </a:extLst>
          </p:cNvPr>
          <p:cNvCxnSpPr>
            <a:cxnSpLocks/>
          </p:cNvCxnSpPr>
          <p:nvPr/>
        </p:nvCxnSpPr>
        <p:spPr>
          <a:xfrm>
            <a:off x="7388972" y="3320742"/>
            <a:ext cx="0" cy="322110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C2AFB2DF-ED66-E8FD-0D17-307B191A070B}"/>
              </a:ext>
            </a:extLst>
          </p:cNvPr>
          <p:cNvSpPr txBox="1"/>
          <p:nvPr/>
        </p:nvSpPr>
        <p:spPr>
          <a:xfrm>
            <a:off x="6634292" y="3578593"/>
            <a:ext cx="205120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>
                <a:solidFill>
                  <a:schemeClr val="bg1"/>
                </a:solidFill>
              </a:rPr>
              <a:t>Right Half 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BBFB63ED-DCD5-29E7-5171-1C09A4DA48F9}"/>
              </a:ext>
            </a:extLst>
          </p:cNvPr>
          <p:cNvCxnSpPr>
            <a:cxnSpLocks/>
          </p:cNvCxnSpPr>
          <p:nvPr/>
        </p:nvCxnSpPr>
        <p:spPr>
          <a:xfrm>
            <a:off x="1065722" y="2964426"/>
            <a:ext cx="2968374" cy="0"/>
          </a:xfrm>
          <a:prstGeom prst="line">
            <a:avLst/>
          </a:prstGeom>
          <a:ln w="285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90BB3435-12C8-3DF6-259F-AD1C240E4A9E}"/>
              </a:ext>
            </a:extLst>
          </p:cNvPr>
          <p:cNvCxnSpPr>
            <a:cxnSpLocks/>
          </p:cNvCxnSpPr>
          <p:nvPr/>
        </p:nvCxnSpPr>
        <p:spPr>
          <a:xfrm>
            <a:off x="1065722" y="2964426"/>
            <a:ext cx="0" cy="942320"/>
          </a:xfrm>
          <a:prstGeom prst="line">
            <a:avLst/>
          </a:prstGeom>
          <a:ln w="285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C00AF36A-0467-5A16-AFF3-CF9F34ECCF00}"/>
              </a:ext>
            </a:extLst>
          </p:cNvPr>
          <p:cNvSpPr txBox="1"/>
          <p:nvPr/>
        </p:nvSpPr>
        <p:spPr>
          <a:xfrm>
            <a:off x="732192" y="3951864"/>
            <a:ext cx="47559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accent5"/>
                </a:solidFill>
              </a:rPr>
              <a:t>1</a:t>
            </a:r>
            <a:r>
              <a:rPr lang="en-IN" sz="3200" b="1" dirty="0">
                <a:solidFill>
                  <a:schemeClr val="bg1"/>
                </a:solidFill>
              </a:rPr>
              <a:t>   2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4E35FE8B-B0D1-1B77-0310-EE5F959F378E}"/>
              </a:ext>
            </a:extLst>
          </p:cNvPr>
          <p:cNvCxnSpPr>
            <a:cxnSpLocks/>
          </p:cNvCxnSpPr>
          <p:nvPr/>
        </p:nvCxnSpPr>
        <p:spPr>
          <a:xfrm>
            <a:off x="1059728" y="3009544"/>
            <a:ext cx="0" cy="942320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218BD680-CD51-C628-4BFB-99199543A5A4}"/>
              </a:ext>
            </a:extLst>
          </p:cNvPr>
          <p:cNvCxnSpPr>
            <a:cxnSpLocks/>
          </p:cNvCxnSpPr>
          <p:nvPr/>
        </p:nvCxnSpPr>
        <p:spPr>
          <a:xfrm>
            <a:off x="8597381" y="2964426"/>
            <a:ext cx="2968374" cy="0"/>
          </a:xfrm>
          <a:prstGeom prst="line">
            <a:avLst/>
          </a:prstGeom>
          <a:ln w="285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B9144F02-1F3F-EBD9-7537-7861E1AB59F3}"/>
              </a:ext>
            </a:extLst>
          </p:cNvPr>
          <p:cNvCxnSpPr>
            <a:cxnSpLocks/>
          </p:cNvCxnSpPr>
          <p:nvPr/>
        </p:nvCxnSpPr>
        <p:spPr>
          <a:xfrm>
            <a:off x="11565755" y="2957840"/>
            <a:ext cx="0" cy="942320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089848F8-F8BB-FA1D-16A8-6CC6A9CEC5E6}"/>
              </a:ext>
            </a:extLst>
          </p:cNvPr>
          <p:cNvSpPr txBox="1"/>
          <p:nvPr/>
        </p:nvSpPr>
        <p:spPr>
          <a:xfrm>
            <a:off x="10910877" y="3920791"/>
            <a:ext cx="47559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accent5"/>
                </a:solidFill>
              </a:rPr>
              <a:t>4</a:t>
            </a:r>
            <a:r>
              <a:rPr lang="en-IN" sz="3200" b="1" dirty="0">
                <a:solidFill>
                  <a:schemeClr val="bg1"/>
                </a:solidFill>
              </a:rPr>
              <a:t>   5   </a:t>
            </a:r>
            <a:r>
              <a:rPr lang="en-IN" sz="3200" b="1" dirty="0">
                <a:solidFill>
                  <a:schemeClr val="accent2"/>
                </a:solidFill>
              </a:rPr>
              <a:t>6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29B67C8B-62A7-65BE-F000-64A5EF1913ED}"/>
              </a:ext>
            </a:extLst>
          </p:cNvPr>
          <p:cNvCxnSpPr>
            <a:cxnSpLocks/>
          </p:cNvCxnSpPr>
          <p:nvPr/>
        </p:nvCxnSpPr>
        <p:spPr>
          <a:xfrm>
            <a:off x="11565755" y="4505566"/>
            <a:ext cx="0" cy="405647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6577D49A-3F88-3CEB-F767-9D7168BC0742}"/>
              </a:ext>
            </a:extLst>
          </p:cNvPr>
          <p:cNvSpPr txBox="1"/>
          <p:nvPr/>
        </p:nvSpPr>
        <p:spPr>
          <a:xfrm>
            <a:off x="10910877" y="5012647"/>
            <a:ext cx="47559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accent5"/>
                </a:solidFill>
              </a:rPr>
              <a:t>4</a:t>
            </a:r>
            <a:r>
              <a:rPr lang="en-IN" sz="3200" b="1" dirty="0">
                <a:solidFill>
                  <a:schemeClr val="bg1"/>
                </a:solidFill>
              </a:rPr>
              <a:t>   5   </a:t>
            </a:r>
            <a:r>
              <a:rPr lang="en-IN" sz="3200" b="1" dirty="0">
                <a:solidFill>
                  <a:schemeClr val="accent2"/>
                </a:solidFill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371384448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979CA7-71D0-3214-B7B5-23EF5EE1B2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77F9D88-FCEB-FB80-DA03-9FA5EDFF5CA1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843D815-81E6-71F2-3CB8-8B82E7C72A21}"/>
              </a:ext>
            </a:extLst>
          </p:cNvPr>
          <p:cNvSpPr/>
          <p:nvPr/>
        </p:nvSpPr>
        <p:spPr>
          <a:xfrm>
            <a:off x="3746338" y="-445604"/>
            <a:ext cx="4284023" cy="770612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3200" b="1" dirty="0">
              <a:solidFill>
                <a:schemeClr val="bg1"/>
              </a:solidFill>
            </a:endParaRPr>
          </a:p>
          <a:p>
            <a:pPr algn="ctr"/>
            <a:endParaRPr lang="en-IN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AFA2BEA-0396-1DD0-A3A1-CFB1830F95F8}"/>
              </a:ext>
            </a:extLst>
          </p:cNvPr>
          <p:cNvSpPr txBox="1"/>
          <p:nvPr/>
        </p:nvSpPr>
        <p:spPr>
          <a:xfrm>
            <a:off x="4137336" y="-398853"/>
            <a:ext cx="428402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rgbClr val="FFC000"/>
                </a:solidFill>
              </a:rPr>
              <a:t>0            1            2               3           4            5                      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AED176E-4C0E-51D2-2620-660BC6D56202}"/>
              </a:ext>
            </a:extLst>
          </p:cNvPr>
          <p:cNvSpPr txBox="1"/>
          <p:nvPr/>
        </p:nvSpPr>
        <p:spPr>
          <a:xfrm>
            <a:off x="4137335" y="-229576"/>
            <a:ext cx="352256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accent5"/>
                </a:solidFill>
              </a:rPr>
              <a:t>5</a:t>
            </a:r>
            <a:r>
              <a:rPr lang="en-IN" sz="3200" b="1" dirty="0">
                <a:solidFill>
                  <a:schemeClr val="bg1"/>
                </a:solidFill>
              </a:rPr>
              <a:t>    </a:t>
            </a:r>
            <a:r>
              <a:rPr lang="en-IN" sz="3200" b="1" dirty="0">
                <a:solidFill>
                  <a:schemeClr val="accent6"/>
                </a:solidFill>
              </a:rPr>
              <a:t>2</a:t>
            </a:r>
            <a:r>
              <a:rPr lang="en-IN" sz="3200" b="1" dirty="0">
                <a:solidFill>
                  <a:schemeClr val="bg1"/>
                </a:solidFill>
              </a:rPr>
              <a:t>     </a:t>
            </a:r>
            <a:r>
              <a:rPr lang="en-IN" sz="3200" b="1" dirty="0">
                <a:solidFill>
                  <a:schemeClr val="accent5"/>
                </a:solidFill>
              </a:rPr>
              <a:t>6</a:t>
            </a:r>
            <a:r>
              <a:rPr lang="en-IN" sz="3200" b="1" dirty="0">
                <a:solidFill>
                  <a:schemeClr val="bg1"/>
                </a:solidFill>
              </a:rPr>
              <a:t>      </a:t>
            </a:r>
            <a:r>
              <a:rPr lang="en-IN" sz="3200" b="1" dirty="0">
                <a:solidFill>
                  <a:schemeClr val="accent5"/>
                </a:solidFill>
              </a:rPr>
              <a:t>4</a:t>
            </a:r>
            <a:r>
              <a:rPr lang="en-IN" sz="3200" b="1" dirty="0">
                <a:solidFill>
                  <a:schemeClr val="bg1"/>
                </a:solidFill>
              </a:rPr>
              <a:t>    </a:t>
            </a:r>
            <a:r>
              <a:rPr lang="en-IN" sz="3200" b="1" dirty="0">
                <a:solidFill>
                  <a:schemeClr val="accent6"/>
                </a:solidFill>
              </a:rPr>
              <a:t>1</a:t>
            </a:r>
            <a:r>
              <a:rPr lang="en-IN" sz="3200" b="1" dirty="0">
                <a:solidFill>
                  <a:schemeClr val="bg1"/>
                </a:solidFill>
              </a:rPr>
              <a:t>     </a:t>
            </a:r>
            <a:r>
              <a:rPr lang="en-IN" sz="3200" b="1" dirty="0">
                <a:solidFill>
                  <a:schemeClr val="accent2"/>
                </a:solidFill>
              </a:rPr>
              <a:t>3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B2070AC-F893-41A4-B45A-1FDCF40A6949}"/>
              </a:ext>
            </a:extLst>
          </p:cNvPr>
          <p:cNvSpPr txBox="1"/>
          <p:nvPr/>
        </p:nvSpPr>
        <p:spPr>
          <a:xfrm>
            <a:off x="8697645" y="-291132"/>
            <a:ext cx="53536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>
                <a:solidFill>
                  <a:schemeClr val="accent4"/>
                </a:solidFill>
              </a:rPr>
              <a:t>PIVOT </a:t>
            </a:r>
            <a:r>
              <a:rPr lang="en-IN" sz="3600" b="1" dirty="0">
                <a:solidFill>
                  <a:schemeClr val="bg2"/>
                </a:solidFill>
              </a:rPr>
              <a:t>&amp;</a:t>
            </a:r>
            <a:r>
              <a:rPr lang="en-IN" sz="3600" b="1" dirty="0">
                <a:solidFill>
                  <a:schemeClr val="accent4"/>
                </a:solidFill>
              </a:rPr>
              <a:t> PARTATION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63CA242-5E92-D528-BDD1-64BE1DB1E963}"/>
              </a:ext>
            </a:extLst>
          </p:cNvPr>
          <p:cNvSpPr txBox="1"/>
          <p:nvPr/>
        </p:nvSpPr>
        <p:spPr>
          <a:xfrm>
            <a:off x="3665417" y="1633638"/>
            <a:ext cx="47559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bg1"/>
                </a:solidFill>
              </a:rPr>
              <a:t>      &lt; =            3             &gt; =  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CC6B0A6-E1C7-BF1F-1581-6F92E4B0FF56}"/>
              </a:ext>
            </a:extLst>
          </p:cNvPr>
          <p:cNvSpPr txBox="1"/>
          <p:nvPr/>
        </p:nvSpPr>
        <p:spPr>
          <a:xfrm>
            <a:off x="5154328" y="1100863"/>
            <a:ext cx="14885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>
                <a:solidFill>
                  <a:schemeClr val="accent4"/>
                </a:solidFill>
              </a:rPr>
              <a:t>PIVOT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33B0642-2978-1FFD-4558-1BFB7B2C7488}"/>
              </a:ext>
            </a:extLst>
          </p:cNvPr>
          <p:cNvSpPr txBox="1"/>
          <p:nvPr/>
        </p:nvSpPr>
        <p:spPr>
          <a:xfrm>
            <a:off x="2358665" y="1663829"/>
            <a:ext cx="205120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>
                <a:solidFill>
                  <a:srgbClr val="FFFF00"/>
                </a:solidFill>
              </a:rPr>
              <a:t>Left Side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23DB8EE-ADBD-D50B-46E9-2C4E10D9EB00}"/>
              </a:ext>
            </a:extLst>
          </p:cNvPr>
          <p:cNvSpPr txBox="1"/>
          <p:nvPr/>
        </p:nvSpPr>
        <p:spPr>
          <a:xfrm>
            <a:off x="8030361" y="1633638"/>
            <a:ext cx="205120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>
                <a:solidFill>
                  <a:srgbClr val="FFFF00"/>
                </a:solidFill>
              </a:rPr>
              <a:t>Right Side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D3A6FC5-4A29-3EF6-EA8F-DB18634ABFAC}"/>
              </a:ext>
            </a:extLst>
          </p:cNvPr>
          <p:cNvSpPr txBox="1"/>
          <p:nvPr/>
        </p:nvSpPr>
        <p:spPr>
          <a:xfrm>
            <a:off x="4409872" y="2578406"/>
            <a:ext cx="47559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bg1"/>
                </a:solidFill>
              </a:rPr>
              <a:t>2     </a:t>
            </a:r>
            <a:r>
              <a:rPr lang="en-IN" sz="3200" b="1" dirty="0">
                <a:solidFill>
                  <a:schemeClr val="accent5"/>
                </a:solidFill>
              </a:rPr>
              <a:t>1</a:t>
            </a:r>
            <a:r>
              <a:rPr lang="en-IN" sz="3200" b="1" dirty="0">
                <a:solidFill>
                  <a:schemeClr val="bg1"/>
                </a:solidFill>
              </a:rPr>
              <a:t>      </a:t>
            </a:r>
            <a:r>
              <a:rPr lang="en-IN" sz="3200" b="1" dirty="0">
                <a:solidFill>
                  <a:schemeClr val="accent2"/>
                </a:solidFill>
              </a:rPr>
              <a:t>3      </a:t>
            </a:r>
            <a:r>
              <a:rPr lang="en-IN" sz="3200" b="1" dirty="0">
                <a:solidFill>
                  <a:schemeClr val="bg1"/>
                </a:solidFill>
              </a:rPr>
              <a:t>5      6      </a:t>
            </a:r>
            <a:r>
              <a:rPr lang="en-IN" sz="3200" b="1" dirty="0">
                <a:solidFill>
                  <a:schemeClr val="accent5"/>
                </a:solidFill>
              </a:rPr>
              <a:t>4</a:t>
            </a:r>
            <a:r>
              <a:rPr lang="en-IN" sz="3200" b="1" dirty="0">
                <a:solidFill>
                  <a:schemeClr val="bg1"/>
                </a:solidFill>
              </a:rPr>
              <a:t> </a:t>
            </a:r>
            <a:r>
              <a:rPr lang="en-IN" sz="3200" b="1" dirty="0">
                <a:solidFill>
                  <a:schemeClr val="accent2"/>
                </a:solidFill>
              </a:rPr>
              <a:t>  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41F1E8D-C6C6-4662-E93E-F4B44EDE6966}"/>
              </a:ext>
            </a:extLst>
          </p:cNvPr>
          <p:cNvCxnSpPr>
            <a:cxnSpLocks/>
          </p:cNvCxnSpPr>
          <p:nvPr/>
        </p:nvCxnSpPr>
        <p:spPr>
          <a:xfrm flipH="1">
            <a:off x="4296800" y="2578406"/>
            <a:ext cx="1258529" cy="0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F598DFD-CADC-6DAC-3E47-465F88DBA998}"/>
              </a:ext>
            </a:extLst>
          </p:cNvPr>
          <p:cNvCxnSpPr/>
          <p:nvPr/>
        </p:nvCxnSpPr>
        <p:spPr>
          <a:xfrm>
            <a:off x="4296800" y="2578406"/>
            <a:ext cx="0" cy="627154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E37C74E7-1161-8CB7-D71E-738125BA1E46}"/>
              </a:ext>
            </a:extLst>
          </p:cNvPr>
          <p:cNvCxnSpPr/>
          <p:nvPr/>
        </p:nvCxnSpPr>
        <p:spPr>
          <a:xfrm>
            <a:off x="5555329" y="2578406"/>
            <a:ext cx="0" cy="627154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43B9DF68-34B7-0C1A-1C81-326CE0051C86}"/>
              </a:ext>
            </a:extLst>
          </p:cNvPr>
          <p:cNvCxnSpPr>
            <a:cxnSpLocks/>
          </p:cNvCxnSpPr>
          <p:nvPr/>
        </p:nvCxnSpPr>
        <p:spPr>
          <a:xfrm flipH="1">
            <a:off x="4296800" y="3205560"/>
            <a:ext cx="1258529" cy="0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A479B20A-F16E-913C-DE96-2E048083F721}"/>
              </a:ext>
            </a:extLst>
          </p:cNvPr>
          <p:cNvCxnSpPr>
            <a:cxnSpLocks/>
          </p:cNvCxnSpPr>
          <p:nvPr/>
        </p:nvCxnSpPr>
        <p:spPr>
          <a:xfrm>
            <a:off x="4906400" y="3320742"/>
            <a:ext cx="0" cy="322110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6257BD69-31EC-2B16-DDFE-0C51B1D5F960}"/>
              </a:ext>
            </a:extLst>
          </p:cNvPr>
          <p:cNvSpPr txBox="1"/>
          <p:nvPr/>
        </p:nvSpPr>
        <p:spPr>
          <a:xfrm>
            <a:off x="4223964" y="3571103"/>
            <a:ext cx="205120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>
                <a:solidFill>
                  <a:schemeClr val="bg1"/>
                </a:solidFill>
              </a:rPr>
              <a:t>Left Half 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E12A493-314B-2328-5253-FE590483CDE8}"/>
              </a:ext>
            </a:extLst>
          </p:cNvPr>
          <p:cNvCxnSpPr>
            <a:cxnSpLocks/>
          </p:cNvCxnSpPr>
          <p:nvPr/>
        </p:nvCxnSpPr>
        <p:spPr>
          <a:xfrm flipH="1">
            <a:off x="6410662" y="2608597"/>
            <a:ext cx="2010697" cy="0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65BB8D8A-9025-6BE6-F9C4-9391ECD68DC4}"/>
              </a:ext>
            </a:extLst>
          </p:cNvPr>
          <p:cNvCxnSpPr/>
          <p:nvPr/>
        </p:nvCxnSpPr>
        <p:spPr>
          <a:xfrm>
            <a:off x="6410662" y="2608597"/>
            <a:ext cx="0" cy="627154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EEDCD2FB-EC2A-1E83-0B8E-B4176DC5DCE8}"/>
              </a:ext>
            </a:extLst>
          </p:cNvPr>
          <p:cNvCxnSpPr/>
          <p:nvPr/>
        </p:nvCxnSpPr>
        <p:spPr>
          <a:xfrm>
            <a:off x="8421359" y="2608597"/>
            <a:ext cx="0" cy="627154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23AD490F-DD63-7B7B-400A-75C65DADA1C1}"/>
              </a:ext>
            </a:extLst>
          </p:cNvPr>
          <p:cNvCxnSpPr>
            <a:cxnSpLocks/>
          </p:cNvCxnSpPr>
          <p:nvPr/>
        </p:nvCxnSpPr>
        <p:spPr>
          <a:xfrm flipH="1">
            <a:off x="6410662" y="3235751"/>
            <a:ext cx="2010697" cy="0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16F495D0-1046-2FED-DA5F-37D0D637E36A}"/>
              </a:ext>
            </a:extLst>
          </p:cNvPr>
          <p:cNvCxnSpPr>
            <a:cxnSpLocks/>
          </p:cNvCxnSpPr>
          <p:nvPr/>
        </p:nvCxnSpPr>
        <p:spPr>
          <a:xfrm>
            <a:off x="7388972" y="3320742"/>
            <a:ext cx="0" cy="322110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9FB298FC-AA63-8A8F-F2C2-651A313FE160}"/>
              </a:ext>
            </a:extLst>
          </p:cNvPr>
          <p:cNvSpPr txBox="1"/>
          <p:nvPr/>
        </p:nvSpPr>
        <p:spPr>
          <a:xfrm>
            <a:off x="6634292" y="3578593"/>
            <a:ext cx="205120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>
                <a:solidFill>
                  <a:schemeClr val="bg1"/>
                </a:solidFill>
              </a:rPr>
              <a:t>Right Half 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E07EF057-E98C-9849-D873-D9867DCFABDB}"/>
              </a:ext>
            </a:extLst>
          </p:cNvPr>
          <p:cNvCxnSpPr>
            <a:cxnSpLocks/>
          </p:cNvCxnSpPr>
          <p:nvPr/>
        </p:nvCxnSpPr>
        <p:spPr>
          <a:xfrm>
            <a:off x="1065722" y="2964426"/>
            <a:ext cx="2968374" cy="0"/>
          </a:xfrm>
          <a:prstGeom prst="line">
            <a:avLst/>
          </a:prstGeom>
          <a:ln w="285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10490CDA-DE6A-851F-D4C2-F4887B5E4F23}"/>
              </a:ext>
            </a:extLst>
          </p:cNvPr>
          <p:cNvCxnSpPr>
            <a:cxnSpLocks/>
          </p:cNvCxnSpPr>
          <p:nvPr/>
        </p:nvCxnSpPr>
        <p:spPr>
          <a:xfrm>
            <a:off x="1065722" y="2964426"/>
            <a:ext cx="0" cy="942320"/>
          </a:xfrm>
          <a:prstGeom prst="line">
            <a:avLst/>
          </a:prstGeom>
          <a:ln w="285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D02EF4E3-E417-896E-F2C4-24E3FC441CCB}"/>
              </a:ext>
            </a:extLst>
          </p:cNvPr>
          <p:cNvSpPr txBox="1"/>
          <p:nvPr/>
        </p:nvSpPr>
        <p:spPr>
          <a:xfrm>
            <a:off x="732192" y="3951864"/>
            <a:ext cx="47559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accent5"/>
                </a:solidFill>
              </a:rPr>
              <a:t>1</a:t>
            </a:r>
            <a:r>
              <a:rPr lang="en-IN" sz="3200" b="1" dirty="0">
                <a:solidFill>
                  <a:schemeClr val="bg1"/>
                </a:solidFill>
              </a:rPr>
              <a:t>   2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45C8017A-0EFF-3856-6E41-4DC277B7FAD4}"/>
              </a:ext>
            </a:extLst>
          </p:cNvPr>
          <p:cNvCxnSpPr>
            <a:cxnSpLocks/>
          </p:cNvCxnSpPr>
          <p:nvPr/>
        </p:nvCxnSpPr>
        <p:spPr>
          <a:xfrm>
            <a:off x="1059728" y="3009544"/>
            <a:ext cx="0" cy="942320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27AD64EE-AE42-C69E-8A72-94FAA0D0586B}"/>
              </a:ext>
            </a:extLst>
          </p:cNvPr>
          <p:cNvCxnSpPr>
            <a:cxnSpLocks/>
          </p:cNvCxnSpPr>
          <p:nvPr/>
        </p:nvCxnSpPr>
        <p:spPr>
          <a:xfrm>
            <a:off x="8597381" y="2964426"/>
            <a:ext cx="2968374" cy="0"/>
          </a:xfrm>
          <a:prstGeom prst="line">
            <a:avLst/>
          </a:prstGeom>
          <a:ln w="285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003D6762-0B55-0FD9-E54A-0FA63BC58543}"/>
              </a:ext>
            </a:extLst>
          </p:cNvPr>
          <p:cNvCxnSpPr>
            <a:cxnSpLocks/>
          </p:cNvCxnSpPr>
          <p:nvPr/>
        </p:nvCxnSpPr>
        <p:spPr>
          <a:xfrm>
            <a:off x="11565755" y="2957840"/>
            <a:ext cx="0" cy="942320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583B5529-03D6-6554-0D83-062F3693AC4B}"/>
              </a:ext>
            </a:extLst>
          </p:cNvPr>
          <p:cNvSpPr txBox="1"/>
          <p:nvPr/>
        </p:nvSpPr>
        <p:spPr>
          <a:xfrm>
            <a:off x="10910877" y="3920791"/>
            <a:ext cx="47559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accent5"/>
                </a:solidFill>
              </a:rPr>
              <a:t>4</a:t>
            </a:r>
            <a:r>
              <a:rPr lang="en-IN" sz="3200" b="1" dirty="0">
                <a:solidFill>
                  <a:schemeClr val="bg1"/>
                </a:solidFill>
              </a:rPr>
              <a:t>   5   </a:t>
            </a:r>
            <a:r>
              <a:rPr lang="en-IN" sz="3200" b="1" dirty="0">
                <a:solidFill>
                  <a:schemeClr val="accent2"/>
                </a:solidFill>
              </a:rPr>
              <a:t>6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F5B62DC0-BA93-85D8-81B8-315059BCCC81}"/>
              </a:ext>
            </a:extLst>
          </p:cNvPr>
          <p:cNvCxnSpPr>
            <a:cxnSpLocks/>
          </p:cNvCxnSpPr>
          <p:nvPr/>
        </p:nvCxnSpPr>
        <p:spPr>
          <a:xfrm>
            <a:off x="11565755" y="4505566"/>
            <a:ext cx="0" cy="405647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57EDA5F9-E5EA-E398-8945-05F97F9BF4C3}"/>
              </a:ext>
            </a:extLst>
          </p:cNvPr>
          <p:cNvSpPr txBox="1"/>
          <p:nvPr/>
        </p:nvSpPr>
        <p:spPr>
          <a:xfrm>
            <a:off x="10910877" y="5012647"/>
            <a:ext cx="47559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accent5"/>
                </a:solidFill>
              </a:rPr>
              <a:t>4</a:t>
            </a:r>
            <a:r>
              <a:rPr lang="en-IN" sz="3200" b="1" dirty="0">
                <a:solidFill>
                  <a:schemeClr val="bg1"/>
                </a:solidFill>
              </a:rPr>
              <a:t>   5   </a:t>
            </a:r>
            <a:r>
              <a:rPr lang="en-IN" sz="3200" b="1" dirty="0">
                <a:solidFill>
                  <a:schemeClr val="accent2"/>
                </a:solidFill>
              </a:rPr>
              <a:t>6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8EF30017-741B-4CDE-AE26-EF588A535816}"/>
              </a:ext>
            </a:extLst>
          </p:cNvPr>
          <p:cNvCxnSpPr/>
          <p:nvPr/>
        </p:nvCxnSpPr>
        <p:spPr>
          <a:xfrm flipH="1">
            <a:off x="10264878" y="5294671"/>
            <a:ext cx="469019" cy="0"/>
          </a:xfrm>
          <a:prstGeom prst="line">
            <a:avLst/>
          </a:prstGeom>
          <a:ln w="28575" cap="flat" cmpd="sng" algn="ctr">
            <a:solidFill>
              <a:schemeClr val="accent3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D58EAA27-8B75-2961-E6FA-9E4C4336F19F}"/>
              </a:ext>
            </a:extLst>
          </p:cNvPr>
          <p:cNvCxnSpPr/>
          <p:nvPr/>
        </p:nvCxnSpPr>
        <p:spPr>
          <a:xfrm flipH="1">
            <a:off x="10264878" y="4106729"/>
            <a:ext cx="469019" cy="0"/>
          </a:xfrm>
          <a:prstGeom prst="line">
            <a:avLst/>
          </a:prstGeom>
          <a:ln w="28575" cap="flat" cmpd="sng" algn="ctr">
            <a:solidFill>
              <a:schemeClr val="accent3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A7F6DB27-C372-1034-6472-FD9A30516501}"/>
              </a:ext>
            </a:extLst>
          </p:cNvPr>
          <p:cNvCxnSpPr>
            <a:cxnSpLocks/>
          </p:cNvCxnSpPr>
          <p:nvPr/>
        </p:nvCxnSpPr>
        <p:spPr>
          <a:xfrm flipV="1">
            <a:off x="10264878" y="4190303"/>
            <a:ext cx="0" cy="1035542"/>
          </a:xfrm>
          <a:prstGeom prst="line">
            <a:avLst/>
          </a:prstGeom>
          <a:ln w="28575" cap="flat" cmpd="sng" algn="ctr">
            <a:solidFill>
              <a:schemeClr val="accent3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9E78656D-AF39-EAD9-F9C7-A3F2C327ED71}"/>
              </a:ext>
            </a:extLst>
          </p:cNvPr>
          <p:cNvCxnSpPr>
            <a:cxnSpLocks/>
          </p:cNvCxnSpPr>
          <p:nvPr/>
        </p:nvCxnSpPr>
        <p:spPr>
          <a:xfrm flipV="1">
            <a:off x="11043613" y="3325207"/>
            <a:ext cx="0" cy="491791"/>
          </a:xfrm>
          <a:prstGeom prst="line">
            <a:avLst/>
          </a:prstGeom>
          <a:ln w="28575" cap="flat" cmpd="sng" algn="ctr">
            <a:solidFill>
              <a:schemeClr val="accent3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DF3E5B66-5EEB-76BA-0AD9-FA9E36CCC85C}"/>
              </a:ext>
            </a:extLst>
          </p:cNvPr>
          <p:cNvCxnSpPr>
            <a:cxnSpLocks/>
          </p:cNvCxnSpPr>
          <p:nvPr/>
        </p:nvCxnSpPr>
        <p:spPr>
          <a:xfrm flipH="1">
            <a:off x="8685499" y="3320742"/>
            <a:ext cx="2225378" cy="0"/>
          </a:xfrm>
          <a:prstGeom prst="line">
            <a:avLst/>
          </a:prstGeom>
          <a:ln w="28575" cap="flat" cmpd="sng" algn="ctr">
            <a:solidFill>
              <a:schemeClr val="accent3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3095384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567EAB-F185-7489-E486-1AD661A8B0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A9594F31-BC36-6B06-36B8-E259A15BB522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9FFD85D5-0E31-18E4-4D37-1AD23BC1EB55}"/>
              </a:ext>
            </a:extLst>
          </p:cNvPr>
          <p:cNvSpPr/>
          <p:nvPr/>
        </p:nvSpPr>
        <p:spPr>
          <a:xfrm>
            <a:off x="3746338" y="-445604"/>
            <a:ext cx="4284023" cy="770612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3200" b="1" dirty="0">
              <a:solidFill>
                <a:schemeClr val="bg1"/>
              </a:solidFill>
            </a:endParaRPr>
          </a:p>
          <a:p>
            <a:pPr algn="ctr"/>
            <a:endParaRPr lang="en-IN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5292A62-52E2-3382-4352-D08B5D59236A}"/>
              </a:ext>
            </a:extLst>
          </p:cNvPr>
          <p:cNvSpPr txBox="1"/>
          <p:nvPr/>
        </p:nvSpPr>
        <p:spPr>
          <a:xfrm>
            <a:off x="4137336" y="-398853"/>
            <a:ext cx="428402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rgbClr val="FFC000"/>
                </a:solidFill>
              </a:rPr>
              <a:t>0            1            2               3           4            5                      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3374AC1-7E58-C18F-041E-4E5B691341BA}"/>
              </a:ext>
            </a:extLst>
          </p:cNvPr>
          <p:cNvSpPr txBox="1"/>
          <p:nvPr/>
        </p:nvSpPr>
        <p:spPr>
          <a:xfrm>
            <a:off x="4137335" y="-229576"/>
            <a:ext cx="352256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accent5"/>
                </a:solidFill>
              </a:rPr>
              <a:t>5</a:t>
            </a:r>
            <a:r>
              <a:rPr lang="en-IN" sz="3200" b="1" dirty="0">
                <a:solidFill>
                  <a:schemeClr val="bg1"/>
                </a:solidFill>
              </a:rPr>
              <a:t>    </a:t>
            </a:r>
            <a:r>
              <a:rPr lang="en-IN" sz="3200" b="1" dirty="0">
                <a:solidFill>
                  <a:schemeClr val="accent6"/>
                </a:solidFill>
              </a:rPr>
              <a:t>2</a:t>
            </a:r>
            <a:r>
              <a:rPr lang="en-IN" sz="3200" b="1" dirty="0">
                <a:solidFill>
                  <a:schemeClr val="bg1"/>
                </a:solidFill>
              </a:rPr>
              <a:t>     </a:t>
            </a:r>
            <a:r>
              <a:rPr lang="en-IN" sz="3200" b="1" dirty="0">
                <a:solidFill>
                  <a:schemeClr val="accent5"/>
                </a:solidFill>
              </a:rPr>
              <a:t>6</a:t>
            </a:r>
            <a:r>
              <a:rPr lang="en-IN" sz="3200" b="1" dirty="0">
                <a:solidFill>
                  <a:schemeClr val="bg1"/>
                </a:solidFill>
              </a:rPr>
              <a:t>      </a:t>
            </a:r>
            <a:r>
              <a:rPr lang="en-IN" sz="3200" b="1" dirty="0">
                <a:solidFill>
                  <a:schemeClr val="accent5"/>
                </a:solidFill>
              </a:rPr>
              <a:t>4</a:t>
            </a:r>
            <a:r>
              <a:rPr lang="en-IN" sz="3200" b="1" dirty="0">
                <a:solidFill>
                  <a:schemeClr val="bg1"/>
                </a:solidFill>
              </a:rPr>
              <a:t>    </a:t>
            </a:r>
            <a:r>
              <a:rPr lang="en-IN" sz="3200" b="1" dirty="0">
                <a:solidFill>
                  <a:schemeClr val="accent6"/>
                </a:solidFill>
              </a:rPr>
              <a:t>1</a:t>
            </a:r>
            <a:r>
              <a:rPr lang="en-IN" sz="3200" b="1" dirty="0">
                <a:solidFill>
                  <a:schemeClr val="bg1"/>
                </a:solidFill>
              </a:rPr>
              <a:t>     </a:t>
            </a:r>
            <a:r>
              <a:rPr lang="en-IN" sz="3200" b="1" dirty="0">
                <a:solidFill>
                  <a:schemeClr val="accent2"/>
                </a:solidFill>
              </a:rPr>
              <a:t>3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8F80BDF-6FBA-CACB-41D7-C15E97256016}"/>
              </a:ext>
            </a:extLst>
          </p:cNvPr>
          <p:cNvSpPr txBox="1"/>
          <p:nvPr/>
        </p:nvSpPr>
        <p:spPr>
          <a:xfrm>
            <a:off x="8697645" y="-291132"/>
            <a:ext cx="53536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>
                <a:solidFill>
                  <a:schemeClr val="accent4"/>
                </a:solidFill>
              </a:rPr>
              <a:t>PIVOT </a:t>
            </a:r>
            <a:r>
              <a:rPr lang="en-IN" sz="3600" b="1" dirty="0">
                <a:solidFill>
                  <a:schemeClr val="bg2"/>
                </a:solidFill>
              </a:rPr>
              <a:t>&amp;</a:t>
            </a:r>
            <a:r>
              <a:rPr lang="en-IN" sz="3600" b="1" dirty="0">
                <a:solidFill>
                  <a:schemeClr val="accent4"/>
                </a:solidFill>
              </a:rPr>
              <a:t> PARTATION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22EB6F2-3901-5C1C-0F21-33BCA8BE0A71}"/>
              </a:ext>
            </a:extLst>
          </p:cNvPr>
          <p:cNvSpPr txBox="1"/>
          <p:nvPr/>
        </p:nvSpPr>
        <p:spPr>
          <a:xfrm>
            <a:off x="3665417" y="1633638"/>
            <a:ext cx="47559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bg1"/>
                </a:solidFill>
              </a:rPr>
              <a:t>      &lt; =            3             &gt; =  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AEAF1B9-377C-EE91-4BD3-467FD5D717F0}"/>
              </a:ext>
            </a:extLst>
          </p:cNvPr>
          <p:cNvSpPr txBox="1"/>
          <p:nvPr/>
        </p:nvSpPr>
        <p:spPr>
          <a:xfrm>
            <a:off x="5154328" y="1100863"/>
            <a:ext cx="14885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>
                <a:solidFill>
                  <a:schemeClr val="accent4"/>
                </a:solidFill>
              </a:rPr>
              <a:t>PIVOT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3BC68CF-3D30-2607-8C3C-5283D46219D0}"/>
              </a:ext>
            </a:extLst>
          </p:cNvPr>
          <p:cNvSpPr txBox="1"/>
          <p:nvPr/>
        </p:nvSpPr>
        <p:spPr>
          <a:xfrm>
            <a:off x="2358665" y="1663829"/>
            <a:ext cx="205120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>
                <a:solidFill>
                  <a:srgbClr val="FFFF00"/>
                </a:solidFill>
              </a:rPr>
              <a:t>Left Side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22BDB94-F1C9-E1A8-3407-970A9900894C}"/>
              </a:ext>
            </a:extLst>
          </p:cNvPr>
          <p:cNvSpPr txBox="1"/>
          <p:nvPr/>
        </p:nvSpPr>
        <p:spPr>
          <a:xfrm>
            <a:off x="8030361" y="1633638"/>
            <a:ext cx="205120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>
                <a:solidFill>
                  <a:srgbClr val="FFFF00"/>
                </a:solidFill>
              </a:rPr>
              <a:t>Right Side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FD2875B-FD5C-5C73-7FCC-244BF6DB9B7C}"/>
              </a:ext>
            </a:extLst>
          </p:cNvPr>
          <p:cNvSpPr txBox="1"/>
          <p:nvPr/>
        </p:nvSpPr>
        <p:spPr>
          <a:xfrm>
            <a:off x="4409872" y="2578406"/>
            <a:ext cx="47559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bg1"/>
                </a:solidFill>
              </a:rPr>
              <a:t>2     </a:t>
            </a:r>
            <a:r>
              <a:rPr lang="en-IN" sz="3200" b="1" dirty="0">
                <a:solidFill>
                  <a:schemeClr val="accent5"/>
                </a:solidFill>
              </a:rPr>
              <a:t>1</a:t>
            </a:r>
            <a:r>
              <a:rPr lang="en-IN" sz="3200" b="1" dirty="0">
                <a:solidFill>
                  <a:schemeClr val="bg1"/>
                </a:solidFill>
              </a:rPr>
              <a:t>      </a:t>
            </a:r>
            <a:r>
              <a:rPr lang="en-IN" sz="3200" b="1" dirty="0">
                <a:solidFill>
                  <a:schemeClr val="accent2"/>
                </a:solidFill>
              </a:rPr>
              <a:t>3      </a:t>
            </a:r>
            <a:r>
              <a:rPr lang="en-IN" sz="3200" b="1" dirty="0">
                <a:solidFill>
                  <a:schemeClr val="bg1"/>
                </a:solidFill>
              </a:rPr>
              <a:t>5      6      </a:t>
            </a:r>
            <a:r>
              <a:rPr lang="en-IN" sz="3200" b="1" dirty="0">
                <a:solidFill>
                  <a:schemeClr val="accent5"/>
                </a:solidFill>
              </a:rPr>
              <a:t>4</a:t>
            </a:r>
            <a:r>
              <a:rPr lang="en-IN" sz="3200" b="1" dirty="0">
                <a:solidFill>
                  <a:schemeClr val="bg1"/>
                </a:solidFill>
              </a:rPr>
              <a:t> </a:t>
            </a:r>
            <a:r>
              <a:rPr lang="en-IN" sz="3200" b="1" dirty="0">
                <a:solidFill>
                  <a:schemeClr val="accent2"/>
                </a:solidFill>
              </a:rPr>
              <a:t>  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DE7A028-63AE-1F31-7D97-04EE0AFFB7E4}"/>
              </a:ext>
            </a:extLst>
          </p:cNvPr>
          <p:cNvCxnSpPr>
            <a:cxnSpLocks/>
          </p:cNvCxnSpPr>
          <p:nvPr/>
        </p:nvCxnSpPr>
        <p:spPr>
          <a:xfrm flipH="1">
            <a:off x="4296800" y="2578406"/>
            <a:ext cx="1258529" cy="0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3713B0C-F0FA-A5AD-DE8E-05D943E8ED76}"/>
              </a:ext>
            </a:extLst>
          </p:cNvPr>
          <p:cNvCxnSpPr/>
          <p:nvPr/>
        </p:nvCxnSpPr>
        <p:spPr>
          <a:xfrm>
            <a:off x="4296800" y="2578406"/>
            <a:ext cx="0" cy="627154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2936A08C-51BD-4950-8AA6-2787962D239E}"/>
              </a:ext>
            </a:extLst>
          </p:cNvPr>
          <p:cNvCxnSpPr/>
          <p:nvPr/>
        </p:nvCxnSpPr>
        <p:spPr>
          <a:xfrm>
            <a:off x="5555329" y="2578406"/>
            <a:ext cx="0" cy="627154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4A860B46-4315-229D-52C6-D35C08AD8E2A}"/>
              </a:ext>
            </a:extLst>
          </p:cNvPr>
          <p:cNvCxnSpPr>
            <a:cxnSpLocks/>
          </p:cNvCxnSpPr>
          <p:nvPr/>
        </p:nvCxnSpPr>
        <p:spPr>
          <a:xfrm flipH="1">
            <a:off x="4296800" y="3205560"/>
            <a:ext cx="1258529" cy="0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A32561D-0BAC-E1CA-F4D4-19DFC6C0A73C}"/>
              </a:ext>
            </a:extLst>
          </p:cNvPr>
          <p:cNvCxnSpPr>
            <a:cxnSpLocks/>
          </p:cNvCxnSpPr>
          <p:nvPr/>
        </p:nvCxnSpPr>
        <p:spPr>
          <a:xfrm>
            <a:off x="4906400" y="3320742"/>
            <a:ext cx="0" cy="322110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EA6599EA-A1B6-3F6F-DB01-1466CD1CD51D}"/>
              </a:ext>
            </a:extLst>
          </p:cNvPr>
          <p:cNvSpPr txBox="1"/>
          <p:nvPr/>
        </p:nvSpPr>
        <p:spPr>
          <a:xfrm>
            <a:off x="4223964" y="3571103"/>
            <a:ext cx="205120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>
                <a:solidFill>
                  <a:schemeClr val="bg1"/>
                </a:solidFill>
              </a:rPr>
              <a:t>Left Half 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8397762-ECA6-A479-FC22-263F506C0EA6}"/>
              </a:ext>
            </a:extLst>
          </p:cNvPr>
          <p:cNvCxnSpPr>
            <a:cxnSpLocks/>
          </p:cNvCxnSpPr>
          <p:nvPr/>
        </p:nvCxnSpPr>
        <p:spPr>
          <a:xfrm flipH="1">
            <a:off x="6410662" y="2608597"/>
            <a:ext cx="2010697" cy="0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BA7A9731-5835-C212-BFC3-E4E653AB6968}"/>
              </a:ext>
            </a:extLst>
          </p:cNvPr>
          <p:cNvCxnSpPr/>
          <p:nvPr/>
        </p:nvCxnSpPr>
        <p:spPr>
          <a:xfrm>
            <a:off x="6410662" y="2608597"/>
            <a:ext cx="0" cy="627154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3756E011-6273-0D08-D05F-B9C219BE2C07}"/>
              </a:ext>
            </a:extLst>
          </p:cNvPr>
          <p:cNvCxnSpPr/>
          <p:nvPr/>
        </p:nvCxnSpPr>
        <p:spPr>
          <a:xfrm>
            <a:off x="8421359" y="2608597"/>
            <a:ext cx="0" cy="627154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D3788C4-38B3-9F1C-03F5-9EFEA3ED38D7}"/>
              </a:ext>
            </a:extLst>
          </p:cNvPr>
          <p:cNvCxnSpPr>
            <a:cxnSpLocks/>
          </p:cNvCxnSpPr>
          <p:nvPr/>
        </p:nvCxnSpPr>
        <p:spPr>
          <a:xfrm flipH="1">
            <a:off x="6410662" y="3235751"/>
            <a:ext cx="2010697" cy="0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E13E314-F6D4-F295-5497-75B9CD6DA9D5}"/>
              </a:ext>
            </a:extLst>
          </p:cNvPr>
          <p:cNvCxnSpPr>
            <a:cxnSpLocks/>
          </p:cNvCxnSpPr>
          <p:nvPr/>
        </p:nvCxnSpPr>
        <p:spPr>
          <a:xfrm>
            <a:off x="7388972" y="3320742"/>
            <a:ext cx="0" cy="322110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92BEDA3F-583D-F1DB-FB98-3410E3E6191E}"/>
              </a:ext>
            </a:extLst>
          </p:cNvPr>
          <p:cNvSpPr txBox="1"/>
          <p:nvPr/>
        </p:nvSpPr>
        <p:spPr>
          <a:xfrm>
            <a:off x="6634292" y="3578593"/>
            <a:ext cx="205120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>
                <a:solidFill>
                  <a:schemeClr val="bg1"/>
                </a:solidFill>
              </a:rPr>
              <a:t>Right Half 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72859C21-6B62-D94F-A40D-9C77F8702687}"/>
              </a:ext>
            </a:extLst>
          </p:cNvPr>
          <p:cNvCxnSpPr>
            <a:cxnSpLocks/>
          </p:cNvCxnSpPr>
          <p:nvPr/>
        </p:nvCxnSpPr>
        <p:spPr>
          <a:xfrm>
            <a:off x="1065722" y="2964426"/>
            <a:ext cx="2968374" cy="0"/>
          </a:xfrm>
          <a:prstGeom prst="line">
            <a:avLst/>
          </a:prstGeom>
          <a:ln w="285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7A25A38F-8876-6E66-FCEF-FE18645F4E6B}"/>
              </a:ext>
            </a:extLst>
          </p:cNvPr>
          <p:cNvCxnSpPr>
            <a:cxnSpLocks/>
          </p:cNvCxnSpPr>
          <p:nvPr/>
        </p:nvCxnSpPr>
        <p:spPr>
          <a:xfrm>
            <a:off x="1065722" y="2964426"/>
            <a:ext cx="0" cy="942320"/>
          </a:xfrm>
          <a:prstGeom prst="line">
            <a:avLst/>
          </a:prstGeom>
          <a:ln w="285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3F5C725E-316D-9373-6270-5186BC9C36B7}"/>
              </a:ext>
            </a:extLst>
          </p:cNvPr>
          <p:cNvSpPr txBox="1"/>
          <p:nvPr/>
        </p:nvSpPr>
        <p:spPr>
          <a:xfrm>
            <a:off x="732192" y="3951864"/>
            <a:ext cx="47559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accent5"/>
                </a:solidFill>
              </a:rPr>
              <a:t>1</a:t>
            </a:r>
            <a:r>
              <a:rPr lang="en-IN" sz="3200" b="1" dirty="0">
                <a:solidFill>
                  <a:schemeClr val="bg1"/>
                </a:solidFill>
              </a:rPr>
              <a:t>   2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7AB408E-8DAE-8F94-787B-7FDA04C0BDB9}"/>
              </a:ext>
            </a:extLst>
          </p:cNvPr>
          <p:cNvCxnSpPr>
            <a:cxnSpLocks/>
          </p:cNvCxnSpPr>
          <p:nvPr/>
        </p:nvCxnSpPr>
        <p:spPr>
          <a:xfrm>
            <a:off x="1059728" y="3009544"/>
            <a:ext cx="0" cy="942320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82480D2E-15D8-5503-4F5E-EBBEFCB86097}"/>
              </a:ext>
            </a:extLst>
          </p:cNvPr>
          <p:cNvCxnSpPr>
            <a:cxnSpLocks/>
          </p:cNvCxnSpPr>
          <p:nvPr/>
        </p:nvCxnSpPr>
        <p:spPr>
          <a:xfrm>
            <a:off x="8597381" y="2964426"/>
            <a:ext cx="2968374" cy="0"/>
          </a:xfrm>
          <a:prstGeom prst="line">
            <a:avLst/>
          </a:prstGeom>
          <a:ln w="285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BC3160CF-8DB2-D9E8-63FB-41BC0D865F39}"/>
              </a:ext>
            </a:extLst>
          </p:cNvPr>
          <p:cNvCxnSpPr>
            <a:cxnSpLocks/>
          </p:cNvCxnSpPr>
          <p:nvPr/>
        </p:nvCxnSpPr>
        <p:spPr>
          <a:xfrm>
            <a:off x="11565755" y="2957840"/>
            <a:ext cx="0" cy="942320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F2F6CBE0-EC62-43ED-A1C8-6008FE40460D}"/>
              </a:ext>
            </a:extLst>
          </p:cNvPr>
          <p:cNvSpPr txBox="1"/>
          <p:nvPr/>
        </p:nvSpPr>
        <p:spPr>
          <a:xfrm>
            <a:off x="10910877" y="3920791"/>
            <a:ext cx="47559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accent5"/>
                </a:solidFill>
              </a:rPr>
              <a:t>4</a:t>
            </a:r>
            <a:r>
              <a:rPr lang="en-IN" sz="3200" b="1" dirty="0">
                <a:solidFill>
                  <a:schemeClr val="bg1"/>
                </a:solidFill>
              </a:rPr>
              <a:t>   5   </a:t>
            </a:r>
            <a:r>
              <a:rPr lang="en-IN" sz="3200" b="1" dirty="0">
                <a:solidFill>
                  <a:schemeClr val="accent2"/>
                </a:solidFill>
              </a:rPr>
              <a:t>6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47FF6061-D059-AFF4-58C8-F003A464D47B}"/>
              </a:ext>
            </a:extLst>
          </p:cNvPr>
          <p:cNvCxnSpPr>
            <a:cxnSpLocks/>
          </p:cNvCxnSpPr>
          <p:nvPr/>
        </p:nvCxnSpPr>
        <p:spPr>
          <a:xfrm>
            <a:off x="11565755" y="4505566"/>
            <a:ext cx="0" cy="405647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082671A0-4865-A68C-CE30-965BF0623884}"/>
              </a:ext>
            </a:extLst>
          </p:cNvPr>
          <p:cNvSpPr txBox="1"/>
          <p:nvPr/>
        </p:nvSpPr>
        <p:spPr>
          <a:xfrm>
            <a:off x="10910877" y="5012647"/>
            <a:ext cx="47559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accent5"/>
                </a:solidFill>
              </a:rPr>
              <a:t>4</a:t>
            </a:r>
            <a:r>
              <a:rPr lang="en-IN" sz="3200" b="1" dirty="0">
                <a:solidFill>
                  <a:schemeClr val="bg1"/>
                </a:solidFill>
              </a:rPr>
              <a:t>   5   </a:t>
            </a:r>
            <a:r>
              <a:rPr lang="en-IN" sz="3200" b="1" dirty="0">
                <a:solidFill>
                  <a:schemeClr val="accent2"/>
                </a:solidFill>
              </a:rPr>
              <a:t>6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3E0EA52A-FFDF-4ED6-A0C7-F9BFECC3969A}"/>
              </a:ext>
            </a:extLst>
          </p:cNvPr>
          <p:cNvCxnSpPr/>
          <p:nvPr/>
        </p:nvCxnSpPr>
        <p:spPr>
          <a:xfrm flipH="1">
            <a:off x="10264878" y="5294671"/>
            <a:ext cx="469019" cy="0"/>
          </a:xfrm>
          <a:prstGeom prst="line">
            <a:avLst/>
          </a:prstGeom>
          <a:ln w="28575" cap="flat" cmpd="sng" algn="ctr">
            <a:solidFill>
              <a:schemeClr val="accent3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4A8974CB-2FA0-F494-C7FD-B1873E4BADCE}"/>
              </a:ext>
            </a:extLst>
          </p:cNvPr>
          <p:cNvCxnSpPr/>
          <p:nvPr/>
        </p:nvCxnSpPr>
        <p:spPr>
          <a:xfrm flipH="1">
            <a:off x="10264878" y="4106729"/>
            <a:ext cx="469019" cy="0"/>
          </a:xfrm>
          <a:prstGeom prst="line">
            <a:avLst/>
          </a:prstGeom>
          <a:ln w="28575" cap="flat" cmpd="sng" algn="ctr">
            <a:solidFill>
              <a:schemeClr val="accent3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2A56E494-46DE-2888-4D5F-30BD9D477945}"/>
              </a:ext>
            </a:extLst>
          </p:cNvPr>
          <p:cNvCxnSpPr>
            <a:cxnSpLocks/>
          </p:cNvCxnSpPr>
          <p:nvPr/>
        </p:nvCxnSpPr>
        <p:spPr>
          <a:xfrm flipV="1">
            <a:off x="10264878" y="4190303"/>
            <a:ext cx="0" cy="1035542"/>
          </a:xfrm>
          <a:prstGeom prst="line">
            <a:avLst/>
          </a:prstGeom>
          <a:ln w="28575" cap="flat" cmpd="sng" algn="ctr">
            <a:solidFill>
              <a:schemeClr val="accent3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CD1E95D8-C9D7-52D8-4B37-29343D448FD6}"/>
              </a:ext>
            </a:extLst>
          </p:cNvPr>
          <p:cNvCxnSpPr>
            <a:cxnSpLocks/>
          </p:cNvCxnSpPr>
          <p:nvPr/>
        </p:nvCxnSpPr>
        <p:spPr>
          <a:xfrm flipV="1">
            <a:off x="11043613" y="3325207"/>
            <a:ext cx="0" cy="491791"/>
          </a:xfrm>
          <a:prstGeom prst="line">
            <a:avLst/>
          </a:prstGeom>
          <a:ln w="28575" cap="flat" cmpd="sng" algn="ctr">
            <a:solidFill>
              <a:schemeClr val="accent3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717F64EB-3FAE-6A7C-BD93-9AC10D067D4A}"/>
              </a:ext>
            </a:extLst>
          </p:cNvPr>
          <p:cNvCxnSpPr>
            <a:cxnSpLocks/>
          </p:cNvCxnSpPr>
          <p:nvPr/>
        </p:nvCxnSpPr>
        <p:spPr>
          <a:xfrm flipH="1">
            <a:off x="8685499" y="3320742"/>
            <a:ext cx="2225378" cy="0"/>
          </a:xfrm>
          <a:prstGeom prst="line">
            <a:avLst/>
          </a:prstGeom>
          <a:ln w="28575" cap="flat" cmpd="sng" algn="ctr">
            <a:solidFill>
              <a:schemeClr val="accent3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FDDA5B82-4111-FDED-E0E2-48BC66E1D8B8}"/>
              </a:ext>
            </a:extLst>
          </p:cNvPr>
          <p:cNvCxnSpPr>
            <a:cxnSpLocks/>
          </p:cNvCxnSpPr>
          <p:nvPr/>
        </p:nvCxnSpPr>
        <p:spPr>
          <a:xfrm flipV="1">
            <a:off x="1432581" y="3317368"/>
            <a:ext cx="0" cy="491791"/>
          </a:xfrm>
          <a:prstGeom prst="line">
            <a:avLst/>
          </a:prstGeom>
          <a:ln w="28575" cap="flat" cmpd="sng" algn="ctr">
            <a:solidFill>
              <a:schemeClr val="accent3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8C37E953-7F80-7DF8-F38B-67B929C9132F}"/>
              </a:ext>
            </a:extLst>
          </p:cNvPr>
          <p:cNvCxnSpPr>
            <a:cxnSpLocks/>
          </p:cNvCxnSpPr>
          <p:nvPr/>
        </p:nvCxnSpPr>
        <p:spPr>
          <a:xfrm flipH="1">
            <a:off x="1520960" y="3205560"/>
            <a:ext cx="2513136" cy="0"/>
          </a:xfrm>
          <a:prstGeom prst="line">
            <a:avLst/>
          </a:prstGeom>
          <a:ln w="28575" cap="flat" cmpd="sng" algn="ctr">
            <a:solidFill>
              <a:schemeClr val="accent3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9569075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3A5F3C-2317-D3E1-632E-4E2CA51DD3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BC826CB6-5991-7408-3C4F-371C671B52A6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6950345-22ED-7458-1A46-1B3C480912CF}"/>
              </a:ext>
            </a:extLst>
          </p:cNvPr>
          <p:cNvSpPr/>
          <p:nvPr/>
        </p:nvSpPr>
        <p:spPr>
          <a:xfrm>
            <a:off x="3746338" y="-445604"/>
            <a:ext cx="4284023" cy="770612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3200" b="1" dirty="0">
              <a:solidFill>
                <a:schemeClr val="bg1"/>
              </a:solidFill>
            </a:endParaRPr>
          </a:p>
          <a:p>
            <a:pPr algn="ctr"/>
            <a:endParaRPr lang="en-IN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9D53DAE-363A-2A4D-F716-FE4A157070FC}"/>
              </a:ext>
            </a:extLst>
          </p:cNvPr>
          <p:cNvSpPr txBox="1"/>
          <p:nvPr/>
        </p:nvSpPr>
        <p:spPr>
          <a:xfrm>
            <a:off x="4137336" y="-398853"/>
            <a:ext cx="428402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rgbClr val="FFC000"/>
                </a:solidFill>
              </a:rPr>
              <a:t>0            1            2               3           4            5                      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DBCC4B6-DF52-6F4F-3BA9-A6A3BD401615}"/>
              </a:ext>
            </a:extLst>
          </p:cNvPr>
          <p:cNvSpPr txBox="1"/>
          <p:nvPr/>
        </p:nvSpPr>
        <p:spPr>
          <a:xfrm>
            <a:off x="4137335" y="-229576"/>
            <a:ext cx="352256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accent5"/>
                </a:solidFill>
              </a:rPr>
              <a:t>5</a:t>
            </a:r>
            <a:r>
              <a:rPr lang="en-IN" sz="3200" b="1" dirty="0">
                <a:solidFill>
                  <a:schemeClr val="bg1"/>
                </a:solidFill>
              </a:rPr>
              <a:t>    </a:t>
            </a:r>
            <a:r>
              <a:rPr lang="en-IN" sz="3200" b="1" dirty="0">
                <a:solidFill>
                  <a:schemeClr val="accent6"/>
                </a:solidFill>
              </a:rPr>
              <a:t>2</a:t>
            </a:r>
            <a:r>
              <a:rPr lang="en-IN" sz="3200" b="1" dirty="0">
                <a:solidFill>
                  <a:schemeClr val="bg1"/>
                </a:solidFill>
              </a:rPr>
              <a:t>     </a:t>
            </a:r>
            <a:r>
              <a:rPr lang="en-IN" sz="3200" b="1" dirty="0">
                <a:solidFill>
                  <a:schemeClr val="accent5"/>
                </a:solidFill>
              </a:rPr>
              <a:t>6</a:t>
            </a:r>
            <a:r>
              <a:rPr lang="en-IN" sz="3200" b="1" dirty="0">
                <a:solidFill>
                  <a:schemeClr val="bg1"/>
                </a:solidFill>
              </a:rPr>
              <a:t>      </a:t>
            </a:r>
            <a:r>
              <a:rPr lang="en-IN" sz="3200" b="1" dirty="0">
                <a:solidFill>
                  <a:schemeClr val="accent5"/>
                </a:solidFill>
              </a:rPr>
              <a:t>4</a:t>
            </a:r>
            <a:r>
              <a:rPr lang="en-IN" sz="3200" b="1" dirty="0">
                <a:solidFill>
                  <a:schemeClr val="bg1"/>
                </a:solidFill>
              </a:rPr>
              <a:t>    </a:t>
            </a:r>
            <a:r>
              <a:rPr lang="en-IN" sz="3200" b="1" dirty="0">
                <a:solidFill>
                  <a:schemeClr val="accent6"/>
                </a:solidFill>
              </a:rPr>
              <a:t>1</a:t>
            </a:r>
            <a:r>
              <a:rPr lang="en-IN" sz="3200" b="1" dirty="0">
                <a:solidFill>
                  <a:schemeClr val="bg1"/>
                </a:solidFill>
              </a:rPr>
              <a:t>     </a:t>
            </a:r>
            <a:r>
              <a:rPr lang="en-IN" sz="3200" b="1" dirty="0">
                <a:solidFill>
                  <a:schemeClr val="accent2"/>
                </a:solidFill>
              </a:rPr>
              <a:t>3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239994E-AB35-4A68-3815-E980D7E0BB1D}"/>
              </a:ext>
            </a:extLst>
          </p:cNvPr>
          <p:cNvSpPr txBox="1"/>
          <p:nvPr/>
        </p:nvSpPr>
        <p:spPr>
          <a:xfrm>
            <a:off x="8697645" y="-291132"/>
            <a:ext cx="53536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>
                <a:solidFill>
                  <a:schemeClr val="accent4"/>
                </a:solidFill>
              </a:rPr>
              <a:t>PIVOT </a:t>
            </a:r>
            <a:r>
              <a:rPr lang="en-IN" sz="3600" b="1" dirty="0">
                <a:solidFill>
                  <a:schemeClr val="bg2"/>
                </a:solidFill>
              </a:rPr>
              <a:t>&amp;</a:t>
            </a:r>
            <a:r>
              <a:rPr lang="en-IN" sz="3600" b="1" dirty="0">
                <a:solidFill>
                  <a:schemeClr val="accent4"/>
                </a:solidFill>
              </a:rPr>
              <a:t> PARTATION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22BB978-8598-E6DE-C574-B6E2CE223F60}"/>
              </a:ext>
            </a:extLst>
          </p:cNvPr>
          <p:cNvSpPr txBox="1"/>
          <p:nvPr/>
        </p:nvSpPr>
        <p:spPr>
          <a:xfrm>
            <a:off x="3665417" y="1633638"/>
            <a:ext cx="47559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bg1"/>
                </a:solidFill>
              </a:rPr>
              <a:t>      &lt; =            3             &gt; =  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2FD18FD-DAC1-6D57-7093-EA2BCAE7DA8F}"/>
              </a:ext>
            </a:extLst>
          </p:cNvPr>
          <p:cNvSpPr txBox="1"/>
          <p:nvPr/>
        </p:nvSpPr>
        <p:spPr>
          <a:xfrm>
            <a:off x="5154328" y="1100863"/>
            <a:ext cx="14885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>
                <a:solidFill>
                  <a:schemeClr val="accent4"/>
                </a:solidFill>
              </a:rPr>
              <a:t>PIVOT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1D19FB9-BB2E-A0E7-3518-E46A1C645D9F}"/>
              </a:ext>
            </a:extLst>
          </p:cNvPr>
          <p:cNvSpPr txBox="1"/>
          <p:nvPr/>
        </p:nvSpPr>
        <p:spPr>
          <a:xfrm>
            <a:off x="2358665" y="1663829"/>
            <a:ext cx="205120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>
                <a:solidFill>
                  <a:srgbClr val="FFFF00"/>
                </a:solidFill>
              </a:rPr>
              <a:t>Left Side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BE06E5F-B3DE-BC78-ACD6-1B479353EAC0}"/>
              </a:ext>
            </a:extLst>
          </p:cNvPr>
          <p:cNvSpPr txBox="1"/>
          <p:nvPr/>
        </p:nvSpPr>
        <p:spPr>
          <a:xfrm>
            <a:off x="8030361" y="1633638"/>
            <a:ext cx="205120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>
                <a:solidFill>
                  <a:srgbClr val="FFFF00"/>
                </a:solidFill>
              </a:rPr>
              <a:t>Right Side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93F2E3F-EF10-9F10-67D9-F0FA7A222F82}"/>
              </a:ext>
            </a:extLst>
          </p:cNvPr>
          <p:cNvSpPr txBox="1"/>
          <p:nvPr/>
        </p:nvSpPr>
        <p:spPr>
          <a:xfrm>
            <a:off x="4409872" y="2578406"/>
            <a:ext cx="47559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bg1"/>
                </a:solidFill>
              </a:rPr>
              <a:t>2     </a:t>
            </a:r>
            <a:r>
              <a:rPr lang="en-IN" sz="3200" b="1" dirty="0">
                <a:solidFill>
                  <a:schemeClr val="accent5"/>
                </a:solidFill>
              </a:rPr>
              <a:t>1</a:t>
            </a:r>
            <a:r>
              <a:rPr lang="en-IN" sz="3200" b="1" dirty="0">
                <a:solidFill>
                  <a:schemeClr val="bg1"/>
                </a:solidFill>
              </a:rPr>
              <a:t>      </a:t>
            </a:r>
            <a:r>
              <a:rPr lang="en-IN" sz="3200" b="1" dirty="0">
                <a:solidFill>
                  <a:schemeClr val="accent2"/>
                </a:solidFill>
              </a:rPr>
              <a:t>3      </a:t>
            </a:r>
            <a:r>
              <a:rPr lang="en-IN" sz="3200" b="1" dirty="0">
                <a:solidFill>
                  <a:schemeClr val="bg1"/>
                </a:solidFill>
              </a:rPr>
              <a:t>5      6      </a:t>
            </a:r>
            <a:r>
              <a:rPr lang="en-IN" sz="3200" b="1" dirty="0">
                <a:solidFill>
                  <a:schemeClr val="accent5"/>
                </a:solidFill>
              </a:rPr>
              <a:t>4</a:t>
            </a:r>
            <a:r>
              <a:rPr lang="en-IN" sz="3200" b="1" dirty="0">
                <a:solidFill>
                  <a:schemeClr val="bg1"/>
                </a:solidFill>
              </a:rPr>
              <a:t> </a:t>
            </a:r>
            <a:r>
              <a:rPr lang="en-IN" sz="3200" b="1" dirty="0">
                <a:solidFill>
                  <a:schemeClr val="accent2"/>
                </a:solidFill>
              </a:rPr>
              <a:t>  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7442483E-A2B6-D25F-AA08-D1C9C0CEB0AD}"/>
              </a:ext>
            </a:extLst>
          </p:cNvPr>
          <p:cNvCxnSpPr>
            <a:cxnSpLocks/>
          </p:cNvCxnSpPr>
          <p:nvPr/>
        </p:nvCxnSpPr>
        <p:spPr>
          <a:xfrm flipH="1">
            <a:off x="4296800" y="2578406"/>
            <a:ext cx="1258529" cy="0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D178B468-354F-CD49-4518-BA2B178712E6}"/>
              </a:ext>
            </a:extLst>
          </p:cNvPr>
          <p:cNvCxnSpPr/>
          <p:nvPr/>
        </p:nvCxnSpPr>
        <p:spPr>
          <a:xfrm>
            <a:off x="4296800" y="2578406"/>
            <a:ext cx="0" cy="627154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D988455E-7847-9734-B652-199D3D649212}"/>
              </a:ext>
            </a:extLst>
          </p:cNvPr>
          <p:cNvCxnSpPr/>
          <p:nvPr/>
        </p:nvCxnSpPr>
        <p:spPr>
          <a:xfrm>
            <a:off x="5555329" y="2578406"/>
            <a:ext cx="0" cy="627154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4EA4842E-2879-3EE2-78E9-36E3F8FA5188}"/>
              </a:ext>
            </a:extLst>
          </p:cNvPr>
          <p:cNvCxnSpPr>
            <a:cxnSpLocks/>
          </p:cNvCxnSpPr>
          <p:nvPr/>
        </p:nvCxnSpPr>
        <p:spPr>
          <a:xfrm flipH="1">
            <a:off x="4296800" y="3205560"/>
            <a:ext cx="1258529" cy="0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4685637E-6519-7ACF-74EC-AB7487F222D6}"/>
              </a:ext>
            </a:extLst>
          </p:cNvPr>
          <p:cNvCxnSpPr>
            <a:cxnSpLocks/>
          </p:cNvCxnSpPr>
          <p:nvPr/>
        </p:nvCxnSpPr>
        <p:spPr>
          <a:xfrm>
            <a:off x="4906400" y="3320742"/>
            <a:ext cx="0" cy="322110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436560F4-9EB5-1CC3-EE90-7CB916FB0C52}"/>
              </a:ext>
            </a:extLst>
          </p:cNvPr>
          <p:cNvSpPr txBox="1"/>
          <p:nvPr/>
        </p:nvSpPr>
        <p:spPr>
          <a:xfrm>
            <a:off x="4223964" y="3571103"/>
            <a:ext cx="205120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>
                <a:solidFill>
                  <a:schemeClr val="bg1"/>
                </a:solidFill>
              </a:rPr>
              <a:t>Left Half 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3415735-ED36-2C87-2E00-930BB003DAEE}"/>
              </a:ext>
            </a:extLst>
          </p:cNvPr>
          <p:cNvCxnSpPr>
            <a:cxnSpLocks/>
          </p:cNvCxnSpPr>
          <p:nvPr/>
        </p:nvCxnSpPr>
        <p:spPr>
          <a:xfrm flipH="1">
            <a:off x="6410662" y="2608597"/>
            <a:ext cx="2010697" cy="0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B5E673E7-8F89-0D99-53F5-28EE49BCA988}"/>
              </a:ext>
            </a:extLst>
          </p:cNvPr>
          <p:cNvCxnSpPr/>
          <p:nvPr/>
        </p:nvCxnSpPr>
        <p:spPr>
          <a:xfrm>
            <a:off x="6410662" y="2608597"/>
            <a:ext cx="0" cy="627154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83E12FC-C42E-A434-6DA4-DA30CEB12900}"/>
              </a:ext>
            </a:extLst>
          </p:cNvPr>
          <p:cNvCxnSpPr/>
          <p:nvPr/>
        </p:nvCxnSpPr>
        <p:spPr>
          <a:xfrm>
            <a:off x="8421359" y="2608597"/>
            <a:ext cx="0" cy="627154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03474C47-281E-AEEF-9DFD-4B03D016814E}"/>
              </a:ext>
            </a:extLst>
          </p:cNvPr>
          <p:cNvCxnSpPr>
            <a:cxnSpLocks/>
          </p:cNvCxnSpPr>
          <p:nvPr/>
        </p:nvCxnSpPr>
        <p:spPr>
          <a:xfrm flipH="1">
            <a:off x="6410662" y="3235751"/>
            <a:ext cx="2010697" cy="0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ACAF3909-3686-BD6D-50F6-48455C144C43}"/>
              </a:ext>
            </a:extLst>
          </p:cNvPr>
          <p:cNvCxnSpPr>
            <a:cxnSpLocks/>
          </p:cNvCxnSpPr>
          <p:nvPr/>
        </p:nvCxnSpPr>
        <p:spPr>
          <a:xfrm>
            <a:off x="7388972" y="3320742"/>
            <a:ext cx="0" cy="322110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27349A0F-220D-36FC-D990-94D973711D12}"/>
              </a:ext>
            </a:extLst>
          </p:cNvPr>
          <p:cNvSpPr txBox="1"/>
          <p:nvPr/>
        </p:nvSpPr>
        <p:spPr>
          <a:xfrm>
            <a:off x="6634292" y="3578593"/>
            <a:ext cx="205120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>
                <a:solidFill>
                  <a:schemeClr val="bg1"/>
                </a:solidFill>
              </a:rPr>
              <a:t>Right Half 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F19F96ED-1089-3E19-92FB-9F06DE96E11B}"/>
              </a:ext>
            </a:extLst>
          </p:cNvPr>
          <p:cNvCxnSpPr>
            <a:cxnSpLocks/>
          </p:cNvCxnSpPr>
          <p:nvPr/>
        </p:nvCxnSpPr>
        <p:spPr>
          <a:xfrm>
            <a:off x="1065722" y="2964426"/>
            <a:ext cx="2968374" cy="0"/>
          </a:xfrm>
          <a:prstGeom prst="line">
            <a:avLst/>
          </a:prstGeom>
          <a:ln w="285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ECDE4C5F-BB39-D07F-6910-099066E04C1A}"/>
              </a:ext>
            </a:extLst>
          </p:cNvPr>
          <p:cNvCxnSpPr>
            <a:cxnSpLocks/>
          </p:cNvCxnSpPr>
          <p:nvPr/>
        </p:nvCxnSpPr>
        <p:spPr>
          <a:xfrm>
            <a:off x="1065722" y="2964426"/>
            <a:ext cx="0" cy="942320"/>
          </a:xfrm>
          <a:prstGeom prst="line">
            <a:avLst/>
          </a:prstGeom>
          <a:ln w="285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7962F9F2-2895-BDC5-9CAD-DF28B35EA981}"/>
              </a:ext>
            </a:extLst>
          </p:cNvPr>
          <p:cNvSpPr txBox="1"/>
          <p:nvPr/>
        </p:nvSpPr>
        <p:spPr>
          <a:xfrm>
            <a:off x="732192" y="3951864"/>
            <a:ext cx="47559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accent5"/>
                </a:solidFill>
              </a:rPr>
              <a:t>1</a:t>
            </a:r>
            <a:r>
              <a:rPr lang="en-IN" sz="3200" b="1" dirty="0">
                <a:solidFill>
                  <a:schemeClr val="bg1"/>
                </a:solidFill>
              </a:rPr>
              <a:t>   2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5516C8A4-BEEE-C198-8D45-71E7305C461E}"/>
              </a:ext>
            </a:extLst>
          </p:cNvPr>
          <p:cNvCxnSpPr>
            <a:cxnSpLocks/>
          </p:cNvCxnSpPr>
          <p:nvPr/>
        </p:nvCxnSpPr>
        <p:spPr>
          <a:xfrm>
            <a:off x="1059728" y="3009544"/>
            <a:ext cx="0" cy="942320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80D4CB23-9E06-1C93-EE08-8F722B69A8A2}"/>
              </a:ext>
            </a:extLst>
          </p:cNvPr>
          <p:cNvCxnSpPr>
            <a:cxnSpLocks/>
          </p:cNvCxnSpPr>
          <p:nvPr/>
        </p:nvCxnSpPr>
        <p:spPr>
          <a:xfrm>
            <a:off x="8597381" y="2964426"/>
            <a:ext cx="2968374" cy="0"/>
          </a:xfrm>
          <a:prstGeom prst="line">
            <a:avLst/>
          </a:prstGeom>
          <a:ln w="285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8B0C0C54-FFD5-AFF5-4A49-2DDEB6D30603}"/>
              </a:ext>
            </a:extLst>
          </p:cNvPr>
          <p:cNvCxnSpPr>
            <a:cxnSpLocks/>
          </p:cNvCxnSpPr>
          <p:nvPr/>
        </p:nvCxnSpPr>
        <p:spPr>
          <a:xfrm>
            <a:off x="11565755" y="2957840"/>
            <a:ext cx="0" cy="942320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69AFCE51-3AF1-1AFB-86E2-7A9BD9F4124A}"/>
              </a:ext>
            </a:extLst>
          </p:cNvPr>
          <p:cNvSpPr txBox="1"/>
          <p:nvPr/>
        </p:nvSpPr>
        <p:spPr>
          <a:xfrm>
            <a:off x="10910877" y="3920791"/>
            <a:ext cx="47559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accent5"/>
                </a:solidFill>
              </a:rPr>
              <a:t>4</a:t>
            </a:r>
            <a:r>
              <a:rPr lang="en-IN" sz="3200" b="1" dirty="0">
                <a:solidFill>
                  <a:schemeClr val="bg1"/>
                </a:solidFill>
              </a:rPr>
              <a:t>   5   </a:t>
            </a:r>
            <a:r>
              <a:rPr lang="en-IN" sz="3200" b="1" dirty="0">
                <a:solidFill>
                  <a:schemeClr val="accent2"/>
                </a:solidFill>
              </a:rPr>
              <a:t>6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53E63E0A-CD7D-8291-99DF-7494D4521FB5}"/>
              </a:ext>
            </a:extLst>
          </p:cNvPr>
          <p:cNvCxnSpPr>
            <a:cxnSpLocks/>
          </p:cNvCxnSpPr>
          <p:nvPr/>
        </p:nvCxnSpPr>
        <p:spPr>
          <a:xfrm>
            <a:off x="11565755" y="4505566"/>
            <a:ext cx="0" cy="405647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31DC50E7-F8EB-7EE2-E548-61DAD9D7819E}"/>
              </a:ext>
            </a:extLst>
          </p:cNvPr>
          <p:cNvSpPr txBox="1"/>
          <p:nvPr/>
        </p:nvSpPr>
        <p:spPr>
          <a:xfrm>
            <a:off x="10910877" y="5012647"/>
            <a:ext cx="47559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accent5"/>
                </a:solidFill>
              </a:rPr>
              <a:t>4</a:t>
            </a:r>
            <a:r>
              <a:rPr lang="en-IN" sz="3200" b="1" dirty="0">
                <a:solidFill>
                  <a:schemeClr val="bg1"/>
                </a:solidFill>
              </a:rPr>
              <a:t>   5   </a:t>
            </a:r>
            <a:r>
              <a:rPr lang="en-IN" sz="3200" b="1" dirty="0">
                <a:solidFill>
                  <a:schemeClr val="accent2"/>
                </a:solidFill>
              </a:rPr>
              <a:t>6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998E0FBE-383A-D1E8-7829-288026F7951F}"/>
              </a:ext>
            </a:extLst>
          </p:cNvPr>
          <p:cNvCxnSpPr/>
          <p:nvPr/>
        </p:nvCxnSpPr>
        <p:spPr>
          <a:xfrm flipH="1">
            <a:off x="10264878" y="5294671"/>
            <a:ext cx="469019" cy="0"/>
          </a:xfrm>
          <a:prstGeom prst="line">
            <a:avLst/>
          </a:prstGeom>
          <a:ln w="28575" cap="flat" cmpd="sng" algn="ctr">
            <a:solidFill>
              <a:schemeClr val="accent3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87EF5609-5E14-0868-2C22-3905D24D7125}"/>
              </a:ext>
            </a:extLst>
          </p:cNvPr>
          <p:cNvCxnSpPr/>
          <p:nvPr/>
        </p:nvCxnSpPr>
        <p:spPr>
          <a:xfrm flipH="1">
            <a:off x="10264878" y="4106729"/>
            <a:ext cx="469019" cy="0"/>
          </a:xfrm>
          <a:prstGeom prst="line">
            <a:avLst/>
          </a:prstGeom>
          <a:ln w="28575" cap="flat" cmpd="sng" algn="ctr">
            <a:solidFill>
              <a:schemeClr val="accent3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A75A2E57-B71C-E404-FD8C-CA887E125C7F}"/>
              </a:ext>
            </a:extLst>
          </p:cNvPr>
          <p:cNvCxnSpPr>
            <a:cxnSpLocks/>
          </p:cNvCxnSpPr>
          <p:nvPr/>
        </p:nvCxnSpPr>
        <p:spPr>
          <a:xfrm flipV="1">
            <a:off x="10264878" y="4190303"/>
            <a:ext cx="0" cy="1035542"/>
          </a:xfrm>
          <a:prstGeom prst="line">
            <a:avLst/>
          </a:prstGeom>
          <a:ln w="28575" cap="flat" cmpd="sng" algn="ctr">
            <a:solidFill>
              <a:schemeClr val="accent3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05D66666-3C82-5169-34E7-F01344E9B173}"/>
              </a:ext>
            </a:extLst>
          </p:cNvPr>
          <p:cNvCxnSpPr>
            <a:cxnSpLocks/>
          </p:cNvCxnSpPr>
          <p:nvPr/>
        </p:nvCxnSpPr>
        <p:spPr>
          <a:xfrm flipV="1">
            <a:off x="11043613" y="3325207"/>
            <a:ext cx="0" cy="491791"/>
          </a:xfrm>
          <a:prstGeom prst="line">
            <a:avLst/>
          </a:prstGeom>
          <a:ln w="28575" cap="flat" cmpd="sng" algn="ctr">
            <a:solidFill>
              <a:schemeClr val="accent3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CAE8DD7D-D1AB-F7D8-2E8A-A83AB59B4E0F}"/>
              </a:ext>
            </a:extLst>
          </p:cNvPr>
          <p:cNvCxnSpPr>
            <a:cxnSpLocks/>
          </p:cNvCxnSpPr>
          <p:nvPr/>
        </p:nvCxnSpPr>
        <p:spPr>
          <a:xfrm flipH="1">
            <a:off x="8685499" y="3320742"/>
            <a:ext cx="2225378" cy="0"/>
          </a:xfrm>
          <a:prstGeom prst="line">
            <a:avLst/>
          </a:prstGeom>
          <a:ln w="28575" cap="flat" cmpd="sng" algn="ctr">
            <a:solidFill>
              <a:schemeClr val="accent3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7B33DDA4-BAE7-7FC2-7F8C-1C9428D36EA7}"/>
              </a:ext>
            </a:extLst>
          </p:cNvPr>
          <p:cNvCxnSpPr>
            <a:cxnSpLocks/>
          </p:cNvCxnSpPr>
          <p:nvPr/>
        </p:nvCxnSpPr>
        <p:spPr>
          <a:xfrm flipV="1">
            <a:off x="1432581" y="3317368"/>
            <a:ext cx="0" cy="491791"/>
          </a:xfrm>
          <a:prstGeom prst="line">
            <a:avLst/>
          </a:prstGeom>
          <a:ln w="28575" cap="flat" cmpd="sng" algn="ctr">
            <a:solidFill>
              <a:schemeClr val="accent3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FAFCB8B4-680C-0205-497D-C845301BE174}"/>
              </a:ext>
            </a:extLst>
          </p:cNvPr>
          <p:cNvCxnSpPr>
            <a:cxnSpLocks/>
          </p:cNvCxnSpPr>
          <p:nvPr/>
        </p:nvCxnSpPr>
        <p:spPr>
          <a:xfrm flipH="1">
            <a:off x="1520960" y="3205560"/>
            <a:ext cx="2513136" cy="0"/>
          </a:xfrm>
          <a:prstGeom prst="line">
            <a:avLst/>
          </a:prstGeom>
          <a:ln w="28575" cap="flat" cmpd="sng" algn="ctr">
            <a:solidFill>
              <a:schemeClr val="accent3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BA897EFC-9EA4-F1AF-041F-56FC9D4E397D}"/>
              </a:ext>
            </a:extLst>
          </p:cNvPr>
          <p:cNvCxnSpPr>
            <a:cxnSpLocks/>
          </p:cNvCxnSpPr>
          <p:nvPr/>
        </p:nvCxnSpPr>
        <p:spPr>
          <a:xfrm>
            <a:off x="6096000" y="3480704"/>
            <a:ext cx="0" cy="1430509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0848732E-6376-E858-8EBA-8E0681F3381C}"/>
              </a:ext>
            </a:extLst>
          </p:cNvPr>
          <p:cNvSpPr/>
          <p:nvPr/>
        </p:nvSpPr>
        <p:spPr>
          <a:xfrm>
            <a:off x="4034096" y="4995542"/>
            <a:ext cx="4284023" cy="864320"/>
          </a:xfrm>
          <a:prstGeom prst="round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dirty="0"/>
              <a:t>1     2     3     4    5      6</a:t>
            </a:r>
          </a:p>
        </p:txBody>
      </p:sp>
    </p:spTree>
    <p:extLst>
      <p:ext uri="{BB962C8B-B14F-4D97-AF65-F5344CB8AC3E}">
        <p14:creationId xmlns:p14="http://schemas.microsoft.com/office/powerpoint/2010/main" val="23148304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100</TotalTime>
  <Words>750</Words>
  <Application>Microsoft Office PowerPoint</Application>
  <PresentationFormat>Widescreen</PresentationFormat>
  <Paragraphs>208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7" baseType="lpstr">
      <vt:lpstr>Aptos</vt:lpstr>
      <vt:lpstr>Aptos Display</vt:lpstr>
      <vt:lpstr>Arial</vt:lpstr>
      <vt:lpstr>Bahnschrift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UBAID QURESHI</dc:creator>
  <cp:lastModifiedBy>UBAID QURESHI</cp:lastModifiedBy>
  <cp:revision>1</cp:revision>
  <dcterms:created xsi:type="dcterms:W3CDTF">2025-11-09T06:43:53Z</dcterms:created>
  <dcterms:modified xsi:type="dcterms:W3CDTF">2025-11-09T08:24:51Z</dcterms:modified>
</cp:coreProperties>
</file>