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8" r:id="rId2"/>
    <p:sldId id="298" r:id="rId3"/>
    <p:sldId id="329" r:id="rId4"/>
    <p:sldId id="332" r:id="rId5"/>
    <p:sldId id="331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E49ECA-0554-4E50-8AAB-FAFA1104B41D}" v="85" dt="2025-10-19T11:57:54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undo custSel addSld delSld modSld sldOrd">
      <pc:chgData name="UBAID QURESHI" userId="dd4ae95d8f7c04fe" providerId="LiveId" clId="{AF920071-46B6-4E4C-A6D8-3E93B456AF12}" dt="2025-10-19T11:58:42.309" v="547" actId="255"/>
      <pc:docMkLst>
        <pc:docMk/>
      </pc:docMkLst>
      <pc:sldChg chg="addSp delSp modSp mod">
        <pc:chgData name="UBAID QURESHI" userId="dd4ae95d8f7c04fe" providerId="LiveId" clId="{AF920071-46B6-4E4C-A6D8-3E93B456AF12}" dt="2025-10-19T10:36:34.724" v="70" actId="478"/>
        <pc:sldMkLst>
          <pc:docMk/>
          <pc:sldMk cId="1774394369" sldId="298"/>
        </pc:sldMkLst>
        <pc:spChg chg="add del mod">
          <ac:chgData name="UBAID QURESHI" userId="dd4ae95d8f7c04fe" providerId="LiveId" clId="{AF920071-46B6-4E4C-A6D8-3E93B456AF12}" dt="2025-10-19T10:36:31.438" v="67" actId="478"/>
          <ac:spMkLst>
            <pc:docMk/>
            <pc:sldMk cId="1774394369" sldId="298"/>
            <ac:spMk id="3" creationId="{EEE2904F-F982-E938-6D51-1106EE37F8A6}"/>
          </ac:spMkLst>
        </pc:spChg>
        <pc:spChg chg="mod">
          <ac:chgData name="UBAID QURESHI" userId="dd4ae95d8f7c04fe" providerId="LiveId" clId="{AF920071-46B6-4E4C-A6D8-3E93B456AF12}" dt="2025-10-19T10:34:31.061" v="35" actId="255"/>
          <ac:spMkLst>
            <pc:docMk/>
            <pc:sldMk cId="1774394369" sldId="298"/>
            <ac:spMk id="6" creationId="{36E5AAB8-052E-1724-3C78-56E48CE7F1FE}"/>
          </ac:spMkLst>
        </pc:spChg>
        <pc:spChg chg="add del mod">
          <ac:chgData name="UBAID QURESHI" userId="dd4ae95d8f7c04fe" providerId="LiveId" clId="{AF920071-46B6-4E4C-A6D8-3E93B456AF12}" dt="2025-10-19T10:36:34.001" v="69" actId="478"/>
          <ac:spMkLst>
            <pc:docMk/>
            <pc:sldMk cId="1774394369" sldId="298"/>
            <ac:spMk id="7" creationId="{AFC930D5-0789-935C-A8A2-09793E04ACC1}"/>
          </ac:spMkLst>
        </pc:spChg>
        <pc:spChg chg="add del mod">
          <ac:chgData name="UBAID QURESHI" userId="dd4ae95d8f7c04fe" providerId="LiveId" clId="{AF920071-46B6-4E4C-A6D8-3E93B456AF12}" dt="2025-10-19T10:36:34.724" v="70" actId="478"/>
          <ac:spMkLst>
            <pc:docMk/>
            <pc:sldMk cId="1774394369" sldId="298"/>
            <ac:spMk id="8" creationId="{996B1940-7ED9-E24C-EF26-225D44EA8906}"/>
          </ac:spMkLst>
        </pc:spChg>
        <pc:spChg chg="del">
          <ac:chgData name="UBAID QURESHI" userId="dd4ae95d8f7c04fe" providerId="LiveId" clId="{AF920071-46B6-4E4C-A6D8-3E93B456AF12}" dt="2025-10-19T10:34:21.945" v="34" actId="478"/>
          <ac:spMkLst>
            <pc:docMk/>
            <pc:sldMk cId="1774394369" sldId="298"/>
            <ac:spMk id="10" creationId="{56DF770C-8B41-8EE3-8600-99E81C5078E9}"/>
          </ac:spMkLst>
        </pc:spChg>
        <pc:spChg chg="mod">
          <ac:chgData name="UBAID QURESHI" userId="dd4ae95d8f7c04fe" providerId="LiveId" clId="{AF920071-46B6-4E4C-A6D8-3E93B456AF12}" dt="2025-10-19T10:34:56.300" v="55" actId="20577"/>
          <ac:spMkLst>
            <pc:docMk/>
            <pc:sldMk cId="1774394369" sldId="298"/>
            <ac:spMk id="15" creationId="{6139C8E0-5B9B-F354-20AD-80058A4051DD}"/>
          </ac:spMkLst>
        </pc:spChg>
        <pc:cxnChg chg="add del mod">
          <ac:chgData name="UBAID QURESHI" userId="dd4ae95d8f7c04fe" providerId="LiveId" clId="{AF920071-46B6-4E4C-A6D8-3E93B456AF12}" dt="2025-10-19T10:36:29.435" v="66" actId="478"/>
          <ac:cxnSpMkLst>
            <pc:docMk/>
            <pc:sldMk cId="1774394369" sldId="298"/>
            <ac:cxnSpMk id="2" creationId="{6AE3938C-1DCF-3606-5B74-A3C51C7A075B}"/>
          </ac:cxnSpMkLst>
        </pc:cxnChg>
        <pc:cxnChg chg="add del mod">
          <ac:chgData name="UBAID QURESHI" userId="dd4ae95d8f7c04fe" providerId="LiveId" clId="{AF920071-46B6-4E4C-A6D8-3E93B456AF12}" dt="2025-10-19T10:36:33.133" v="68" actId="478"/>
          <ac:cxnSpMkLst>
            <pc:docMk/>
            <pc:sldMk cId="1774394369" sldId="298"/>
            <ac:cxnSpMk id="4" creationId="{B4957170-9FDA-8E21-33F0-437E7629A9F1}"/>
          </ac:cxnSpMkLst>
        </pc:cxnChg>
      </pc:sldChg>
      <pc:sldChg chg="del">
        <pc:chgData name="UBAID QURESHI" userId="dd4ae95d8f7c04fe" providerId="LiveId" clId="{AF920071-46B6-4E4C-A6D8-3E93B456AF12}" dt="2025-10-19T10:35:45.647" v="58" actId="47"/>
        <pc:sldMkLst>
          <pc:docMk/>
          <pc:sldMk cId="675853252" sldId="312"/>
        </pc:sldMkLst>
      </pc:sldChg>
      <pc:sldChg chg="del">
        <pc:chgData name="UBAID QURESHI" userId="dd4ae95d8f7c04fe" providerId="LiveId" clId="{AF920071-46B6-4E4C-A6D8-3E93B456AF12}" dt="2025-10-19T10:36:17.563" v="62" actId="47"/>
        <pc:sldMkLst>
          <pc:docMk/>
          <pc:sldMk cId="948231466" sldId="313"/>
        </pc:sldMkLst>
      </pc:sldChg>
      <pc:sldChg chg="del">
        <pc:chgData name="UBAID QURESHI" userId="dd4ae95d8f7c04fe" providerId="LiveId" clId="{AF920071-46B6-4E4C-A6D8-3E93B456AF12}" dt="2025-10-19T10:36:18.650" v="63" actId="47"/>
        <pc:sldMkLst>
          <pc:docMk/>
          <pc:sldMk cId="3246198715" sldId="314"/>
        </pc:sldMkLst>
      </pc:sldChg>
      <pc:sldChg chg="modSp mod">
        <pc:chgData name="UBAID QURESHI" userId="dd4ae95d8f7c04fe" providerId="LiveId" clId="{AF920071-46B6-4E4C-A6D8-3E93B456AF12}" dt="2025-10-19T10:33:47.377" v="20" actId="20577"/>
        <pc:sldMkLst>
          <pc:docMk/>
          <pc:sldMk cId="808775671" sldId="328"/>
        </pc:sldMkLst>
        <pc:spChg chg="mod">
          <ac:chgData name="UBAID QURESHI" userId="dd4ae95d8f7c04fe" providerId="LiveId" clId="{AF920071-46B6-4E4C-A6D8-3E93B456AF12}" dt="2025-10-19T10:33:47.377" v="20" actId="20577"/>
          <ac:spMkLst>
            <pc:docMk/>
            <pc:sldMk cId="808775671" sldId="328"/>
            <ac:spMk id="2" creationId="{A5F6874E-17A3-9FFE-E2F1-E79510436EEA}"/>
          </ac:spMkLst>
        </pc:spChg>
      </pc:sldChg>
      <pc:sldChg chg="delSp modSp add mod">
        <pc:chgData name="UBAID QURESHI" userId="dd4ae95d8f7c04fe" providerId="LiveId" clId="{AF920071-46B6-4E4C-A6D8-3E93B456AF12}" dt="2025-10-19T10:53:43.838" v="233" actId="113"/>
        <pc:sldMkLst>
          <pc:docMk/>
          <pc:sldMk cId="1434978627" sldId="329"/>
        </pc:sldMkLst>
        <pc:spChg chg="mod">
          <ac:chgData name="UBAID QURESHI" userId="dd4ae95d8f7c04fe" providerId="LiveId" clId="{AF920071-46B6-4E4C-A6D8-3E93B456AF12}" dt="2025-10-19T10:37:37.314" v="82" actId="20577"/>
          <ac:spMkLst>
            <pc:docMk/>
            <pc:sldMk cId="1434978627" sldId="329"/>
            <ac:spMk id="3" creationId="{011EFBAA-0FEA-3CC8-D5A6-36702D0DA4E2}"/>
          </ac:spMkLst>
        </pc:spChg>
        <pc:spChg chg="del">
          <ac:chgData name="UBAID QURESHI" userId="dd4ae95d8f7c04fe" providerId="LiveId" clId="{AF920071-46B6-4E4C-A6D8-3E93B456AF12}" dt="2025-10-19T10:36:48.569" v="72" actId="478"/>
          <ac:spMkLst>
            <pc:docMk/>
            <pc:sldMk cId="1434978627" sldId="329"/>
            <ac:spMk id="7" creationId="{3E61A170-90C9-DED8-69E2-5E4F2E4B5FB3}"/>
          </ac:spMkLst>
        </pc:spChg>
        <pc:spChg chg="del">
          <ac:chgData name="UBAID QURESHI" userId="dd4ae95d8f7c04fe" providerId="LiveId" clId="{AF920071-46B6-4E4C-A6D8-3E93B456AF12}" dt="2025-10-19T10:36:51.354" v="73" actId="478"/>
          <ac:spMkLst>
            <pc:docMk/>
            <pc:sldMk cId="1434978627" sldId="329"/>
            <ac:spMk id="8" creationId="{9E719E80-4992-B63B-1816-3816179AC316}"/>
          </ac:spMkLst>
        </pc:spChg>
        <pc:spChg chg="mod">
          <ac:chgData name="UBAID QURESHI" userId="dd4ae95d8f7c04fe" providerId="LiveId" clId="{AF920071-46B6-4E4C-A6D8-3E93B456AF12}" dt="2025-10-19T10:53:43.838" v="233" actId="113"/>
          <ac:spMkLst>
            <pc:docMk/>
            <pc:sldMk cId="1434978627" sldId="329"/>
            <ac:spMk id="15" creationId="{4BE39600-D5A3-67EE-104E-4778579EDCA7}"/>
          </ac:spMkLst>
        </pc:spChg>
        <pc:cxnChg chg="del">
          <ac:chgData name="UBAID QURESHI" userId="dd4ae95d8f7c04fe" providerId="LiveId" clId="{AF920071-46B6-4E4C-A6D8-3E93B456AF12}" dt="2025-10-19T10:36:47.120" v="71" actId="478"/>
          <ac:cxnSpMkLst>
            <pc:docMk/>
            <pc:sldMk cId="1434978627" sldId="329"/>
            <ac:cxnSpMk id="4" creationId="{F98A2691-72D7-1160-B0FC-53956E560A9F}"/>
          </ac:cxnSpMkLst>
        </pc:cxnChg>
      </pc:sldChg>
      <pc:sldChg chg="add del">
        <pc:chgData name="UBAID QURESHI" userId="dd4ae95d8f7c04fe" providerId="LiveId" clId="{AF920071-46B6-4E4C-A6D8-3E93B456AF12}" dt="2025-10-19T10:38:14.913" v="87" actId="47"/>
        <pc:sldMkLst>
          <pc:docMk/>
          <pc:sldMk cId="3464752982" sldId="330"/>
        </pc:sldMkLst>
      </pc:sldChg>
      <pc:sldChg chg="addSp delSp modSp add mod ord">
        <pc:chgData name="UBAID QURESHI" userId="dd4ae95d8f7c04fe" providerId="LiveId" clId="{AF920071-46B6-4E4C-A6D8-3E93B456AF12}" dt="2025-10-19T10:54:27.967" v="237" actId="207"/>
        <pc:sldMkLst>
          <pc:docMk/>
          <pc:sldMk cId="3237031031" sldId="331"/>
        </pc:sldMkLst>
        <pc:spChg chg="add mod">
          <ac:chgData name="UBAID QURESHI" userId="dd4ae95d8f7c04fe" providerId="LiveId" clId="{AF920071-46B6-4E4C-A6D8-3E93B456AF12}" dt="2025-10-19T10:39:10.299" v="103" actId="20577"/>
          <ac:spMkLst>
            <pc:docMk/>
            <pc:sldMk cId="3237031031" sldId="331"/>
            <ac:spMk id="7" creationId="{00E050A4-DDF0-6E2A-DD46-972875AEB2CA}"/>
          </ac:spMkLst>
        </pc:spChg>
        <pc:spChg chg="add mod">
          <ac:chgData name="UBAID QURESHI" userId="dd4ae95d8f7c04fe" providerId="LiveId" clId="{AF920071-46B6-4E4C-A6D8-3E93B456AF12}" dt="2025-10-19T10:38:13.023" v="86"/>
          <ac:spMkLst>
            <pc:docMk/>
            <pc:sldMk cId="3237031031" sldId="331"/>
            <ac:spMk id="8" creationId="{05826233-F199-DE5F-430F-6E98A5C10ED4}"/>
          </ac:spMkLst>
        </pc:spChg>
        <pc:spChg chg="add mod">
          <ac:chgData name="UBAID QURESHI" userId="dd4ae95d8f7c04fe" providerId="LiveId" clId="{AF920071-46B6-4E4C-A6D8-3E93B456AF12}" dt="2025-10-19T10:39:20.384" v="106" actId="14100"/>
          <ac:spMkLst>
            <pc:docMk/>
            <pc:sldMk cId="3237031031" sldId="331"/>
            <ac:spMk id="9" creationId="{BAE980CA-EA0F-2AB9-78F0-9A865110F863}"/>
          </ac:spMkLst>
        </pc:spChg>
        <pc:spChg chg="add mod">
          <ac:chgData name="UBAID QURESHI" userId="dd4ae95d8f7c04fe" providerId="LiveId" clId="{AF920071-46B6-4E4C-A6D8-3E93B456AF12}" dt="2025-10-19T10:45:03.479" v="157" actId="207"/>
          <ac:spMkLst>
            <pc:docMk/>
            <pc:sldMk cId="3237031031" sldId="331"/>
            <ac:spMk id="11" creationId="{51FF5678-2156-B841-5D34-041E023EA3A2}"/>
          </ac:spMkLst>
        </pc:spChg>
        <pc:spChg chg="add mod">
          <ac:chgData name="UBAID QURESHI" userId="dd4ae95d8f7c04fe" providerId="LiveId" clId="{AF920071-46B6-4E4C-A6D8-3E93B456AF12}" dt="2025-10-19T10:41:12.646" v="125" actId="20577"/>
          <ac:spMkLst>
            <pc:docMk/>
            <pc:sldMk cId="3237031031" sldId="331"/>
            <ac:spMk id="12" creationId="{CEAC00B7-0DD7-F33D-E0E6-1F734DC61E74}"/>
          </ac:spMkLst>
        </pc:spChg>
        <pc:spChg chg="add mod">
          <ac:chgData name="UBAID QURESHI" userId="dd4ae95d8f7c04fe" providerId="LiveId" clId="{AF920071-46B6-4E4C-A6D8-3E93B456AF12}" dt="2025-10-19T10:40:10.937" v="117" actId="1076"/>
          <ac:spMkLst>
            <pc:docMk/>
            <pc:sldMk cId="3237031031" sldId="331"/>
            <ac:spMk id="13" creationId="{E85C8EAE-A7B1-CA55-367A-09DD9C3D5BA4}"/>
          </ac:spMkLst>
        </pc:spChg>
        <pc:spChg chg="mod">
          <ac:chgData name="UBAID QURESHI" userId="dd4ae95d8f7c04fe" providerId="LiveId" clId="{AF920071-46B6-4E4C-A6D8-3E93B456AF12}" dt="2025-10-19T10:54:27.967" v="237" actId="207"/>
          <ac:spMkLst>
            <pc:docMk/>
            <pc:sldMk cId="3237031031" sldId="331"/>
            <ac:spMk id="15" creationId="{C7BD7838-3989-E5E1-2BEB-FAE103F9CB8C}"/>
          </ac:spMkLst>
        </pc:spChg>
        <pc:cxnChg chg="add mod">
          <ac:chgData name="UBAID QURESHI" userId="dd4ae95d8f7c04fe" providerId="LiveId" clId="{AF920071-46B6-4E4C-A6D8-3E93B456AF12}" dt="2025-10-19T10:38:00.171" v="84"/>
          <ac:cxnSpMkLst>
            <pc:docMk/>
            <pc:sldMk cId="3237031031" sldId="331"/>
            <ac:cxnSpMk id="4" creationId="{8FD7E942-C494-BAD0-12D1-C68CAB2EFB7F}"/>
          </ac:cxnSpMkLst>
        </pc:cxnChg>
        <pc:cxnChg chg="add mod">
          <ac:chgData name="UBAID QURESHI" userId="dd4ae95d8f7c04fe" providerId="LiveId" clId="{AF920071-46B6-4E4C-A6D8-3E93B456AF12}" dt="2025-10-19T10:39:38.860" v="109" actId="1076"/>
          <ac:cxnSpMkLst>
            <pc:docMk/>
            <pc:sldMk cId="3237031031" sldId="331"/>
            <ac:cxnSpMk id="10" creationId="{BE731178-1C09-EEE2-AB8B-29EDC61B005B}"/>
          </ac:cxnSpMkLst>
        </pc:cxnChg>
        <pc:cxnChg chg="add del mod">
          <ac:chgData name="UBAID QURESHI" userId="dd4ae95d8f7c04fe" providerId="LiveId" clId="{AF920071-46B6-4E4C-A6D8-3E93B456AF12}" dt="2025-10-19T10:42:13.423" v="132" actId="478"/>
          <ac:cxnSpMkLst>
            <pc:docMk/>
            <pc:sldMk cId="3237031031" sldId="331"/>
            <ac:cxnSpMk id="14" creationId="{C979BCB6-3047-B550-02BA-35E4ED366464}"/>
          </ac:cxnSpMkLst>
        </pc:cxnChg>
      </pc:sldChg>
      <pc:sldChg chg="modSp add mod">
        <pc:chgData name="UBAID QURESHI" userId="dd4ae95d8f7c04fe" providerId="LiveId" clId="{AF920071-46B6-4E4C-A6D8-3E93B456AF12}" dt="2025-10-19T10:54:06.813" v="235" actId="207"/>
        <pc:sldMkLst>
          <pc:docMk/>
          <pc:sldMk cId="3621899611" sldId="332"/>
        </pc:sldMkLst>
        <pc:spChg chg="mod">
          <ac:chgData name="UBAID QURESHI" userId="dd4ae95d8f7c04fe" providerId="LiveId" clId="{AF920071-46B6-4E4C-A6D8-3E93B456AF12}" dt="2025-10-19T10:54:06.813" v="235" actId="207"/>
          <ac:spMkLst>
            <pc:docMk/>
            <pc:sldMk cId="3621899611" sldId="332"/>
            <ac:spMk id="15" creationId="{F6C8D22B-3865-14BF-63CA-5E8D7002E32D}"/>
          </ac:spMkLst>
        </pc:spChg>
      </pc:sldChg>
      <pc:sldChg chg="addSp delSp modSp add mod">
        <pc:chgData name="UBAID QURESHI" userId="dd4ae95d8f7c04fe" providerId="LiveId" clId="{AF920071-46B6-4E4C-A6D8-3E93B456AF12}" dt="2025-10-19T10:54:41.855" v="239" actId="207"/>
        <pc:sldMkLst>
          <pc:docMk/>
          <pc:sldMk cId="2093744983" sldId="333"/>
        </pc:sldMkLst>
        <pc:spChg chg="mod">
          <ac:chgData name="UBAID QURESHI" userId="dd4ae95d8f7c04fe" providerId="LiveId" clId="{AF920071-46B6-4E4C-A6D8-3E93B456AF12}" dt="2025-10-19T10:44:49.919" v="155" actId="207"/>
          <ac:spMkLst>
            <pc:docMk/>
            <pc:sldMk cId="2093744983" sldId="333"/>
            <ac:spMk id="11" creationId="{5B5C65BB-E555-BDA1-4182-D9BFF0B03C39}"/>
          </ac:spMkLst>
        </pc:spChg>
        <pc:spChg chg="mod">
          <ac:chgData name="UBAID QURESHI" userId="dd4ae95d8f7c04fe" providerId="LiveId" clId="{AF920071-46B6-4E4C-A6D8-3E93B456AF12}" dt="2025-10-19T10:54:41.855" v="239" actId="207"/>
          <ac:spMkLst>
            <pc:docMk/>
            <pc:sldMk cId="2093744983" sldId="333"/>
            <ac:spMk id="15" creationId="{A19CB8CD-2BA7-92AD-7CCB-E244B0B8E322}"/>
          </ac:spMkLst>
        </pc:spChg>
        <pc:spChg chg="add mod">
          <ac:chgData name="UBAID QURESHI" userId="dd4ae95d8f7c04fe" providerId="LiveId" clId="{AF920071-46B6-4E4C-A6D8-3E93B456AF12}" dt="2025-10-19T10:44:53.778" v="156" actId="207"/>
          <ac:spMkLst>
            <pc:docMk/>
            <pc:sldMk cId="2093744983" sldId="333"/>
            <ac:spMk id="22" creationId="{AE39D26E-171A-2FD2-0704-41842B98C15F}"/>
          </ac:spMkLst>
        </pc:spChg>
        <pc:cxnChg chg="add mod">
          <ac:chgData name="UBAID QURESHI" userId="dd4ae95d8f7c04fe" providerId="LiveId" clId="{AF920071-46B6-4E4C-A6D8-3E93B456AF12}" dt="2025-10-19T10:42:32.854" v="138" actId="208"/>
          <ac:cxnSpMkLst>
            <pc:docMk/>
            <pc:sldMk cId="2093744983" sldId="333"/>
            <ac:cxnSpMk id="14" creationId="{DBEBFC8D-C6D6-1767-8994-86A0B6833038}"/>
          </ac:cxnSpMkLst>
        </pc:cxnChg>
        <pc:cxnChg chg="add mod">
          <ac:chgData name="UBAID QURESHI" userId="dd4ae95d8f7c04fe" providerId="LiveId" clId="{AF920071-46B6-4E4C-A6D8-3E93B456AF12}" dt="2025-10-19T10:42:51.828" v="141" actId="13822"/>
          <ac:cxnSpMkLst>
            <pc:docMk/>
            <pc:sldMk cId="2093744983" sldId="333"/>
            <ac:cxnSpMk id="18" creationId="{085BC514-AB00-1AD5-F818-66EB7C313016}"/>
          </ac:cxnSpMkLst>
        </pc:cxnChg>
        <pc:cxnChg chg="add mod">
          <ac:chgData name="UBAID QURESHI" userId="dd4ae95d8f7c04fe" providerId="LiveId" clId="{AF920071-46B6-4E4C-A6D8-3E93B456AF12}" dt="2025-10-19T10:44:04.136" v="148" actId="14100"/>
          <ac:cxnSpMkLst>
            <pc:docMk/>
            <pc:sldMk cId="2093744983" sldId="333"/>
            <ac:cxnSpMk id="20" creationId="{CA3AC8D8-C0A6-4233-9B06-33233639CDB7}"/>
          </ac:cxnSpMkLst>
        </pc:cxnChg>
        <pc:cxnChg chg="add del mod">
          <ac:chgData name="UBAID QURESHI" userId="dd4ae95d8f7c04fe" providerId="LiveId" clId="{AF920071-46B6-4E4C-A6D8-3E93B456AF12}" dt="2025-10-19T10:45:39.476" v="161" actId="478"/>
          <ac:cxnSpMkLst>
            <pc:docMk/>
            <pc:sldMk cId="2093744983" sldId="333"/>
            <ac:cxnSpMk id="24" creationId="{1FC1019B-E6DD-C527-0E35-A95E56284976}"/>
          </ac:cxnSpMkLst>
        </pc:cxnChg>
      </pc:sldChg>
      <pc:sldChg chg="addSp delSp modSp add mod">
        <pc:chgData name="UBAID QURESHI" userId="dd4ae95d8f7c04fe" providerId="LiveId" clId="{AF920071-46B6-4E4C-A6D8-3E93B456AF12}" dt="2025-10-19T10:54:53.946" v="241" actId="207"/>
        <pc:sldMkLst>
          <pc:docMk/>
          <pc:sldMk cId="4142229251" sldId="334"/>
        </pc:sldMkLst>
        <pc:spChg chg="mod">
          <ac:chgData name="UBAID QURESHI" userId="dd4ae95d8f7c04fe" providerId="LiveId" clId="{AF920071-46B6-4E4C-A6D8-3E93B456AF12}" dt="2025-10-19T10:54:53.946" v="241" actId="207"/>
          <ac:spMkLst>
            <pc:docMk/>
            <pc:sldMk cId="4142229251" sldId="334"/>
            <ac:spMk id="15" creationId="{29334A1F-AADB-E485-22DD-60A993710989}"/>
          </ac:spMkLst>
        </pc:spChg>
        <pc:spChg chg="add mod">
          <ac:chgData name="UBAID QURESHI" userId="dd4ae95d8f7c04fe" providerId="LiveId" clId="{AF920071-46B6-4E4C-A6D8-3E93B456AF12}" dt="2025-10-19T10:46:52.180" v="175" actId="20577"/>
          <ac:spMkLst>
            <pc:docMk/>
            <pc:sldMk cId="4142229251" sldId="334"/>
            <ac:spMk id="23" creationId="{5AC798A3-5175-629F-4B3A-95AE93DE1684}"/>
          </ac:spMkLst>
        </pc:spChg>
        <pc:spChg chg="add del mod">
          <ac:chgData name="UBAID QURESHI" userId="dd4ae95d8f7c04fe" providerId="LiveId" clId="{AF920071-46B6-4E4C-A6D8-3E93B456AF12}" dt="2025-10-19T10:49:58.771" v="193" actId="478"/>
          <ac:spMkLst>
            <pc:docMk/>
            <pc:sldMk cId="4142229251" sldId="334"/>
            <ac:spMk id="27" creationId="{9D74974D-8CDB-816B-E284-85EE49B01540}"/>
          </ac:spMkLst>
        </pc:spChg>
        <pc:spChg chg="add del mod">
          <ac:chgData name="UBAID QURESHI" userId="dd4ae95d8f7c04fe" providerId="LiveId" clId="{AF920071-46B6-4E4C-A6D8-3E93B456AF12}" dt="2025-10-19T10:49:57.671" v="192" actId="478"/>
          <ac:spMkLst>
            <pc:docMk/>
            <pc:sldMk cId="4142229251" sldId="334"/>
            <ac:spMk id="28" creationId="{7979692B-F725-2C9D-0ED3-6DC76E6EBE5F}"/>
          </ac:spMkLst>
        </pc:spChg>
        <pc:cxnChg chg="add mod">
          <ac:chgData name="UBAID QURESHI" userId="dd4ae95d8f7c04fe" providerId="LiveId" clId="{AF920071-46B6-4E4C-A6D8-3E93B456AF12}" dt="2025-10-19T10:46:00.505" v="164" actId="14100"/>
          <ac:cxnSpMkLst>
            <pc:docMk/>
            <pc:sldMk cId="4142229251" sldId="334"/>
            <ac:cxnSpMk id="16" creationId="{2993F121-E6FE-EE16-BD8A-F1161EB8740C}"/>
          </ac:cxnSpMkLst>
        </pc:cxnChg>
        <pc:cxnChg chg="add mod">
          <ac:chgData name="UBAID QURESHI" userId="dd4ae95d8f7c04fe" providerId="LiveId" clId="{AF920071-46B6-4E4C-A6D8-3E93B456AF12}" dt="2025-10-19T10:46:26.314" v="168" actId="1076"/>
          <ac:cxnSpMkLst>
            <pc:docMk/>
            <pc:sldMk cId="4142229251" sldId="334"/>
            <ac:cxnSpMk id="19" creationId="{B8869703-C947-684C-D505-1B0218BAEDF5}"/>
          </ac:cxnSpMkLst>
        </pc:cxnChg>
        <pc:cxnChg chg="add del mod">
          <ac:chgData name="UBAID QURESHI" userId="dd4ae95d8f7c04fe" providerId="LiveId" clId="{AF920071-46B6-4E4C-A6D8-3E93B456AF12}" dt="2025-10-19T10:49:59.625" v="194" actId="478"/>
          <ac:cxnSpMkLst>
            <pc:docMk/>
            <pc:sldMk cId="4142229251" sldId="334"/>
            <ac:cxnSpMk id="25" creationId="{F81F4E80-E3D1-0F5F-7D18-C50C55E902E1}"/>
          </ac:cxnSpMkLst>
        </pc:cxnChg>
      </pc:sldChg>
      <pc:sldChg chg="addSp delSp modSp add mod">
        <pc:chgData name="UBAID QURESHI" userId="dd4ae95d8f7c04fe" providerId="LiveId" clId="{AF920071-46B6-4E4C-A6D8-3E93B456AF12}" dt="2025-10-19T10:55:03.885" v="243" actId="207"/>
        <pc:sldMkLst>
          <pc:docMk/>
          <pc:sldMk cId="3110244514" sldId="335"/>
        </pc:sldMkLst>
        <pc:spChg chg="mod">
          <ac:chgData name="UBAID QURESHI" userId="dd4ae95d8f7c04fe" providerId="LiveId" clId="{AF920071-46B6-4E4C-A6D8-3E93B456AF12}" dt="2025-10-19T10:55:03.885" v="243" actId="207"/>
          <ac:spMkLst>
            <pc:docMk/>
            <pc:sldMk cId="3110244514" sldId="335"/>
            <ac:spMk id="15" creationId="{14775412-C1AB-0C4F-812E-207FFDF20826}"/>
          </ac:spMkLst>
        </pc:spChg>
        <pc:spChg chg="add mod">
          <ac:chgData name="UBAID QURESHI" userId="dd4ae95d8f7c04fe" providerId="LiveId" clId="{AF920071-46B6-4E4C-A6D8-3E93B456AF12}" dt="2025-10-19T10:50:43.555" v="203" actId="688"/>
          <ac:spMkLst>
            <pc:docMk/>
            <pc:sldMk cId="3110244514" sldId="335"/>
            <ac:spMk id="17" creationId="{97DE5F14-0305-AAAE-47E3-DB46B4C32903}"/>
          </ac:spMkLst>
        </pc:spChg>
        <pc:spChg chg="mod">
          <ac:chgData name="UBAID QURESHI" userId="dd4ae95d8f7c04fe" providerId="LiveId" clId="{AF920071-46B6-4E4C-A6D8-3E93B456AF12}" dt="2025-10-19T10:51:00.806" v="207" actId="20577"/>
          <ac:spMkLst>
            <pc:docMk/>
            <pc:sldMk cId="3110244514" sldId="335"/>
            <ac:spMk id="28" creationId="{B0A05B8B-79AE-08EA-0EE1-0D08F97CD0E9}"/>
          </ac:spMkLst>
        </pc:spChg>
        <pc:spChg chg="add del mod">
          <ac:chgData name="UBAID QURESHI" userId="dd4ae95d8f7c04fe" providerId="LiveId" clId="{AF920071-46B6-4E4C-A6D8-3E93B456AF12}" dt="2025-10-19T10:52:30.284" v="221" actId="478"/>
          <ac:spMkLst>
            <pc:docMk/>
            <pc:sldMk cId="3110244514" sldId="335"/>
            <ac:spMk id="31" creationId="{50FFFDE2-66AF-775F-BD5B-17A04EAD07F0}"/>
          </ac:spMkLst>
        </pc:spChg>
        <pc:cxnChg chg="add del mod">
          <ac:chgData name="UBAID QURESHI" userId="dd4ae95d8f7c04fe" providerId="LiveId" clId="{AF920071-46B6-4E4C-A6D8-3E93B456AF12}" dt="2025-10-19T10:52:35.079" v="224" actId="478"/>
          <ac:cxnSpMkLst>
            <pc:docMk/>
            <pc:sldMk cId="3110244514" sldId="335"/>
            <ac:cxnSpMk id="21" creationId="{6998B496-4CEB-A883-C8BB-CE8017D1C88B}"/>
          </ac:cxnSpMkLst>
        </pc:cxnChg>
        <pc:cxnChg chg="add del mod">
          <ac:chgData name="UBAID QURESHI" userId="dd4ae95d8f7c04fe" providerId="LiveId" clId="{AF920071-46B6-4E4C-A6D8-3E93B456AF12}" dt="2025-10-19T10:52:34.184" v="223" actId="478"/>
          <ac:cxnSpMkLst>
            <pc:docMk/>
            <pc:sldMk cId="3110244514" sldId="335"/>
            <ac:cxnSpMk id="29" creationId="{8105D938-1CD8-850B-807D-9B9EB4D42176}"/>
          </ac:cxnSpMkLst>
        </pc:cxnChg>
        <pc:cxnChg chg="add del mod">
          <ac:chgData name="UBAID QURESHI" userId="dd4ae95d8f7c04fe" providerId="LiveId" clId="{AF920071-46B6-4E4C-A6D8-3E93B456AF12}" dt="2025-10-19T10:52:32.604" v="222" actId="478"/>
          <ac:cxnSpMkLst>
            <pc:docMk/>
            <pc:sldMk cId="3110244514" sldId="335"/>
            <ac:cxnSpMk id="30" creationId="{87C7436E-F97E-5A91-7B9D-53C8A180E174}"/>
          </ac:cxnSpMkLst>
        </pc:cxnChg>
      </pc:sldChg>
      <pc:sldChg chg="modSp add mod">
        <pc:chgData name="UBAID QURESHI" userId="dd4ae95d8f7c04fe" providerId="LiveId" clId="{AF920071-46B6-4E4C-A6D8-3E93B456AF12}" dt="2025-10-19T10:55:13.590" v="245" actId="207"/>
        <pc:sldMkLst>
          <pc:docMk/>
          <pc:sldMk cId="2129630771" sldId="336"/>
        </pc:sldMkLst>
        <pc:spChg chg="mod">
          <ac:chgData name="UBAID QURESHI" userId="dd4ae95d8f7c04fe" providerId="LiveId" clId="{AF920071-46B6-4E4C-A6D8-3E93B456AF12}" dt="2025-10-19T10:55:13.590" v="245" actId="207"/>
          <ac:spMkLst>
            <pc:docMk/>
            <pc:sldMk cId="2129630771" sldId="336"/>
            <ac:spMk id="15" creationId="{0C057DB4-31A3-35F0-958C-212CBD73142E}"/>
          </ac:spMkLst>
        </pc:spChg>
        <pc:spChg chg="mod">
          <ac:chgData name="UBAID QURESHI" userId="dd4ae95d8f7c04fe" providerId="LiveId" clId="{AF920071-46B6-4E4C-A6D8-3E93B456AF12}" dt="2025-10-19T10:52:49.154" v="227" actId="207"/>
          <ac:spMkLst>
            <pc:docMk/>
            <pc:sldMk cId="2129630771" sldId="336"/>
            <ac:spMk id="31" creationId="{D48F5A02-5B85-5316-E45A-EF6FA8DD0768}"/>
          </ac:spMkLst>
        </pc:spChg>
      </pc:sldChg>
      <pc:sldChg chg="addSp delSp modSp add mod">
        <pc:chgData name="UBAID QURESHI" userId="dd4ae95d8f7c04fe" providerId="LiveId" clId="{AF920071-46B6-4E4C-A6D8-3E93B456AF12}" dt="2025-10-19T10:59:03.061" v="292" actId="478"/>
        <pc:sldMkLst>
          <pc:docMk/>
          <pc:sldMk cId="3343006903" sldId="337"/>
        </pc:sldMkLst>
        <pc:spChg chg="mod">
          <ac:chgData name="UBAID QURESHI" userId="dd4ae95d8f7c04fe" providerId="LiveId" clId="{AF920071-46B6-4E4C-A6D8-3E93B456AF12}" dt="2025-10-19T10:55:31.990" v="247" actId="207"/>
          <ac:spMkLst>
            <pc:docMk/>
            <pc:sldMk cId="3343006903" sldId="337"/>
            <ac:spMk id="15" creationId="{40E9EBFD-DFBF-0EA7-F160-36A6E5EB2B2D}"/>
          </ac:spMkLst>
        </pc:spChg>
        <pc:spChg chg="add del">
          <ac:chgData name="UBAID QURESHI" userId="dd4ae95d8f7c04fe" providerId="LiveId" clId="{AF920071-46B6-4E4C-A6D8-3E93B456AF12}" dt="2025-10-19T10:57:59.466" v="278" actId="21"/>
          <ac:spMkLst>
            <pc:docMk/>
            <pc:sldMk cId="3343006903" sldId="337"/>
            <ac:spMk id="17" creationId="{F4AF4842-2AB2-E0AC-8DDC-D3C13CEBB734}"/>
          </ac:spMkLst>
        </pc:spChg>
        <pc:spChg chg="add mod">
          <ac:chgData name="UBAID QURESHI" userId="dd4ae95d8f7c04fe" providerId="LiveId" clId="{AF920071-46B6-4E4C-A6D8-3E93B456AF12}" dt="2025-10-19T10:56:20.050" v="258" actId="20577"/>
          <ac:spMkLst>
            <pc:docMk/>
            <pc:sldMk cId="3343006903" sldId="337"/>
            <ac:spMk id="33" creationId="{73E79228-00DF-3DB9-671C-6904060B274C}"/>
          </ac:spMkLst>
        </pc:spChg>
        <pc:spChg chg="add del mod">
          <ac:chgData name="UBAID QURESHI" userId="dd4ae95d8f7c04fe" providerId="LiveId" clId="{AF920071-46B6-4E4C-A6D8-3E93B456AF12}" dt="2025-10-19T10:59:02.002" v="291" actId="478"/>
          <ac:spMkLst>
            <pc:docMk/>
            <pc:sldMk cId="3343006903" sldId="337"/>
            <ac:spMk id="36" creationId="{91D4380C-AE74-E954-635D-B3902ACDEF6C}"/>
          </ac:spMkLst>
        </pc:spChg>
        <pc:spChg chg="add del mod">
          <ac:chgData name="UBAID QURESHI" userId="dd4ae95d8f7c04fe" providerId="LiveId" clId="{AF920071-46B6-4E4C-A6D8-3E93B456AF12}" dt="2025-10-19T10:58:55.983" v="289" actId="478"/>
          <ac:spMkLst>
            <pc:docMk/>
            <pc:sldMk cId="3343006903" sldId="337"/>
            <ac:spMk id="37" creationId="{7D680284-3755-358E-0C6D-1A2CF8C0AF37}"/>
          </ac:spMkLst>
        </pc:spChg>
        <pc:spChg chg="add del mod">
          <ac:chgData name="UBAID QURESHI" userId="dd4ae95d8f7c04fe" providerId="LiveId" clId="{AF920071-46B6-4E4C-A6D8-3E93B456AF12}" dt="2025-10-19T10:59:01.252" v="290" actId="478"/>
          <ac:spMkLst>
            <pc:docMk/>
            <pc:sldMk cId="3343006903" sldId="337"/>
            <ac:spMk id="38" creationId="{C765DE99-7F76-7A25-976A-681DE089E678}"/>
          </ac:spMkLst>
        </pc:spChg>
        <pc:cxnChg chg="add mod">
          <ac:chgData name="UBAID QURESHI" userId="dd4ae95d8f7c04fe" providerId="LiveId" clId="{AF920071-46B6-4E4C-A6D8-3E93B456AF12}" dt="2025-10-19T10:55:53.106" v="250" actId="13822"/>
          <ac:cxnSpMkLst>
            <pc:docMk/>
            <pc:sldMk cId="3343006903" sldId="337"/>
            <ac:cxnSpMk id="32" creationId="{9096FEEA-882C-BD6A-7EEE-01C2FECFAC36}"/>
          </ac:cxnSpMkLst>
        </pc:cxnChg>
        <pc:cxnChg chg="add del mod">
          <ac:chgData name="UBAID QURESHI" userId="dd4ae95d8f7c04fe" providerId="LiveId" clId="{AF920071-46B6-4E4C-A6D8-3E93B456AF12}" dt="2025-10-19T10:59:03.061" v="292" actId="478"/>
          <ac:cxnSpMkLst>
            <pc:docMk/>
            <pc:sldMk cId="3343006903" sldId="337"/>
            <ac:cxnSpMk id="34" creationId="{0B5965B4-73AD-0F24-5C36-714FBB5F3AD3}"/>
          </ac:cxnSpMkLst>
        </pc:cxnChg>
      </pc:sldChg>
      <pc:sldChg chg="addSp delSp modSp add mod">
        <pc:chgData name="UBAID QURESHI" userId="dd4ae95d8f7c04fe" providerId="LiveId" clId="{AF920071-46B6-4E4C-A6D8-3E93B456AF12}" dt="2025-10-19T11:02:34.472" v="326" actId="478"/>
        <pc:sldMkLst>
          <pc:docMk/>
          <pc:sldMk cId="2905305898" sldId="338"/>
        </pc:sldMkLst>
        <pc:spChg chg="mod">
          <ac:chgData name="UBAID QURESHI" userId="dd4ae95d8f7c04fe" providerId="LiveId" clId="{AF920071-46B6-4E4C-A6D8-3E93B456AF12}" dt="2025-10-19T11:01:45.651" v="316" actId="1076"/>
          <ac:spMkLst>
            <pc:docMk/>
            <pc:sldMk cId="2905305898" sldId="338"/>
            <ac:spMk id="5" creationId="{92B6FFA5-B006-D366-D3A1-F9599F41E1A1}"/>
          </ac:spMkLst>
        </pc:spChg>
        <pc:spChg chg="mod">
          <ac:chgData name="UBAID QURESHI" userId="dd4ae95d8f7c04fe" providerId="LiveId" clId="{AF920071-46B6-4E4C-A6D8-3E93B456AF12}" dt="2025-10-19T10:59:29.023" v="293" actId="207"/>
          <ac:spMkLst>
            <pc:docMk/>
            <pc:sldMk cId="2905305898" sldId="338"/>
            <ac:spMk id="36" creationId="{21434BFA-45CD-A558-3007-AE611476136B}"/>
          </ac:spMkLst>
        </pc:spChg>
        <pc:spChg chg="add del mod">
          <ac:chgData name="UBAID QURESHI" userId="dd4ae95d8f7c04fe" providerId="LiveId" clId="{AF920071-46B6-4E4C-A6D8-3E93B456AF12}" dt="2025-10-19T11:02:29.022" v="322" actId="478"/>
          <ac:spMkLst>
            <pc:docMk/>
            <pc:sldMk cId="2905305898" sldId="338"/>
            <ac:spMk id="49" creationId="{68068502-D510-724F-0DE2-27AF0A2E6C39}"/>
          </ac:spMkLst>
        </pc:spChg>
        <pc:spChg chg="add del mod">
          <ac:chgData name="UBAID QURESHI" userId="dd4ae95d8f7c04fe" providerId="LiveId" clId="{AF920071-46B6-4E4C-A6D8-3E93B456AF12}" dt="2025-10-19T11:02:27.264" v="321" actId="478"/>
          <ac:spMkLst>
            <pc:docMk/>
            <pc:sldMk cId="2905305898" sldId="338"/>
            <ac:spMk id="50" creationId="{E8CF23FC-5745-8A57-CC0C-F4205DC26A99}"/>
          </ac:spMkLst>
        </pc:spChg>
        <pc:spChg chg="add del mod">
          <ac:chgData name="UBAID QURESHI" userId="dd4ae95d8f7c04fe" providerId="LiveId" clId="{AF920071-46B6-4E4C-A6D8-3E93B456AF12}" dt="2025-10-19T11:02:30.269" v="323" actId="478"/>
          <ac:spMkLst>
            <pc:docMk/>
            <pc:sldMk cId="2905305898" sldId="338"/>
            <ac:spMk id="51" creationId="{ABA81FF5-BF68-5DF8-9469-66EA79FFDAE9}"/>
          </ac:spMkLst>
        </pc:spChg>
        <pc:cxnChg chg="add del mod">
          <ac:chgData name="UBAID QURESHI" userId="dd4ae95d8f7c04fe" providerId="LiveId" clId="{AF920071-46B6-4E4C-A6D8-3E93B456AF12}" dt="2025-10-19T11:02:34.472" v="326" actId="478"/>
          <ac:cxnSpMkLst>
            <pc:docMk/>
            <pc:sldMk cId="2905305898" sldId="338"/>
            <ac:cxnSpMk id="26" creationId="{D3667828-28A8-3615-95B2-404790DC97B2}"/>
          </ac:cxnSpMkLst>
        </pc:cxnChg>
        <pc:cxnChg chg="add del mod">
          <ac:chgData name="UBAID QURESHI" userId="dd4ae95d8f7c04fe" providerId="LiveId" clId="{AF920071-46B6-4E4C-A6D8-3E93B456AF12}" dt="2025-10-19T11:02:33.002" v="325" actId="478"/>
          <ac:cxnSpMkLst>
            <pc:docMk/>
            <pc:sldMk cId="2905305898" sldId="338"/>
            <ac:cxnSpMk id="39" creationId="{3227EBCF-CCC9-5F40-F076-32FE0165A201}"/>
          </ac:cxnSpMkLst>
        </pc:cxnChg>
        <pc:cxnChg chg="add del mod">
          <ac:chgData name="UBAID QURESHI" userId="dd4ae95d8f7c04fe" providerId="LiveId" clId="{AF920071-46B6-4E4C-A6D8-3E93B456AF12}" dt="2025-10-19T11:02:31.466" v="324" actId="478"/>
          <ac:cxnSpMkLst>
            <pc:docMk/>
            <pc:sldMk cId="2905305898" sldId="338"/>
            <ac:cxnSpMk id="40" creationId="{880A4D59-693A-4F2A-A397-9E9344C13857}"/>
          </ac:cxnSpMkLst>
        </pc:cxnChg>
      </pc:sldChg>
      <pc:sldChg chg="add">
        <pc:chgData name="UBAID QURESHI" userId="dd4ae95d8f7c04fe" providerId="LiveId" clId="{AF920071-46B6-4E4C-A6D8-3E93B456AF12}" dt="2025-10-19T11:02:20.888" v="320"/>
        <pc:sldMkLst>
          <pc:docMk/>
          <pc:sldMk cId="372693698" sldId="339"/>
        </pc:sldMkLst>
      </pc:sldChg>
      <pc:sldChg chg="addSp modSp add mod">
        <pc:chgData name="UBAID QURESHI" userId="dd4ae95d8f7c04fe" providerId="LiveId" clId="{AF920071-46B6-4E4C-A6D8-3E93B456AF12}" dt="2025-10-19T11:58:14.734" v="545" actId="14100"/>
        <pc:sldMkLst>
          <pc:docMk/>
          <pc:sldMk cId="3220374281" sldId="340"/>
        </pc:sldMkLst>
        <pc:spChg chg="mod">
          <ac:chgData name="UBAID QURESHI" userId="dd4ae95d8f7c04fe" providerId="LiveId" clId="{AF920071-46B6-4E4C-A6D8-3E93B456AF12}" dt="2025-10-19T11:04:09.444" v="362" actId="20577"/>
          <ac:spMkLst>
            <pc:docMk/>
            <pc:sldMk cId="3220374281" sldId="340"/>
            <ac:spMk id="15" creationId="{82FC2057-7388-B556-B4BD-7527C38FAC4C}"/>
          </ac:spMkLst>
        </pc:spChg>
        <pc:spChg chg="add mod">
          <ac:chgData name="UBAID QURESHI" userId="dd4ae95d8f7c04fe" providerId="LiveId" clId="{AF920071-46B6-4E4C-A6D8-3E93B456AF12}" dt="2025-10-19T11:05:49.794" v="371" actId="207"/>
          <ac:spMkLst>
            <pc:docMk/>
            <pc:sldMk cId="3220374281" sldId="340"/>
            <ac:spMk id="42" creationId="{0986F0EC-4CD8-64E7-5B14-8E43D2F4743F}"/>
          </ac:spMkLst>
        </pc:spChg>
        <pc:spChg chg="add mod">
          <ac:chgData name="UBAID QURESHI" userId="dd4ae95d8f7c04fe" providerId="LiveId" clId="{AF920071-46B6-4E4C-A6D8-3E93B456AF12}" dt="2025-10-19T11:57:46.943" v="542" actId="1076"/>
          <ac:spMkLst>
            <pc:docMk/>
            <pc:sldMk cId="3220374281" sldId="340"/>
            <ac:spMk id="43" creationId="{73CD6C06-C9D5-0C14-A3A4-8B9822D3CD53}"/>
          </ac:spMkLst>
        </pc:spChg>
        <pc:cxnChg chg="mod">
          <ac:chgData name="UBAID QURESHI" userId="dd4ae95d8f7c04fe" providerId="LiveId" clId="{AF920071-46B6-4E4C-A6D8-3E93B456AF12}" dt="2025-10-19T11:03:12.815" v="332" actId="208"/>
          <ac:cxnSpMkLst>
            <pc:docMk/>
            <pc:sldMk cId="3220374281" sldId="340"/>
            <ac:cxnSpMk id="2" creationId="{4BA85CF4-DBF3-A1A5-FCF5-28765E658165}"/>
          </ac:cxnSpMkLst>
        </pc:cxnChg>
        <pc:cxnChg chg="add mod">
          <ac:chgData name="UBAID QURESHI" userId="dd4ae95d8f7c04fe" providerId="LiveId" clId="{AF920071-46B6-4E4C-A6D8-3E93B456AF12}" dt="2025-10-19T11:03:08.137" v="331" actId="208"/>
          <ac:cxnSpMkLst>
            <pc:docMk/>
            <pc:sldMk cId="3220374281" sldId="340"/>
            <ac:cxnSpMk id="35" creationId="{BAFDCF44-620B-2F87-884B-091C5D032CC6}"/>
          </ac:cxnSpMkLst>
        </pc:cxnChg>
        <pc:cxnChg chg="add mod">
          <ac:chgData name="UBAID QURESHI" userId="dd4ae95d8f7c04fe" providerId="LiveId" clId="{AF920071-46B6-4E4C-A6D8-3E93B456AF12}" dt="2025-10-19T11:58:14.734" v="545" actId="14100"/>
          <ac:cxnSpMkLst>
            <pc:docMk/>
            <pc:sldMk cId="3220374281" sldId="340"/>
            <ac:cxnSpMk id="44" creationId="{63C35F53-D4DE-988E-BC47-E4F9822D3C04}"/>
          </ac:cxnSpMkLst>
        </pc:cxnChg>
      </pc:sldChg>
      <pc:sldChg chg="addSp delSp modSp add mod">
        <pc:chgData name="UBAID QURESHI" userId="dd4ae95d8f7c04fe" providerId="LiveId" clId="{AF920071-46B6-4E4C-A6D8-3E93B456AF12}" dt="2025-10-19T11:58:42.309" v="547" actId="255"/>
        <pc:sldMkLst>
          <pc:docMk/>
          <pc:sldMk cId="3981954877" sldId="341"/>
        </pc:sldMkLst>
        <pc:spChg chg="mod">
          <ac:chgData name="UBAID QURESHI" userId="dd4ae95d8f7c04fe" providerId="LiveId" clId="{AF920071-46B6-4E4C-A6D8-3E93B456AF12}" dt="2025-10-19T11:26:15.030" v="533" actId="1076"/>
          <ac:spMkLst>
            <pc:docMk/>
            <pc:sldMk cId="3981954877" sldId="341"/>
            <ac:spMk id="5" creationId="{0347BA82-C194-AFF3-80A8-FE0B77EC83E6}"/>
          </ac:spMkLst>
        </pc:spChg>
        <pc:spChg chg="del">
          <ac:chgData name="UBAID QURESHI" userId="dd4ae95d8f7c04fe" providerId="LiveId" clId="{AF920071-46B6-4E4C-A6D8-3E93B456AF12}" dt="2025-10-19T11:07:12.427" v="373" actId="478"/>
          <ac:spMkLst>
            <pc:docMk/>
            <pc:sldMk cId="3981954877" sldId="341"/>
            <ac:spMk id="6" creationId="{DBFF521B-2BED-3E4F-0AEE-CF861B528D46}"/>
          </ac:spMkLst>
        </pc:spChg>
        <pc:spChg chg="del">
          <ac:chgData name="UBAID QURESHI" userId="dd4ae95d8f7c04fe" providerId="LiveId" clId="{AF920071-46B6-4E4C-A6D8-3E93B456AF12}" dt="2025-10-19T11:07:12.427" v="373" actId="478"/>
          <ac:spMkLst>
            <pc:docMk/>
            <pc:sldMk cId="3981954877" sldId="341"/>
            <ac:spMk id="11" creationId="{31789A76-B21B-F7E8-3263-75CD1C24A3A5}"/>
          </ac:spMkLst>
        </pc:spChg>
        <pc:spChg chg="del">
          <ac:chgData name="UBAID QURESHI" userId="dd4ae95d8f7c04fe" providerId="LiveId" clId="{AF920071-46B6-4E4C-A6D8-3E93B456AF12}" dt="2025-10-19T11:07:12.427" v="373" actId="478"/>
          <ac:spMkLst>
            <pc:docMk/>
            <pc:sldMk cId="3981954877" sldId="341"/>
            <ac:spMk id="12" creationId="{CCF3FB3A-4124-725D-82DC-BA0331879C09}"/>
          </ac:spMkLst>
        </pc:spChg>
        <pc:spChg chg="del">
          <ac:chgData name="UBAID QURESHI" userId="dd4ae95d8f7c04fe" providerId="LiveId" clId="{AF920071-46B6-4E4C-A6D8-3E93B456AF12}" dt="2025-10-19T11:07:12.427" v="373" actId="478"/>
          <ac:spMkLst>
            <pc:docMk/>
            <pc:sldMk cId="3981954877" sldId="341"/>
            <ac:spMk id="15" creationId="{92D43477-5510-B54B-790D-6EF3F55BDA57}"/>
          </ac:spMkLst>
        </pc:spChg>
        <pc:spChg chg="del">
          <ac:chgData name="UBAID QURESHI" userId="dd4ae95d8f7c04fe" providerId="LiveId" clId="{AF920071-46B6-4E4C-A6D8-3E93B456AF12}" dt="2025-10-19T11:07:12.427" v="373" actId="478"/>
          <ac:spMkLst>
            <pc:docMk/>
            <pc:sldMk cId="3981954877" sldId="341"/>
            <ac:spMk id="17" creationId="{95BABC27-5436-4AA2-948B-B52AF28E8D7F}"/>
          </ac:spMkLst>
        </pc:spChg>
        <pc:spChg chg="del">
          <ac:chgData name="UBAID QURESHI" userId="dd4ae95d8f7c04fe" providerId="LiveId" clId="{AF920071-46B6-4E4C-A6D8-3E93B456AF12}" dt="2025-10-19T11:07:12.427" v="373" actId="478"/>
          <ac:spMkLst>
            <pc:docMk/>
            <pc:sldMk cId="3981954877" sldId="341"/>
            <ac:spMk id="23" creationId="{84A0E879-9A32-0139-2369-B0340D1B60BF}"/>
          </ac:spMkLst>
        </pc:spChg>
        <pc:spChg chg="del">
          <ac:chgData name="UBAID QURESHI" userId="dd4ae95d8f7c04fe" providerId="LiveId" clId="{AF920071-46B6-4E4C-A6D8-3E93B456AF12}" dt="2025-10-19T11:07:12.427" v="373" actId="478"/>
          <ac:spMkLst>
            <pc:docMk/>
            <pc:sldMk cId="3981954877" sldId="341"/>
            <ac:spMk id="28" creationId="{488478C2-3842-7B16-EC64-23719C76240C}"/>
          </ac:spMkLst>
        </pc:spChg>
        <pc:spChg chg="del">
          <ac:chgData name="UBAID QURESHI" userId="dd4ae95d8f7c04fe" providerId="LiveId" clId="{AF920071-46B6-4E4C-A6D8-3E93B456AF12}" dt="2025-10-19T11:07:12.427" v="373" actId="478"/>
          <ac:spMkLst>
            <pc:docMk/>
            <pc:sldMk cId="3981954877" sldId="341"/>
            <ac:spMk id="33" creationId="{C5320CA0-0B9A-64F9-A21F-F80DBE6AD8B0}"/>
          </ac:spMkLst>
        </pc:spChg>
        <pc:spChg chg="del">
          <ac:chgData name="UBAID QURESHI" userId="dd4ae95d8f7c04fe" providerId="LiveId" clId="{AF920071-46B6-4E4C-A6D8-3E93B456AF12}" dt="2025-10-19T11:07:12.427" v="373" actId="478"/>
          <ac:spMkLst>
            <pc:docMk/>
            <pc:sldMk cId="3981954877" sldId="341"/>
            <ac:spMk id="37" creationId="{6CEDF934-3B54-76E9-8D24-26212E022CF7}"/>
          </ac:spMkLst>
        </pc:spChg>
        <pc:spChg chg="add mod">
          <ac:chgData name="UBAID QURESHI" userId="dd4ae95d8f7c04fe" providerId="LiveId" clId="{AF920071-46B6-4E4C-A6D8-3E93B456AF12}" dt="2025-10-19T11:09:41.236" v="399" actId="1076"/>
          <ac:spMkLst>
            <pc:docMk/>
            <pc:sldMk cId="3981954877" sldId="341"/>
            <ac:spMk id="41" creationId="{9F97AE87-3C64-282B-BDBA-8DD3D91C2719}"/>
          </ac:spMkLst>
        </pc:spChg>
        <pc:spChg chg="del">
          <ac:chgData name="UBAID QURESHI" userId="dd4ae95d8f7c04fe" providerId="LiveId" clId="{AF920071-46B6-4E4C-A6D8-3E93B456AF12}" dt="2025-10-19T11:07:12.427" v="373" actId="478"/>
          <ac:spMkLst>
            <pc:docMk/>
            <pc:sldMk cId="3981954877" sldId="341"/>
            <ac:spMk id="42" creationId="{2D6E06B4-1AD1-072C-1E88-C0225C838020}"/>
          </ac:spMkLst>
        </pc:spChg>
        <pc:spChg chg="add mod">
          <ac:chgData name="UBAID QURESHI" userId="dd4ae95d8f7c04fe" providerId="LiveId" clId="{AF920071-46B6-4E4C-A6D8-3E93B456AF12}" dt="2025-10-19T11:09:46.257" v="400" actId="1076"/>
          <ac:spMkLst>
            <pc:docMk/>
            <pc:sldMk cId="3981954877" sldId="341"/>
            <ac:spMk id="43" creationId="{EB020160-F6F3-C544-1DE4-BF4E766EDC77}"/>
          </ac:spMkLst>
        </pc:spChg>
        <pc:spChg chg="add mod">
          <ac:chgData name="UBAID QURESHI" userId="dd4ae95d8f7c04fe" providerId="LiveId" clId="{AF920071-46B6-4E4C-A6D8-3E93B456AF12}" dt="2025-10-19T11:09:55.506" v="401" actId="1076"/>
          <ac:spMkLst>
            <pc:docMk/>
            <pc:sldMk cId="3981954877" sldId="341"/>
            <ac:spMk id="44" creationId="{63CA8AFC-3B88-E314-5C3E-B332533F4A8A}"/>
          </ac:spMkLst>
        </pc:spChg>
        <pc:spChg chg="add mod">
          <ac:chgData name="UBAID QURESHI" userId="dd4ae95d8f7c04fe" providerId="LiveId" clId="{AF920071-46B6-4E4C-A6D8-3E93B456AF12}" dt="2025-10-19T11:10:05.317" v="403" actId="1076"/>
          <ac:spMkLst>
            <pc:docMk/>
            <pc:sldMk cId="3981954877" sldId="341"/>
            <ac:spMk id="45" creationId="{7C88F4E6-0703-B48C-0107-F8E779C27509}"/>
          </ac:spMkLst>
        </pc:spChg>
        <pc:spChg chg="add mod">
          <ac:chgData name="UBAID QURESHI" userId="dd4ae95d8f7c04fe" providerId="LiveId" clId="{AF920071-46B6-4E4C-A6D8-3E93B456AF12}" dt="2025-10-19T11:10:14.514" v="404" actId="1076"/>
          <ac:spMkLst>
            <pc:docMk/>
            <pc:sldMk cId="3981954877" sldId="341"/>
            <ac:spMk id="46" creationId="{D2D772DF-7578-224E-BA2B-267D737396F3}"/>
          </ac:spMkLst>
        </pc:spChg>
        <pc:spChg chg="add mod">
          <ac:chgData name="UBAID QURESHI" userId="dd4ae95d8f7c04fe" providerId="LiveId" clId="{AF920071-46B6-4E4C-A6D8-3E93B456AF12}" dt="2025-10-19T11:10:25.505" v="407" actId="1076"/>
          <ac:spMkLst>
            <pc:docMk/>
            <pc:sldMk cId="3981954877" sldId="341"/>
            <ac:spMk id="47" creationId="{BA16D01A-9798-0DC2-EB25-409A2EB30104}"/>
          </ac:spMkLst>
        </pc:spChg>
        <pc:spChg chg="add mod">
          <ac:chgData name="UBAID QURESHI" userId="dd4ae95d8f7c04fe" providerId="LiveId" clId="{AF920071-46B6-4E4C-A6D8-3E93B456AF12}" dt="2025-10-19T11:10:30.467" v="408" actId="1076"/>
          <ac:spMkLst>
            <pc:docMk/>
            <pc:sldMk cId="3981954877" sldId="341"/>
            <ac:spMk id="48" creationId="{FE82AE79-D466-2296-39BF-24601569CAFF}"/>
          </ac:spMkLst>
        </pc:spChg>
        <pc:spChg chg="add mod">
          <ac:chgData name="UBAID QURESHI" userId="dd4ae95d8f7c04fe" providerId="LiveId" clId="{AF920071-46B6-4E4C-A6D8-3E93B456AF12}" dt="2025-10-19T11:10:36.714" v="409" actId="1076"/>
          <ac:spMkLst>
            <pc:docMk/>
            <pc:sldMk cId="3981954877" sldId="341"/>
            <ac:spMk id="52" creationId="{842FAF0F-7FCB-A41F-AD71-0EC0DA330619}"/>
          </ac:spMkLst>
        </pc:spChg>
        <pc:spChg chg="add mod">
          <ac:chgData name="UBAID QURESHI" userId="dd4ae95d8f7c04fe" providerId="LiveId" clId="{AF920071-46B6-4E4C-A6D8-3E93B456AF12}" dt="2025-10-19T11:15:06.212" v="465" actId="1076"/>
          <ac:spMkLst>
            <pc:docMk/>
            <pc:sldMk cId="3981954877" sldId="341"/>
            <ac:spMk id="63" creationId="{35BBDDDE-9B19-A686-F89E-1A3FD93B068B}"/>
          </ac:spMkLst>
        </pc:spChg>
        <pc:spChg chg="add mod">
          <ac:chgData name="UBAID QURESHI" userId="dd4ae95d8f7c04fe" providerId="LiveId" clId="{AF920071-46B6-4E4C-A6D8-3E93B456AF12}" dt="2025-10-19T11:15:12.215" v="467" actId="20577"/>
          <ac:spMkLst>
            <pc:docMk/>
            <pc:sldMk cId="3981954877" sldId="341"/>
            <ac:spMk id="64" creationId="{75DC468F-7D72-1804-CA2A-0774192187D8}"/>
          </ac:spMkLst>
        </pc:spChg>
        <pc:spChg chg="add mod">
          <ac:chgData name="UBAID QURESHI" userId="dd4ae95d8f7c04fe" providerId="LiveId" clId="{AF920071-46B6-4E4C-A6D8-3E93B456AF12}" dt="2025-10-19T11:15:17.273" v="469" actId="20577"/>
          <ac:spMkLst>
            <pc:docMk/>
            <pc:sldMk cId="3981954877" sldId="341"/>
            <ac:spMk id="65" creationId="{6B620DC7-5BA3-121F-396E-84FF479CE748}"/>
          </ac:spMkLst>
        </pc:spChg>
        <pc:spChg chg="add mod">
          <ac:chgData name="UBAID QURESHI" userId="dd4ae95d8f7c04fe" providerId="LiveId" clId="{AF920071-46B6-4E4C-A6D8-3E93B456AF12}" dt="2025-10-19T11:15:21.892" v="471" actId="20577"/>
          <ac:spMkLst>
            <pc:docMk/>
            <pc:sldMk cId="3981954877" sldId="341"/>
            <ac:spMk id="66" creationId="{31030434-5071-9D4B-CE2D-2E696FEDF1E5}"/>
          </ac:spMkLst>
        </pc:spChg>
        <pc:spChg chg="add mod">
          <ac:chgData name="UBAID QURESHI" userId="dd4ae95d8f7c04fe" providerId="LiveId" clId="{AF920071-46B6-4E4C-A6D8-3E93B456AF12}" dt="2025-10-19T11:15:25.423" v="473" actId="20577"/>
          <ac:spMkLst>
            <pc:docMk/>
            <pc:sldMk cId="3981954877" sldId="341"/>
            <ac:spMk id="67" creationId="{08C262B9-ED0C-06A1-2564-ACADD93D2544}"/>
          </ac:spMkLst>
        </pc:spChg>
        <pc:spChg chg="add mod">
          <ac:chgData name="UBAID QURESHI" userId="dd4ae95d8f7c04fe" providerId="LiveId" clId="{AF920071-46B6-4E4C-A6D8-3E93B456AF12}" dt="2025-10-19T11:15:29.333" v="475" actId="20577"/>
          <ac:spMkLst>
            <pc:docMk/>
            <pc:sldMk cId="3981954877" sldId="341"/>
            <ac:spMk id="68" creationId="{32A21BCB-3430-5B75-DF1C-742F0D311F8F}"/>
          </ac:spMkLst>
        </pc:spChg>
        <pc:spChg chg="add mod">
          <ac:chgData name="UBAID QURESHI" userId="dd4ae95d8f7c04fe" providerId="LiveId" clId="{AF920071-46B6-4E4C-A6D8-3E93B456AF12}" dt="2025-10-19T11:15:32.155" v="477" actId="20577"/>
          <ac:spMkLst>
            <pc:docMk/>
            <pc:sldMk cId="3981954877" sldId="341"/>
            <ac:spMk id="69" creationId="{BC156D94-E8AF-C7D7-8C9D-B62C60975690}"/>
          </ac:spMkLst>
        </pc:spChg>
        <pc:spChg chg="add mod">
          <ac:chgData name="UBAID QURESHI" userId="dd4ae95d8f7c04fe" providerId="LiveId" clId="{AF920071-46B6-4E4C-A6D8-3E93B456AF12}" dt="2025-10-19T11:15:37.977" v="479" actId="20577"/>
          <ac:spMkLst>
            <pc:docMk/>
            <pc:sldMk cId="3981954877" sldId="341"/>
            <ac:spMk id="70" creationId="{5C7B02A5-9778-823E-0D40-86A6A55C4092}"/>
          </ac:spMkLst>
        </pc:spChg>
        <pc:spChg chg="add mod">
          <ac:chgData name="UBAID QURESHI" userId="dd4ae95d8f7c04fe" providerId="LiveId" clId="{AF920071-46B6-4E4C-A6D8-3E93B456AF12}" dt="2025-10-19T11:58:42.309" v="547" actId="255"/>
          <ac:spMkLst>
            <pc:docMk/>
            <pc:sldMk cId="3981954877" sldId="341"/>
            <ac:spMk id="71" creationId="{C0024DA6-85E1-2539-3C15-7A9D99B7BFB7}"/>
          </ac:spMkLst>
        </pc:spChg>
        <pc:spChg chg="add mod">
          <ac:chgData name="UBAID QURESHI" userId="dd4ae95d8f7c04fe" providerId="LiveId" clId="{AF920071-46B6-4E4C-A6D8-3E93B456AF12}" dt="2025-10-19T11:25:03.473" v="519" actId="207"/>
          <ac:spMkLst>
            <pc:docMk/>
            <pc:sldMk cId="3981954877" sldId="341"/>
            <ac:spMk id="72" creationId="{7543EC52-4CAB-B25B-094B-D5325F480C4F}"/>
          </ac:spMkLst>
        </pc:spChg>
        <pc:spChg chg="add mod">
          <ac:chgData name="UBAID QURESHI" userId="dd4ae95d8f7c04fe" providerId="LiveId" clId="{AF920071-46B6-4E4C-A6D8-3E93B456AF12}" dt="2025-10-19T11:26:30.943" v="537" actId="1076"/>
          <ac:spMkLst>
            <pc:docMk/>
            <pc:sldMk cId="3981954877" sldId="341"/>
            <ac:spMk id="73" creationId="{208F0695-B3F0-1AE4-F72A-7397399A4654}"/>
          </ac:spMkLst>
        </pc:spChg>
        <pc:cxnChg chg="add mod">
          <ac:chgData name="UBAID QURESHI" userId="dd4ae95d8f7c04fe" providerId="LiveId" clId="{AF920071-46B6-4E4C-A6D8-3E93B456AF12}" dt="2025-10-19T11:12:03.602" v="416" actId="208"/>
          <ac:cxnSpMkLst>
            <pc:docMk/>
            <pc:sldMk cId="3981954877" sldId="341"/>
            <ac:cxnSpMk id="54" creationId="{85F78898-2AAC-40A1-356B-DBF55AB28392}"/>
          </ac:cxnSpMkLst>
        </pc:cxnChg>
        <pc:cxnChg chg="add mod">
          <ac:chgData name="UBAID QURESHI" userId="dd4ae95d8f7c04fe" providerId="LiveId" clId="{AF920071-46B6-4E4C-A6D8-3E93B456AF12}" dt="2025-10-19T11:12:17.077" v="418" actId="1076"/>
          <ac:cxnSpMkLst>
            <pc:docMk/>
            <pc:sldMk cId="3981954877" sldId="341"/>
            <ac:cxnSpMk id="55" creationId="{E91B454B-284C-6062-536C-D75A72BBD970}"/>
          </ac:cxnSpMkLst>
        </pc:cxnChg>
        <pc:cxnChg chg="add mod">
          <ac:chgData name="UBAID QURESHI" userId="dd4ae95d8f7c04fe" providerId="LiveId" clId="{AF920071-46B6-4E4C-A6D8-3E93B456AF12}" dt="2025-10-19T11:12:25.381" v="421" actId="1076"/>
          <ac:cxnSpMkLst>
            <pc:docMk/>
            <pc:sldMk cId="3981954877" sldId="341"/>
            <ac:cxnSpMk id="56" creationId="{2A31FB80-E830-616B-2188-9AAE459CC384}"/>
          </ac:cxnSpMkLst>
        </pc:cxnChg>
        <pc:cxnChg chg="add mod">
          <ac:chgData name="UBAID QURESHI" userId="dd4ae95d8f7c04fe" providerId="LiveId" clId="{AF920071-46B6-4E4C-A6D8-3E93B456AF12}" dt="2025-10-19T11:12:33.788" v="423" actId="1076"/>
          <ac:cxnSpMkLst>
            <pc:docMk/>
            <pc:sldMk cId="3981954877" sldId="341"/>
            <ac:cxnSpMk id="57" creationId="{4684D77B-7E69-298B-1FF0-2FD7CCE44317}"/>
          </ac:cxnSpMkLst>
        </pc:cxnChg>
        <pc:cxnChg chg="add mod">
          <ac:chgData name="UBAID QURESHI" userId="dd4ae95d8f7c04fe" providerId="LiveId" clId="{AF920071-46B6-4E4C-A6D8-3E93B456AF12}" dt="2025-10-19T11:12:42.044" v="425" actId="1076"/>
          <ac:cxnSpMkLst>
            <pc:docMk/>
            <pc:sldMk cId="3981954877" sldId="341"/>
            <ac:cxnSpMk id="58" creationId="{A84059EC-1F08-B8E7-F392-EE88E274A0B9}"/>
          </ac:cxnSpMkLst>
        </pc:cxnChg>
        <pc:cxnChg chg="add mod">
          <ac:chgData name="UBAID QURESHI" userId="dd4ae95d8f7c04fe" providerId="LiveId" clId="{AF920071-46B6-4E4C-A6D8-3E93B456AF12}" dt="2025-10-19T11:12:48.630" v="427" actId="1076"/>
          <ac:cxnSpMkLst>
            <pc:docMk/>
            <pc:sldMk cId="3981954877" sldId="341"/>
            <ac:cxnSpMk id="59" creationId="{1AB6455F-A896-8A33-06A9-B08BDEC2C6B2}"/>
          </ac:cxnSpMkLst>
        </pc:cxnChg>
        <pc:cxnChg chg="add mod">
          <ac:chgData name="UBAID QURESHI" userId="dd4ae95d8f7c04fe" providerId="LiveId" clId="{AF920071-46B6-4E4C-A6D8-3E93B456AF12}" dt="2025-10-19T11:12:54.731" v="429" actId="1076"/>
          <ac:cxnSpMkLst>
            <pc:docMk/>
            <pc:sldMk cId="3981954877" sldId="341"/>
            <ac:cxnSpMk id="60" creationId="{9D1DA004-51C0-73FF-2533-DE03CEF37487}"/>
          </ac:cxnSpMkLst>
        </pc:cxnChg>
        <pc:cxnChg chg="add del mod">
          <ac:chgData name="UBAID QURESHI" userId="dd4ae95d8f7c04fe" providerId="LiveId" clId="{AF920071-46B6-4E4C-A6D8-3E93B456AF12}" dt="2025-10-19T11:13:02.933" v="432" actId="478"/>
          <ac:cxnSpMkLst>
            <pc:docMk/>
            <pc:sldMk cId="3981954877" sldId="341"/>
            <ac:cxnSpMk id="61" creationId="{B87CC679-96C3-4EA1-65FE-47FF93C12ADC}"/>
          </ac:cxnSpMkLst>
        </pc:cxnChg>
        <pc:cxnChg chg="add mod">
          <ac:chgData name="UBAID QURESHI" userId="dd4ae95d8f7c04fe" providerId="LiveId" clId="{AF920071-46B6-4E4C-A6D8-3E93B456AF12}" dt="2025-10-19T11:12:59.433" v="431" actId="571"/>
          <ac:cxnSpMkLst>
            <pc:docMk/>
            <pc:sldMk cId="3981954877" sldId="341"/>
            <ac:cxnSpMk id="62" creationId="{5B485A1B-62D2-D60F-4906-71A2A86C751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116E3-FE14-78AF-30B6-1395C8D0BF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5A8F13-FEED-FE2C-578A-08D35C93F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CDDD8-5119-5DF5-CCFF-CF25C9400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28392-44B8-4CA5-A910-B4AD0265BAC2}" type="datetimeFigureOut">
              <a:rPr lang="en-IN" smtClean="0"/>
              <a:t>20-10-2025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83135-C7C2-A554-AAF1-2C31CAB1D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1AD16-E683-F024-A2FC-3F7F22193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5D1-9309-4A11-B120-6462A51C4A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8914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A15E4-95F3-0DA1-4689-0C6D8F78B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47ABB-70C3-43E3-1AEA-75F18EA86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C904D-6F94-E8FE-FDD0-7DC3A0726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28392-44B8-4CA5-A910-B4AD0265BAC2}" type="datetimeFigureOut">
              <a:rPr lang="en-IN" smtClean="0"/>
              <a:t>20-10-2025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ECF28-3593-1351-3A0A-A291589E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874DD-8F92-41F1-3591-B15A546C9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5D1-9309-4A11-B120-6462A51C4A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9089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D298-914F-B6CF-383D-FBEB4BB3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A783D-6B28-671E-D5B1-5426ED6E8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7A5BC-2049-14DE-6E3B-F2D2BBB1C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28392-44B8-4CA5-A910-B4AD0265BAC2}" type="datetimeFigureOut">
              <a:rPr lang="en-IN" smtClean="0"/>
              <a:t>20-10-2025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060E9-1382-8725-A9FB-FDDB07163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70401-6781-E98F-11FB-871365C56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5D1-9309-4A11-B120-6462A51C4A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9887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F44F-8F99-EDB0-187D-1EE916A0F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972A5-ADF6-F096-91DE-9DC08E6106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B6F00-5012-D246-59ED-A6EAF7665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65D74-64FD-80E8-4ACD-AB47BC72C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28392-44B8-4CA5-A910-B4AD0265BAC2}" type="datetimeFigureOut">
              <a:rPr lang="en-IN" smtClean="0"/>
              <a:t>20-10-2025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6E712-C098-CC5D-ABBB-217FB2444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7AF70-CB5E-3E0D-E0F8-B485B91C0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5D1-9309-4A11-B120-6462A51C4A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5053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DDF5-1D25-1FB1-70ED-E404C584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ACC58-4E67-06B7-D89F-45C429B03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3C1BB-E3A0-0203-F373-255CF67E3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0C7840-B23C-92D5-25BF-68CD944C75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5E3752-16BA-D153-BBC9-6281D5C33A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C0DF69-B992-1274-AF5B-3284FECAC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28392-44B8-4CA5-A910-B4AD0265BAC2}" type="datetimeFigureOut">
              <a:rPr lang="en-IN" smtClean="0"/>
              <a:t>20-10-2025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D217BB-A9C1-44CB-563A-E945E82B1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41AD69-8782-D3A0-3F54-C2336645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5D1-9309-4A11-B120-6462A51C4A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9029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A66B8-7236-39CF-16F0-0912712F2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91A7C-F357-DEEE-3181-A41D8DE71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28392-44B8-4CA5-A910-B4AD0265BAC2}" type="datetimeFigureOut">
              <a:rPr lang="en-IN" smtClean="0"/>
              <a:t>20-10-2025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594EC-EF66-DA79-1942-4BCE63A41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20C158-522F-2F5B-73D1-D979ACD3E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5D1-9309-4A11-B120-6462A51C4A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0600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87659C-A818-DE51-BBDA-4FE107349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28392-44B8-4CA5-A910-B4AD0265BAC2}" type="datetimeFigureOut">
              <a:rPr lang="en-IN" smtClean="0"/>
              <a:t>20-10-2025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0AD338-314B-1A33-D061-CC34A498C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BDB31-B7F2-B50A-24B4-DA7463D69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5D1-9309-4A11-B120-6462A51C4A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646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F1951-F883-A449-B91D-86DE4355B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08B90-CBB7-ED3B-367E-A8045CF99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24BA1-37DC-024E-E908-3E582E49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926C4-32CB-2429-E541-4670CE41D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28392-44B8-4CA5-A910-B4AD0265BAC2}" type="datetimeFigureOut">
              <a:rPr lang="en-IN" smtClean="0"/>
              <a:t>20-10-2025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DCB2B-79BB-66E9-CFFE-7E93E1BC0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8A605-2C38-080A-DD84-8C0C6EF40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5D1-9309-4A11-B120-6462A51C4A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6388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B860D-0609-CAB4-748E-77306C52B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904A3A-CFBF-97CE-1F96-BE7EBAD311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4777D-623B-0F73-A069-75E2E09BD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D8F93-81C8-C682-51FB-FD6C98A05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28392-44B8-4CA5-A910-B4AD0265BAC2}" type="datetimeFigureOut">
              <a:rPr lang="en-IN" smtClean="0"/>
              <a:t>20-10-2025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3E61B-04F4-ADB5-E5F3-94837F60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4ED4A-DB5E-3496-FD21-FB2F16906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5D1-9309-4A11-B120-6462A51C4A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5270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4AE57-6904-6871-7D37-2D6B5E303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087E9E-018A-C3D7-74EB-76AE22834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BC4EC-3102-8333-B0AF-C6235851C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28392-44B8-4CA5-A910-B4AD0265BAC2}" type="datetimeFigureOut">
              <a:rPr lang="en-IN" smtClean="0"/>
              <a:t>20-10-2025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DE069-E5FC-944D-D115-196306BDE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5444A-EC19-C5C3-3CB8-B3DD764EB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5D1-9309-4A11-B120-6462A51C4A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0262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2A31F0-D2F8-CD80-847D-60849A6854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25297-6B03-B5F2-BEBE-02568C256D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86CEA-410C-7EE5-C484-2E21EE322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28392-44B8-4CA5-A910-B4AD0265BAC2}" type="datetimeFigureOut">
              <a:rPr lang="en-IN" smtClean="0"/>
              <a:t>20-10-2025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3612B-5526-46DC-D1BD-16413C0FC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FF6B6-077B-8FDA-76E2-D33043BB0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25D1-9309-4A11-B120-6462A51C4A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3889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18257-7940-9A9A-109D-23B753B13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E8A34-1571-85FD-D37A-E5451EE3F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73B74-C75C-9519-C90C-323711563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328392-44B8-4CA5-A910-B4AD0265BAC2}" type="datetimeFigureOut">
              <a:rPr lang="en-IN" smtClean="0"/>
              <a:t>20-10-2025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533B6-9384-B70F-780D-798594D43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16A38-25AE-1BA3-1472-E9F3A328B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F25D1-9309-4A11-B120-6462A51C4A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0769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2B02-2ADB-0D98-1585-26CB56F0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1B4635-01B6-E961-9133-01AE857AD3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F6874E-17A3-9FFE-E2F1-E79510436EEA}"/>
              </a:ext>
            </a:extLst>
          </p:cNvPr>
          <p:cNvSpPr txBox="1"/>
          <p:nvPr/>
        </p:nvSpPr>
        <p:spPr>
          <a:xfrm>
            <a:off x="325120" y="2644170"/>
            <a:ext cx="11866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    SubSet Sum - I</a:t>
            </a:r>
            <a:endParaRPr lang="en-IN" sz="96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775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26823-9296-050B-7A37-EF40AA910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114B5B-5401-63FA-B097-F09281FF495B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E5AAB8-052E-1724-3C78-56E48CE7F1FE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3     1      2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39C8E0-5B9B-F354-20AD-80058A4051DD}"/>
              </a:ext>
            </a:extLst>
          </p:cNvPr>
          <p:cNvSpPr txBox="1"/>
          <p:nvPr/>
        </p:nvSpPr>
        <p:spPr>
          <a:xfrm>
            <a:off x="4693298" y="315355"/>
            <a:ext cx="1597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0          1             2</a:t>
            </a:r>
          </a:p>
        </p:txBody>
      </p:sp>
    </p:spTree>
    <p:extLst>
      <p:ext uri="{BB962C8B-B14F-4D97-AF65-F5344CB8AC3E}">
        <p14:creationId xmlns:p14="http://schemas.microsoft.com/office/powerpoint/2010/main" val="1774394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6A732-D727-BEC8-41DF-FC0F21A5F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1A485B0-4919-B1C5-060B-3C3CA503A383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A514CF-965D-3B19-3975-3EDF395185B3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3     1      2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E39600-D5A3-67EE-104E-4778579EDCA7}"/>
              </a:ext>
            </a:extLst>
          </p:cNvPr>
          <p:cNvSpPr txBox="1"/>
          <p:nvPr/>
        </p:nvSpPr>
        <p:spPr>
          <a:xfrm>
            <a:off x="4693298" y="315355"/>
            <a:ext cx="1597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IN" sz="1600" b="1" dirty="0">
                <a:solidFill>
                  <a:srgbClr val="FFC000"/>
                </a:solidFill>
              </a:rPr>
              <a:t>          1             2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09B34136-3B40-A57A-A303-0FA5419AF770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1EFBAA-0FEA-3CC8-D5A6-36702D0DA4E2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S: (3) |  DS : [3]</a:t>
            </a:r>
          </a:p>
        </p:txBody>
      </p:sp>
    </p:spTree>
    <p:extLst>
      <p:ext uri="{BB962C8B-B14F-4D97-AF65-F5344CB8AC3E}">
        <p14:creationId xmlns:p14="http://schemas.microsoft.com/office/powerpoint/2010/main" val="1434978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959E1-6BAB-F2BC-4E70-272CA2029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758FAFA-699B-11F9-902B-FAB892486D81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AF7F95-D829-9106-34D9-804CAA1499F7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3     1      2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C8D22B-3865-14BF-63CA-5E8D7002E32D}"/>
              </a:ext>
            </a:extLst>
          </p:cNvPr>
          <p:cNvSpPr txBox="1"/>
          <p:nvPr/>
        </p:nvSpPr>
        <p:spPr>
          <a:xfrm>
            <a:off x="4693298" y="315355"/>
            <a:ext cx="1597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IN" sz="1600" b="1" dirty="0">
                <a:solidFill>
                  <a:srgbClr val="FFC000"/>
                </a:solidFill>
              </a:rPr>
              <a:t>          1             2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C8257D6C-4AA6-2C03-18CF-B09FB3A6E27D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532E8D-CD9B-C981-0C8E-B70C62A1E35B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S: (3) |  DS : [3]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3A780C4-003B-665D-0D00-BF3FE749B909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84C972-8B56-FA0E-DDC4-65600AFD80ED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S: (3+1) 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644229B-32C6-6FA8-A3A4-136741255006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10605B6-6CD2-FE66-1B23-2870E26CCE83}"/>
              </a:ext>
            </a:extLst>
          </p:cNvPr>
          <p:cNvSpPr/>
          <p:nvPr/>
        </p:nvSpPr>
        <p:spPr>
          <a:xfrm>
            <a:off x="-684277" y="2247900"/>
            <a:ext cx="2401315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S: (4) |  DS : [3,1]</a:t>
            </a:r>
          </a:p>
        </p:txBody>
      </p:sp>
    </p:spTree>
    <p:extLst>
      <p:ext uri="{BB962C8B-B14F-4D97-AF65-F5344CB8AC3E}">
        <p14:creationId xmlns:p14="http://schemas.microsoft.com/office/powerpoint/2010/main" val="3621899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9BEE-B86D-5A44-D13F-0ECEB9FD7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34C417F-4EDE-2533-5666-6A650410C475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669550-892F-8311-7A9A-1D46649954D7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3     1      2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BD7838-3989-E5E1-2BEB-FAE103F9CB8C}"/>
              </a:ext>
            </a:extLst>
          </p:cNvPr>
          <p:cNvSpPr txBox="1"/>
          <p:nvPr/>
        </p:nvSpPr>
        <p:spPr>
          <a:xfrm>
            <a:off x="4693298" y="315355"/>
            <a:ext cx="1597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0         </a:t>
            </a:r>
            <a:r>
              <a:rPr lang="en-IN" sz="1600" b="1" dirty="0">
                <a:solidFill>
                  <a:srgbClr val="FFC000"/>
                </a:solidFill>
              </a:rPr>
              <a:t> 1             2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CCACD326-1879-3B99-C755-DAB2F0527239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0AF4A0E-39B8-AC6A-5D93-A42EA710EBBC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S: (3) |  DS : [3]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FD7E942-C494-BAD0-12D1-C68CAB2EFB7F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E050A4-DDF0-6E2A-DD46-972875AEB2CA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S: (3+1) 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05826233-F199-DE5F-430F-6E98A5C10ED4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E980CA-EA0F-2AB9-78F0-9A865110F863}"/>
              </a:ext>
            </a:extLst>
          </p:cNvPr>
          <p:cNvSpPr/>
          <p:nvPr/>
        </p:nvSpPr>
        <p:spPr>
          <a:xfrm>
            <a:off x="-684277" y="2247900"/>
            <a:ext cx="2401315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S: (4) |  DS : [3,1]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731178-1C09-EEE2-AB8B-29EDC61B005B}"/>
              </a:ext>
            </a:extLst>
          </p:cNvPr>
          <p:cNvCxnSpPr>
            <a:cxnSpLocks/>
          </p:cNvCxnSpPr>
          <p:nvPr/>
        </p:nvCxnSpPr>
        <p:spPr>
          <a:xfrm>
            <a:off x="223519" y="2771918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FF5678-2156-B841-5D34-041E023EA3A2}"/>
              </a:ext>
            </a:extLst>
          </p:cNvPr>
          <p:cNvSpPr/>
          <p:nvPr/>
        </p:nvSpPr>
        <p:spPr>
          <a:xfrm>
            <a:off x="-730504" y="3204838"/>
            <a:ext cx="259662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(6) |  DS : [3,1,2]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AC00B7-0DD7-F33D-E0E6-1F734DC61E74}"/>
              </a:ext>
            </a:extLst>
          </p:cNvPr>
          <p:cNvSpPr/>
          <p:nvPr/>
        </p:nvSpPr>
        <p:spPr>
          <a:xfrm>
            <a:off x="-2069847" y="28580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S: (4+2)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E85C8EAE-A7B1-CA55-367A-09DD9C3D5BA4}"/>
              </a:ext>
            </a:extLst>
          </p:cNvPr>
          <p:cNvSpPr/>
          <p:nvPr/>
        </p:nvSpPr>
        <p:spPr>
          <a:xfrm rot="11030931">
            <a:off x="-1308113" y="2859379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7031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5965E-69E1-B6E0-5CE0-4D1403B5E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7C14871-2881-DAEB-E77B-636715EF3606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447880-7A22-3E02-D6B7-E4655140CA63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3     1      2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9CB8CD-2BA7-92AD-7CCB-E244B0B8E322}"/>
              </a:ext>
            </a:extLst>
          </p:cNvPr>
          <p:cNvSpPr txBox="1"/>
          <p:nvPr/>
        </p:nvSpPr>
        <p:spPr>
          <a:xfrm>
            <a:off x="4693298" y="315355"/>
            <a:ext cx="1597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0  </a:t>
            </a:r>
            <a:r>
              <a:rPr lang="en-IN" sz="1600" b="1" dirty="0">
                <a:solidFill>
                  <a:srgbClr val="FFC000"/>
                </a:solidFill>
              </a:rPr>
              <a:t>        1             2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784548BA-8B21-B9DF-172B-CB34B198BC98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818FB9-565B-8BFD-9147-1C42ABFF32CA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S: (3) |  DS : [3]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994D705-A6CE-C565-5D9D-5630D83D053C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D3C2F24-F880-2E7C-DDD0-58B1FD55FC85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S: (3+1) 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BC788A9-1262-90D1-0F22-AC2D8317CB06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D90301-B786-E13A-B573-64F73803791E}"/>
              </a:ext>
            </a:extLst>
          </p:cNvPr>
          <p:cNvSpPr/>
          <p:nvPr/>
        </p:nvSpPr>
        <p:spPr>
          <a:xfrm>
            <a:off x="-684277" y="2247900"/>
            <a:ext cx="2401315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S: (4) |  DS : [3,1]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BA086C-9491-F213-6D3F-32C511C21376}"/>
              </a:ext>
            </a:extLst>
          </p:cNvPr>
          <p:cNvCxnSpPr>
            <a:cxnSpLocks/>
          </p:cNvCxnSpPr>
          <p:nvPr/>
        </p:nvCxnSpPr>
        <p:spPr>
          <a:xfrm>
            <a:off x="223519" y="2771918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B5C65BB-E555-BDA1-4182-D9BFF0B03C39}"/>
              </a:ext>
            </a:extLst>
          </p:cNvPr>
          <p:cNvSpPr/>
          <p:nvPr/>
        </p:nvSpPr>
        <p:spPr>
          <a:xfrm>
            <a:off x="-730504" y="3204838"/>
            <a:ext cx="259662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(6) |  DS : [3,1,2]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4BDC81F-4743-54E1-451A-965408DE5FB0}"/>
              </a:ext>
            </a:extLst>
          </p:cNvPr>
          <p:cNvSpPr/>
          <p:nvPr/>
        </p:nvSpPr>
        <p:spPr>
          <a:xfrm>
            <a:off x="-2069847" y="28580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S: (4+2)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8A10F770-2E26-BB48-52E2-9FCD4BD4D5C4}"/>
              </a:ext>
            </a:extLst>
          </p:cNvPr>
          <p:cNvSpPr/>
          <p:nvPr/>
        </p:nvSpPr>
        <p:spPr>
          <a:xfrm rot="11030931">
            <a:off x="-1308113" y="2859379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BEBFC8D-C6D6-1767-8994-86A0B6833038}"/>
              </a:ext>
            </a:extLst>
          </p:cNvPr>
          <p:cNvCxnSpPr>
            <a:cxnSpLocks/>
          </p:cNvCxnSpPr>
          <p:nvPr/>
        </p:nvCxnSpPr>
        <p:spPr>
          <a:xfrm flipV="1">
            <a:off x="1122368" y="2771918"/>
            <a:ext cx="0" cy="37996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5BC514-AB00-1AD5-F818-66EB7C313016}"/>
              </a:ext>
            </a:extLst>
          </p:cNvPr>
          <p:cNvCxnSpPr/>
          <p:nvPr/>
        </p:nvCxnSpPr>
        <p:spPr>
          <a:xfrm>
            <a:off x="1782352" y="2491273"/>
            <a:ext cx="54097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3AC8D8-C0A6-4233-9B06-33233639CDB7}"/>
              </a:ext>
            </a:extLst>
          </p:cNvPr>
          <p:cNvCxnSpPr>
            <a:cxnSpLocks/>
          </p:cNvCxnSpPr>
          <p:nvPr/>
        </p:nvCxnSpPr>
        <p:spPr>
          <a:xfrm>
            <a:off x="2323322" y="2491273"/>
            <a:ext cx="0" cy="14835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E39D26E-171A-2FD2-0704-41842B98C15F}"/>
              </a:ext>
            </a:extLst>
          </p:cNvPr>
          <p:cNvSpPr/>
          <p:nvPr/>
        </p:nvSpPr>
        <p:spPr>
          <a:xfrm>
            <a:off x="927356" y="4081781"/>
            <a:ext cx="2596624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S: (4) |  DS : [3,1]</a:t>
            </a:r>
          </a:p>
        </p:txBody>
      </p:sp>
    </p:spTree>
    <p:extLst>
      <p:ext uri="{BB962C8B-B14F-4D97-AF65-F5344CB8AC3E}">
        <p14:creationId xmlns:p14="http://schemas.microsoft.com/office/powerpoint/2010/main" val="2093744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88BF7-EAD4-4032-FBE5-5B0F4A693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FF43062-C166-2C2A-2558-76AEE5DEAE91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B4318A-CE9C-2FA7-468C-381B99F3DC42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3     1      2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334A1F-AADB-E485-22DD-60A993710989}"/>
              </a:ext>
            </a:extLst>
          </p:cNvPr>
          <p:cNvSpPr txBox="1"/>
          <p:nvPr/>
        </p:nvSpPr>
        <p:spPr>
          <a:xfrm>
            <a:off x="4693298" y="315355"/>
            <a:ext cx="1597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0 </a:t>
            </a:r>
            <a:r>
              <a:rPr lang="en-IN" sz="1600" b="1" dirty="0">
                <a:solidFill>
                  <a:srgbClr val="FFC000"/>
                </a:solidFill>
              </a:rPr>
              <a:t>         1             2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884896AE-9A18-1577-EFCA-73B909EF0366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56DAEE2-4E4F-7703-EDCB-CAB174F14318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S: (3) |  DS : [3]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ABEF449-7CCC-E9AD-9698-FE8F91879192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1B9E26-9CCB-CFED-2532-6FCF8B4616CA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S: (3+1) 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B2F99DD-BD99-6362-83E7-E12BFC83D220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863934B-F74C-8FD5-DF8E-FD6E27E1C823}"/>
              </a:ext>
            </a:extLst>
          </p:cNvPr>
          <p:cNvSpPr/>
          <p:nvPr/>
        </p:nvSpPr>
        <p:spPr>
          <a:xfrm>
            <a:off x="-684277" y="2247900"/>
            <a:ext cx="2401315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S: (4) |  DS : [3,1]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C3A40E-4BD6-A635-5131-18C3F9CEB9D5}"/>
              </a:ext>
            </a:extLst>
          </p:cNvPr>
          <p:cNvCxnSpPr>
            <a:cxnSpLocks/>
          </p:cNvCxnSpPr>
          <p:nvPr/>
        </p:nvCxnSpPr>
        <p:spPr>
          <a:xfrm>
            <a:off x="223519" y="2771918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8B5E40-23E5-4FC1-E431-F69B46F29DA4}"/>
              </a:ext>
            </a:extLst>
          </p:cNvPr>
          <p:cNvSpPr/>
          <p:nvPr/>
        </p:nvSpPr>
        <p:spPr>
          <a:xfrm>
            <a:off x="-730504" y="3204838"/>
            <a:ext cx="259662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(6) |  DS : [3,1,2]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21B9996-6EAF-553B-5610-8B90FF0B8A06}"/>
              </a:ext>
            </a:extLst>
          </p:cNvPr>
          <p:cNvSpPr/>
          <p:nvPr/>
        </p:nvSpPr>
        <p:spPr>
          <a:xfrm>
            <a:off x="-2069847" y="28580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S: (4+2)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A1B72DCE-DA5A-47F2-7EA4-1477B7B5EED4}"/>
              </a:ext>
            </a:extLst>
          </p:cNvPr>
          <p:cNvSpPr/>
          <p:nvPr/>
        </p:nvSpPr>
        <p:spPr>
          <a:xfrm rot="11030931">
            <a:off x="-1308113" y="2859379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CCA7A9-9D33-C38F-AF61-AD98B01B57B8}"/>
              </a:ext>
            </a:extLst>
          </p:cNvPr>
          <p:cNvCxnSpPr>
            <a:cxnSpLocks/>
          </p:cNvCxnSpPr>
          <p:nvPr/>
        </p:nvCxnSpPr>
        <p:spPr>
          <a:xfrm flipV="1">
            <a:off x="1122368" y="2771918"/>
            <a:ext cx="0" cy="37996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96D1896-44C3-5BFA-FD25-77F1F2C01955}"/>
              </a:ext>
            </a:extLst>
          </p:cNvPr>
          <p:cNvCxnSpPr/>
          <p:nvPr/>
        </p:nvCxnSpPr>
        <p:spPr>
          <a:xfrm>
            <a:off x="1782352" y="2491273"/>
            <a:ext cx="54097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E00EC81-51E6-EF84-3948-8391C7BD7159}"/>
              </a:ext>
            </a:extLst>
          </p:cNvPr>
          <p:cNvCxnSpPr>
            <a:cxnSpLocks/>
          </p:cNvCxnSpPr>
          <p:nvPr/>
        </p:nvCxnSpPr>
        <p:spPr>
          <a:xfrm>
            <a:off x="2323322" y="2491273"/>
            <a:ext cx="0" cy="14835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9B4F828-8D58-1270-BF10-9D05D24BB923}"/>
              </a:ext>
            </a:extLst>
          </p:cNvPr>
          <p:cNvSpPr/>
          <p:nvPr/>
        </p:nvSpPr>
        <p:spPr>
          <a:xfrm>
            <a:off x="927356" y="4081781"/>
            <a:ext cx="2596624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S: (4) |  DS : [3,1]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B36DF95-1E82-E3BB-41FA-B3B07FDE4618}"/>
              </a:ext>
            </a:extLst>
          </p:cNvPr>
          <p:cNvCxnSpPr>
            <a:cxnSpLocks/>
          </p:cNvCxnSpPr>
          <p:nvPr/>
        </p:nvCxnSpPr>
        <p:spPr>
          <a:xfrm flipV="1">
            <a:off x="1122368" y="1742441"/>
            <a:ext cx="0" cy="37996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93F121-E6FE-EE16-BD8A-F1161EB8740C}"/>
              </a:ext>
            </a:extLst>
          </p:cNvPr>
          <p:cNvCxnSpPr>
            <a:cxnSpLocks/>
          </p:cNvCxnSpPr>
          <p:nvPr/>
        </p:nvCxnSpPr>
        <p:spPr>
          <a:xfrm>
            <a:off x="1717038" y="1579983"/>
            <a:ext cx="166997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8869703-C947-684C-D505-1B0218BAEDF5}"/>
              </a:ext>
            </a:extLst>
          </p:cNvPr>
          <p:cNvCxnSpPr>
            <a:cxnSpLocks/>
          </p:cNvCxnSpPr>
          <p:nvPr/>
        </p:nvCxnSpPr>
        <p:spPr>
          <a:xfrm>
            <a:off x="3377681" y="1579983"/>
            <a:ext cx="0" cy="51411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AC798A3-5175-629F-4B3A-95AE93DE1684}"/>
              </a:ext>
            </a:extLst>
          </p:cNvPr>
          <p:cNvSpPr/>
          <p:nvPr/>
        </p:nvSpPr>
        <p:spPr>
          <a:xfrm>
            <a:off x="2526542" y="2161428"/>
            <a:ext cx="247466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S: (3) |  DS : [3]</a:t>
            </a:r>
          </a:p>
        </p:txBody>
      </p:sp>
    </p:spTree>
    <p:extLst>
      <p:ext uri="{BB962C8B-B14F-4D97-AF65-F5344CB8AC3E}">
        <p14:creationId xmlns:p14="http://schemas.microsoft.com/office/powerpoint/2010/main" val="4142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D4754-77DE-D968-09F4-915C5B8EE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F1418A9-3BBC-A190-6022-F9E99AD6A530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28AFB1-9D4D-3358-A568-2CD310A9F7ED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3     1      2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775412-C1AB-0C4F-812E-207FFDF20826}"/>
              </a:ext>
            </a:extLst>
          </p:cNvPr>
          <p:cNvSpPr txBox="1"/>
          <p:nvPr/>
        </p:nvSpPr>
        <p:spPr>
          <a:xfrm>
            <a:off x="4693298" y="315355"/>
            <a:ext cx="1597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IN" sz="1600" b="1" dirty="0">
                <a:solidFill>
                  <a:srgbClr val="FFC000"/>
                </a:solidFill>
              </a:rPr>
              <a:t>          1             2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2028A7E6-BCE5-E274-DA7A-F2234CA9BBE0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6B11A4-A663-678A-66C1-50DE824C7332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S: (3) |  DS : [3]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A3BEC5E-07CD-D971-0C24-6FF339B6899B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9EB5D1-CABD-8E15-05C7-17BF055FCD2F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S: (3+1) 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77C2259-A083-5B27-1094-82888982FDB7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2DAC1A-1E91-4FDD-E54A-322B0D59524B}"/>
              </a:ext>
            </a:extLst>
          </p:cNvPr>
          <p:cNvSpPr/>
          <p:nvPr/>
        </p:nvSpPr>
        <p:spPr>
          <a:xfrm>
            <a:off x="-684277" y="2247900"/>
            <a:ext cx="2401315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S: (4) |  DS : [3,1]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315BCB-D8F1-1A03-D9EB-3F672DF904F1}"/>
              </a:ext>
            </a:extLst>
          </p:cNvPr>
          <p:cNvCxnSpPr>
            <a:cxnSpLocks/>
          </p:cNvCxnSpPr>
          <p:nvPr/>
        </p:nvCxnSpPr>
        <p:spPr>
          <a:xfrm>
            <a:off x="223519" y="2771918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09F3B1-478D-ACA2-BF1B-556D068EBF25}"/>
              </a:ext>
            </a:extLst>
          </p:cNvPr>
          <p:cNvSpPr/>
          <p:nvPr/>
        </p:nvSpPr>
        <p:spPr>
          <a:xfrm>
            <a:off x="-730504" y="3204838"/>
            <a:ext cx="259662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(6) |  DS : [3,1,2]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BD52E4-010A-B7A5-D2B3-1B7C75807636}"/>
              </a:ext>
            </a:extLst>
          </p:cNvPr>
          <p:cNvSpPr/>
          <p:nvPr/>
        </p:nvSpPr>
        <p:spPr>
          <a:xfrm>
            <a:off x="-2069847" y="28580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S: (4+2)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EA8F57F9-DE63-8035-5A2A-813E59B20AA6}"/>
              </a:ext>
            </a:extLst>
          </p:cNvPr>
          <p:cNvSpPr/>
          <p:nvPr/>
        </p:nvSpPr>
        <p:spPr>
          <a:xfrm rot="11030931">
            <a:off x="-1308113" y="2859379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FC23A25-3433-0DD0-EF92-E29185FF930A}"/>
              </a:ext>
            </a:extLst>
          </p:cNvPr>
          <p:cNvCxnSpPr>
            <a:cxnSpLocks/>
          </p:cNvCxnSpPr>
          <p:nvPr/>
        </p:nvCxnSpPr>
        <p:spPr>
          <a:xfrm flipV="1">
            <a:off x="1122368" y="2771918"/>
            <a:ext cx="0" cy="37996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E8254A8-FBBD-4762-8731-1D73AEF4F007}"/>
              </a:ext>
            </a:extLst>
          </p:cNvPr>
          <p:cNvCxnSpPr/>
          <p:nvPr/>
        </p:nvCxnSpPr>
        <p:spPr>
          <a:xfrm>
            <a:off x="1782352" y="2491273"/>
            <a:ext cx="54097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3D297B-FF5E-6DB8-939A-885A71D1705F}"/>
              </a:ext>
            </a:extLst>
          </p:cNvPr>
          <p:cNvCxnSpPr>
            <a:cxnSpLocks/>
          </p:cNvCxnSpPr>
          <p:nvPr/>
        </p:nvCxnSpPr>
        <p:spPr>
          <a:xfrm>
            <a:off x="2323322" y="2491273"/>
            <a:ext cx="0" cy="14835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03E69F2-AB30-9499-7F80-AF59268F399B}"/>
              </a:ext>
            </a:extLst>
          </p:cNvPr>
          <p:cNvSpPr/>
          <p:nvPr/>
        </p:nvSpPr>
        <p:spPr>
          <a:xfrm>
            <a:off x="927356" y="4081781"/>
            <a:ext cx="2596624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S: (4) |  DS : [3,1]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952C85C-943E-FE71-0909-3B1559C29142}"/>
              </a:ext>
            </a:extLst>
          </p:cNvPr>
          <p:cNvCxnSpPr>
            <a:cxnSpLocks/>
          </p:cNvCxnSpPr>
          <p:nvPr/>
        </p:nvCxnSpPr>
        <p:spPr>
          <a:xfrm flipV="1">
            <a:off x="1122368" y="1742441"/>
            <a:ext cx="0" cy="37996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A0058D-ADC2-89DA-536C-E67E0900C532}"/>
              </a:ext>
            </a:extLst>
          </p:cNvPr>
          <p:cNvCxnSpPr>
            <a:cxnSpLocks/>
          </p:cNvCxnSpPr>
          <p:nvPr/>
        </p:nvCxnSpPr>
        <p:spPr>
          <a:xfrm>
            <a:off x="1717038" y="1579983"/>
            <a:ext cx="166997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868F699-9232-7CFE-9D87-8C4E511F1AD4}"/>
              </a:ext>
            </a:extLst>
          </p:cNvPr>
          <p:cNvCxnSpPr>
            <a:cxnSpLocks/>
          </p:cNvCxnSpPr>
          <p:nvPr/>
        </p:nvCxnSpPr>
        <p:spPr>
          <a:xfrm>
            <a:off x="3377681" y="1579983"/>
            <a:ext cx="0" cy="51411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76998EA-1A55-739B-6750-23056503AF0A}"/>
              </a:ext>
            </a:extLst>
          </p:cNvPr>
          <p:cNvSpPr/>
          <p:nvPr/>
        </p:nvSpPr>
        <p:spPr>
          <a:xfrm>
            <a:off x="2526542" y="2161428"/>
            <a:ext cx="247466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S: (3) |  DS : [3]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214E407-196B-19D5-0492-3B6A219F96B1}"/>
              </a:ext>
            </a:extLst>
          </p:cNvPr>
          <p:cNvCxnSpPr>
            <a:cxnSpLocks/>
          </p:cNvCxnSpPr>
          <p:nvPr/>
        </p:nvCxnSpPr>
        <p:spPr>
          <a:xfrm>
            <a:off x="3377681" y="2676020"/>
            <a:ext cx="0" cy="30977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C5053F8-6BD9-B86D-42D6-1BE982499B41}"/>
              </a:ext>
            </a:extLst>
          </p:cNvPr>
          <p:cNvSpPr/>
          <p:nvPr/>
        </p:nvSpPr>
        <p:spPr>
          <a:xfrm>
            <a:off x="2594004" y="3050840"/>
            <a:ext cx="247466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i: (2)  |   S: (5) |  DS : [3,2]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0A05B8B-79AE-08EA-0EE1-0D08F97CD0E9}"/>
              </a:ext>
            </a:extLst>
          </p:cNvPr>
          <p:cNvSpPr/>
          <p:nvPr/>
        </p:nvSpPr>
        <p:spPr>
          <a:xfrm>
            <a:off x="3387012" y="3643310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S: (3+2) 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97DE5F14-0305-AAAE-47E3-DB46B4C32903}"/>
              </a:ext>
            </a:extLst>
          </p:cNvPr>
          <p:cNvSpPr/>
          <p:nvPr/>
        </p:nvSpPr>
        <p:spPr>
          <a:xfrm rot="4269521">
            <a:off x="4286771" y="2984087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244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A36E5-D4A6-EF4E-9CC3-B08AB19BC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8834EF-9395-F6B8-868C-4742558EA1FD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24A642-0497-0D20-1BD9-C6A7F516D267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3     1      2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057DB4-31A3-35F0-958C-212CBD73142E}"/>
              </a:ext>
            </a:extLst>
          </p:cNvPr>
          <p:cNvSpPr txBox="1"/>
          <p:nvPr/>
        </p:nvSpPr>
        <p:spPr>
          <a:xfrm>
            <a:off x="4693298" y="315355"/>
            <a:ext cx="1597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0 </a:t>
            </a:r>
            <a:r>
              <a:rPr lang="en-IN" sz="1600" b="1" dirty="0">
                <a:solidFill>
                  <a:srgbClr val="FFC000"/>
                </a:solidFill>
              </a:rPr>
              <a:t>         1             2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408D6B77-37B6-AB95-1611-BBDE512A349E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8A4C08-B445-9E7D-ECE3-B574A61730D8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S: (3) |  DS : [3]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E87B062-ED13-9F2E-B496-49EF058C333D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E8D257-FCCF-FD9E-7D2F-714EBB2C15D9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S: (3+1) 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CA48AF5D-620D-89DD-5F19-09E941C30444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A949F6-26CF-6CE3-7063-2B34F32CACA1}"/>
              </a:ext>
            </a:extLst>
          </p:cNvPr>
          <p:cNvSpPr/>
          <p:nvPr/>
        </p:nvSpPr>
        <p:spPr>
          <a:xfrm>
            <a:off x="-684277" y="2247900"/>
            <a:ext cx="2401315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S: (4) |  DS : [3,1]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59A7AA-DE60-6F59-D150-6F7B33A7B238}"/>
              </a:ext>
            </a:extLst>
          </p:cNvPr>
          <p:cNvCxnSpPr>
            <a:cxnSpLocks/>
          </p:cNvCxnSpPr>
          <p:nvPr/>
        </p:nvCxnSpPr>
        <p:spPr>
          <a:xfrm>
            <a:off x="223519" y="2771918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1D82EE1-6B57-4BFA-4601-15ABFD9D6566}"/>
              </a:ext>
            </a:extLst>
          </p:cNvPr>
          <p:cNvSpPr/>
          <p:nvPr/>
        </p:nvSpPr>
        <p:spPr>
          <a:xfrm>
            <a:off x="-730504" y="3204838"/>
            <a:ext cx="259662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(6) |  DS : [3,1,2]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DB7B94-B396-A8D8-21C9-C4D635EBEF15}"/>
              </a:ext>
            </a:extLst>
          </p:cNvPr>
          <p:cNvSpPr/>
          <p:nvPr/>
        </p:nvSpPr>
        <p:spPr>
          <a:xfrm>
            <a:off x="-2069847" y="28580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S: (4+2)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0B526C1-6130-81B2-519D-1B4DD8D1290A}"/>
              </a:ext>
            </a:extLst>
          </p:cNvPr>
          <p:cNvSpPr/>
          <p:nvPr/>
        </p:nvSpPr>
        <p:spPr>
          <a:xfrm rot="11030931">
            <a:off x="-1308113" y="2859379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C35FECA-A7B7-3B05-C8D8-B9048DABE7C1}"/>
              </a:ext>
            </a:extLst>
          </p:cNvPr>
          <p:cNvCxnSpPr>
            <a:cxnSpLocks/>
          </p:cNvCxnSpPr>
          <p:nvPr/>
        </p:nvCxnSpPr>
        <p:spPr>
          <a:xfrm flipV="1">
            <a:off x="1122368" y="2771918"/>
            <a:ext cx="0" cy="37996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78E49C2-8FAF-C634-3657-FC372BFEFBCA}"/>
              </a:ext>
            </a:extLst>
          </p:cNvPr>
          <p:cNvCxnSpPr/>
          <p:nvPr/>
        </p:nvCxnSpPr>
        <p:spPr>
          <a:xfrm>
            <a:off x="1782352" y="2491273"/>
            <a:ext cx="54097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F0777E-5124-1E73-509B-7812E564EE7D}"/>
              </a:ext>
            </a:extLst>
          </p:cNvPr>
          <p:cNvCxnSpPr>
            <a:cxnSpLocks/>
          </p:cNvCxnSpPr>
          <p:nvPr/>
        </p:nvCxnSpPr>
        <p:spPr>
          <a:xfrm>
            <a:off x="2323322" y="2491273"/>
            <a:ext cx="0" cy="14835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E16B7B0-A4AB-083B-F741-3B799CE3A4B5}"/>
              </a:ext>
            </a:extLst>
          </p:cNvPr>
          <p:cNvSpPr/>
          <p:nvPr/>
        </p:nvSpPr>
        <p:spPr>
          <a:xfrm>
            <a:off x="927356" y="4081781"/>
            <a:ext cx="2596624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S: (4) |  DS : [3,1]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2ABE870-A5DD-8D2A-008D-1B5634A9702E}"/>
              </a:ext>
            </a:extLst>
          </p:cNvPr>
          <p:cNvCxnSpPr>
            <a:cxnSpLocks/>
          </p:cNvCxnSpPr>
          <p:nvPr/>
        </p:nvCxnSpPr>
        <p:spPr>
          <a:xfrm flipV="1">
            <a:off x="1122368" y="1742441"/>
            <a:ext cx="0" cy="37996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4A6A95A-1ED8-C7E1-A069-0E5E5F762CD9}"/>
              </a:ext>
            </a:extLst>
          </p:cNvPr>
          <p:cNvCxnSpPr>
            <a:cxnSpLocks/>
          </p:cNvCxnSpPr>
          <p:nvPr/>
        </p:nvCxnSpPr>
        <p:spPr>
          <a:xfrm>
            <a:off x="1717038" y="1579983"/>
            <a:ext cx="166997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79314FE-1127-6352-9FC3-83FDD14075D9}"/>
              </a:ext>
            </a:extLst>
          </p:cNvPr>
          <p:cNvCxnSpPr>
            <a:cxnSpLocks/>
          </p:cNvCxnSpPr>
          <p:nvPr/>
        </p:nvCxnSpPr>
        <p:spPr>
          <a:xfrm>
            <a:off x="3377681" y="1579983"/>
            <a:ext cx="0" cy="51411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0E3D5B7-67E3-796B-B240-2A6484760F6F}"/>
              </a:ext>
            </a:extLst>
          </p:cNvPr>
          <p:cNvSpPr/>
          <p:nvPr/>
        </p:nvSpPr>
        <p:spPr>
          <a:xfrm>
            <a:off x="2526542" y="2161428"/>
            <a:ext cx="247466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S: (3) |  DS : [3]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7F96D3A-EB4A-5160-4008-5E8C66E1FBC6}"/>
              </a:ext>
            </a:extLst>
          </p:cNvPr>
          <p:cNvCxnSpPr>
            <a:cxnSpLocks/>
          </p:cNvCxnSpPr>
          <p:nvPr/>
        </p:nvCxnSpPr>
        <p:spPr>
          <a:xfrm>
            <a:off x="3377681" y="2676020"/>
            <a:ext cx="0" cy="30977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BE6E430-3F38-A1F8-0579-39B32E60CC27}"/>
              </a:ext>
            </a:extLst>
          </p:cNvPr>
          <p:cNvSpPr/>
          <p:nvPr/>
        </p:nvSpPr>
        <p:spPr>
          <a:xfrm>
            <a:off x="2594004" y="3050840"/>
            <a:ext cx="247466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i: (2)  |   S: (5) |  DS : [3,2]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EB307FD-C6E7-FB02-BCB8-A8F4BB7CB731}"/>
              </a:ext>
            </a:extLst>
          </p:cNvPr>
          <p:cNvSpPr/>
          <p:nvPr/>
        </p:nvSpPr>
        <p:spPr>
          <a:xfrm>
            <a:off x="3387012" y="3643310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S: (3+2) 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0F5D4727-DBA1-B8EB-461F-1C65ADDDD731}"/>
              </a:ext>
            </a:extLst>
          </p:cNvPr>
          <p:cNvSpPr/>
          <p:nvPr/>
        </p:nvSpPr>
        <p:spPr>
          <a:xfrm rot="4269521">
            <a:off x="4286771" y="2984087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67B2DE-4978-4DCE-579E-460B18C23C13}"/>
              </a:ext>
            </a:extLst>
          </p:cNvPr>
          <p:cNvCxnSpPr>
            <a:cxnSpLocks/>
          </p:cNvCxnSpPr>
          <p:nvPr/>
        </p:nvCxnSpPr>
        <p:spPr>
          <a:xfrm flipV="1">
            <a:off x="4413346" y="2687312"/>
            <a:ext cx="0" cy="29848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21DD7ED-7AB6-D239-291E-8FEE11077419}"/>
              </a:ext>
            </a:extLst>
          </p:cNvPr>
          <p:cNvCxnSpPr/>
          <p:nvPr/>
        </p:nvCxnSpPr>
        <p:spPr>
          <a:xfrm>
            <a:off x="5107160" y="2388342"/>
            <a:ext cx="54097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4670C36-909E-753D-ABE9-410A7A907364}"/>
              </a:ext>
            </a:extLst>
          </p:cNvPr>
          <p:cNvCxnSpPr>
            <a:cxnSpLocks/>
          </p:cNvCxnSpPr>
          <p:nvPr/>
        </p:nvCxnSpPr>
        <p:spPr>
          <a:xfrm>
            <a:off x="5648130" y="2388342"/>
            <a:ext cx="0" cy="1586499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48F5A02-5B85-5316-E45A-EF6FA8DD0768}"/>
              </a:ext>
            </a:extLst>
          </p:cNvPr>
          <p:cNvSpPr/>
          <p:nvPr/>
        </p:nvSpPr>
        <p:spPr>
          <a:xfrm>
            <a:off x="4693298" y="4085144"/>
            <a:ext cx="247466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S: (3) |  DS : [3]</a:t>
            </a:r>
          </a:p>
        </p:txBody>
      </p:sp>
    </p:spTree>
    <p:extLst>
      <p:ext uri="{BB962C8B-B14F-4D97-AF65-F5344CB8AC3E}">
        <p14:creationId xmlns:p14="http://schemas.microsoft.com/office/powerpoint/2010/main" val="2129630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F644-2013-C3BD-E33E-00C76A532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0C4D764-04B2-8A10-0842-B213900F1C77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600804-F181-84F2-E9F5-062117E8B8A9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3     1      2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E9EBFD-DFBF-0EA7-F160-36A6E5EB2B2D}"/>
              </a:ext>
            </a:extLst>
          </p:cNvPr>
          <p:cNvSpPr txBox="1"/>
          <p:nvPr/>
        </p:nvSpPr>
        <p:spPr>
          <a:xfrm>
            <a:off x="4693298" y="315355"/>
            <a:ext cx="1597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  </a:t>
            </a:r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IN" sz="1600" b="1" dirty="0">
                <a:solidFill>
                  <a:srgbClr val="FFC000"/>
                </a:solidFill>
              </a:rPr>
              <a:t>     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ACBA8D09-C075-6ED5-06B7-88D17EE19961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2836ACE-74AD-64E0-D2D5-16F0867A83F5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S: (3) |  DS : [3]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451397F-2E0C-7A75-E6C0-65D93446C9F7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4432792-705E-5231-DA30-F1FFFB4AD14A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S: (3+1) 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6B0CE06C-7A2B-15A9-7C38-8729F1FDA814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75803A-8B34-8EA7-75F8-FE51FC91CA47}"/>
              </a:ext>
            </a:extLst>
          </p:cNvPr>
          <p:cNvSpPr/>
          <p:nvPr/>
        </p:nvSpPr>
        <p:spPr>
          <a:xfrm>
            <a:off x="-684277" y="2247900"/>
            <a:ext cx="2401315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S: (4) |  DS : [3,1]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B9C714-462F-770A-2492-30AE8997B808}"/>
              </a:ext>
            </a:extLst>
          </p:cNvPr>
          <p:cNvCxnSpPr>
            <a:cxnSpLocks/>
          </p:cNvCxnSpPr>
          <p:nvPr/>
        </p:nvCxnSpPr>
        <p:spPr>
          <a:xfrm>
            <a:off x="223519" y="2771918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4CE3C9D-0314-CD1E-F597-C0CEC1D1BD57}"/>
              </a:ext>
            </a:extLst>
          </p:cNvPr>
          <p:cNvSpPr/>
          <p:nvPr/>
        </p:nvSpPr>
        <p:spPr>
          <a:xfrm>
            <a:off x="-730504" y="3204838"/>
            <a:ext cx="259662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(6) |  DS : [3,1,2]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0430B6C-4E98-3104-C5FC-E89373694A1A}"/>
              </a:ext>
            </a:extLst>
          </p:cNvPr>
          <p:cNvSpPr/>
          <p:nvPr/>
        </p:nvSpPr>
        <p:spPr>
          <a:xfrm>
            <a:off x="-2069847" y="28580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S: (4+2)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4676227B-A78F-9C3B-8589-F9CDB814F09F}"/>
              </a:ext>
            </a:extLst>
          </p:cNvPr>
          <p:cNvSpPr/>
          <p:nvPr/>
        </p:nvSpPr>
        <p:spPr>
          <a:xfrm rot="11030931">
            <a:off x="-1308113" y="2859379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D98D70-D0C9-DED8-B987-D17D6ECECCBB}"/>
              </a:ext>
            </a:extLst>
          </p:cNvPr>
          <p:cNvCxnSpPr>
            <a:cxnSpLocks/>
          </p:cNvCxnSpPr>
          <p:nvPr/>
        </p:nvCxnSpPr>
        <p:spPr>
          <a:xfrm flipV="1">
            <a:off x="1122368" y="2771918"/>
            <a:ext cx="0" cy="37996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F4E9A7F-DCBA-9195-F55E-0948EB0A7950}"/>
              </a:ext>
            </a:extLst>
          </p:cNvPr>
          <p:cNvCxnSpPr/>
          <p:nvPr/>
        </p:nvCxnSpPr>
        <p:spPr>
          <a:xfrm>
            <a:off x="1782352" y="2491273"/>
            <a:ext cx="54097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07935EF-5566-DB59-E200-8089CB3EEFFD}"/>
              </a:ext>
            </a:extLst>
          </p:cNvPr>
          <p:cNvCxnSpPr>
            <a:cxnSpLocks/>
          </p:cNvCxnSpPr>
          <p:nvPr/>
        </p:nvCxnSpPr>
        <p:spPr>
          <a:xfrm>
            <a:off x="2323322" y="2491273"/>
            <a:ext cx="0" cy="14835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8B7CC29-D092-1857-27D9-EE89B645E247}"/>
              </a:ext>
            </a:extLst>
          </p:cNvPr>
          <p:cNvSpPr/>
          <p:nvPr/>
        </p:nvSpPr>
        <p:spPr>
          <a:xfrm>
            <a:off x="927356" y="4081781"/>
            <a:ext cx="2596624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S: (4) |  DS : [3,1]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42B029A-1A89-43D4-7D50-5148DCED5F98}"/>
              </a:ext>
            </a:extLst>
          </p:cNvPr>
          <p:cNvCxnSpPr>
            <a:cxnSpLocks/>
          </p:cNvCxnSpPr>
          <p:nvPr/>
        </p:nvCxnSpPr>
        <p:spPr>
          <a:xfrm flipV="1">
            <a:off x="1122368" y="1742441"/>
            <a:ext cx="0" cy="37996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381D35F-35C1-7FB8-940A-E2E43A14F274}"/>
              </a:ext>
            </a:extLst>
          </p:cNvPr>
          <p:cNvCxnSpPr>
            <a:cxnSpLocks/>
          </p:cNvCxnSpPr>
          <p:nvPr/>
        </p:nvCxnSpPr>
        <p:spPr>
          <a:xfrm>
            <a:off x="1717038" y="1579983"/>
            <a:ext cx="166997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950B73E-4C2F-F549-18B8-1B0B6FE93F5D}"/>
              </a:ext>
            </a:extLst>
          </p:cNvPr>
          <p:cNvCxnSpPr>
            <a:cxnSpLocks/>
          </p:cNvCxnSpPr>
          <p:nvPr/>
        </p:nvCxnSpPr>
        <p:spPr>
          <a:xfrm>
            <a:off x="3377681" y="1579983"/>
            <a:ext cx="0" cy="51411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9274F1C-BC00-1DE5-C7B0-2D6654828E67}"/>
              </a:ext>
            </a:extLst>
          </p:cNvPr>
          <p:cNvSpPr/>
          <p:nvPr/>
        </p:nvSpPr>
        <p:spPr>
          <a:xfrm>
            <a:off x="2526542" y="2161428"/>
            <a:ext cx="247466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S: (3) |  DS : [3]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C8E190-79D3-4819-3A52-C0203AD2485D}"/>
              </a:ext>
            </a:extLst>
          </p:cNvPr>
          <p:cNvCxnSpPr>
            <a:cxnSpLocks/>
          </p:cNvCxnSpPr>
          <p:nvPr/>
        </p:nvCxnSpPr>
        <p:spPr>
          <a:xfrm>
            <a:off x="3377681" y="2676020"/>
            <a:ext cx="0" cy="30977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4726F88-7FBA-9C64-F47D-E432497F7912}"/>
              </a:ext>
            </a:extLst>
          </p:cNvPr>
          <p:cNvSpPr/>
          <p:nvPr/>
        </p:nvSpPr>
        <p:spPr>
          <a:xfrm>
            <a:off x="2594004" y="3050840"/>
            <a:ext cx="247466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i: (2)  |   S: (5) |  DS : [3,2]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DD3DEA4-2154-152B-85F7-368C04150956}"/>
              </a:ext>
            </a:extLst>
          </p:cNvPr>
          <p:cNvSpPr/>
          <p:nvPr/>
        </p:nvSpPr>
        <p:spPr>
          <a:xfrm>
            <a:off x="3387012" y="3643310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S: (3+2) 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F4AF4842-2AB2-E0AC-8DDC-D3C13CEBB734}"/>
              </a:ext>
            </a:extLst>
          </p:cNvPr>
          <p:cNvSpPr/>
          <p:nvPr/>
        </p:nvSpPr>
        <p:spPr>
          <a:xfrm rot="4269521">
            <a:off x="4286771" y="2984087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E48D039-688A-0726-32FB-3E16D2B08906}"/>
              </a:ext>
            </a:extLst>
          </p:cNvPr>
          <p:cNvCxnSpPr>
            <a:cxnSpLocks/>
          </p:cNvCxnSpPr>
          <p:nvPr/>
        </p:nvCxnSpPr>
        <p:spPr>
          <a:xfrm flipV="1">
            <a:off x="4413346" y="2687312"/>
            <a:ext cx="0" cy="29848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ACB20A9-31F0-F563-D4F3-E25F7DB61A63}"/>
              </a:ext>
            </a:extLst>
          </p:cNvPr>
          <p:cNvCxnSpPr/>
          <p:nvPr/>
        </p:nvCxnSpPr>
        <p:spPr>
          <a:xfrm>
            <a:off x="5107160" y="2388342"/>
            <a:ext cx="54097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2FF22F-0BAF-69E2-8EDA-B2EE36381F91}"/>
              </a:ext>
            </a:extLst>
          </p:cNvPr>
          <p:cNvCxnSpPr>
            <a:cxnSpLocks/>
          </p:cNvCxnSpPr>
          <p:nvPr/>
        </p:nvCxnSpPr>
        <p:spPr>
          <a:xfrm>
            <a:off x="5648130" y="2388342"/>
            <a:ext cx="0" cy="1586499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CFF7D75-BDFE-10C7-E00D-E1AD098B6F1D}"/>
              </a:ext>
            </a:extLst>
          </p:cNvPr>
          <p:cNvSpPr/>
          <p:nvPr/>
        </p:nvSpPr>
        <p:spPr>
          <a:xfrm>
            <a:off x="4693298" y="4085144"/>
            <a:ext cx="247466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S: (3) |  DS : [3]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096FEEA-882C-BD6A-7EEE-01C2FECFAC36}"/>
              </a:ext>
            </a:extLst>
          </p:cNvPr>
          <p:cNvCxnSpPr/>
          <p:nvPr/>
        </p:nvCxnSpPr>
        <p:spPr>
          <a:xfrm>
            <a:off x="6662058" y="1401106"/>
            <a:ext cx="0" cy="5594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3E79228-00DF-3DB9-671C-6904060B274C}"/>
              </a:ext>
            </a:extLst>
          </p:cNvPr>
          <p:cNvSpPr/>
          <p:nvPr/>
        </p:nvSpPr>
        <p:spPr>
          <a:xfrm>
            <a:off x="5814359" y="2008364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S: (1) |  DS : [1]</a:t>
            </a:r>
          </a:p>
        </p:txBody>
      </p:sp>
    </p:spTree>
    <p:extLst>
      <p:ext uri="{BB962C8B-B14F-4D97-AF65-F5344CB8AC3E}">
        <p14:creationId xmlns:p14="http://schemas.microsoft.com/office/powerpoint/2010/main" val="3343006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1D851-B31C-51F3-5936-C7D89F57C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B6FFA5-B006-D366-D3A1-F9599F41E1A1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72555B-D0C7-D0A3-8579-92AE464F1290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3     1      2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29821-4FE5-79E6-480D-777131D501D0}"/>
              </a:ext>
            </a:extLst>
          </p:cNvPr>
          <p:cNvSpPr txBox="1"/>
          <p:nvPr/>
        </p:nvSpPr>
        <p:spPr>
          <a:xfrm>
            <a:off x="4693298" y="315355"/>
            <a:ext cx="1597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  </a:t>
            </a:r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IN" sz="1600" b="1" dirty="0">
                <a:solidFill>
                  <a:srgbClr val="FFC000"/>
                </a:solidFill>
              </a:rPr>
              <a:t>     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B1B4A99D-B3AE-C6C8-40B6-E8970CFB6863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ABBD77-901D-6D97-9B71-F368C58C4FAD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S: (3) |  DS : [3]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B985CAF-B109-BB0F-B6C3-8601ECE7FCC8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8D5DA9-3B84-8FB7-A1E4-BFC70C9ECB87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S: (3+1) 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540A3222-BF07-6212-D923-1F2A0FDFCF60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55CFB5-9C04-B648-CBBC-C651558F02D7}"/>
              </a:ext>
            </a:extLst>
          </p:cNvPr>
          <p:cNvSpPr/>
          <p:nvPr/>
        </p:nvSpPr>
        <p:spPr>
          <a:xfrm>
            <a:off x="-684277" y="2247900"/>
            <a:ext cx="2401315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S: (4) |  DS : [3,1]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B410EF-1EA9-3A46-584F-E6AD4B0A05FD}"/>
              </a:ext>
            </a:extLst>
          </p:cNvPr>
          <p:cNvCxnSpPr>
            <a:cxnSpLocks/>
          </p:cNvCxnSpPr>
          <p:nvPr/>
        </p:nvCxnSpPr>
        <p:spPr>
          <a:xfrm>
            <a:off x="223519" y="2771918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470031-118D-61BC-5218-36303FFD6896}"/>
              </a:ext>
            </a:extLst>
          </p:cNvPr>
          <p:cNvSpPr/>
          <p:nvPr/>
        </p:nvSpPr>
        <p:spPr>
          <a:xfrm>
            <a:off x="-730504" y="3204838"/>
            <a:ext cx="259662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(6) |  DS : [3,1,2]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7E361AF-36F0-3A60-704A-B8958A31E3F7}"/>
              </a:ext>
            </a:extLst>
          </p:cNvPr>
          <p:cNvSpPr/>
          <p:nvPr/>
        </p:nvSpPr>
        <p:spPr>
          <a:xfrm>
            <a:off x="-2069847" y="28580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S: (4+2)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734A657A-180D-D7A8-11C7-05D59B670944}"/>
              </a:ext>
            </a:extLst>
          </p:cNvPr>
          <p:cNvSpPr/>
          <p:nvPr/>
        </p:nvSpPr>
        <p:spPr>
          <a:xfrm rot="11030931">
            <a:off x="-1308113" y="2859379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B86A90-5FCC-DE20-F78C-7DA1EB6CA5D9}"/>
              </a:ext>
            </a:extLst>
          </p:cNvPr>
          <p:cNvCxnSpPr>
            <a:cxnSpLocks/>
          </p:cNvCxnSpPr>
          <p:nvPr/>
        </p:nvCxnSpPr>
        <p:spPr>
          <a:xfrm flipV="1">
            <a:off x="1122368" y="2771918"/>
            <a:ext cx="0" cy="37996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EF0E8E-4348-F051-7278-27F69F6CAB65}"/>
              </a:ext>
            </a:extLst>
          </p:cNvPr>
          <p:cNvCxnSpPr/>
          <p:nvPr/>
        </p:nvCxnSpPr>
        <p:spPr>
          <a:xfrm>
            <a:off x="1782352" y="2491273"/>
            <a:ext cx="54097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96ED7D1-0818-E2C7-6A5B-B2942DA62A00}"/>
              </a:ext>
            </a:extLst>
          </p:cNvPr>
          <p:cNvCxnSpPr>
            <a:cxnSpLocks/>
          </p:cNvCxnSpPr>
          <p:nvPr/>
        </p:nvCxnSpPr>
        <p:spPr>
          <a:xfrm>
            <a:off x="2323322" y="2491273"/>
            <a:ext cx="0" cy="14835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7166ABB-C5D8-A9A6-5FCD-466038BB0D92}"/>
              </a:ext>
            </a:extLst>
          </p:cNvPr>
          <p:cNvSpPr/>
          <p:nvPr/>
        </p:nvSpPr>
        <p:spPr>
          <a:xfrm>
            <a:off x="927356" y="4081781"/>
            <a:ext cx="2596624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S: (4) |  DS : [3,1]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439CEED-ECFD-CED8-C7FE-0F570A53884C}"/>
              </a:ext>
            </a:extLst>
          </p:cNvPr>
          <p:cNvCxnSpPr>
            <a:cxnSpLocks/>
          </p:cNvCxnSpPr>
          <p:nvPr/>
        </p:nvCxnSpPr>
        <p:spPr>
          <a:xfrm flipV="1">
            <a:off x="1122368" y="1742441"/>
            <a:ext cx="0" cy="37996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D75C27F-5D37-FD98-6D2D-840325719905}"/>
              </a:ext>
            </a:extLst>
          </p:cNvPr>
          <p:cNvCxnSpPr>
            <a:cxnSpLocks/>
          </p:cNvCxnSpPr>
          <p:nvPr/>
        </p:nvCxnSpPr>
        <p:spPr>
          <a:xfrm>
            <a:off x="1717038" y="1579983"/>
            <a:ext cx="166997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0AF5DF-BC4C-4CE5-B7AF-AB2FE851702B}"/>
              </a:ext>
            </a:extLst>
          </p:cNvPr>
          <p:cNvCxnSpPr>
            <a:cxnSpLocks/>
          </p:cNvCxnSpPr>
          <p:nvPr/>
        </p:nvCxnSpPr>
        <p:spPr>
          <a:xfrm>
            <a:off x="3377681" y="1579983"/>
            <a:ext cx="0" cy="51411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1484423-1D19-6FD3-8815-CD91D9E70C75}"/>
              </a:ext>
            </a:extLst>
          </p:cNvPr>
          <p:cNvSpPr/>
          <p:nvPr/>
        </p:nvSpPr>
        <p:spPr>
          <a:xfrm>
            <a:off x="2526542" y="2161428"/>
            <a:ext cx="247466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S: (3) |  DS : [3]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27AEC0-0DCE-3B66-511D-48F9199CC711}"/>
              </a:ext>
            </a:extLst>
          </p:cNvPr>
          <p:cNvCxnSpPr>
            <a:cxnSpLocks/>
          </p:cNvCxnSpPr>
          <p:nvPr/>
        </p:nvCxnSpPr>
        <p:spPr>
          <a:xfrm>
            <a:off x="3377681" y="2676020"/>
            <a:ext cx="0" cy="30977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BA5B4C2-C5AD-53B5-CEA2-587EB1819919}"/>
              </a:ext>
            </a:extLst>
          </p:cNvPr>
          <p:cNvSpPr/>
          <p:nvPr/>
        </p:nvSpPr>
        <p:spPr>
          <a:xfrm>
            <a:off x="2594004" y="3050840"/>
            <a:ext cx="247466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i: (2)  |   S: (5) |  DS : [3,2]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FCD41B9-2CDB-7356-54A2-F50E5EA46A20}"/>
              </a:ext>
            </a:extLst>
          </p:cNvPr>
          <p:cNvSpPr/>
          <p:nvPr/>
        </p:nvSpPr>
        <p:spPr>
          <a:xfrm>
            <a:off x="3387012" y="3643310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S: (3+2) 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7ECEE5AD-1DCA-9C89-7AA3-D4AB11F4E90F}"/>
              </a:ext>
            </a:extLst>
          </p:cNvPr>
          <p:cNvSpPr/>
          <p:nvPr/>
        </p:nvSpPr>
        <p:spPr>
          <a:xfrm rot="4269521">
            <a:off x="4286771" y="2984087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F3E8257-5F67-DE7E-DC04-3A9E58129001}"/>
              </a:ext>
            </a:extLst>
          </p:cNvPr>
          <p:cNvCxnSpPr>
            <a:cxnSpLocks/>
          </p:cNvCxnSpPr>
          <p:nvPr/>
        </p:nvCxnSpPr>
        <p:spPr>
          <a:xfrm flipV="1">
            <a:off x="4413346" y="2687312"/>
            <a:ext cx="0" cy="29848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AA1564E-F4E0-0A2E-2AF6-7CBD6E2B4B94}"/>
              </a:ext>
            </a:extLst>
          </p:cNvPr>
          <p:cNvCxnSpPr/>
          <p:nvPr/>
        </p:nvCxnSpPr>
        <p:spPr>
          <a:xfrm>
            <a:off x="5107160" y="2388342"/>
            <a:ext cx="54097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D285947-A45F-4FC5-02F3-0F856C4AEFDC}"/>
              </a:ext>
            </a:extLst>
          </p:cNvPr>
          <p:cNvCxnSpPr>
            <a:cxnSpLocks/>
          </p:cNvCxnSpPr>
          <p:nvPr/>
        </p:nvCxnSpPr>
        <p:spPr>
          <a:xfrm>
            <a:off x="5648130" y="2388342"/>
            <a:ext cx="0" cy="1586499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D749DB4-E4E5-4658-272C-D891C9B65D60}"/>
              </a:ext>
            </a:extLst>
          </p:cNvPr>
          <p:cNvSpPr/>
          <p:nvPr/>
        </p:nvSpPr>
        <p:spPr>
          <a:xfrm>
            <a:off x="4693298" y="4085144"/>
            <a:ext cx="247466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S: (3) |  DS : [3]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3BCABD0-7AEE-AFEC-7A2C-3A0D70CD5D88}"/>
              </a:ext>
            </a:extLst>
          </p:cNvPr>
          <p:cNvCxnSpPr/>
          <p:nvPr/>
        </p:nvCxnSpPr>
        <p:spPr>
          <a:xfrm>
            <a:off x="6662058" y="1401106"/>
            <a:ext cx="0" cy="5594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5B00034-A795-0B66-C7DE-2B255633B14B}"/>
              </a:ext>
            </a:extLst>
          </p:cNvPr>
          <p:cNvSpPr/>
          <p:nvPr/>
        </p:nvSpPr>
        <p:spPr>
          <a:xfrm>
            <a:off x="5814359" y="2008364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S: (1) |  DS : [1]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81A7934-3FC3-B392-3E30-9659A13BE8AD}"/>
              </a:ext>
            </a:extLst>
          </p:cNvPr>
          <p:cNvCxnSpPr>
            <a:cxnSpLocks/>
          </p:cNvCxnSpPr>
          <p:nvPr/>
        </p:nvCxnSpPr>
        <p:spPr>
          <a:xfrm flipH="1">
            <a:off x="6662058" y="2517227"/>
            <a:ext cx="2695" cy="3136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1434BFA-45CD-A558-3007-AE611476136B}"/>
              </a:ext>
            </a:extLst>
          </p:cNvPr>
          <p:cNvSpPr/>
          <p:nvPr/>
        </p:nvSpPr>
        <p:spPr>
          <a:xfrm>
            <a:off x="5868162" y="2881651"/>
            <a:ext cx="2474662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(3) |  DS : [1,2]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16C2598-7F92-0C4E-D8EB-02E1C4820BA4}"/>
              </a:ext>
            </a:extLst>
          </p:cNvPr>
          <p:cNvSpPr/>
          <p:nvPr/>
        </p:nvSpPr>
        <p:spPr>
          <a:xfrm>
            <a:off x="6629027" y="3449154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S: (2+1) 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40BF031B-D7DF-C200-6A30-41535C5C7AB7}"/>
              </a:ext>
            </a:extLst>
          </p:cNvPr>
          <p:cNvSpPr/>
          <p:nvPr/>
        </p:nvSpPr>
        <p:spPr>
          <a:xfrm rot="4147268">
            <a:off x="7717684" y="2866308"/>
            <a:ext cx="777855" cy="76242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305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2A6EA-CD77-7337-FCF6-A25C5F341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C3E4FD1-07D5-2ECE-770A-A53C6A1FB50C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3224CE-0CA0-C8A6-F746-9CB802DCF605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3     1      2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2561D1-8AAA-F7BA-B48B-9CCC0C7B73E4}"/>
              </a:ext>
            </a:extLst>
          </p:cNvPr>
          <p:cNvSpPr txBox="1"/>
          <p:nvPr/>
        </p:nvSpPr>
        <p:spPr>
          <a:xfrm>
            <a:off x="4693298" y="315355"/>
            <a:ext cx="1597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  </a:t>
            </a:r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IN" sz="1600" b="1" dirty="0">
                <a:solidFill>
                  <a:srgbClr val="FFC000"/>
                </a:solidFill>
              </a:rPr>
              <a:t>             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1C1284A0-6344-E7D2-5230-890A37918E1F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9D00EC-10D4-1F92-2A57-5A576E2005DB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S: (3) |  DS : [3]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75EA6BC-25A7-2260-E2AD-0FA7D88066A2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579A2E-9CC3-8B77-AF38-5B1144B79BDB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S: (3+1) 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991BB5A-29F2-4044-3606-3CCF2B877CC3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98CFE10-D016-6863-9215-151BFE086440}"/>
              </a:ext>
            </a:extLst>
          </p:cNvPr>
          <p:cNvSpPr/>
          <p:nvPr/>
        </p:nvSpPr>
        <p:spPr>
          <a:xfrm>
            <a:off x="-684277" y="2247900"/>
            <a:ext cx="2401315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S: (4) |  DS : [3,1]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BFC4E5E-28DD-0345-8537-A5A8A2CC886F}"/>
              </a:ext>
            </a:extLst>
          </p:cNvPr>
          <p:cNvCxnSpPr>
            <a:cxnSpLocks/>
          </p:cNvCxnSpPr>
          <p:nvPr/>
        </p:nvCxnSpPr>
        <p:spPr>
          <a:xfrm>
            <a:off x="223519" y="2771918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040F887-9DB7-C9C9-B90D-9410CFC43527}"/>
              </a:ext>
            </a:extLst>
          </p:cNvPr>
          <p:cNvSpPr/>
          <p:nvPr/>
        </p:nvSpPr>
        <p:spPr>
          <a:xfrm>
            <a:off x="-730504" y="3204838"/>
            <a:ext cx="259662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(6) |  DS : [3,1,2]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B6CFA41-AFCB-75E8-B10C-1ED7EE8CBF70}"/>
              </a:ext>
            </a:extLst>
          </p:cNvPr>
          <p:cNvSpPr/>
          <p:nvPr/>
        </p:nvSpPr>
        <p:spPr>
          <a:xfrm>
            <a:off x="-2069847" y="28580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S: (4+2)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EFE0B5F6-D1B6-D284-0D3C-62080CFA0168}"/>
              </a:ext>
            </a:extLst>
          </p:cNvPr>
          <p:cNvSpPr/>
          <p:nvPr/>
        </p:nvSpPr>
        <p:spPr>
          <a:xfrm rot="11030931">
            <a:off x="-1308113" y="2859379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C23F47-4F29-067B-54D1-F4449C364111}"/>
              </a:ext>
            </a:extLst>
          </p:cNvPr>
          <p:cNvCxnSpPr>
            <a:cxnSpLocks/>
          </p:cNvCxnSpPr>
          <p:nvPr/>
        </p:nvCxnSpPr>
        <p:spPr>
          <a:xfrm flipV="1">
            <a:off x="1122368" y="2771918"/>
            <a:ext cx="0" cy="37996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44ED01F-C845-E688-7ED7-33D75EDAB413}"/>
              </a:ext>
            </a:extLst>
          </p:cNvPr>
          <p:cNvCxnSpPr/>
          <p:nvPr/>
        </p:nvCxnSpPr>
        <p:spPr>
          <a:xfrm>
            <a:off x="1782352" y="2491273"/>
            <a:ext cx="54097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3ACEFB5-6452-A064-5860-1F0F6AE00EC3}"/>
              </a:ext>
            </a:extLst>
          </p:cNvPr>
          <p:cNvCxnSpPr>
            <a:cxnSpLocks/>
          </p:cNvCxnSpPr>
          <p:nvPr/>
        </p:nvCxnSpPr>
        <p:spPr>
          <a:xfrm>
            <a:off x="2323322" y="2491273"/>
            <a:ext cx="0" cy="14835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A826AEA-FABA-53CF-B8DA-397215A78FE4}"/>
              </a:ext>
            </a:extLst>
          </p:cNvPr>
          <p:cNvSpPr/>
          <p:nvPr/>
        </p:nvSpPr>
        <p:spPr>
          <a:xfrm>
            <a:off x="927356" y="4081781"/>
            <a:ext cx="2596624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S: (4) |  DS : [3,1]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B73502E-0BBF-8420-AEDD-7F999F2EFEC5}"/>
              </a:ext>
            </a:extLst>
          </p:cNvPr>
          <p:cNvCxnSpPr>
            <a:cxnSpLocks/>
          </p:cNvCxnSpPr>
          <p:nvPr/>
        </p:nvCxnSpPr>
        <p:spPr>
          <a:xfrm flipV="1">
            <a:off x="1122368" y="1742441"/>
            <a:ext cx="0" cy="37996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A6131F-A46E-52B3-9BA6-66832DF33DC0}"/>
              </a:ext>
            </a:extLst>
          </p:cNvPr>
          <p:cNvCxnSpPr>
            <a:cxnSpLocks/>
          </p:cNvCxnSpPr>
          <p:nvPr/>
        </p:nvCxnSpPr>
        <p:spPr>
          <a:xfrm>
            <a:off x="1717038" y="1579983"/>
            <a:ext cx="166997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716CE92-4FFC-0911-FB28-A04C0ABE4AD9}"/>
              </a:ext>
            </a:extLst>
          </p:cNvPr>
          <p:cNvCxnSpPr>
            <a:cxnSpLocks/>
          </p:cNvCxnSpPr>
          <p:nvPr/>
        </p:nvCxnSpPr>
        <p:spPr>
          <a:xfrm>
            <a:off x="3377681" y="1579983"/>
            <a:ext cx="0" cy="51411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994295C-A87A-6694-CBE8-DC841A8E1A80}"/>
              </a:ext>
            </a:extLst>
          </p:cNvPr>
          <p:cNvSpPr/>
          <p:nvPr/>
        </p:nvSpPr>
        <p:spPr>
          <a:xfrm>
            <a:off x="2526542" y="2161428"/>
            <a:ext cx="247466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S: (3) |  DS : [3]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2E140A-0FE5-3EC6-C693-1076F0D2CDD9}"/>
              </a:ext>
            </a:extLst>
          </p:cNvPr>
          <p:cNvCxnSpPr>
            <a:cxnSpLocks/>
          </p:cNvCxnSpPr>
          <p:nvPr/>
        </p:nvCxnSpPr>
        <p:spPr>
          <a:xfrm>
            <a:off x="3377681" y="2676020"/>
            <a:ext cx="0" cy="30977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2A37E49-B46D-038D-CA1A-0DC04623648C}"/>
              </a:ext>
            </a:extLst>
          </p:cNvPr>
          <p:cNvSpPr/>
          <p:nvPr/>
        </p:nvSpPr>
        <p:spPr>
          <a:xfrm>
            <a:off x="2594004" y="3050840"/>
            <a:ext cx="247466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i: (2)  |   S: (5) |  DS : [3,2]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49C5EB9-F311-31B9-8A0A-0BBD1D176502}"/>
              </a:ext>
            </a:extLst>
          </p:cNvPr>
          <p:cNvSpPr/>
          <p:nvPr/>
        </p:nvSpPr>
        <p:spPr>
          <a:xfrm>
            <a:off x="3387012" y="3643310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S: (3+2) 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3B122919-B01C-71E3-AF52-39F39EC34068}"/>
              </a:ext>
            </a:extLst>
          </p:cNvPr>
          <p:cNvSpPr/>
          <p:nvPr/>
        </p:nvSpPr>
        <p:spPr>
          <a:xfrm rot="4269521">
            <a:off x="4286771" y="2984087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80F8D24-E4DD-30EC-9E83-CAF3545DC0D2}"/>
              </a:ext>
            </a:extLst>
          </p:cNvPr>
          <p:cNvCxnSpPr>
            <a:cxnSpLocks/>
          </p:cNvCxnSpPr>
          <p:nvPr/>
        </p:nvCxnSpPr>
        <p:spPr>
          <a:xfrm flipV="1">
            <a:off x="4413346" y="2687312"/>
            <a:ext cx="0" cy="29848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A28EA4-1B8A-9FB3-4EFC-F2728BEA9299}"/>
              </a:ext>
            </a:extLst>
          </p:cNvPr>
          <p:cNvCxnSpPr/>
          <p:nvPr/>
        </p:nvCxnSpPr>
        <p:spPr>
          <a:xfrm>
            <a:off x="5107160" y="2388342"/>
            <a:ext cx="54097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53205C8-66BA-DDB5-736E-DB0F0CCEAB76}"/>
              </a:ext>
            </a:extLst>
          </p:cNvPr>
          <p:cNvCxnSpPr>
            <a:cxnSpLocks/>
          </p:cNvCxnSpPr>
          <p:nvPr/>
        </p:nvCxnSpPr>
        <p:spPr>
          <a:xfrm>
            <a:off x="5648130" y="2388342"/>
            <a:ext cx="0" cy="1586499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E337D58-1DAA-57BC-716F-C5D933988F5D}"/>
              </a:ext>
            </a:extLst>
          </p:cNvPr>
          <p:cNvSpPr/>
          <p:nvPr/>
        </p:nvSpPr>
        <p:spPr>
          <a:xfrm>
            <a:off x="4693298" y="4085144"/>
            <a:ext cx="247466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S: (3) |  DS : [3]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A0D3382-DBA4-D428-1239-24CC55C00A55}"/>
              </a:ext>
            </a:extLst>
          </p:cNvPr>
          <p:cNvCxnSpPr/>
          <p:nvPr/>
        </p:nvCxnSpPr>
        <p:spPr>
          <a:xfrm>
            <a:off x="6662058" y="1401106"/>
            <a:ext cx="0" cy="5594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83D668F-6716-0015-0DDB-F3661B4946FF}"/>
              </a:ext>
            </a:extLst>
          </p:cNvPr>
          <p:cNvSpPr/>
          <p:nvPr/>
        </p:nvSpPr>
        <p:spPr>
          <a:xfrm>
            <a:off x="5814359" y="2008364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S: (1) |  DS : [1]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5C58C20-BE3E-0844-BC7E-DFBD25D6EFD1}"/>
              </a:ext>
            </a:extLst>
          </p:cNvPr>
          <p:cNvCxnSpPr>
            <a:cxnSpLocks/>
          </p:cNvCxnSpPr>
          <p:nvPr/>
        </p:nvCxnSpPr>
        <p:spPr>
          <a:xfrm flipH="1">
            <a:off x="6662058" y="2517227"/>
            <a:ext cx="2695" cy="3136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0AE27DA-0213-70C3-3B99-7256B1E8F85F}"/>
              </a:ext>
            </a:extLst>
          </p:cNvPr>
          <p:cNvSpPr/>
          <p:nvPr/>
        </p:nvSpPr>
        <p:spPr>
          <a:xfrm>
            <a:off x="5868162" y="2881651"/>
            <a:ext cx="2474662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(3) |  DS : [1,2]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847FB38-79F4-0545-C4F0-E8D4CDB92D76}"/>
              </a:ext>
            </a:extLst>
          </p:cNvPr>
          <p:cNvSpPr/>
          <p:nvPr/>
        </p:nvSpPr>
        <p:spPr>
          <a:xfrm>
            <a:off x="6629027" y="3449154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S: (2+1) 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66C5291D-2A1F-DEBC-8FEE-185FA61E99F9}"/>
              </a:ext>
            </a:extLst>
          </p:cNvPr>
          <p:cNvSpPr/>
          <p:nvPr/>
        </p:nvSpPr>
        <p:spPr>
          <a:xfrm rot="4147268">
            <a:off x="7717684" y="2866308"/>
            <a:ext cx="777855" cy="76242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CD80A31-7E17-1552-F75A-BA52148B7E26}"/>
              </a:ext>
            </a:extLst>
          </p:cNvPr>
          <p:cNvCxnSpPr>
            <a:cxnSpLocks/>
          </p:cNvCxnSpPr>
          <p:nvPr/>
        </p:nvCxnSpPr>
        <p:spPr>
          <a:xfrm flipV="1">
            <a:off x="7488956" y="2517227"/>
            <a:ext cx="0" cy="31368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E247FAA-1BFE-6E9F-44B3-B87077EBFE9F}"/>
              </a:ext>
            </a:extLst>
          </p:cNvPr>
          <p:cNvCxnSpPr>
            <a:cxnSpLocks/>
          </p:cNvCxnSpPr>
          <p:nvPr/>
        </p:nvCxnSpPr>
        <p:spPr>
          <a:xfrm>
            <a:off x="8289447" y="2266981"/>
            <a:ext cx="817778" cy="388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C11F315-B914-9732-FE3A-EB13095A28F4}"/>
              </a:ext>
            </a:extLst>
          </p:cNvPr>
          <p:cNvCxnSpPr>
            <a:cxnSpLocks/>
          </p:cNvCxnSpPr>
          <p:nvPr/>
        </p:nvCxnSpPr>
        <p:spPr>
          <a:xfrm>
            <a:off x="9107225" y="2270869"/>
            <a:ext cx="0" cy="14298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AD70E92-3A23-79BA-C245-87CAA7D05F81}"/>
              </a:ext>
            </a:extLst>
          </p:cNvPr>
          <p:cNvSpPr/>
          <p:nvPr/>
        </p:nvSpPr>
        <p:spPr>
          <a:xfrm>
            <a:off x="8237343" y="3800876"/>
            <a:ext cx="230886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(1) |  DS : [1]</a:t>
            </a:r>
          </a:p>
        </p:txBody>
      </p:sp>
    </p:spTree>
    <p:extLst>
      <p:ext uri="{BB962C8B-B14F-4D97-AF65-F5344CB8AC3E}">
        <p14:creationId xmlns:p14="http://schemas.microsoft.com/office/powerpoint/2010/main" val="372693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0B83D-DC5A-192F-B5D1-E826B5BA3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51A55B3-ADA5-1A16-4BC8-ED6E2B4A431B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4ED919-4512-6332-DD60-D82C9F274642}"/>
              </a:ext>
            </a:extLst>
          </p:cNvPr>
          <p:cNvSpPr/>
          <p:nvPr/>
        </p:nvSpPr>
        <p:spPr>
          <a:xfrm>
            <a:off x="3831336" y="352044"/>
            <a:ext cx="3191256" cy="100126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3     1      2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FC2057-7388-B556-B4BD-7527C38FAC4C}"/>
              </a:ext>
            </a:extLst>
          </p:cNvPr>
          <p:cNvSpPr txBox="1"/>
          <p:nvPr/>
        </p:nvSpPr>
        <p:spPr>
          <a:xfrm>
            <a:off x="4693298" y="315355"/>
            <a:ext cx="1597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000"/>
                </a:solidFill>
              </a:rPr>
              <a:t>0           1            </a:t>
            </a:r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4BA85CF4-DBF3-A1A5-FCF5-28765E658165}"/>
              </a:ext>
            </a:extLst>
          </p:cNvPr>
          <p:cNvCxnSpPr/>
          <p:nvPr/>
        </p:nvCxnSpPr>
        <p:spPr>
          <a:xfrm rot="10800000" flipV="1">
            <a:off x="1717040" y="762000"/>
            <a:ext cx="2021840" cy="680720"/>
          </a:xfrm>
          <a:prstGeom prst="bentConnector3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FCDBE44-5501-9508-30A1-8A2D74E0BC27}"/>
              </a:ext>
            </a:extLst>
          </p:cNvPr>
          <p:cNvSpPr/>
          <p:nvPr/>
        </p:nvSpPr>
        <p:spPr>
          <a:xfrm>
            <a:off x="-684276" y="1214121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  S: (3) |  DS : [3]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48FDC83-ACED-F00B-089D-688014462A90}"/>
              </a:ext>
            </a:extLst>
          </p:cNvPr>
          <p:cNvCxnSpPr>
            <a:cxnSpLocks/>
          </p:cNvCxnSpPr>
          <p:nvPr/>
        </p:nvCxnSpPr>
        <p:spPr>
          <a:xfrm>
            <a:off x="223519" y="1742441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7B6822-DC76-B5CD-BABD-893EA121966F}"/>
              </a:ext>
            </a:extLst>
          </p:cNvPr>
          <p:cNvSpPr/>
          <p:nvPr/>
        </p:nvSpPr>
        <p:spPr>
          <a:xfrm>
            <a:off x="-2092960" y="1811021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(1)  |   S: (3+1) 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8B38FAA5-C8C8-049D-0463-369F8868E1DA}"/>
              </a:ext>
            </a:extLst>
          </p:cNvPr>
          <p:cNvSpPr/>
          <p:nvPr/>
        </p:nvSpPr>
        <p:spPr>
          <a:xfrm rot="11030931">
            <a:off x="-1308112" y="1847064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B186E05-C9F1-0E3C-A63F-091848B379D1}"/>
              </a:ext>
            </a:extLst>
          </p:cNvPr>
          <p:cNvSpPr/>
          <p:nvPr/>
        </p:nvSpPr>
        <p:spPr>
          <a:xfrm>
            <a:off x="-684277" y="2247900"/>
            <a:ext cx="2401315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S: (4) |  DS : [3,1]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DA056A-86C9-9BEA-6CEB-395326B2A2AE}"/>
              </a:ext>
            </a:extLst>
          </p:cNvPr>
          <p:cNvCxnSpPr>
            <a:cxnSpLocks/>
          </p:cNvCxnSpPr>
          <p:nvPr/>
        </p:nvCxnSpPr>
        <p:spPr>
          <a:xfrm>
            <a:off x="223519" y="2771918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DF229D1-DFAE-80D3-C348-4243C3A07DA0}"/>
              </a:ext>
            </a:extLst>
          </p:cNvPr>
          <p:cNvSpPr/>
          <p:nvPr/>
        </p:nvSpPr>
        <p:spPr>
          <a:xfrm>
            <a:off x="-730504" y="3204838"/>
            <a:ext cx="259662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(6) |  DS : [3,1,2]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D6D6F7-25A4-6C72-CA60-59C7EDC9C4EB}"/>
              </a:ext>
            </a:extLst>
          </p:cNvPr>
          <p:cNvSpPr/>
          <p:nvPr/>
        </p:nvSpPr>
        <p:spPr>
          <a:xfrm>
            <a:off x="-2069847" y="2858003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S: (4+2) 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C820E95A-73B4-3111-95CD-7E6374AD7F71}"/>
              </a:ext>
            </a:extLst>
          </p:cNvPr>
          <p:cNvSpPr/>
          <p:nvPr/>
        </p:nvSpPr>
        <p:spPr>
          <a:xfrm rot="11030931">
            <a:off x="-1308113" y="2859379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52670F-EC09-1AA3-5B01-7B50163E59F1}"/>
              </a:ext>
            </a:extLst>
          </p:cNvPr>
          <p:cNvCxnSpPr>
            <a:cxnSpLocks/>
          </p:cNvCxnSpPr>
          <p:nvPr/>
        </p:nvCxnSpPr>
        <p:spPr>
          <a:xfrm flipV="1">
            <a:off x="1122368" y="2771918"/>
            <a:ext cx="0" cy="37996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832CFDD-B51F-A6D9-1745-AB05146079C5}"/>
              </a:ext>
            </a:extLst>
          </p:cNvPr>
          <p:cNvCxnSpPr/>
          <p:nvPr/>
        </p:nvCxnSpPr>
        <p:spPr>
          <a:xfrm>
            <a:off x="1782352" y="2491273"/>
            <a:ext cx="540970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8EA596-AFEE-A7AC-CC4B-FB1747B3096C}"/>
              </a:ext>
            </a:extLst>
          </p:cNvPr>
          <p:cNvCxnSpPr>
            <a:cxnSpLocks/>
          </p:cNvCxnSpPr>
          <p:nvPr/>
        </p:nvCxnSpPr>
        <p:spPr>
          <a:xfrm>
            <a:off x="2323322" y="2491273"/>
            <a:ext cx="0" cy="14835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4BFEEF0-E9B2-6220-BBB2-2D894AC284A8}"/>
              </a:ext>
            </a:extLst>
          </p:cNvPr>
          <p:cNvSpPr/>
          <p:nvPr/>
        </p:nvSpPr>
        <p:spPr>
          <a:xfrm>
            <a:off x="927356" y="4081781"/>
            <a:ext cx="2596624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S: (4) |  DS : [3,1]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E9C003E-704B-77CE-21B2-56F5632240C2}"/>
              </a:ext>
            </a:extLst>
          </p:cNvPr>
          <p:cNvCxnSpPr>
            <a:cxnSpLocks/>
          </p:cNvCxnSpPr>
          <p:nvPr/>
        </p:nvCxnSpPr>
        <p:spPr>
          <a:xfrm flipV="1">
            <a:off x="1122368" y="1742441"/>
            <a:ext cx="0" cy="37996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0608A3-92A8-0CC3-D445-FC1142FD9C2C}"/>
              </a:ext>
            </a:extLst>
          </p:cNvPr>
          <p:cNvCxnSpPr>
            <a:cxnSpLocks/>
          </p:cNvCxnSpPr>
          <p:nvPr/>
        </p:nvCxnSpPr>
        <p:spPr>
          <a:xfrm>
            <a:off x="1717038" y="1579983"/>
            <a:ext cx="1669974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9F06009-81F4-B6B4-357F-83058213F102}"/>
              </a:ext>
            </a:extLst>
          </p:cNvPr>
          <p:cNvCxnSpPr>
            <a:cxnSpLocks/>
          </p:cNvCxnSpPr>
          <p:nvPr/>
        </p:nvCxnSpPr>
        <p:spPr>
          <a:xfrm>
            <a:off x="3377681" y="1579983"/>
            <a:ext cx="0" cy="51411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6F02C96-0FD7-C9A3-F726-984BDC5C009A}"/>
              </a:ext>
            </a:extLst>
          </p:cNvPr>
          <p:cNvSpPr/>
          <p:nvPr/>
        </p:nvSpPr>
        <p:spPr>
          <a:xfrm>
            <a:off x="2526542" y="2161428"/>
            <a:ext cx="2474663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  S: (3) |  DS : [3]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BB57247-73EE-0D0F-5C39-BB10E5C3CCE2}"/>
              </a:ext>
            </a:extLst>
          </p:cNvPr>
          <p:cNvCxnSpPr>
            <a:cxnSpLocks/>
          </p:cNvCxnSpPr>
          <p:nvPr/>
        </p:nvCxnSpPr>
        <p:spPr>
          <a:xfrm>
            <a:off x="3377681" y="2676020"/>
            <a:ext cx="0" cy="30977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63A7D51-549E-5386-6829-1963BC326AB8}"/>
              </a:ext>
            </a:extLst>
          </p:cNvPr>
          <p:cNvSpPr/>
          <p:nvPr/>
        </p:nvSpPr>
        <p:spPr>
          <a:xfrm>
            <a:off x="2594004" y="3050840"/>
            <a:ext cx="247466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i: (2)  |   S: (5) |  DS : [3,2]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5EE8902-1A57-6B10-B7A4-19E93B2DD1E4}"/>
              </a:ext>
            </a:extLst>
          </p:cNvPr>
          <p:cNvSpPr/>
          <p:nvPr/>
        </p:nvSpPr>
        <p:spPr>
          <a:xfrm>
            <a:off x="3387012" y="3643310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S: (3+2) 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90852040-43FF-2C92-B175-D57DB5DC77C4}"/>
              </a:ext>
            </a:extLst>
          </p:cNvPr>
          <p:cNvSpPr/>
          <p:nvPr/>
        </p:nvSpPr>
        <p:spPr>
          <a:xfrm rot="4269521">
            <a:off x="4286771" y="2984087"/>
            <a:ext cx="1097267" cy="69494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5A0DC67-2E47-3477-30A6-78FE3DEFFE4F}"/>
              </a:ext>
            </a:extLst>
          </p:cNvPr>
          <p:cNvCxnSpPr>
            <a:cxnSpLocks/>
          </p:cNvCxnSpPr>
          <p:nvPr/>
        </p:nvCxnSpPr>
        <p:spPr>
          <a:xfrm flipV="1">
            <a:off x="4413346" y="2687312"/>
            <a:ext cx="0" cy="29848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5F32D52-E48E-0531-8D7D-36F3CEAD95CB}"/>
              </a:ext>
            </a:extLst>
          </p:cNvPr>
          <p:cNvCxnSpPr/>
          <p:nvPr/>
        </p:nvCxnSpPr>
        <p:spPr>
          <a:xfrm>
            <a:off x="5107160" y="2388342"/>
            <a:ext cx="54097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A940A9B-E283-8077-BB60-761338BE6142}"/>
              </a:ext>
            </a:extLst>
          </p:cNvPr>
          <p:cNvCxnSpPr>
            <a:cxnSpLocks/>
          </p:cNvCxnSpPr>
          <p:nvPr/>
        </p:nvCxnSpPr>
        <p:spPr>
          <a:xfrm>
            <a:off x="5648130" y="2388342"/>
            <a:ext cx="0" cy="1586499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DD8ADD7-3410-C550-8F40-22F17F7EB607}"/>
              </a:ext>
            </a:extLst>
          </p:cNvPr>
          <p:cNvSpPr/>
          <p:nvPr/>
        </p:nvSpPr>
        <p:spPr>
          <a:xfrm>
            <a:off x="4693298" y="4085144"/>
            <a:ext cx="247466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S: (3) |  DS : [3]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AD81394-89DD-6C3B-D4F3-6EE4A91EA4E8}"/>
              </a:ext>
            </a:extLst>
          </p:cNvPr>
          <p:cNvCxnSpPr/>
          <p:nvPr/>
        </p:nvCxnSpPr>
        <p:spPr>
          <a:xfrm>
            <a:off x="6662058" y="1401106"/>
            <a:ext cx="0" cy="5594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BD33FDB-05AC-B7A2-8328-494E94698675}"/>
              </a:ext>
            </a:extLst>
          </p:cNvPr>
          <p:cNvSpPr/>
          <p:nvPr/>
        </p:nvSpPr>
        <p:spPr>
          <a:xfrm>
            <a:off x="5814359" y="2008364"/>
            <a:ext cx="2308860" cy="4572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  S: (1) |  DS : [1]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1159857-CFE0-F966-93CF-82BF556ED7D4}"/>
              </a:ext>
            </a:extLst>
          </p:cNvPr>
          <p:cNvCxnSpPr>
            <a:cxnSpLocks/>
          </p:cNvCxnSpPr>
          <p:nvPr/>
        </p:nvCxnSpPr>
        <p:spPr>
          <a:xfrm flipH="1">
            <a:off x="6662058" y="2517227"/>
            <a:ext cx="2695" cy="3136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80F33A1-5EAE-460D-74E9-7B425A4E99A7}"/>
              </a:ext>
            </a:extLst>
          </p:cNvPr>
          <p:cNvSpPr/>
          <p:nvPr/>
        </p:nvSpPr>
        <p:spPr>
          <a:xfrm>
            <a:off x="5868162" y="2881651"/>
            <a:ext cx="2474662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(3) |  DS : [1,2]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9043C51-74A6-75FE-CF39-63B3C281BBAF}"/>
              </a:ext>
            </a:extLst>
          </p:cNvPr>
          <p:cNvSpPr/>
          <p:nvPr/>
        </p:nvSpPr>
        <p:spPr>
          <a:xfrm>
            <a:off x="6629027" y="3449154"/>
            <a:ext cx="1525524" cy="2286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i : (2)  |   S: (2+1) 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9A0C6F9C-C7DB-66BF-1904-0E75342C24FA}"/>
              </a:ext>
            </a:extLst>
          </p:cNvPr>
          <p:cNvSpPr/>
          <p:nvPr/>
        </p:nvSpPr>
        <p:spPr>
          <a:xfrm rot="4147268">
            <a:off x="7717684" y="2866308"/>
            <a:ext cx="777855" cy="762424"/>
          </a:xfrm>
          <a:prstGeom prst="arc">
            <a:avLst/>
          </a:prstGeom>
          <a:ln w="19050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D4A0D14-CB9D-D6DA-E3CA-E26C6BB9332C}"/>
              </a:ext>
            </a:extLst>
          </p:cNvPr>
          <p:cNvCxnSpPr>
            <a:cxnSpLocks/>
          </p:cNvCxnSpPr>
          <p:nvPr/>
        </p:nvCxnSpPr>
        <p:spPr>
          <a:xfrm flipV="1">
            <a:off x="7488956" y="2517227"/>
            <a:ext cx="0" cy="31368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29C1F8D-B2AD-3E27-FB10-1247F8AC4713}"/>
              </a:ext>
            </a:extLst>
          </p:cNvPr>
          <p:cNvCxnSpPr>
            <a:cxnSpLocks/>
          </p:cNvCxnSpPr>
          <p:nvPr/>
        </p:nvCxnSpPr>
        <p:spPr>
          <a:xfrm>
            <a:off x="8289447" y="2266981"/>
            <a:ext cx="817778" cy="388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9CCC0EE-45E5-B949-EDC6-8D8DBC081FCA}"/>
              </a:ext>
            </a:extLst>
          </p:cNvPr>
          <p:cNvCxnSpPr>
            <a:cxnSpLocks/>
          </p:cNvCxnSpPr>
          <p:nvPr/>
        </p:nvCxnSpPr>
        <p:spPr>
          <a:xfrm>
            <a:off x="9107225" y="2270869"/>
            <a:ext cx="0" cy="14298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183B9A9-8E47-9871-0CA8-135C82477F39}"/>
              </a:ext>
            </a:extLst>
          </p:cNvPr>
          <p:cNvSpPr/>
          <p:nvPr/>
        </p:nvSpPr>
        <p:spPr>
          <a:xfrm>
            <a:off x="8237343" y="3800876"/>
            <a:ext cx="230886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(1) |  DS : [1]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BAFDCF44-620B-2F87-884B-091C5D032CC6}"/>
              </a:ext>
            </a:extLst>
          </p:cNvPr>
          <p:cNvCxnSpPr>
            <a:cxnSpLocks/>
          </p:cNvCxnSpPr>
          <p:nvPr/>
        </p:nvCxnSpPr>
        <p:spPr>
          <a:xfrm>
            <a:off x="7090507" y="794725"/>
            <a:ext cx="1198940" cy="467346"/>
          </a:xfrm>
          <a:prstGeom prst="bentConnector3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986F0EC-4CD8-64E7-5B14-8E43D2F4743F}"/>
              </a:ext>
            </a:extLst>
          </p:cNvPr>
          <p:cNvSpPr/>
          <p:nvPr/>
        </p:nvSpPr>
        <p:spPr>
          <a:xfrm>
            <a:off x="8338297" y="1044778"/>
            <a:ext cx="230886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(2) |  DS : [2]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3CD6C06-C9D5-0C14-A3A4-8B9822D3CD53}"/>
              </a:ext>
            </a:extLst>
          </p:cNvPr>
          <p:cNvSpPr/>
          <p:nvPr/>
        </p:nvSpPr>
        <p:spPr>
          <a:xfrm>
            <a:off x="11245843" y="1044778"/>
            <a:ext cx="230886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(2) |  DS : [0]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3C35F53-D4DE-988E-BC47-E4F9822D3C04}"/>
              </a:ext>
            </a:extLst>
          </p:cNvPr>
          <p:cNvCxnSpPr>
            <a:cxnSpLocks/>
          </p:cNvCxnSpPr>
          <p:nvPr/>
        </p:nvCxnSpPr>
        <p:spPr>
          <a:xfrm>
            <a:off x="10718550" y="1285880"/>
            <a:ext cx="42787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374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F29A4-2B39-B091-737A-EE811FE7C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347BA82-C194-AFF3-80A8-FE0B77EC83E6}"/>
              </a:ext>
            </a:extLst>
          </p:cNvPr>
          <p:cNvSpPr/>
          <p:nvPr/>
        </p:nvSpPr>
        <p:spPr>
          <a:xfrm>
            <a:off x="-2082800" y="-619760"/>
            <a:ext cx="16134080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F97AE87-3C64-282B-BDBA-8DD3D91C2719}"/>
              </a:ext>
            </a:extLst>
          </p:cNvPr>
          <p:cNvSpPr/>
          <p:nvPr/>
        </p:nvSpPr>
        <p:spPr>
          <a:xfrm>
            <a:off x="12044" y="253880"/>
            <a:ext cx="2596625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(6) |  DS : [3,1,2]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B020160-F6F3-C544-1DE4-BF4E766EDC77}"/>
              </a:ext>
            </a:extLst>
          </p:cNvPr>
          <p:cNvSpPr/>
          <p:nvPr/>
        </p:nvSpPr>
        <p:spPr>
          <a:xfrm>
            <a:off x="12045" y="964956"/>
            <a:ext cx="2596624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S: (4) |  DS : [3,1]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3CA8AFC-3B88-E314-5C3E-B332533F4A8A}"/>
              </a:ext>
            </a:extLst>
          </p:cNvPr>
          <p:cNvSpPr/>
          <p:nvPr/>
        </p:nvSpPr>
        <p:spPr>
          <a:xfrm>
            <a:off x="-2" y="1676032"/>
            <a:ext cx="247466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i: (2)  |   S: (5) |  DS : [3,2]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C88F4E6-0703-B48C-0107-F8E779C27509}"/>
              </a:ext>
            </a:extLst>
          </p:cNvPr>
          <p:cNvSpPr/>
          <p:nvPr/>
        </p:nvSpPr>
        <p:spPr>
          <a:xfrm>
            <a:off x="12044" y="2398053"/>
            <a:ext cx="2474663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(2)  |   S: (3) |  DS : [3]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2D772DF-7578-224E-BA2B-267D737396F3}"/>
              </a:ext>
            </a:extLst>
          </p:cNvPr>
          <p:cNvSpPr/>
          <p:nvPr/>
        </p:nvSpPr>
        <p:spPr>
          <a:xfrm>
            <a:off x="12045" y="3120074"/>
            <a:ext cx="2474662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(3) |  DS : [1,2]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A16D01A-9798-0DC2-EB25-409A2EB30104}"/>
              </a:ext>
            </a:extLst>
          </p:cNvPr>
          <p:cNvSpPr/>
          <p:nvPr/>
        </p:nvSpPr>
        <p:spPr>
          <a:xfrm>
            <a:off x="12044" y="3831150"/>
            <a:ext cx="230886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(1) |  DS : [1]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E82AE79-D466-2296-39BF-24601569CAFF}"/>
              </a:ext>
            </a:extLst>
          </p:cNvPr>
          <p:cNvSpPr/>
          <p:nvPr/>
        </p:nvSpPr>
        <p:spPr>
          <a:xfrm>
            <a:off x="0" y="4542226"/>
            <a:ext cx="230886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(2) |  DS : [2]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42FAF0F-7FCB-A41F-AD71-0EC0DA330619}"/>
              </a:ext>
            </a:extLst>
          </p:cNvPr>
          <p:cNvSpPr/>
          <p:nvPr/>
        </p:nvSpPr>
        <p:spPr>
          <a:xfrm>
            <a:off x="-2" y="5253302"/>
            <a:ext cx="2308860" cy="4572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  S: ( ) |  DS : [0]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5F78898-2AAC-40A1-356B-DBF55AB28392}"/>
              </a:ext>
            </a:extLst>
          </p:cNvPr>
          <p:cNvCxnSpPr/>
          <p:nvPr/>
        </p:nvCxnSpPr>
        <p:spPr>
          <a:xfrm>
            <a:off x="2743200" y="485192"/>
            <a:ext cx="475861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91B454B-284C-6062-536C-D75A72BBD970}"/>
              </a:ext>
            </a:extLst>
          </p:cNvPr>
          <p:cNvCxnSpPr/>
          <p:nvPr/>
        </p:nvCxnSpPr>
        <p:spPr>
          <a:xfrm>
            <a:off x="2743200" y="1147498"/>
            <a:ext cx="475861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A31FB80-E830-616B-2188-9AAE459CC384}"/>
              </a:ext>
            </a:extLst>
          </p:cNvPr>
          <p:cNvCxnSpPr/>
          <p:nvPr/>
        </p:nvCxnSpPr>
        <p:spPr>
          <a:xfrm>
            <a:off x="2743200" y="1915718"/>
            <a:ext cx="475861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684D77B-7E69-298B-1FF0-2FD7CCE44317}"/>
              </a:ext>
            </a:extLst>
          </p:cNvPr>
          <p:cNvCxnSpPr/>
          <p:nvPr/>
        </p:nvCxnSpPr>
        <p:spPr>
          <a:xfrm>
            <a:off x="2743200" y="2646615"/>
            <a:ext cx="475861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84059EC-1F08-B8E7-F392-EE88E274A0B9}"/>
              </a:ext>
            </a:extLst>
          </p:cNvPr>
          <p:cNvCxnSpPr/>
          <p:nvPr/>
        </p:nvCxnSpPr>
        <p:spPr>
          <a:xfrm>
            <a:off x="2743200" y="3349521"/>
            <a:ext cx="475861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AB6455F-A896-8A33-06A9-B08BDEC2C6B2}"/>
              </a:ext>
            </a:extLst>
          </p:cNvPr>
          <p:cNvCxnSpPr/>
          <p:nvPr/>
        </p:nvCxnSpPr>
        <p:spPr>
          <a:xfrm>
            <a:off x="2743200" y="4089750"/>
            <a:ext cx="475861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D1DA004-51C0-73FF-2533-DE03CEF37487}"/>
              </a:ext>
            </a:extLst>
          </p:cNvPr>
          <p:cNvCxnSpPr/>
          <p:nvPr/>
        </p:nvCxnSpPr>
        <p:spPr>
          <a:xfrm>
            <a:off x="2743200" y="4792656"/>
            <a:ext cx="475861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B485A1B-62D2-D60F-4906-71A2A86C7519}"/>
              </a:ext>
            </a:extLst>
          </p:cNvPr>
          <p:cNvCxnSpPr/>
          <p:nvPr/>
        </p:nvCxnSpPr>
        <p:spPr>
          <a:xfrm>
            <a:off x="2743200" y="5532885"/>
            <a:ext cx="475861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35BBDDDE-9B19-A686-F89E-1A3FD93B068B}"/>
              </a:ext>
            </a:extLst>
          </p:cNvPr>
          <p:cNvSpPr/>
          <p:nvPr/>
        </p:nvSpPr>
        <p:spPr>
          <a:xfrm>
            <a:off x="3580908" y="253880"/>
            <a:ext cx="787278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 =  6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75DC468F-7D72-1804-CA2A-0774192187D8}"/>
              </a:ext>
            </a:extLst>
          </p:cNvPr>
          <p:cNvSpPr/>
          <p:nvPr/>
        </p:nvSpPr>
        <p:spPr>
          <a:xfrm>
            <a:off x="3563704" y="913345"/>
            <a:ext cx="787278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 =  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B620DC7-5BA3-121F-396E-84FF479CE748}"/>
              </a:ext>
            </a:extLst>
          </p:cNvPr>
          <p:cNvSpPr/>
          <p:nvPr/>
        </p:nvSpPr>
        <p:spPr>
          <a:xfrm>
            <a:off x="3563704" y="1687118"/>
            <a:ext cx="787278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 =  5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1030434-5071-9D4B-CE2D-2E696FEDF1E5}"/>
              </a:ext>
            </a:extLst>
          </p:cNvPr>
          <p:cNvSpPr/>
          <p:nvPr/>
        </p:nvSpPr>
        <p:spPr>
          <a:xfrm>
            <a:off x="3563704" y="2415497"/>
            <a:ext cx="787278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 =  3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08C262B9-ED0C-06A1-2564-ACADD93D2544}"/>
              </a:ext>
            </a:extLst>
          </p:cNvPr>
          <p:cNvSpPr/>
          <p:nvPr/>
        </p:nvSpPr>
        <p:spPr>
          <a:xfrm>
            <a:off x="3580908" y="3120074"/>
            <a:ext cx="787278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 =  3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32A21BCB-3430-5B75-DF1C-742F0D311F8F}"/>
              </a:ext>
            </a:extLst>
          </p:cNvPr>
          <p:cNvSpPr/>
          <p:nvPr/>
        </p:nvSpPr>
        <p:spPr>
          <a:xfrm>
            <a:off x="3563704" y="3861150"/>
            <a:ext cx="787278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 =  1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C156D94-E8AF-C7D7-8C9D-B62C60975690}"/>
              </a:ext>
            </a:extLst>
          </p:cNvPr>
          <p:cNvSpPr/>
          <p:nvPr/>
        </p:nvSpPr>
        <p:spPr>
          <a:xfrm>
            <a:off x="3535713" y="4564056"/>
            <a:ext cx="787278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 =  2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5C7B02A5-9778-823E-0D40-86A6A55C4092}"/>
              </a:ext>
            </a:extLst>
          </p:cNvPr>
          <p:cNvSpPr/>
          <p:nvPr/>
        </p:nvSpPr>
        <p:spPr>
          <a:xfrm>
            <a:off x="3534254" y="5253302"/>
            <a:ext cx="787278" cy="4572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S =  0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0024DA6-85E1-2539-3C15-7A9D99B7BFB7}"/>
              </a:ext>
            </a:extLst>
          </p:cNvPr>
          <p:cNvSpPr/>
          <p:nvPr/>
        </p:nvSpPr>
        <p:spPr>
          <a:xfrm>
            <a:off x="5290457" y="121298"/>
            <a:ext cx="7383821" cy="10262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reflection blurRad="6350" stA="50000" endA="275" endPos="40000" dist="1016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sort(sumSubset.begin(), sumSubset.end())</a:t>
            </a:r>
            <a:endParaRPr lang="en-IN" sz="2400" b="1" dirty="0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7543EC52-4CAB-B25B-094B-D5325F480C4F}"/>
              </a:ext>
            </a:extLst>
          </p:cNvPr>
          <p:cNvSpPr/>
          <p:nvPr/>
        </p:nvSpPr>
        <p:spPr>
          <a:xfrm>
            <a:off x="7498316" y="1860493"/>
            <a:ext cx="594858" cy="3850009"/>
          </a:xfrm>
          <a:prstGeom prst="round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0</a:t>
            </a:r>
          </a:p>
          <a:p>
            <a:pPr algn="ctr"/>
            <a:endParaRPr lang="en-IN" sz="1600" b="1" dirty="0"/>
          </a:p>
          <a:p>
            <a:pPr algn="ctr"/>
            <a:r>
              <a:rPr lang="en-IN" sz="1600" b="1" dirty="0"/>
              <a:t>1</a:t>
            </a:r>
          </a:p>
          <a:p>
            <a:pPr algn="ctr"/>
            <a:endParaRPr lang="en-IN" sz="1600" b="1" dirty="0"/>
          </a:p>
          <a:p>
            <a:pPr algn="ctr"/>
            <a:r>
              <a:rPr lang="en-IN" sz="1600" b="1" dirty="0"/>
              <a:t>2</a:t>
            </a:r>
          </a:p>
          <a:p>
            <a:pPr algn="ctr"/>
            <a:endParaRPr lang="en-IN" sz="1600" b="1" dirty="0"/>
          </a:p>
          <a:p>
            <a:pPr algn="ctr"/>
            <a:r>
              <a:rPr lang="en-IN" sz="1600" b="1" dirty="0"/>
              <a:t>3</a:t>
            </a:r>
          </a:p>
          <a:p>
            <a:pPr algn="ctr"/>
            <a:endParaRPr lang="en-IN" sz="1600" b="1" dirty="0"/>
          </a:p>
          <a:p>
            <a:pPr algn="ctr"/>
            <a:r>
              <a:rPr lang="en-IN" sz="1600" b="1" dirty="0"/>
              <a:t>3</a:t>
            </a:r>
          </a:p>
          <a:p>
            <a:pPr algn="ctr"/>
            <a:endParaRPr lang="en-IN" sz="1600" b="1" dirty="0"/>
          </a:p>
          <a:p>
            <a:pPr algn="ctr"/>
            <a:r>
              <a:rPr lang="en-IN" sz="1600" b="1" dirty="0"/>
              <a:t>4</a:t>
            </a:r>
          </a:p>
          <a:p>
            <a:pPr algn="ctr"/>
            <a:endParaRPr lang="en-IN" sz="1600" b="1" dirty="0"/>
          </a:p>
          <a:p>
            <a:pPr algn="ctr"/>
            <a:r>
              <a:rPr lang="en-IN" sz="1600" b="1" dirty="0"/>
              <a:t>5</a:t>
            </a:r>
          </a:p>
          <a:p>
            <a:pPr algn="ctr"/>
            <a:endParaRPr lang="en-IN" sz="1600" b="1" dirty="0"/>
          </a:p>
          <a:p>
            <a:pPr algn="ctr"/>
            <a:r>
              <a:rPr lang="en-IN" sz="1600" b="1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08F0695-B3F0-1AE4-F72A-7397399A4654}"/>
              </a:ext>
            </a:extLst>
          </p:cNvPr>
          <p:cNvSpPr txBox="1"/>
          <p:nvPr/>
        </p:nvSpPr>
        <p:spPr>
          <a:xfrm>
            <a:off x="5290457" y="5064171"/>
            <a:ext cx="2071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accent6">
                    <a:lumMod val="75000"/>
                  </a:schemeClr>
                </a:solidFill>
              </a:rPr>
              <a:t>OUTPUT :</a:t>
            </a:r>
          </a:p>
        </p:txBody>
      </p:sp>
    </p:spTree>
    <p:extLst>
      <p:ext uri="{BB962C8B-B14F-4D97-AF65-F5344CB8AC3E}">
        <p14:creationId xmlns:p14="http://schemas.microsoft.com/office/powerpoint/2010/main" val="3981954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1725</Words>
  <Application>Microsoft Office PowerPoint</Application>
  <PresentationFormat>Widescreen</PresentationFormat>
  <Paragraphs>153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2</cp:revision>
  <dcterms:created xsi:type="dcterms:W3CDTF">2025-10-19T10:32:57Z</dcterms:created>
  <dcterms:modified xsi:type="dcterms:W3CDTF">2025-10-20T11:57:45Z</dcterms:modified>
</cp:coreProperties>
</file>