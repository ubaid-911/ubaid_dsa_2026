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DE60-3E81-E1AF-583B-F2DF2A501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9C42B-979D-924E-C270-BC7F553AB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3EC28-B47F-A1DE-6EF0-D7D772F5E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5CB38-D77F-E902-2D4E-7BD6D373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E6DED-C7D8-88D8-D593-9C62F36C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54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7430-8793-A7FF-530C-9A5122C5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BEC40-C22A-DE60-A789-1F1FACB93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89520-EB82-AFAA-9B67-B6826D2F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10B6-EB26-FC62-0517-1E6055FC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F515B-A7A9-06BE-8D34-D35F9D3C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00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FAF5-EF4B-1884-393D-8B88902A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9D3C0-D443-6E21-FBDC-D3349B76E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2E137-CF71-2F67-E31E-43889FD2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1C542-AF2A-FC11-BEBB-ED16565A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B264E-5251-1090-75A2-C12FD9B2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0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4868-69AA-7968-765A-C6B5C4A57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68E4A-CF0B-F5F8-4B33-EDA65C528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DC0E3-A6C3-B84A-AB00-20CEEA178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F91C9-F921-7AB6-E57C-388493DC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053ED-8D89-C9C0-6BF4-42D9C5D5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32B23-C991-8B43-3466-71F45888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FB81-F4C2-D187-ABD8-6389D815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0D54-F569-84BE-C8C2-46CC6F7D0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F3AF6-3E9E-A6C7-871F-28CA10957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4688FA-56DE-68CB-DECD-BA510C7E1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20FFC-C6D2-700A-65DA-BBB47E389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1C75C-099C-A070-4261-33CD9788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02A43-69F0-6A0D-48EA-A8930CC5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FB54A-7EE8-BC11-B32E-53217ACD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48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4831-2F18-CC9B-6D0E-50C67694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C17B6-956A-5282-5BD2-E2EB80C7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6B7DB-6211-1B8D-DEF8-953B3DCC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78EA0-4922-3E1C-DFF4-3A978420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6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B264D-CB8D-C7E7-59D6-A431EBE6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90F75B-9B0E-711F-4876-1A94D880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E7962-FEF4-E04F-BA8E-E740F6D22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621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EC8D-C6CE-6DAD-3645-03E2D697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83962-B18E-683A-F3B1-50FB24EA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841E8-6713-A9C6-ABA3-2FE229FEE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5A22D-A2C3-336C-4B58-924E1268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F36C3-165B-818B-451C-06FD7D21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53BD-F2A9-70C4-1F12-3D0E4822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6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5B41-77FF-94A4-0E0A-A9C37F5E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E2BCA-38E5-D2C3-8CC8-5B72F045F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E5490-9BFD-DAB9-AF6A-EAAA13829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62405-C9F8-DFEC-BFF4-9EB09F7A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F0517-5CF4-F291-9412-64A851E9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96D7F-74D4-1B1C-9E3F-8A5F0C4A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2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266A-2E49-772E-3C67-0C29A301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E4D0F-256C-E6BB-5BC6-D8ABBC6B8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1AD39-0E98-03A5-B818-7677D790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07005-1FCA-CB24-E621-6B00D08B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7434C-0247-C912-28F5-09012890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0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8D39B-3D3D-0F27-A2EF-30C5AA254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0A692-F775-611B-CBBE-00102F74C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D6517-7407-664C-06B7-5EE8408A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019DF-28BC-73FB-4BD8-DB6652DC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E6BDA-93F5-3C00-D7EF-9A7AA42D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469464-EAF6-0E43-25E0-FD9B95F0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4C53-8239-762D-95F4-542BE0514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16EFC-B626-DA57-6626-D457A5D02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E961E-54C2-41E3-917C-F832C9CB189A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FFC9-1BE0-1565-28AE-5B04487E5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7EA97-7070-5547-E551-A4EE5443B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C5C6F-DEF6-414A-B920-895CCA2FE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21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EB26-9499-5F5F-A944-27045CB9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87923A-A304-123F-587C-36AD9259F4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38D8C-CA4A-2561-BE81-7BBB58045DD2}"/>
              </a:ext>
            </a:extLst>
          </p:cNvPr>
          <p:cNvSpPr txBox="1"/>
          <p:nvPr/>
        </p:nvSpPr>
        <p:spPr>
          <a:xfrm>
            <a:off x="883920" y="1905506"/>
            <a:ext cx="118668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Subsequence Sum  Target Count</a:t>
            </a:r>
            <a:endParaRPr lang="en-IN" sz="9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41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FFBA0-1374-BA0D-A13B-38226210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9C0B83-8512-E722-9E7A-106F2554813D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A8CF6F-5A77-8B64-6262-D61F65922688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E35FEC-7CA8-F882-B04F-FAFE3E2D050E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1C4180-EBA2-7082-3369-B58EA52E33C6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99D65-21BF-7FB3-757A-6472210ACF57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74780-18D7-431E-0E7B-87955388907A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8BE09F-960B-DB2E-98DD-EFCDB33BEA93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</p:spTree>
    <p:extLst>
      <p:ext uri="{BB962C8B-B14F-4D97-AF65-F5344CB8AC3E}">
        <p14:creationId xmlns:p14="http://schemas.microsoft.com/office/powerpoint/2010/main" val="170207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3904-254A-D868-60C2-E00CCC5C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FA1A41-A08D-E686-3785-59CF8820296B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CA7DB0-C458-03D0-9CE7-805057B81EB6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614191-F218-FD3B-D731-AFE4961DF1A5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50B15-D13D-3F21-EAB0-CD3500183092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0061D-AFC7-8903-DE7A-A05C05963F9D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37528-DE5F-0207-4957-7D40D026231F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3440AC5-0463-1F70-31CD-7098DCCFCF26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495AEB-293E-A95D-465B-F58775E7D6AF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63D4C8-04F9-8DEA-EAD4-D6CAFED03007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</p:spTree>
    <p:extLst>
      <p:ext uri="{BB962C8B-B14F-4D97-AF65-F5344CB8AC3E}">
        <p14:creationId xmlns:p14="http://schemas.microsoft.com/office/powerpoint/2010/main" val="288931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371E-395D-3679-D15E-49A84CBB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3DD25B-F5D6-8CC0-3D3F-B3B094BFAD82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17E6B6-E709-5A57-55D9-35BCF2672A44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D27083-4B34-4642-EFD9-CC628BB61801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DDC9B-69B0-A3EF-EC7C-61ED250CB936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A0A10-2150-F9BC-1E63-A33B9EFFD312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C155A-FE01-6990-8DC2-EF42FF029CFC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2D779A1-75CB-8967-5055-3A5FF7499CB3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32D84-4322-5D66-F1E8-9EE29E76DA70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9DF22F-F30A-5EF2-2BBC-58685237D538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43B336-0412-2B63-2EC5-86CEBA03EA2B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14A544-336C-A4BF-DCD9-6EC2BC52F99F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</p:spTree>
    <p:extLst>
      <p:ext uri="{BB962C8B-B14F-4D97-AF65-F5344CB8AC3E}">
        <p14:creationId xmlns:p14="http://schemas.microsoft.com/office/powerpoint/2010/main" val="3833127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F868-B7E6-3DE5-AA92-2BCC6DDF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5397F4-8122-D0B4-2635-28C5BB3F13BD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FFC582-1B1F-A93A-79CA-E85B60F0029E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60308F-8FF9-EF71-682A-F70E8B58F627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3AA01-8C10-03EF-005C-13B1A355834A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047F3-866F-9155-C009-87C15DAB1B5C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95CE9D-EBC5-BF7A-9982-88B8EFA9D535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40FECFD-856E-DE3B-4821-73DFD66EE523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23286F-A6FC-FFCD-FB22-9519BF3F98C7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2F70A1-4CF1-C89E-F235-E65A6B21C996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280817-19FF-615B-64E8-45F844F96EC3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F12301-C8B4-4473-F278-7A4DC1568E1B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4D43D0-334D-A4F8-445B-926A2E8F4399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CEE6A8E-BEFB-1CAF-971A-3D02CBBFC11C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</p:spTree>
    <p:extLst>
      <p:ext uri="{BB962C8B-B14F-4D97-AF65-F5344CB8AC3E}">
        <p14:creationId xmlns:p14="http://schemas.microsoft.com/office/powerpoint/2010/main" val="219010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409E-D0EB-B4F1-3CA2-DA9F6EC2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DE6C17-0E0B-5D88-FFFC-C40F6C7CEC8D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916CFE-8384-45D7-EABB-F046711499DF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5E6BA2-4A57-87C2-2643-6D9BDE1DDBCD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08338-6992-8BBC-BA05-FDAF66827A58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6F6F1-2AA3-C7C7-2AB8-78CE25F4F936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9A616-61D5-3866-F23C-B09C35A96FBD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A7BDD85-3A95-F27F-1DD1-D93C7DAC76FD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9B2154-E71A-3AAA-AC88-EEC3839FD136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A9ACF4-CEEB-85F8-C03D-557E00D7E33D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D8F061-F541-E2D6-11BD-FDAD32699A9F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11188F-6E42-8A18-A4C7-48A3E1685FE9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F8D4E7-CF86-A486-69E9-37B8F1316226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DAF869-0E72-B895-C92E-924286C0B31C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4D8DF7-65FF-7CCC-E5D9-5E67267DEE0E}"/>
              </a:ext>
            </a:extLst>
          </p:cNvPr>
          <p:cNvCxnSpPr>
            <a:cxnSpLocks/>
          </p:cNvCxnSpPr>
          <p:nvPr/>
        </p:nvCxnSpPr>
        <p:spPr>
          <a:xfrm>
            <a:off x="3154678" y="48402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70670-7548-CF25-D256-84700C252B11}"/>
              </a:ext>
            </a:extLst>
          </p:cNvPr>
          <p:cNvSpPr/>
          <p:nvPr/>
        </p:nvSpPr>
        <p:spPr>
          <a:xfrm>
            <a:off x="2295144" y="52981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</p:spTree>
    <p:extLst>
      <p:ext uri="{BB962C8B-B14F-4D97-AF65-F5344CB8AC3E}">
        <p14:creationId xmlns:p14="http://schemas.microsoft.com/office/powerpoint/2010/main" val="147026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B816-EA34-531D-195E-207F6413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3F4986-0D38-26A6-B5D7-0295A6C7F98A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3852DC-B1DE-4BE5-E90A-A986BDAACBE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44799A-5309-FDF7-D4F8-BF5260C7F5C8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718C2-312E-EC39-B680-E7967E77034E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60FBF5-F478-4C3D-E832-8AE24194EA94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8E75A0-05E7-C005-1D26-52FAB58C2919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A52E8ED-CEC1-5172-9D16-8A88E62DFF0F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09C7FD-6D77-D761-DE82-5F9763DE94F2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429093-5E6E-86D4-403E-1D02A729D986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4433F1-EE72-FC9C-7649-C50C0A1E6088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6CBD70-2A09-299C-4A52-9EB7B2044571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2F5707-614D-16A7-D1A3-4C0C13CC2C26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9C2349-ABE2-4AD5-8C64-3CDDD739F43F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9FBCCB-4156-AFBD-F716-4B85AEA0C20A}"/>
              </a:ext>
            </a:extLst>
          </p:cNvPr>
          <p:cNvCxnSpPr>
            <a:cxnSpLocks/>
          </p:cNvCxnSpPr>
          <p:nvPr/>
        </p:nvCxnSpPr>
        <p:spPr>
          <a:xfrm>
            <a:off x="3154678" y="48402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34CE50-5480-4065-E615-92B17A42174C}"/>
              </a:ext>
            </a:extLst>
          </p:cNvPr>
          <p:cNvSpPr/>
          <p:nvPr/>
        </p:nvSpPr>
        <p:spPr>
          <a:xfrm>
            <a:off x="2295144" y="52981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E710CF-0929-9487-3F96-85C36BDA14D2}"/>
              </a:ext>
            </a:extLst>
          </p:cNvPr>
          <p:cNvCxnSpPr>
            <a:cxnSpLocks/>
          </p:cNvCxnSpPr>
          <p:nvPr/>
        </p:nvCxnSpPr>
        <p:spPr>
          <a:xfrm flipV="1">
            <a:off x="3534154" y="48326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3D5E500-55CF-4537-9C41-99DC0274D801}"/>
              </a:ext>
            </a:extLst>
          </p:cNvPr>
          <p:cNvCxnSpPr/>
          <p:nvPr/>
        </p:nvCxnSpPr>
        <p:spPr>
          <a:xfrm>
            <a:off x="4315968" y="4572000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580E46-6354-9CBE-C904-19F10A685469}"/>
              </a:ext>
            </a:extLst>
          </p:cNvPr>
          <p:cNvSpPr/>
          <p:nvPr/>
        </p:nvSpPr>
        <p:spPr>
          <a:xfrm>
            <a:off x="5532125" y="5372862"/>
            <a:ext cx="2130547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</p:spTree>
    <p:extLst>
      <p:ext uri="{BB962C8B-B14F-4D97-AF65-F5344CB8AC3E}">
        <p14:creationId xmlns:p14="http://schemas.microsoft.com/office/powerpoint/2010/main" val="170431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7CB6-3B59-1CBE-AC8C-BBA4F359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666A10-2C74-85C1-211A-9D0FD2EDF93B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B2B3CD-A386-78A8-6F96-1C2EB4DFEC5D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29F2C1-8A1B-9B45-A808-A90CA7C3AB21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1D37E-06DF-5461-2E8B-5527A52AA4C8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C99C6-5530-EE8C-0A0D-5E2FEC9FC4C7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DF3713-0709-4B3A-B69F-6A09279630BF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781D79A-D513-2613-5901-1FD4831C2EB9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1B90B2-7825-6F10-7080-8BA71099E19B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B1D9C7-6194-8C72-7617-6A9806995C35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3202B2F-ECCB-F7AE-AAD0-95D17A920F66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8B18FF-A513-DF75-F4EB-F0940F216669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B60AB5-3DDA-6F30-98A1-B47A8F8C6D4B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7D2546-4AE5-E769-51A0-8042B8E963A7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BC4262-C96F-842E-C758-E5D596ACF38B}"/>
              </a:ext>
            </a:extLst>
          </p:cNvPr>
          <p:cNvCxnSpPr>
            <a:cxnSpLocks/>
          </p:cNvCxnSpPr>
          <p:nvPr/>
        </p:nvCxnSpPr>
        <p:spPr>
          <a:xfrm>
            <a:off x="3154678" y="48402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53832B-C435-1CDF-31E5-5110BABEFFC7}"/>
              </a:ext>
            </a:extLst>
          </p:cNvPr>
          <p:cNvSpPr/>
          <p:nvPr/>
        </p:nvSpPr>
        <p:spPr>
          <a:xfrm>
            <a:off x="2295144" y="52981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C9C174-FF5C-0288-3C21-A6B5BFC286EE}"/>
              </a:ext>
            </a:extLst>
          </p:cNvPr>
          <p:cNvCxnSpPr>
            <a:cxnSpLocks/>
          </p:cNvCxnSpPr>
          <p:nvPr/>
        </p:nvCxnSpPr>
        <p:spPr>
          <a:xfrm flipV="1">
            <a:off x="3534154" y="48326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55F1310-7461-4303-02EF-9F52462DEF6B}"/>
              </a:ext>
            </a:extLst>
          </p:cNvPr>
          <p:cNvCxnSpPr/>
          <p:nvPr/>
        </p:nvCxnSpPr>
        <p:spPr>
          <a:xfrm>
            <a:off x="4315968" y="4572000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DE8DA4-442F-3A78-41D0-BD5D50E7AE5E}"/>
              </a:ext>
            </a:extLst>
          </p:cNvPr>
          <p:cNvSpPr/>
          <p:nvPr/>
        </p:nvSpPr>
        <p:spPr>
          <a:xfrm>
            <a:off x="5532125" y="5372862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295DD1-82EF-A588-C761-409F38346F33}"/>
              </a:ext>
            </a:extLst>
          </p:cNvPr>
          <p:cNvCxnSpPr>
            <a:cxnSpLocks/>
          </p:cNvCxnSpPr>
          <p:nvPr/>
        </p:nvCxnSpPr>
        <p:spPr>
          <a:xfrm flipV="1">
            <a:off x="3525012" y="37840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FD083E-06FF-A9B4-C6E7-81C5E30E2106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917999-F8D2-0BF3-69BA-97F14A8FB8E4}"/>
              </a:ext>
            </a:extLst>
          </p:cNvPr>
          <p:cNvSpPr/>
          <p:nvPr/>
        </p:nvSpPr>
        <p:spPr>
          <a:xfrm>
            <a:off x="4928621" y="3218695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</p:spTree>
    <p:extLst>
      <p:ext uri="{BB962C8B-B14F-4D97-AF65-F5344CB8AC3E}">
        <p14:creationId xmlns:p14="http://schemas.microsoft.com/office/powerpoint/2010/main" val="375836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27F5-4754-35BC-5E5D-4FD0999B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7507A2-B350-3D6B-4A7B-E33B1B998D84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007836-8BC8-6428-172C-06F2D216C093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D17939-EF92-05AD-EF16-E32F9E36BA78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E9016-AA75-2F02-B4AD-34AFA928BA72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59F3D-7DA5-314E-F46D-AAD52BD8E604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6F4D53-4896-11E1-ADD7-063C602F9236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60A1A6E-AF43-EA05-AAC4-7C0A1525BED5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6CC9EF-AA77-421F-60A7-FCFF3A7F346B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A61569-3DEF-ED5F-3A8B-BB517EDB6D01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832384-4BEB-C5CC-EEBB-A8B7B34DF8A0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55FBBC-DE25-B743-0F71-E965FCBF353A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731398-EF7C-E6E6-8968-FB8EA9FFA04A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2068214-1496-EB65-385F-80D625A45529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7906126-5151-B925-66E8-A6287CD85563}"/>
              </a:ext>
            </a:extLst>
          </p:cNvPr>
          <p:cNvCxnSpPr>
            <a:cxnSpLocks/>
          </p:cNvCxnSpPr>
          <p:nvPr/>
        </p:nvCxnSpPr>
        <p:spPr>
          <a:xfrm>
            <a:off x="3154678" y="48402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EDFE20-52F8-836A-F056-29717F314D25}"/>
              </a:ext>
            </a:extLst>
          </p:cNvPr>
          <p:cNvSpPr/>
          <p:nvPr/>
        </p:nvSpPr>
        <p:spPr>
          <a:xfrm>
            <a:off x="2295144" y="52981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DFDF97-C639-7BF2-A74D-885C016753D1}"/>
              </a:ext>
            </a:extLst>
          </p:cNvPr>
          <p:cNvCxnSpPr>
            <a:cxnSpLocks/>
          </p:cNvCxnSpPr>
          <p:nvPr/>
        </p:nvCxnSpPr>
        <p:spPr>
          <a:xfrm flipV="1">
            <a:off x="3534154" y="48326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5BD5727-94A8-4EA2-9893-97F7FA084293}"/>
              </a:ext>
            </a:extLst>
          </p:cNvPr>
          <p:cNvCxnSpPr/>
          <p:nvPr/>
        </p:nvCxnSpPr>
        <p:spPr>
          <a:xfrm>
            <a:off x="4315968" y="4572000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A34E43-2E01-5B12-EF92-CD0C0AF4A893}"/>
              </a:ext>
            </a:extLst>
          </p:cNvPr>
          <p:cNvSpPr/>
          <p:nvPr/>
        </p:nvSpPr>
        <p:spPr>
          <a:xfrm>
            <a:off x="5532125" y="5372862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1597BE-CF12-CB33-C314-CAEF49495634}"/>
              </a:ext>
            </a:extLst>
          </p:cNvPr>
          <p:cNvCxnSpPr>
            <a:cxnSpLocks/>
          </p:cNvCxnSpPr>
          <p:nvPr/>
        </p:nvCxnSpPr>
        <p:spPr>
          <a:xfrm flipV="1">
            <a:off x="3525012" y="37840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7DF29B-7AD8-50F9-86F1-776B235C0FDB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F2EA30-6D75-F35C-EA11-0A48BAE9D82B}"/>
              </a:ext>
            </a:extLst>
          </p:cNvPr>
          <p:cNvCxnSpPr>
            <a:cxnSpLocks/>
          </p:cNvCxnSpPr>
          <p:nvPr/>
        </p:nvCxnSpPr>
        <p:spPr>
          <a:xfrm>
            <a:off x="5702808" y="3639312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13E619-BB61-5C73-8866-26FB0CDA4D35}"/>
              </a:ext>
            </a:extLst>
          </p:cNvPr>
          <p:cNvSpPr/>
          <p:nvPr/>
        </p:nvSpPr>
        <p:spPr>
          <a:xfrm>
            <a:off x="4901185" y="4008882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C8ACB7-95E9-EEAC-05AE-E41D51E49699}"/>
              </a:ext>
            </a:extLst>
          </p:cNvPr>
          <p:cNvSpPr/>
          <p:nvPr/>
        </p:nvSpPr>
        <p:spPr>
          <a:xfrm>
            <a:off x="4928621" y="3218695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</p:spTree>
    <p:extLst>
      <p:ext uri="{BB962C8B-B14F-4D97-AF65-F5344CB8AC3E}">
        <p14:creationId xmlns:p14="http://schemas.microsoft.com/office/powerpoint/2010/main" val="156138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D217-1EFC-0932-569D-A1C76207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F5991E-16FF-32D2-59EA-7CEB76541727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BB2262-0344-EF80-FAB8-F484004779E3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A559FB-DBCE-71EC-D7ED-281018865F84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0A53B-1194-1E4E-BF8A-7699DC500B2B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20CA7-FAE9-9E62-89FC-034AF91F9C98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ED2CA-0FE5-7E5F-A333-A5BF0565FE85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FEF9D06-1B44-E772-2F18-FAD683938032}"/>
              </a:ext>
            </a:extLst>
          </p:cNvPr>
          <p:cNvCxnSpPr>
            <a:cxnSpLocks/>
          </p:cNvCxnSpPr>
          <p:nvPr/>
        </p:nvCxnSpPr>
        <p:spPr>
          <a:xfrm rot="5400000">
            <a:off x="3419856" y="1376172"/>
            <a:ext cx="822960" cy="6126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2279DD-E769-73D2-5C8E-5A88DD51F0FB}"/>
              </a:ext>
            </a:extLst>
          </p:cNvPr>
          <p:cNvSpPr/>
          <p:nvPr/>
        </p:nvSpPr>
        <p:spPr>
          <a:xfrm>
            <a:off x="2816357" y="2158746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EEFB8F-87A9-D0CA-F6BF-0CAA7A2AAF71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36296F-27AF-98FD-FF4C-58389C8C5DAF}"/>
              </a:ext>
            </a:extLst>
          </p:cNvPr>
          <p:cNvCxnSpPr>
            <a:cxnSpLocks/>
          </p:cNvCxnSpPr>
          <p:nvPr/>
        </p:nvCxnSpPr>
        <p:spPr>
          <a:xfrm>
            <a:off x="3151631" y="2743200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271AD9-3A4E-BB97-FCB5-E959BB921721}"/>
              </a:ext>
            </a:extLst>
          </p:cNvPr>
          <p:cNvSpPr/>
          <p:nvPr/>
        </p:nvSpPr>
        <p:spPr>
          <a:xfrm>
            <a:off x="2295144" y="3182874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E78AD8-93A6-CC22-1EF6-DA153CF9704A}"/>
              </a:ext>
            </a:extLst>
          </p:cNvPr>
          <p:cNvCxnSpPr>
            <a:cxnSpLocks/>
          </p:cNvCxnSpPr>
          <p:nvPr/>
        </p:nvCxnSpPr>
        <p:spPr>
          <a:xfrm>
            <a:off x="3151631" y="37917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B8A859-12E4-A96C-DB36-87DB3FDF8C6A}"/>
              </a:ext>
            </a:extLst>
          </p:cNvPr>
          <p:cNvSpPr/>
          <p:nvPr/>
        </p:nvSpPr>
        <p:spPr>
          <a:xfrm>
            <a:off x="2295144" y="424662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4687A5-2B2C-DDD8-4FA8-42618E7B2129}"/>
              </a:ext>
            </a:extLst>
          </p:cNvPr>
          <p:cNvCxnSpPr>
            <a:cxnSpLocks/>
          </p:cNvCxnSpPr>
          <p:nvPr/>
        </p:nvCxnSpPr>
        <p:spPr>
          <a:xfrm>
            <a:off x="3154678" y="48402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6D98BC-9014-6C83-48CD-AF54E56613AD}"/>
              </a:ext>
            </a:extLst>
          </p:cNvPr>
          <p:cNvSpPr/>
          <p:nvPr/>
        </p:nvSpPr>
        <p:spPr>
          <a:xfrm>
            <a:off x="2295144" y="52981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BDBB1D-81E5-7280-C1D3-01C2C2D32EBC}"/>
              </a:ext>
            </a:extLst>
          </p:cNvPr>
          <p:cNvCxnSpPr>
            <a:cxnSpLocks/>
          </p:cNvCxnSpPr>
          <p:nvPr/>
        </p:nvCxnSpPr>
        <p:spPr>
          <a:xfrm flipV="1">
            <a:off x="3534154" y="48326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C9FD15E-0895-0622-F5DF-BF2CA1046C05}"/>
              </a:ext>
            </a:extLst>
          </p:cNvPr>
          <p:cNvCxnSpPr/>
          <p:nvPr/>
        </p:nvCxnSpPr>
        <p:spPr>
          <a:xfrm>
            <a:off x="4315968" y="4572000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8A76B2B-A1EA-ECEE-B9C0-2D4D2992F540}"/>
              </a:ext>
            </a:extLst>
          </p:cNvPr>
          <p:cNvSpPr/>
          <p:nvPr/>
        </p:nvSpPr>
        <p:spPr>
          <a:xfrm>
            <a:off x="5532125" y="5372862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F69629-47E0-9F02-8F86-C8A325A51EC8}"/>
              </a:ext>
            </a:extLst>
          </p:cNvPr>
          <p:cNvCxnSpPr>
            <a:cxnSpLocks/>
          </p:cNvCxnSpPr>
          <p:nvPr/>
        </p:nvCxnSpPr>
        <p:spPr>
          <a:xfrm flipV="1">
            <a:off x="3525012" y="37840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C4779A-6897-6B37-371A-4F9AA96067A7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033B7C-C7DA-53FB-6EA4-02B876819976}"/>
              </a:ext>
            </a:extLst>
          </p:cNvPr>
          <p:cNvCxnSpPr>
            <a:cxnSpLocks/>
          </p:cNvCxnSpPr>
          <p:nvPr/>
        </p:nvCxnSpPr>
        <p:spPr>
          <a:xfrm>
            <a:off x="5702808" y="3639312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883E5B-1672-282F-D409-E0E79087FE03}"/>
              </a:ext>
            </a:extLst>
          </p:cNvPr>
          <p:cNvSpPr/>
          <p:nvPr/>
        </p:nvSpPr>
        <p:spPr>
          <a:xfrm>
            <a:off x="4901185" y="4008882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2595EF-BC82-46C1-8C9A-18ADBBCF7E0E}"/>
              </a:ext>
            </a:extLst>
          </p:cNvPr>
          <p:cNvSpPr/>
          <p:nvPr/>
        </p:nvSpPr>
        <p:spPr>
          <a:xfrm>
            <a:off x="4928621" y="3218695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6101DB0-A006-FAED-86DA-2AF1D15B9C7A}"/>
              </a:ext>
            </a:extLst>
          </p:cNvPr>
          <p:cNvCxnSpPr/>
          <p:nvPr/>
        </p:nvCxnSpPr>
        <p:spPr>
          <a:xfrm>
            <a:off x="6501384" y="34290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3FF0DE-9FB9-7F3D-8BF1-4AE0956AB673}"/>
              </a:ext>
            </a:extLst>
          </p:cNvPr>
          <p:cNvCxnSpPr/>
          <p:nvPr/>
        </p:nvCxnSpPr>
        <p:spPr>
          <a:xfrm>
            <a:off x="7150608" y="3429000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7360A6F-E004-0211-9791-61854BB79074}"/>
              </a:ext>
            </a:extLst>
          </p:cNvPr>
          <p:cNvSpPr/>
          <p:nvPr/>
        </p:nvSpPr>
        <p:spPr>
          <a:xfrm>
            <a:off x="6825996" y="4007745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C7F389-87DD-9A56-F34E-121474D774BB}"/>
              </a:ext>
            </a:extLst>
          </p:cNvPr>
          <p:cNvCxnSpPr>
            <a:cxnSpLocks/>
          </p:cNvCxnSpPr>
          <p:nvPr/>
        </p:nvCxnSpPr>
        <p:spPr>
          <a:xfrm flipV="1">
            <a:off x="6096000" y="3650931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318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067D-897E-7F1B-EA5D-03DB0DEA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5AC8EB-E3BC-A1E8-2533-E4890D0B7064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706B32-7AEC-20FA-1C8E-8F256CE91B03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E2D8C5-21D5-A1B1-BCBB-82B5780E1E2E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E167-559F-F91E-0830-90F07EB6FAAA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82BFA-003B-EA11-99AE-221409A85224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8EB33-144C-D28A-F48D-ADD77427DB79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D26D2F-F35F-6283-099E-3C1B52009DD6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DE4BA0-CA0F-834D-02CB-42030DC93472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343CC88-7CAB-D3D6-8BAE-A37484C89A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F441-1337-A528-543F-2D0498E40891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75F5EE-3480-0575-548B-E37A6FD3A7D6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D8A26C-9373-4976-0564-533ED89504B5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F0E7EF-1537-F4F7-2F2A-3ECF42018538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5AE0F0E-8A50-4351-0852-2127BE89F8CB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72B08B-D129-E810-8816-2C670090E360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A8809F-F4B6-B69C-2514-83A899C842E9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FC8926-1105-D7B2-4D2B-76B2D467347B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0438021-7418-BCC4-A447-BCADACD4F32C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D057957-CFFE-9F0D-6E1E-EB625D543B21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4071D53-DA29-2C74-489B-67DCB88F11BE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1DAC55-C651-A582-945A-AC93108C62EE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E815560-E003-DA43-9387-15AF8AC5B362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42A69D8-A4C1-9780-0881-783B647B2CF4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C3C4693-DEBA-BA26-0562-B5F4421DF6AF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876208-2357-9C63-A51D-756963B92004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2FCE70A-06CA-A45F-5518-212E1D1C381D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DC0C228-F154-A7F0-29F6-E584737F364B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768E3AB-9341-5C47-53F7-7D007E570857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946BFC-B509-B961-EAD1-DDF29858DDFE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12D4D20-D715-F442-47FA-D24804721CD4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343AF23-497E-97D8-A168-0470A9036B6E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957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7921-C48C-FF5D-8147-94950487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00A3E0-16D7-54BF-B0CC-05AB21D31B8C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926771-9CEB-B6ED-1B50-F888D6777C2D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27DE64-8797-BE82-B44D-B2AC0403807F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676A6-2F69-1AC9-3708-CBDEBBE15F33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48F2D-95AA-6681-8D3D-848A2DEEAA1B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2447A-1D7B-F522-0A1E-20B9006900A7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D5CC5C-954B-FAD5-C200-19D3C21B57B9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D006EA-E5A5-1005-3BA0-5FCF246649FF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0D1F47A-6EF3-BC2B-AB34-578CDCFB451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6C4DDDC-D3C7-4984-F282-A1200890440C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6C3C86-424B-099C-8119-E01FD942D457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F22F2E-2A82-E2AD-4B62-3BB4B2C69E52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72B637-B0E4-FB89-F30F-A9192DD08711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7370266-7DFF-6AD3-B7CB-5F7FCB75E13C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794C28-F380-432B-3371-1C8C6A269D8D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AA249FF-C72E-3962-5A22-84F0C1DD2309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391DFD-1828-2DA1-5F31-B65A86F0D28A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6E1E91C-0CBB-3E1D-AF95-955575D2C15B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CDA6FB-A993-3920-0722-092CCB2BD470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D4BCC9-9F75-66B2-3926-ECE190E7CC0D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F96E84-63D2-1BA6-43E9-FBCCEC6BA13D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16B90C-1319-B0C5-FDF3-BAAA5279C090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AB47497-A7CD-4118-3828-F17F7E4A4489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19AD296-09D9-EA14-D8AF-3EFFC263BFE7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F0CA09E-D5D8-F1DD-34A0-2A487749D824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D54ACE-888A-1CCE-BF74-1F9A694CD936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B57747-C0C1-CD02-32D9-9243DDBEE413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40887DE-5167-0B8A-0157-B92BBC9B4B67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0D5583C-E759-2B7C-C9D2-5138AB096EC1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BD5A39B-F5D9-197C-C1BA-D6099C659870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4C7E462-0821-A3C1-14E6-CA14615E2FD6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1D92ED-143A-8424-53C3-D9077405F22F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8EC15B-5770-B45B-474F-9B658D2EE6B1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832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ECF5-8885-9B48-FFF0-BCB60B72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867ECE-1A42-C048-ADCF-37CA3479AC49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F67622-B269-D631-3814-9086B613C23C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BD1398-965C-DD62-2C72-E7E14F10CA0A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E26B7-6A70-74AA-BA14-96FB2D19E020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E1FA8-E477-C2FC-C31A-930A1C863E96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63477-C7FE-50B1-06F7-C8349F83D07B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0AEC2C-AB0A-A290-D52F-D483EA9054B6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0E3398-CE0B-6E31-C120-3FD19F3F7BA6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CEACDAA-0A4E-BF90-5385-6246C956BF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594BEDB-F476-3D88-DDDC-57D26F6EE2E4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248251-37C4-40DE-BEAD-E48E97413EE9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4147BFF-4731-4D11-0C77-EB6A04EC32B5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630118-E5A3-495C-B1AF-F623507E2723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2C2C5B8-3A22-C524-2985-E164445F1D99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D0320E-4784-5CB6-955B-6D6D0204244E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7A330F-2881-C6C2-B646-F68652F98695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70EC68-F404-4AE2-192B-B6E3490288BE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C2ECA21-934A-C092-F878-20AB56E09F3A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4B88AB1-FB6D-8BE9-2E49-D730E5B80A4A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4222C3B-C914-DCE6-6AB9-059F4D4CE24F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440E459-88BE-5EE4-526F-29A4E9836A98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66F5E4B-629E-C159-C55A-B0A9D2AD36EF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9B29E50-4F7D-3263-9658-149739D52084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50CBF1B-7A56-4311-AA64-0C071CB68A33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FD04B0-CC60-DE79-C5B2-7C9F8CBB1EC9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03F5613-E051-D61C-9B13-DEC12915C7FA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5F1EB3-3F5D-7F1C-DE0B-9379EC89DD72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5554DF2-9AD2-72D3-F17F-0BD4B517E0B1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7B8C192-56D9-6104-019A-480067EBFC3C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41F2924-BB5A-5A78-A16D-B3CA83278EF5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BFC9FE3-9C44-67DC-ABC1-B10D0DFC936D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660A52-61CA-6E2C-9577-BA653D9B6AFC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8BDDFD-0DEC-9849-E1D3-5977FE5A41F0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2E8C67-3992-5CA0-14E5-3041D874D077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D4A4EA-9FA6-BD0D-46F9-08A23FDD0955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54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C3740-7CDF-3A7B-8BC9-E7F6A889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0A59F5-34A5-3DE9-3B2D-0F9DA7D2CC98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5D53FA-0A15-BB99-FA3B-F5DDE6F8A417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7C0CD6-CF13-7156-F396-0B5492B292FD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E0D61-178E-908A-93F9-41A2DD617188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6840D-EAC0-ED88-BE4F-863797BA5A04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70010-CE1C-0C19-8DB6-0B1F32C2660F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BBE9C0-6988-6E5C-61DB-0D914105B382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4500FE-4A9B-7AB3-50F0-6C123E1C5CB0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10B9169-BEC9-C455-2D59-F97DF13F63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A499CE-3778-4ACF-AFBF-BAC4F29240E6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2EBC66-DA75-3A0F-9057-B5650CF9C891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17E0D8C-DF3F-AC03-CD17-4E8511F8B7BF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60C6C6-5750-89D5-D95B-008525B0D7B8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48BBEF-5B5B-8394-F3C8-886C22EA9F1D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0421E0-077D-0694-ED8F-469A6F773324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BDEE0BD-7646-DABF-7E05-9457DE84010D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897FD8-DF30-7689-162D-CC8DAB575AA9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F020D4A-E9A7-99A3-247C-D5B89BE80B70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93A2338-D67E-4561-98EE-8BF990BA978D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29E4B7E-8608-5ECC-10A0-9833DB3D9DAB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21B9DA-ED84-4DC1-E89D-36E07C650CA0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BD8FC9-D61C-8CE9-3C37-47DF5C49E24A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97F2737-58A2-5F8F-044E-DE10932AEF66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3D189C6-176B-0ED7-D0DE-6A1246037199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DE914EE-CADF-26BD-465B-F10CD99FAF30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7E8A56-A182-4F1D-469D-0C0A3A47C2A6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566546A-FE43-2A9E-1CB1-53E6276D4FF9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7DA55FC-29E0-9F9A-AFAA-7036B1193279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04CBA77-F88C-C499-A8EB-5316552E8F12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67CC250-D111-08B0-49AC-8B4C58DE1498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228311-3EDE-4C17-8872-6AE23B7C4F23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A5F472-93BB-AAB7-39C5-3DBCC4FFFCA5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0C4F34-2A3B-FEFC-8BBD-7EE4F1C042E7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A59E05-0DC7-BA06-CEF9-DD52E03E0727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6B0995-806F-AE18-514D-4AD565DD88F8}"/>
              </a:ext>
            </a:extLst>
          </p:cNvPr>
          <p:cNvCxnSpPr/>
          <p:nvPr/>
        </p:nvCxnSpPr>
        <p:spPr>
          <a:xfrm>
            <a:off x="9115806" y="33467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91A177-D67F-229B-9BD1-73415CFC37AB}"/>
              </a:ext>
            </a:extLst>
          </p:cNvPr>
          <p:cNvCxnSpPr>
            <a:cxnSpLocks/>
          </p:cNvCxnSpPr>
          <p:nvPr/>
        </p:nvCxnSpPr>
        <p:spPr>
          <a:xfrm>
            <a:off x="9765030" y="3346700"/>
            <a:ext cx="0" cy="71399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EC386D-8766-BF54-7903-47E1E6458A7A}"/>
              </a:ext>
            </a:extLst>
          </p:cNvPr>
          <p:cNvSpPr/>
          <p:nvPr/>
        </p:nvSpPr>
        <p:spPr>
          <a:xfrm>
            <a:off x="9115806" y="4143744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CAC17E-A1B2-12D0-B5A6-455C3A491BCC}"/>
              </a:ext>
            </a:extLst>
          </p:cNvPr>
          <p:cNvCxnSpPr>
            <a:cxnSpLocks/>
          </p:cNvCxnSpPr>
          <p:nvPr/>
        </p:nvCxnSpPr>
        <p:spPr>
          <a:xfrm flipV="1">
            <a:off x="8595360" y="3625593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DE3826-2472-20D4-BDF0-4DC4E7A68DA1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07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8693-A34A-BF87-015B-6D2E0A09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D64326-7BE7-A32A-E5E0-E9D917212533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95D580-D90A-4430-ED0B-F43E854E96E9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368FAD-DFA4-BCCF-BADB-38FE8F35738D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7EDF9-20DC-5290-469C-B35110AB6992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25091-EF35-DBC1-776A-78E1D480D123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E29C2-3280-323C-2A80-8EA2FAD265FB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D9CAF1-A4D2-6F7D-BB34-74098C08805D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AAC87B-A9E0-C81A-BDA3-712DE8F3E45D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C7BB9EC-3288-BA68-B2B3-2DF92BE1017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BFD634B-4BCF-9AB4-9726-5B67D123047F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D04F52-76E6-8BEA-B205-0E48AC15CC25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7A72693-9CA6-33AE-D43F-F058761E439B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A13E86-AB0E-EDE5-C429-EB67AE1710FF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92E047-4D16-CB3B-CC7D-CD3535EFF292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9DE0F4-FEB5-EE0E-3BBC-F91085A5359F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B37BF6-F3FC-30FF-5A1B-F208594E7E34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3A295D0-67BB-EE88-E640-316DE19F478D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0A2DC11-527B-C3C3-C9A4-1D9749968835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A75DB16-3CB2-A809-A76F-16BADE251631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7BAEF9-1774-41CD-A94F-C2B26D8A235A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3E83FD-0368-567B-727A-D77EF5627232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867DC6-C5A6-2EDB-20E8-CC1D49B3F4EE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826D613-5469-4F2F-E5BF-16FB6344AD5A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8D9CFC2-D296-9376-3F74-A2CDA140FCAE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3CC679-12DC-1C29-F7D8-83DDEB1E8E4B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2EA036C-F1DE-9F22-6E51-EA55CCB944C3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865821-CA1D-45DF-8305-44664C924275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A0D4C6D-3BFC-0DF4-A9C1-723644A589F4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26D95BB-31FE-1498-79A9-AC286D9CD7CF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0F990B9-1B5D-579B-3387-8E901B49419E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319D7D6-1702-F49C-1A7B-1F84E0396538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4948C9-BC7A-D5E4-A3E1-ABA74842034A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AEE138-C93C-9E2C-C11A-0B5B6E748870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142101-D20E-86DD-C585-6DD2EA958BFB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F09BC8-3421-C628-6D0C-836AC3EFAB89}"/>
              </a:ext>
            </a:extLst>
          </p:cNvPr>
          <p:cNvCxnSpPr/>
          <p:nvPr/>
        </p:nvCxnSpPr>
        <p:spPr>
          <a:xfrm>
            <a:off x="9115806" y="33467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2304C6-3F05-D84F-DE7D-8C79C7A5C0E8}"/>
              </a:ext>
            </a:extLst>
          </p:cNvPr>
          <p:cNvCxnSpPr>
            <a:cxnSpLocks/>
          </p:cNvCxnSpPr>
          <p:nvPr/>
        </p:nvCxnSpPr>
        <p:spPr>
          <a:xfrm>
            <a:off x="9765030" y="3346700"/>
            <a:ext cx="0" cy="71399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9AB093-12B1-D104-88BF-9727775AF6B7}"/>
              </a:ext>
            </a:extLst>
          </p:cNvPr>
          <p:cNvSpPr/>
          <p:nvPr/>
        </p:nvSpPr>
        <p:spPr>
          <a:xfrm>
            <a:off x="9115806" y="4143744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E3FB51-59C1-00F5-FD69-5B94E9B1E0A0}"/>
              </a:ext>
            </a:extLst>
          </p:cNvPr>
          <p:cNvCxnSpPr>
            <a:cxnSpLocks/>
          </p:cNvCxnSpPr>
          <p:nvPr/>
        </p:nvCxnSpPr>
        <p:spPr>
          <a:xfrm>
            <a:off x="9026651" y="2441448"/>
            <a:ext cx="1183387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5D4340-F174-4C68-EFD0-477A54670BE0}"/>
              </a:ext>
            </a:extLst>
          </p:cNvPr>
          <p:cNvSpPr/>
          <p:nvPr/>
        </p:nvSpPr>
        <p:spPr>
          <a:xfrm>
            <a:off x="10211561" y="2170164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 : [0]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2602A7-7623-DC6E-F8BC-950A71D6BF0B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563207-5181-2049-72FF-4709CC1799F1}"/>
              </a:ext>
            </a:extLst>
          </p:cNvPr>
          <p:cNvCxnSpPr>
            <a:cxnSpLocks/>
          </p:cNvCxnSpPr>
          <p:nvPr/>
        </p:nvCxnSpPr>
        <p:spPr>
          <a:xfrm flipV="1">
            <a:off x="8595360" y="3625593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BB47D5-9474-F444-0F86-B3831048788E}"/>
              </a:ext>
            </a:extLst>
          </p:cNvPr>
          <p:cNvCxnSpPr>
            <a:cxnSpLocks/>
          </p:cNvCxnSpPr>
          <p:nvPr/>
        </p:nvCxnSpPr>
        <p:spPr>
          <a:xfrm flipV="1">
            <a:off x="8595360" y="2695187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80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E1CF-7741-D6B9-0914-C2FDBCF7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B532E5-FBA6-78B7-04F7-6B8DD2FFE0B7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FF00F7-0D4F-745A-ECD5-2D2A698BA854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9481A9-2C33-462B-DD5C-0406E013A1C1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F0775-BD0A-5AE9-4846-F588B5175D0B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37A1E-F2EE-7D2D-39EA-784CE01355A1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1ECAA-81FE-2121-829D-2596D506E23C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AE464A-622E-3358-01FE-18B5A92C5E49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6DB81-85CB-D95F-C82A-B0AA30CB7039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67EBA23-8DB4-EB72-0099-FA22222F7A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1C0161E-0CDC-164E-ED57-5C821F398356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2E43E3-1AB8-FFF0-8B74-AD8C3179EF54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3CE189-5761-04D8-0824-13E83971140F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909A87-90A5-7B8C-8D17-405AD114996D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426086A-7A5C-0CED-3211-2A0D1107C4AF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53C6B6-80D8-DE41-9B38-A98F3EF053FB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FA12F7A-C642-2CD4-8627-9648755CECB6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1E323A-D180-67B0-708E-7C0BEB6A0329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3D4EF14-1087-FD90-DB44-75BA51636F49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378837-21E3-99DC-7DD6-8FAA0DEA741F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426077-2663-29C7-F3C6-C00D3C73FFAF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0843FC-E442-4F2E-257F-F7515B9BE987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A79582-D2FF-2A4A-4021-38A43A96E5E7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C7B1524-402A-79A5-8042-AB06F6DDDCB9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A97C4E0-BBFD-82BA-A0F8-1E95B5B8CD3F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EB294F3-4923-E772-0BAA-A3614797BA29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0475E35-C618-4ED8-B8E9-46FE356926C0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F0FBE6D-0D0D-7B5D-654C-1B131602D8A9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A344181-8C30-50AF-BAC4-9E5486D7088C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CCB5419-D795-9B8D-61D2-6DDDBFA5BF0D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9295DF9-13CB-C149-7336-0885253377E6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E2CD64-DE8E-813D-F584-8746A48C5FA7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CF3331-BE28-839D-2C70-E50878A2C7DC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EF1B0F-97DC-B84E-567E-99EA2A06B449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1CC808-75FD-676F-9DDC-43FCE16B7431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7FAB9B-F3A5-D112-53C0-1AC7F4BF607F}"/>
              </a:ext>
            </a:extLst>
          </p:cNvPr>
          <p:cNvCxnSpPr/>
          <p:nvPr/>
        </p:nvCxnSpPr>
        <p:spPr>
          <a:xfrm>
            <a:off x="9115806" y="33467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283FA4-3BFB-A67C-C687-4F20BA80834F}"/>
              </a:ext>
            </a:extLst>
          </p:cNvPr>
          <p:cNvCxnSpPr>
            <a:cxnSpLocks/>
          </p:cNvCxnSpPr>
          <p:nvPr/>
        </p:nvCxnSpPr>
        <p:spPr>
          <a:xfrm>
            <a:off x="9765030" y="3346700"/>
            <a:ext cx="0" cy="71399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158231-7829-4669-CD07-32526DE1DBC5}"/>
              </a:ext>
            </a:extLst>
          </p:cNvPr>
          <p:cNvSpPr/>
          <p:nvPr/>
        </p:nvSpPr>
        <p:spPr>
          <a:xfrm>
            <a:off x="9115806" y="4143744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77E47D-4847-FA1B-EC55-317DD9DF9343}"/>
              </a:ext>
            </a:extLst>
          </p:cNvPr>
          <p:cNvCxnSpPr>
            <a:cxnSpLocks/>
          </p:cNvCxnSpPr>
          <p:nvPr/>
        </p:nvCxnSpPr>
        <p:spPr>
          <a:xfrm>
            <a:off x="9026651" y="2441448"/>
            <a:ext cx="1183387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AA831E-72EF-ECE8-1596-00215E327B49}"/>
              </a:ext>
            </a:extLst>
          </p:cNvPr>
          <p:cNvSpPr/>
          <p:nvPr/>
        </p:nvSpPr>
        <p:spPr>
          <a:xfrm>
            <a:off x="10211561" y="2170164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 : [0]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76E6A8-9C23-6B54-889C-D76B793433B2}"/>
              </a:ext>
            </a:extLst>
          </p:cNvPr>
          <p:cNvCxnSpPr>
            <a:cxnSpLocks/>
          </p:cNvCxnSpPr>
          <p:nvPr/>
        </p:nvCxnSpPr>
        <p:spPr>
          <a:xfrm>
            <a:off x="11018517" y="2722618"/>
            <a:ext cx="0" cy="40767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BDDC16-EBAD-6263-2A82-99DD43C2EC31}"/>
              </a:ext>
            </a:extLst>
          </p:cNvPr>
          <p:cNvSpPr/>
          <p:nvPr/>
        </p:nvSpPr>
        <p:spPr>
          <a:xfrm>
            <a:off x="10122786" y="3179462"/>
            <a:ext cx="1786889" cy="437025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(3)  |  S : [0+1]=1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082E66-401D-9060-FF0F-E81A7490D2D0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E1BBDB-5DFE-D3DD-CAD7-5665E6B1FF37}"/>
              </a:ext>
            </a:extLst>
          </p:cNvPr>
          <p:cNvCxnSpPr>
            <a:cxnSpLocks/>
          </p:cNvCxnSpPr>
          <p:nvPr/>
        </p:nvCxnSpPr>
        <p:spPr>
          <a:xfrm flipV="1">
            <a:off x="8595360" y="3625593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30FCE1-7C3A-849F-BF16-5A56873D0C0D}"/>
              </a:ext>
            </a:extLst>
          </p:cNvPr>
          <p:cNvCxnSpPr>
            <a:cxnSpLocks/>
          </p:cNvCxnSpPr>
          <p:nvPr/>
        </p:nvCxnSpPr>
        <p:spPr>
          <a:xfrm flipV="1">
            <a:off x="8599604" y="2695187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508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BAE8-7C8A-7A98-7C00-52570085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DA2329-15E7-F6FF-A939-73F12877D1D6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C455C5-6E38-E08D-9B06-FDF2DB9FDE98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AFE08A-A84F-C8D2-64DE-F619C7E8C69D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13DA1-8264-54F4-7F42-804AEA9AF354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DFC3E-8AFB-FC47-BCFC-23929B9C2D1B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6ADC3-3429-7C67-93E3-5B0F84C7B533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736B47-3FFA-B441-7D4F-9C868684D657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C06AC0-0EC9-0B13-D584-4B268F6D0890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5DAA676-17AE-35AF-4CD2-89BF8B5FDA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915038-0217-E60A-E0F0-433B5DE4050B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4B6EB2-6C9C-BDC1-591D-3CC175C0ADDC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29E3AE-B4A8-52A6-71DB-98370B2777B3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C383E2-4D96-E5FA-9D76-AD4909DA23DE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7D3E98F-91CD-29B8-3D62-85BDA698F97D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EF1E316-971E-84D2-2700-0E4224350A26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70201D-A903-81B4-BAFA-4B19AAC3FC85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6D3B6D1-7682-F0DE-D0A6-D75863961464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9D2D6D51-FF99-ED5E-5F96-88D082497BA9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8472246-0AC7-0125-C665-9D171A19207F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AE09E4D-C312-8E07-BF61-61BD51EBBDAB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10737E-EE0B-2081-CFD4-9ADB978CC581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7A9314-7B12-05DA-555E-B85CFB8B404D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884615C-23B9-0BD6-52F0-64AB13761DA8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973F0B-098F-E8A0-B057-BA5F643BA425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E0B2080-442F-A9DF-7E6F-2D72B7E203B8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7CC6431-B37F-02D4-BB1D-806B609DB07D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A2872DA-4AA6-B085-8C44-642273A733B4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C82E309-3F22-255A-93E2-86B203C7F646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314E45-2509-FABE-21D9-BE3CF011FD7A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E5EA9CF-4685-6D47-5EAE-4EDBDAA7C256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0FD68B8-50A5-1A4A-90FA-C96E0923C084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3C67FF-8472-36A0-DE8C-9896AC5BCEE9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421206-3E4D-EA97-BCCD-CA1CD58293D1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A1D345-8386-B064-E9C9-CFFDFA2144AD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B8AA-A15C-CF0B-3372-6D32EE0B592F}"/>
              </a:ext>
            </a:extLst>
          </p:cNvPr>
          <p:cNvCxnSpPr/>
          <p:nvPr/>
        </p:nvCxnSpPr>
        <p:spPr>
          <a:xfrm>
            <a:off x="9115806" y="33467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90B42F-6BD3-E66D-E645-B81992317542}"/>
              </a:ext>
            </a:extLst>
          </p:cNvPr>
          <p:cNvCxnSpPr>
            <a:cxnSpLocks/>
          </p:cNvCxnSpPr>
          <p:nvPr/>
        </p:nvCxnSpPr>
        <p:spPr>
          <a:xfrm>
            <a:off x="9765030" y="3346700"/>
            <a:ext cx="0" cy="71399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513522-17CD-C3F4-8B65-3F83524E54A3}"/>
              </a:ext>
            </a:extLst>
          </p:cNvPr>
          <p:cNvSpPr/>
          <p:nvPr/>
        </p:nvSpPr>
        <p:spPr>
          <a:xfrm>
            <a:off x="9115806" y="4143744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D51D85-48E4-C1EB-FBDE-1D3AD61F95E4}"/>
              </a:ext>
            </a:extLst>
          </p:cNvPr>
          <p:cNvCxnSpPr>
            <a:cxnSpLocks/>
          </p:cNvCxnSpPr>
          <p:nvPr/>
        </p:nvCxnSpPr>
        <p:spPr>
          <a:xfrm>
            <a:off x="9026651" y="2441448"/>
            <a:ext cx="1183387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4B8FF6-9B3E-F1DA-147E-DE1F5A45786B}"/>
              </a:ext>
            </a:extLst>
          </p:cNvPr>
          <p:cNvSpPr/>
          <p:nvPr/>
        </p:nvSpPr>
        <p:spPr>
          <a:xfrm>
            <a:off x="10211561" y="2170164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 : [0]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0CF1ED-6C73-2AB9-AD01-5F171AE32525}"/>
              </a:ext>
            </a:extLst>
          </p:cNvPr>
          <p:cNvCxnSpPr>
            <a:cxnSpLocks/>
          </p:cNvCxnSpPr>
          <p:nvPr/>
        </p:nvCxnSpPr>
        <p:spPr>
          <a:xfrm>
            <a:off x="11018517" y="2722618"/>
            <a:ext cx="0" cy="40767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F1C0C6-7980-AA1C-A485-A9F50C99F327}"/>
              </a:ext>
            </a:extLst>
          </p:cNvPr>
          <p:cNvSpPr/>
          <p:nvPr/>
        </p:nvSpPr>
        <p:spPr>
          <a:xfrm>
            <a:off x="10122786" y="3179462"/>
            <a:ext cx="1786889" cy="437025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(3)  |  S : [0+1]=1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E63881-2430-9C8A-0760-727CD66E676B}"/>
              </a:ext>
            </a:extLst>
          </p:cNvPr>
          <p:cNvCxnSpPr>
            <a:cxnSpLocks/>
          </p:cNvCxnSpPr>
          <p:nvPr/>
        </p:nvCxnSpPr>
        <p:spPr>
          <a:xfrm>
            <a:off x="11886438" y="2432288"/>
            <a:ext cx="649224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3B5994-C270-BB86-D9E6-EFACA5786B87}"/>
              </a:ext>
            </a:extLst>
          </p:cNvPr>
          <p:cNvCxnSpPr>
            <a:cxnSpLocks/>
          </p:cNvCxnSpPr>
          <p:nvPr/>
        </p:nvCxnSpPr>
        <p:spPr>
          <a:xfrm>
            <a:off x="12535662" y="2432288"/>
            <a:ext cx="0" cy="690384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EBE5404-AC64-5D42-6A36-322381F24AA9}"/>
              </a:ext>
            </a:extLst>
          </p:cNvPr>
          <p:cNvSpPr/>
          <p:nvPr/>
        </p:nvSpPr>
        <p:spPr>
          <a:xfrm>
            <a:off x="11983983" y="3164585"/>
            <a:ext cx="1613144" cy="461007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[0]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B90CBE-8182-66E1-DAE1-8683B7F4BD7C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F0A9B5-4945-BB58-EB2D-28F16BEE5CC0}"/>
              </a:ext>
            </a:extLst>
          </p:cNvPr>
          <p:cNvCxnSpPr>
            <a:cxnSpLocks/>
          </p:cNvCxnSpPr>
          <p:nvPr/>
        </p:nvCxnSpPr>
        <p:spPr>
          <a:xfrm flipV="1">
            <a:off x="8595360" y="3625593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527DE2-682A-1E1D-C2AA-17AD0C54DD42}"/>
              </a:ext>
            </a:extLst>
          </p:cNvPr>
          <p:cNvCxnSpPr>
            <a:cxnSpLocks/>
          </p:cNvCxnSpPr>
          <p:nvPr/>
        </p:nvCxnSpPr>
        <p:spPr>
          <a:xfrm flipV="1">
            <a:off x="8595360" y="2687567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A8F255-EF95-41A9-2677-38567515B7ED}"/>
              </a:ext>
            </a:extLst>
          </p:cNvPr>
          <p:cNvCxnSpPr>
            <a:cxnSpLocks/>
          </p:cNvCxnSpPr>
          <p:nvPr/>
        </p:nvCxnSpPr>
        <p:spPr>
          <a:xfrm flipV="1">
            <a:off x="11363638" y="2695187"/>
            <a:ext cx="0" cy="43510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89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33BA-A961-A75C-289D-92B7F82F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C463F4-B263-4FB0-4704-A688F0FEED6F}"/>
              </a:ext>
            </a:extLst>
          </p:cNvPr>
          <p:cNvSpPr/>
          <p:nvPr/>
        </p:nvSpPr>
        <p:spPr>
          <a:xfrm>
            <a:off x="0" y="0"/>
            <a:ext cx="13597128" cy="769924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175CF6-AAE3-75CB-8D60-09131E56275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328A74-644D-1F5E-23C4-38BAF284E719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Target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0CD35-2766-FBB4-2B38-882753E84321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B4350-E2DA-60A6-C05A-570D83BFA951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1C4B7-0DD4-A8D8-10B3-7FB9E7805381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836590-E098-60E6-CAF6-39C471E2CBF6}"/>
              </a:ext>
            </a:extLst>
          </p:cNvPr>
          <p:cNvSpPr/>
          <p:nvPr/>
        </p:nvSpPr>
        <p:spPr>
          <a:xfrm>
            <a:off x="8860536" y="478946"/>
            <a:ext cx="1307592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ED9E91-D6F4-9FAD-3A26-F3F9FA76932C}"/>
              </a:ext>
            </a:extLst>
          </p:cNvPr>
          <p:cNvCxnSpPr>
            <a:cxnSpLocks/>
          </p:cNvCxnSpPr>
          <p:nvPr/>
        </p:nvCxnSpPr>
        <p:spPr>
          <a:xfrm>
            <a:off x="4315968" y="3429000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21B3912-626F-4316-400A-F4F61DA499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72918" y="1282064"/>
            <a:ext cx="960120" cy="89534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A3E6DC-426F-86DA-5E20-B5700676043F}"/>
              </a:ext>
            </a:extLst>
          </p:cNvPr>
          <p:cNvSpPr/>
          <p:nvPr/>
        </p:nvSpPr>
        <p:spPr>
          <a:xfrm>
            <a:off x="1273307" y="2172458"/>
            <a:ext cx="1417310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S : [0]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4CB8D8-23A0-3958-39BA-51B07AF4E15B}"/>
              </a:ext>
            </a:extLst>
          </p:cNvPr>
          <p:cNvCxnSpPr>
            <a:cxnSpLocks/>
          </p:cNvCxnSpPr>
          <p:nvPr/>
        </p:nvCxnSpPr>
        <p:spPr>
          <a:xfrm>
            <a:off x="1608581" y="27569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DA748F8-760A-72EF-A57F-A2A810DDA6DF}"/>
              </a:ext>
            </a:extLst>
          </p:cNvPr>
          <p:cNvSpPr/>
          <p:nvPr/>
        </p:nvSpPr>
        <p:spPr>
          <a:xfrm>
            <a:off x="752094" y="3196586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S : [0+1] = 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2C8F5C-9BBE-BD4C-2129-624682AA433F}"/>
              </a:ext>
            </a:extLst>
          </p:cNvPr>
          <p:cNvCxnSpPr>
            <a:cxnSpLocks/>
          </p:cNvCxnSpPr>
          <p:nvPr/>
        </p:nvCxnSpPr>
        <p:spPr>
          <a:xfrm>
            <a:off x="1608581" y="3805424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BE2868-6936-1833-3008-6C6D603F4829}"/>
              </a:ext>
            </a:extLst>
          </p:cNvPr>
          <p:cNvSpPr/>
          <p:nvPr/>
        </p:nvSpPr>
        <p:spPr>
          <a:xfrm>
            <a:off x="752094" y="426033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[1+2] = 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9A32FA-1EAE-41F2-C06B-7B6D198C92C2}"/>
              </a:ext>
            </a:extLst>
          </p:cNvPr>
          <p:cNvCxnSpPr>
            <a:cxnSpLocks/>
          </p:cNvCxnSpPr>
          <p:nvPr/>
        </p:nvCxnSpPr>
        <p:spPr>
          <a:xfrm>
            <a:off x="1611628" y="4853936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FB582B-8242-0818-6BE3-B287C13EF1D4}"/>
              </a:ext>
            </a:extLst>
          </p:cNvPr>
          <p:cNvSpPr/>
          <p:nvPr/>
        </p:nvSpPr>
        <p:spPr>
          <a:xfrm>
            <a:off x="752094" y="5311898"/>
            <a:ext cx="193852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[3+1] = 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369EFB-D8E9-B142-D9D7-55A475D79228}"/>
              </a:ext>
            </a:extLst>
          </p:cNvPr>
          <p:cNvCxnSpPr>
            <a:cxnSpLocks/>
          </p:cNvCxnSpPr>
          <p:nvPr/>
        </p:nvCxnSpPr>
        <p:spPr>
          <a:xfrm flipV="1">
            <a:off x="1991104" y="4846316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9BBE766-7CE8-4F66-388B-8B8B888219D1}"/>
              </a:ext>
            </a:extLst>
          </p:cNvPr>
          <p:cNvCxnSpPr/>
          <p:nvPr/>
        </p:nvCxnSpPr>
        <p:spPr>
          <a:xfrm>
            <a:off x="2772918" y="4585712"/>
            <a:ext cx="1133856" cy="1060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3CB6CA0-6AAB-4FE7-DA7F-C234727341DB}"/>
              </a:ext>
            </a:extLst>
          </p:cNvPr>
          <p:cNvSpPr/>
          <p:nvPr/>
        </p:nvSpPr>
        <p:spPr>
          <a:xfrm>
            <a:off x="3989075" y="5386574"/>
            <a:ext cx="1618483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(3)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F0B08B-A8F0-18CF-05DD-87E061176BFA}"/>
              </a:ext>
            </a:extLst>
          </p:cNvPr>
          <p:cNvCxnSpPr>
            <a:cxnSpLocks/>
          </p:cNvCxnSpPr>
          <p:nvPr/>
        </p:nvCxnSpPr>
        <p:spPr>
          <a:xfrm flipV="1">
            <a:off x="1981962" y="3797804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E9C188-9C3D-FCFA-611C-DD5245A40EE7}"/>
              </a:ext>
            </a:extLst>
          </p:cNvPr>
          <p:cNvCxnSpPr>
            <a:cxnSpLocks/>
          </p:cNvCxnSpPr>
          <p:nvPr/>
        </p:nvCxnSpPr>
        <p:spPr>
          <a:xfrm>
            <a:off x="2772918" y="3442712"/>
            <a:ext cx="5303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5225026-0A86-867C-F6AA-C9E82FE40089}"/>
              </a:ext>
            </a:extLst>
          </p:cNvPr>
          <p:cNvCxnSpPr>
            <a:cxnSpLocks/>
          </p:cNvCxnSpPr>
          <p:nvPr/>
        </p:nvCxnSpPr>
        <p:spPr>
          <a:xfrm>
            <a:off x="4159758" y="365302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013F7B-9C93-75EB-9600-757A8A11AD3B}"/>
              </a:ext>
            </a:extLst>
          </p:cNvPr>
          <p:cNvSpPr/>
          <p:nvPr/>
        </p:nvSpPr>
        <p:spPr>
          <a:xfrm>
            <a:off x="3358135" y="4022594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13A06BE-54E5-508A-A43D-5EB394115287}"/>
              </a:ext>
            </a:extLst>
          </p:cNvPr>
          <p:cNvSpPr/>
          <p:nvPr/>
        </p:nvSpPr>
        <p:spPr>
          <a:xfrm>
            <a:off x="3385571" y="3232407"/>
            <a:ext cx="1499611" cy="39318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S:(1)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A0E37C6-B5BD-C242-092B-32F4F703569E}"/>
              </a:ext>
            </a:extLst>
          </p:cNvPr>
          <p:cNvCxnSpPr/>
          <p:nvPr/>
        </p:nvCxnSpPr>
        <p:spPr>
          <a:xfrm>
            <a:off x="4958334" y="3442712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AF67164-2035-EAC5-DB9D-5EA3065D1691}"/>
              </a:ext>
            </a:extLst>
          </p:cNvPr>
          <p:cNvCxnSpPr/>
          <p:nvPr/>
        </p:nvCxnSpPr>
        <p:spPr>
          <a:xfrm>
            <a:off x="5607558" y="3442712"/>
            <a:ext cx="0" cy="4511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50AD143-AFD9-6C21-0D4D-68A9CF2E791C}"/>
              </a:ext>
            </a:extLst>
          </p:cNvPr>
          <p:cNvCxnSpPr>
            <a:cxnSpLocks/>
          </p:cNvCxnSpPr>
          <p:nvPr/>
        </p:nvCxnSpPr>
        <p:spPr>
          <a:xfrm flipV="1">
            <a:off x="2001774" y="27569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8975D51-D775-A09D-3AD4-6A52569DD133}"/>
              </a:ext>
            </a:extLst>
          </p:cNvPr>
          <p:cNvSpPr/>
          <p:nvPr/>
        </p:nvSpPr>
        <p:spPr>
          <a:xfrm>
            <a:off x="5282946" y="4022594"/>
            <a:ext cx="1499611" cy="393186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S:(1)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7340321-84FF-4470-5842-0BD52E13D45E}"/>
              </a:ext>
            </a:extLst>
          </p:cNvPr>
          <p:cNvCxnSpPr/>
          <p:nvPr/>
        </p:nvCxnSpPr>
        <p:spPr>
          <a:xfrm>
            <a:off x="2772917" y="2441448"/>
            <a:ext cx="45148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8977F60-84D5-C4B2-FA0F-0EC203F45165}"/>
              </a:ext>
            </a:extLst>
          </p:cNvPr>
          <p:cNvSpPr/>
          <p:nvPr/>
        </p:nvSpPr>
        <p:spPr>
          <a:xfrm>
            <a:off x="7370068" y="2172458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S : [0]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2737758-4A82-C374-F044-3E3DA6CFB9C6}"/>
              </a:ext>
            </a:extLst>
          </p:cNvPr>
          <p:cNvCxnSpPr>
            <a:cxnSpLocks/>
          </p:cNvCxnSpPr>
          <p:nvPr/>
        </p:nvCxnSpPr>
        <p:spPr>
          <a:xfrm>
            <a:off x="8207502" y="2722618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3EDC95-4203-D8FA-D52F-ABC1A9D48A80}"/>
              </a:ext>
            </a:extLst>
          </p:cNvPr>
          <p:cNvSpPr/>
          <p:nvPr/>
        </p:nvSpPr>
        <p:spPr>
          <a:xfrm>
            <a:off x="7069835" y="3181756"/>
            <a:ext cx="1956816" cy="40767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S : [0+2] = 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411160-1097-6AE1-775E-68FE0F0C61D7}"/>
              </a:ext>
            </a:extLst>
          </p:cNvPr>
          <p:cNvCxnSpPr>
            <a:cxnSpLocks/>
          </p:cNvCxnSpPr>
          <p:nvPr/>
        </p:nvCxnSpPr>
        <p:spPr>
          <a:xfrm>
            <a:off x="8209788" y="3653024"/>
            <a:ext cx="0" cy="4076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532984-0A04-B046-49BD-B2B2BB909E0F}"/>
              </a:ext>
            </a:extLst>
          </p:cNvPr>
          <p:cNvSpPr/>
          <p:nvPr/>
        </p:nvSpPr>
        <p:spPr>
          <a:xfrm>
            <a:off x="7069835" y="4178038"/>
            <a:ext cx="1956816" cy="40767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: [2+1] = 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C58A2C-DBDD-3507-9287-D02FFB682DBA}"/>
              </a:ext>
            </a:extLst>
          </p:cNvPr>
          <p:cNvCxnSpPr/>
          <p:nvPr/>
        </p:nvCxnSpPr>
        <p:spPr>
          <a:xfrm>
            <a:off x="9115806" y="3346700"/>
            <a:ext cx="64922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64F110-CBAA-71EB-A2ED-F120A40362B9}"/>
              </a:ext>
            </a:extLst>
          </p:cNvPr>
          <p:cNvCxnSpPr>
            <a:cxnSpLocks/>
          </p:cNvCxnSpPr>
          <p:nvPr/>
        </p:nvCxnSpPr>
        <p:spPr>
          <a:xfrm>
            <a:off x="9765030" y="3346700"/>
            <a:ext cx="0" cy="71399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A3565B-268A-8C34-1D76-01FC1A217943}"/>
              </a:ext>
            </a:extLst>
          </p:cNvPr>
          <p:cNvSpPr/>
          <p:nvPr/>
        </p:nvSpPr>
        <p:spPr>
          <a:xfrm>
            <a:off x="9115806" y="4143744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D70CD6-5D94-AF4C-D2D7-0C792349234C}"/>
              </a:ext>
            </a:extLst>
          </p:cNvPr>
          <p:cNvCxnSpPr>
            <a:cxnSpLocks/>
          </p:cNvCxnSpPr>
          <p:nvPr/>
        </p:nvCxnSpPr>
        <p:spPr>
          <a:xfrm>
            <a:off x="9026651" y="2441448"/>
            <a:ext cx="1183387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D1F3A3-323D-2015-4A85-F888786D94DF}"/>
              </a:ext>
            </a:extLst>
          </p:cNvPr>
          <p:cNvSpPr/>
          <p:nvPr/>
        </p:nvSpPr>
        <p:spPr>
          <a:xfrm>
            <a:off x="10211561" y="2170164"/>
            <a:ext cx="1609340" cy="487676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S : [0]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8D1A9D-1669-DF4F-A7B7-3F2D564FCB76}"/>
              </a:ext>
            </a:extLst>
          </p:cNvPr>
          <p:cNvCxnSpPr>
            <a:cxnSpLocks/>
          </p:cNvCxnSpPr>
          <p:nvPr/>
        </p:nvCxnSpPr>
        <p:spPr>
          <a:xfrm>
            <a:off x="11018517" y="2722618"/>
            <a:ext cx="0" cy="40767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12D46C9-F62D-9430-EA36-24B6BDB970E8}"/>
              </a:ext>
            </a:extLst>
          </p:cNvPr>
          <p:cNvSpPr/>
          <p:nvPr/>
        </p:nvSpPr>
        <p:spPr>
          <a:xfrm>
            <a:off x="10122786" y="3179462"/>
            <a:ext cx="1786889" cy="437025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(3)  |  S : [0+1]=1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3A794C-DA54-1AB7-C509-F020E43F09A1}"/>
              </a:ext>
            </a:extLst>
          </p:cNvPr>
          <p:cNvCxnSpPr>
            <a:cxnSpLocks/>
          </p:cNvCxnSpPr>
          <p:nvPr/>
        </p:nvCxnSpPr>
        <p:spPr>
          <a:xfrm>
            <a:off x="11886438" y="2432288"/>
            <a:ext cx="649224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3CE2FE-4C0F-5272-CAE0-B7043618A51E}"/>
              </a:ext>
            </a:extLst>
          </p:cNvPr>
          <p:cNvCxnSpPr>
            <a:cxnSpLocks/>
          </p:cNvCxnSpPr>
          <p:nvPr/>
        </p:nvCxnSpPr>
        <p:spPr>
          <a:xfrm>
            <a:off x="12535662" y="2432288"/>
            <a:ext cx="0" cy="690384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4E97DC-C897-A3EB-2648-A1C68626116D}"/>
              </a:ext>
            </a:extLst>
          </p:cNvPr>
          <p:cNvSpPr/>
          <p:nvPr/>
        </p:nvSpPr>
        <p:spPr>
          <a:xfrm>
            <a:off x="11983983" y="3164585"/>
            <a:ext cx="1613144" cy="461007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(3)  |  S : [0]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93293D-F36F-8110-BA86-599E575E7EE6}"/>
              </a:ext>
            </a:extLst>
          </p:cNvPr>
          <p:cNvSpPr/>
          <p:nvPr/>
        </p:nvSpPr>
        <p:spPr>
          <a:xfrm>
            <a:off x="6430520" y="5270741"/>
            <a:ext cx="1854708" cy="4145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S:[1+1] = 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5997AB3-20F9-00CD-E75D-DFDD2CBD775B}"/>
              </a:ext>
            </a:extLst>
          </p:cNvPr>
          <p:cNvSpPr/>
          <p:nvPr/>
        </p:nvSpPr>
        <p:spPr>
          <a:xfrm>
            <a:off x="6430520" y="5853677"/>
            <a:ext cx="1307592" cy="40767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(3)  |  S =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11986-8D9F-1123-745B-023FAAA30DD6}"/>
              </a:ext>
            </a:extLst>
          </p:cNvPr>
          <p:cNvSpPr txBox="1"/>
          <p:nvPr/>
        </p:nvSpPr>
        <p:spPr>
          <a:xfrm>
            <a:off x="8467344" y="5311898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=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55450F-BE5F-A49E-9139-1DAB22AAE0FA}"/>
              </a:ext>
            </a:extLst>
          </p:cNvPr>
          <p:cNvSpPr txBox="1"/>
          <p:nvPr/>
        </p:nvSpPr>
        <p:spPr>
          <a:xfrm>
            <a:off x="7813548" y="5904554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= 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286DC9A-8BC5-EC04-1143-B98C15680196}"/>
              </a:ext>
            </a:extLst>
          </p:cNvPr>
          <p:cNvSpPr/>
          <p:nvPr/>
        </p:nvSpPr>
        <p:spPr>
          <a:xfrm>
            <a:off x="6435854" y="6393964"/>
            <a:ext cx="2817874" cy="530352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Count : 1 + 1 = 2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A71A22B-0D25-0514-AC82-B331CA665262}"/>
              </a:ext>
            </a:extLst>
          </p:cNvPr>
          <p:cNvCxnSpPr>
            <a:cxnSpLocks/>
          </p:cNvCxnSpPr>
          <p:nvPr/>
        </p:nvCxnSpPr>
        <p:spPr>
          <a:xfrm flipV="1">
            <a:off x="4523000" y="3676263"/>
            <a:ext cx="0" cy="2815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8602448-AF8F-1D3A-B137-1123686A2922}"/>
              </a:ext>
            </a:extLst>
          </p:cNvPr>
          <p:cNvCxnSpPr>
            <a:cxnSpLocks/>
          </p:cNvCxnSpPr>
          <p:nvPr/>
        </p:nvCxnSpPr>
        <p:spPr>
          <a:xfrm flipV="1">
            <a:off x="8595360" y="3625593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550CDD8-B1EF-ADBA-68A4-1E5602598F73}"/>
              </a:ext>
            </a:extLst>
          </p:cNvPr>
          <p:cNvCxnSpPr>
            <a:cxnSpLocks/>
          </p:cNvCxnSpPr>
          <p:nvPr/>
        </p:nvCxnSpPr>
        <p:spPr>
          <a:xfrm flipV="1">
            <a:off x="8595360" y="2687567"/>
            <a:ext cx="0" cy="4351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4ECD636-D41F-26A1-495B-5A6EB534C90F}"/>
              </a:ext>
            </a:extLst>
          </p:cNvPr>
          <p:cNvCxnSpPr>
            <a:cxnSpLocks/>
          </p:cNvCxnSpPr>
          <p:nvPr/>
        </p:nvCxnSpPr>
        <p:spPr>
          <a:xfrm flipV="1">
            <a:off x="11363638" y="2695187"/>
            <a:ext cx="0" cy="43510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147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Microsoft Office PowerPoint</Application>
  <PresentationFormat>Widescreen</PresentationFormat>
  <Paragraphs>243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2025-10-18T05:18:43Z</dcterms:created>
  <dcterms:modified xsi:type="dcterms:W3CDTF">2025-10-18T05:19:10Z</dcterms:modified>
</cp:coreProperties>
</file>