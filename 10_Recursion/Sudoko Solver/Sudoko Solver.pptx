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9"/>
  </p:notesMasterIdLst>
  <p:sldIdLst>
    <p:sldId id="257" r:id="rId2"/>
    <p:sldId id="258" r:id="rId3"/>
    <p:sldId id="259" r:id="rId4"/>
    <p:sldId id="260" r:id="rId5"/>
    <p:sldId id="261" r:id="rId6"/>
    <p:sldId id="262" r:id="rId7"/>
    <p:sldId id="263" r:id="rId8"/>
    <p:sldId id="264" r:id="rId9"/>
    <p:sldId id="265" r:id="rId10"/>
    <p:sldId id="266" r:id="rId11"/>
    <p:sldId id="267" r:id="rId12"/>
    <p:sldId id="268" r:id="rId13"/>
    <p:sldId id="269" r:id="rId14"/>
    <p:sldId id="270" r:id="rId15"/>
    <p:sldId id="271" r:id="rId16"/>
    <p:sldId id="272" r:id="rId17"/>
    <p:sldId id="273" r:id="rId18"/>
    <p:sldId id="274" r:id="rId19"/>
    <p:sldId id="275" r:id="rId20"/>
    <p:sldId id="276" r:id="rId21"/>
    <p:sldId id="277" r:id="rId22"/>
    <p:sldId id="278" r:id="rId23"/>
    <p:sldId id="279" r:id="rId24"/>
    <p:sldId id="280" r:id="rId25"/>
    <p:sldId id="281" r:id="rId26"/>
    <p:sldId id="282" r:id="rId27"/>
    <p:sldId id="283" r:id="rId28"/>
    <p:sldId id="284" r:id="rId29"/>
    <p:sldId id="285" r:id="rId30"/>
    <p:sldId id="286" r:id="rId31"/>
    <p:sldId id="287" r:id="rId32"/>
    <p:sldId id="288" r:id="rId33"/>
    <p:sldId id="289" r:id="rId34"/>
    <p:sldId id="290" r:id="rId35"/>
    <p:sldId id="291" r:id="rId36"/>
    <p:sldId id="292" r:id="rId37"/>
    <p:sldId id="293" r:id="rId38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BFEF7F"/>
    <a:srgbClr val="BBB838"/>
    <a:srgbClr val="AE424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0389321C-AE6C-4121-81C5-1AF66931B5F9}" v="115" dt="2025-10-25T07:35:02.309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95" autoAdjust="0"/>
    <p:restoredTop sz="94660"/>
  </p:normalViewPr>
  <p:slideViewPr>
    <p:cSldViewPr snapToGrid="0">
      <p:cViewPr>
        <p:scale>
          <a:sx n="47" d="100"/>
          <a:sy n="47" d="100"/>
        </p:scale>
        <p:origin x="2064" y="869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notesMaster" Target="notesMasters/notesMaster1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theme" Target="theme/theme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presProps" Target="presProps.xml"/><Relationship Id="rId45" Type="http://schemas.microsoft.com/office/2015/10/relationships/revisionInfo" Target="revisionInfo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microsoft.com/office/2016/11/relationships/changesInfo" Target="changesInfos/changesInfo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tableStyles" Target="tableStyles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20" Type="http://schemas.openxmlformats.org/officeDocument/2006/relationships/slide" Target="slides/slide19.xml"/><Relationship Id="rId41" Type="http://schemas.openxmlformats.org/officeDocument/2006/relationships/viewProps" Target="view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UBAID QURESHI" userId="dd4ae95d8f7c04fe" providerId="LiveId" clId="{AF920071-46B6-4E4C-A6D8-3E93B456AF12}"/>
    <pc:docChg chg="undo redo custSel addSld delSld modSld">
      <pc:chgData name="UBAID QURESHI" userId="dd4ae95d8f7c04fe" providerId="LiveId" clId="{AF920071-46B6-4E4C-A6D8-3E93B456AF12}" dt="2025-10-25T07:36:18.505" v="1045" actId="1037"/>
      <pc:docMkLst>
        <pc:docMk/>
      </pc:docMkLst>
      <pc:sldChg chg="addSp delSp modSp add mod">
        <pc:chgData name="UBAID QURESHI" userId="dd4ae95d8f7c04fe" providerId="LiveId" clId="{AF920071-46B6-4E4C-A6D8-3E93B456AF12}" dt="2025-10-25T02:46:13.298" v="273" actId="20577"/>
        <pc:sldMkLst>
          <pc:docMk/>
          <pc:sldMk cId="2701535539" sldId="258"/>
        </pc:sldMkLst>
        <pc:spChg chg="del">
          <ac:chgData name="UBAID QURESHI" userId="dd4ae95d8f7c04fe" providerId="LiveId" clId="{AF920071-46B6-4E4C-A6D8-3E93B456AF12}" dt="2025-10-25T02:32:57.084" v="39" actId="478"/>
          <ac:spMkLst>
            <pc:docMk/>
            <pc:sldMk cId="2701535539" sldId="258"/>
            <ac:spMk id="5" creationId="{23F332A8-8C57-941A-46BF-ECCBAA4562E3}"/>
          </ac:spMkLst>
        </pc:spChg>
        <pc:spChg chg="mod">
          <ac:chgData name="UBAID QURESHI" userId="dd4ae95d8f7c04fe" providerId="LiveId" clId="{AF920071-46B6-4E4C-A6D8-3E93B456AF12}" dt="2025-10-25T02:33:05.950" v="44" actId="20577"/>
          <ac:spMkLst>
            <pc:docMk/>
            <pc:sldMk cId="2701535539" sldId="258"/>
            <ac:spMk id="6" creationId="{C24E2D40-CE50-9197-BD2B-4DE48DF498B1}"/>
          </ac:spMkLst>
        </pc:spChg>
        <pc:graphicFrameChg chg="add mod modGraphic">
          <ac:chgData name="UBAID QURESHI" userId="dd4ae95d8f7c04fe" providerId="LiveId" clId="{AF920071-46B6-4E4C-A6D8-3E93B456AF12}" dt="2025-10-25T02:45:48.121" v="259" actId="20577"/>
          <ac:graphicFrameMkLst>
            <pc:docMk/>
            <pc:sldMk cId="2701535539" sldId="258"/>
            <ac:graphicFrameMk id="7" creationId="{4D0C0ADC-E473-D7CD-819C-856DB2CE4FB3}"/>
          </ac:graphicFrameMkLst>
        </pc:graphicFrameChg>
        <pc:graphicFrameChg chg="add mod modGraphic">
          <ac:chgData name="UBAID QURESHI" userId="dd4ae95d8f7c04fe" providerId="LiveId" clId="{AF920071-46B6-4E4C-A6D8-3E93B456AF12}" dt="2025-10-25T02:45:40.080" v="256" actId="20577"/>
          <ac:graphicFrameMkLst>
            <pc:docMk/>
            <pc:sldMk cId="2701535539" sldId="258"/>
            <ac:graphicFrameMk id="8" creationId="{338FEC6E-38B1-42C6-6EB2-E29B5487F45D}"/>
          </ac:graphicFrameMkLst>
        </pc:graphicFrameChg>
        <pc:graphicFrameChg chg="add mod modGraphic">
          <ac:chgData name="UBAID QURESHI" userId="dd4ae95d8f7c04fe" providerId="LiveId" clId="{AF920071-46B6-4E4C-A6D8-3E93B456AF12}" dt="2025-10-25T02:44:56.253" v="233" actId="20577"/>
          <ac:graphicFrameMkLst>
            <pc:docMk/>
            <pc:sldMk cId="2701535539" sldId="258"/>
            <ac:graphicFrameMk id="9" creationId="{71530BB2-DC62-7490-DEB9-4A860DB648A1}"/>
          </ac:graphicFrameMkLst>
        </pc:graphicFrameChg>
        <pc:graphicFrameChg chg="add mod modGraphic">
          <ac:chgData name="UBAID QURESHI" userId="dd4ae95d8f7c04fe" providerId="LiveId" clId="{AF920071-46B6-4E4C-A6D8-3E93B456AF12}" dt="2025-10-25T02:45:57.846" v="265" actId="20577"/>
          <ac:graphicFrameMkLst>
            <pc:docMk/>
            <pc:sldMk cId="2701535539" sldId="258"/>
            <ac:graphicFrameMk id="10" creationId="{A4B14152-FD31-856F-A3D0-8F669F53D432}"/>
          </ac:graphicFrameMkLst>
        </pc:graphicFrameChg>
        <pc:graphicFrameChg chg="add mod modGraphic">
          <ac:chgData name="UBAID QURESHI" userId="dd4ae95d8f7c04fe" providerId="LiveId" clId="{AF920071-46B6-4E4C-A6D8-3E93B456AF12}" dt="2025-10-25T02:45:35.097" v="253" actId="20577"/>
          <ac:graphicFrameMkLst>
            <pc:docMk/>
            <pc:sldMk cId="2701535539" sldId="258"/>
            <ac:graphicFrameMk id="11" creationId="{D7008AD4-8170-F4DA-A6AC-A502D07D87F6}"/>
          </ac:graphicFrameMkLst>
        </pc:graphicFrameChg>
        <pc:graphicFrameChg chg="add mod modGraphic">
          <ac:chgData name="UBAID QURESHI" userId="dd4ae95d8f7c04fe" providerId="LiveId" clId="{AF920071-46B6-4E4C-A6D8-3E93B456AF12}" dt="2025-10-25T02:45:04.103" v="239" actId="20577"/>
          <ac:graphicFrameMkLst>
            <pc:docMk/>
            <pc:sldMk cId="2701535539" sldId="258"/>
            <ac:graphicFrameMk id="12" creationId="{1B55386E-D231-3DAA-345D-B1CEDA67DCF4}"/>
          </ac:graphicFrameMkLst>
        </pc:graphicFrameChg>
        <pc:graphicFrameChg chg="add mod modGraphic">
          <ac:chgData name="UBAID QURESHI" userId="dd4ae95d8f7c04fe" providerId="LiveId" clId="{AF920071-46B6-4E4C-A6D8-3E93B456AF12}" dt="2025-10-25T02:46:13.298" v="273" actId="20577"/>
          <ac:graphicFrameMkLst>
            <pc:docMk/>
            <pc:sldMk cId="2701535539" sldId="258"/>
            <ac:graphicFrameMk id="13" creationId="{46268855-3736-FC0C-6BCB-8E19ABED0908}"/>
          </ac:graphicFrameMkLst>
        </pc:graphicFrameChg>
        <pc:graphicFrameChg chg="add mod modGraphic">
          <ac:chgData name="UBAID QURESHI" userId="dd4ae95d8f7c04fe" providerId="LiveId" clId="{AF920071-46B6-4E4C-A6D8-3E93B456AF12}" dt="2025-10-25T02:45:22.971" v="248" actId="20577"/>
          <ac:graphicFrameMkLst>
            <pc:docMk/>
            <pc:sldMk cId="2701535539" sldId="258"/>
            <ac:graphicFrameMk id="14" creationId="{4F8D3042-1571-CB2D-B764-1F2DA239EBC5}"/>
          </ac:graphicFrameMkLst>
        </pc:graphicFrameChg>
        <pc:graphicFrameChg chg="add mod modGraphic">
          <ac:chgData name="UBAID QURESHI" userId="dd4ae95d8f7c04fe" providerId="LiveId" clId="{AF920071-46B6-4E4C-A6D8-3E93B456AF12}" dt="2025-10-25T02:45:14.563" v="243" actId="20577"/>
          <ac:graphicFrameMkLst>
            <pc:docMk/>
            <pc:sldMk cId="2701535539" sldId="258"/>
            <ac:graphicFrameMk id="15" creationId="{A36D2791-21A0-B3C8-8E10-A51CA6990680}"/>
          </ac:graphicFrameMkLst>
        </pc:graphicFrameChg>
      </pc:sldChg>
      <pc:sldChg chg="addSp delSp modSp add mod">
        <pc:chgData name="UBAID QURESHI" userId="dd4ae95d8f7c04fe" providerId="LiveId" clId="{AF920071-46B6-4E4C-A6D8-3E93B456AF12}" dt="2025-10-25T04:15:55.390" v="623" actId="20577"/>
        <pc:sldMkLst>
          <pc:docMk/>
          <pc:sldMk cId="2261291686" sldId="259"/>
        </pc:sldMkLst>
        <pc:graphicFrameChg chg="add del mod modGraphic">
          <ac:chgData name="UBAID QURESHI" userId="dd4ae95d8f7c04fe" providerId="LiveId" clId="{AF920071-46B6-4E4C-A6D8-3E93B456AF12}" dt="2025-10-25T04:06:46.774" v="608" actId="478"/>
          <ac:graphicFrameMkLst>
            <pc:docMk/>
            <pc:sldMk cId="2261291686" sldId="259"/>
            <ac:graphicFrameMk id="5" creationId="{36A6B5D4-1381-00E9-D50B-384B0CAF28E2}"/>
          </ac:graphicFrameMkLst>
        </pc:graphicFrameChg>
        <pc:graphicFrameChg chg="modGraphic">
          <ac:chgData name="UBAID QURESHI" userId="dd4ae95d8f7c04fe" providerId="LiveId" clId="{AF920071-46B6-4E4C-A6D8-3E93B456AF12}" dt="2025-10-25T04:15:55.390" v="623" actId="20577"/>
          <ac:graphicFrameMkLst>
            <pc:docMk/>
            <pc:sldMk cId="2261291686" sldId="259"/>
            <ac:graphicFrameMk id="10" creationId="{501AE1F5-79A0-AB74-C242-8E76C2E0F8A0}"/>
          </ac:graphicFrameMkLst>
        </pc:graphicFrameChg>
        <pc:graphicFrameChg chg="add mod">
          <ac:chgData name="UBAID QURESHI" userId="dd4ae95d8f7c04fe" providerId="LiveId" clId="{AF920071-46B6-4E4C-A6D8-3E93B456AF12}" dt="2025-10-25T04:06:47.565" v="609"/>
          <ac:graphicFrameMkLst>
            <pc:docMk/>
            <pc:sldMk cId="2261291686" sldId="259"/>
            <ac:graphicFrameMk id="16" creationId="{7E1F8AE3-D68A-2356-FE3C-8042DC7804DA}"/>
          </ac:graphicFrameMkLst>
        </pc:graphicFrameChg>
      </pc:sldChg>
      <pc:sldChg chg="addSp delSp modSp add mod">
        <pc:chgData name="UBAID QURESHI" userId="dd4ae95d8f7c04fe" providerId="LiveId" clId="{AF920071-46B6-4E4C-A6D8-3E93B456AF12}" dt="2025-10-25T04:16:53.845" v="625" actId="20577"/>
        <pc:sldMkLst>
          <pc:docMk/>
          <pc:sldMk cId="174474927" sldId="260"/>
        </pc:sldMkLst>
        <pc:graphicFrameChg chg="del modGraphic">
          <ac:chgData name="UBAID QURESHI" userId="dd4ae95d8f7c04fe" providerId="LiveId" clId="{AF920071-46B6-4E4C-A6D8-3E93B456AF12}" dt="2025-10-25T04:06:34.526" v="606" actId="478"/>
          <ac:graphicFrameMkLst>
            <pc:docMk/>
            <pc:sldMk cId="174474927" sldId="260"/>
            <ac:graphicFrameMk id="5" creationId="{9B39AA53-D2AC-A368-F2B5-ACC12C9A6026}"/>
          </ac:graphicFrameMkLst>
        </pc:graphicFrameChg>
        <pc:graphicFrameChg chg="modGraphic">
          <ac:chgData name="UBAID QURESHI" userId="dd4ae95d8f7c04fe" providerId="LiveId" clId="{AF920071-46B6-4E4C-A6D8-3E93B456AF12}" dt="2025-10-25T04:16:53.845" v="625" actId="20577"/>
          <ac:graphicFrameMkLst>
            <pc:docMk/>
            <pc:sldMk cId="174474927" sldId="260"/>
            <ac:graphicFrameMk id="10" creationId="{749810FC-D11B-24D9-844D-5958BBF7F7AA}"/>
          </ac:graphicFrameMkLst>
        </pc:graphicFrameChg>
        <pc:graphicFrameChg chg="add mod modGraphic">
          <ac:chgData name="UBAID QURESHI" userId="dd4ae95d8f7c04fe" providerId="LiveId" clId="{AF920071-46B6-4E4C-A6D8-3E93B456AF12}" dt="2025-10-25T04:08:15.628" v="610" actId="207"/>
          <ac:graphicFrameMkLst>
            <pc:docMk/>
            <pc:sldMk cId="174474927" sldId="260"/>
            <ac:graphicFrameMk id="25" creationId="{8E07F343-6777-7205-167C-79830E46CA6A}"/>
          </ac:graphicFrameMkLst>
        </pc:graphicFrameChg>
        <pc:cxnChg chg="add mod">
          <ac:chgData name="UBAID QURESHI" userId="dd4ae95d8f7c04fe" providerId="LiveId" clId="{AF920071-46B6-4E4C-A6D8-3E93B456AF12}" dt="2025-10-25T03:56:47.170" v="529" actId="1035"/>
          <ac:cxnSpMkLst>
            <pc:docMk/>
            <pc:sldMk cId="174474927" sldId="260"/>
            <ac:cxnSpMk id="17" creationId="{A758A8BC-8866-3E1F-D6AF-2C1E2560C98E}"/>
          </ac:cxnSpMkLst>
        </pc:cxnChg>
        <pc:cxnChg chg="add mod">
          <ac:chgData name="UBAID QURESHI" userId="dd4ae95d8f7c04fe" providerId="LiveId" clId="{AF920071-46B6-4E4C-A6D8-3E93B456AF12}" dt="2025-10-25T03:56:59.087" v="531" actId="1076"/>
          <ac:cxnSpMkLst>
            <pc:docMk/>
            <pc:sldMk cId="174474927" sldId="260"/>
            <ac:cxnSpMk id="18" creationId="{A2D037CE-4F44-37E8-48E9-E346A9E13A55}"/>
          </ac:cxnSpMkLst>
        </pc:cxnChg>
        <pc:cxnChg chg="add mod">
          <ac:chgData name="UBAID QURESHI" userId="dd4ae95d8f7c04fe" providerId="LiveId" clId="{AF920071-46B6-4E4C-A6D8-3E93B456AF12}" dt="2025-10-25T03:57:52.573" v="541" actId="1076"/>
          <ac:cxnSpMkLst>
            <pc:docMk/>
            <pc:sldMk cId="174474927" sldId="260"/>
            <ac:cxnSpMk id="19" creationId="{62DD775B-5BD4-A41B-080F-B4E9495677EF}"/>
          </ac:cxnSpMkLst>
        </pc:cxnChg>
        <pc:cxnChg chg="add mod">
          <ac:chgData name="UBAID QURESHI" userId="dd4ae95d8f7c04fe" providerId="LiveId" clId="{AF920071-46B6-4E4C-A6D8-3E93B456AF12}" dt="2025-10-25T03:58:15.621" v="543" actId="1076"/>
          <ac:cxnSpMkLst>
            <pc:docMk/>
            <pc:sldMk cId="174474927" sldId="260"/>
            <ac:cxnSpMk id="24" creationId="{42533E12-A87A-8640-7E53-700D19B69849}"/>
          </ac:cxnSpMkLst>
        </pc:cxnChg>
      </pc:sldChg>
      <pc:sldChg chg="addSp delSp modSp add mod">
        <pc:chgData name="UBAID QURESHI" userId="dd4ae95d8f7c04fe" providerId="LiveId" clId="{AF920071-46B6-4E4C-A6D8-3E93B456AF12}" dt="2025-10-25T04:17:01.632" v="627" actId="20577"/>
        <pc:sldMkLst>
          <pc:docMk/>
          <pc:sldMk cId="2919356520" sldId="261"/>
        </pc:sldMkLst>
        <pc:graphicFrameChg chg="del">
          <ac:chgData name="UBAID QURESHI" userId="dd4ae95d8f7c04fe" providerId="LiveId" clId="{AF920071-46B6-4E4C-A6D8-3E93B456AF12}" dt="2025-10-25T04:06:01.829" v="603" actId="478"/>
          <ac:graphicFrameMkLst>
            <pc:docMk/>
            <pc:sldMk cId="2919356520" sldId="261"/>
            <ac:graphicFrameMk id="5" creationId="{9846FEAB-E70F-D83F-E451-B6AAD38C5F1F}"/>
          </ac:graphicFrameMkLst>
        </pc:graphicFrameChg>
        <pc:graphicFrameChg chg="modGraphic">
          <ac:chgData name="UBAID QURESHI" userId="dd4ae95d8f7c04fe" providerId="LiveId" clId="{AF920071-46B6-4E4C-A6D8-3E93B456AF12}" dt="2025-10-25T04:17:01.632" v="627" actId="20577"/>
          <ac:graphicFrameMkLst>
            <pc:docMk/>
            <pc:sldMk cId="2919356520" sldId="261"/>
            <ac:graphicFrameMk id="10" creationId="{9B4EBFBB-881C-C5A6-BD2C-3D2445170F4E}"/>
          </ac:graphicFrameMkLst>
        </pc:graphicFrameChg>
        <pc:graphicFrameChg chg="add mod modGraphic">
          <ac:chgData name="UBAID QURESHI" userId="dd4ae95d8f7c04fe" providerId="LiveId" clId="{AF920071-46B6-4E4C-A6D8-3E93B456AF12}" dt="2025-10-25T04:08:30.302" v="611" actId="207"/>
          <ac:graphicFrameMkLst>
            <pc:docMk/>
            <pc:sldMk cId="2919356520" sldId="261"/>
            <ac:graphicFrameMk id="29" creationId="{55AB9B13-2C8B-4163-7F54-873835588DAC}"/>
          </ac:graphicFrameMkLst>
        </pc:graphicFrameChg>
        <pc:cxnChg chg="mod ord">
          <ac:chgData name="UBAID QURESHI" userId="dd4ae95d8f7c04fe" providerId="LiveId" clId="{AF920071-46B6-4E4C-A6D8-3E93B456AF12}" dt="2025-10-25T04:01:45.525" v="566" actId="208"/>
          <ac:cxnSpMkLst>
            <pc:docMk/>
            <pc:sldMk cId="2919356520" sldId="261"/>
            <ac:cxnSpMk id="17" creationId="{07A23F51-03EB-B10F-D278-E0599C1250A5}"/>
          </ac:cxnSpMkLst>
        </pc:cxnChg>
        <pc:cxnChg chg="mod">
          <ac:chgData name="UBAID QURESHI" userId="dd4ae95d8f7c04fe" providerId="LiveId" clId="{AF920071-46B6-4E4C-A6D8-3E93B456AF12}" dt="2025-10-25T04:01:49.213" v="567" actId="208"/>
          <ac:cxnSpMkLst>
            <pc:docMk/>
            <pc:sldMk cId="2919356520" sldId="261"/>
            <ac:cxnSpMk id="18" creationId="{545ECABC-BD28-147A-B81B-D2BAFB2FC61D}"/>
          </ac:cxnSpMkLst>
        </pc:cxnChg>
        <pc:cxnChg chg="mod">
          <ac:chgData name="UBAID QURESHI" userId="dd4ae95d8f7c04fe" providerId="LiveId" clId="{AF920071-46B6-4E4C-A6D8-3E93B456AF12}" dt="2025-10-25T04:01:42.842" v="565" actId="208"/>
          <ac:cxnSpMkLst>
            <pc:docMk/>
            <pc:sldMk cId="2919356520" sldId="261"/>
            <ac:cxnSpMk id="19" creationId="{40635AEB-6DAB-675C-21B1-E491C4BE6010}"/>
          </ac:cxnSpMkLst>
        </pc:cxnChg>
        <pc:cxnChg chg="mod">
          <ac:chgData name="UBAID QURESHI" userId="dd4ae95d8f7c04fe" providerId="LiveId" clId="{AF920071-46B6-4E4C-A6D8-3E93B456AF12}" dt="2025-10-25T04:01:40.290" v="564" actId="208"/>
          <ac:cxnSpMkLst>
            <pc:docMk/>
            <pc:sldMk cId="2919356520" sldId="261"/>
            <ac:cxnSpMk id="24" creationId="{63ECFEEA-2ABA-2A80-9863-72A1585A4F90}"/>
          </ac:cxnSpMkLst>
        </pc:cxnChg>
      </pc:sldChg>
      <pc:sldChg chg="modSp add mod">
        <pc:chgData name="UBAID QURESHI" userId="dd4ae95d8f7c04fe" providerId="LiveId" clId="{AF920071-46B6-4E4C-A6D8-3E93B456AF12}" dt="2025-10-25T04:17:07.822" v="629" actId="20577"/>
        <pc:sldMkLst>
          <pc:docMk/>
          <pc:sldMk cId="2481800335" sldId="262"/>
        </pc:sldMkLst>
        <pc:graphicFrameChg chg="mod modGraphic">
          <ac:chgData name="UBAID QURESHI" userId="dd4ae95d8f7c04fe" providerId="LiveId" clId="{AF920071-46B6-4E4C-A6D8-3E93B456AF12}" dt="2025-10-25T04:05:46.188" v="602" actId="14100"/>
          <ac:graphicFrameMkLst>
            <pc:docMk/>
            <pc:sldMk cId="2481800335" sldId="262"/>
            <ac:graphicFrameMk id="5" creationId="{99A36F23-5C3B-C32C-D216-811B555C6F44}"/>
          </ac:graphicFrameMkLst>
        </pc:graphicFrameChg>
        <pc:graphicFrameChg chg="modGraphic">
          <ac:chgData name="UBAID QURESHI" userId="dd4ae95d8f7c04fe" providerId="LiveId" clId="{AF920071-46B6-4E4C-A6D8-3E93B456AF12}" dt="2025-10-25T04:17:07.822" v="629" actId="20577"/>
          <ac:graphicFrameMkLst>
            <pc:docMk/>
            <pc:sldMk cId="2481800335" sldId="262"/>
            <ac:graphicFrameMk id="10" creationId="{FAF130B6-A2CE-F8D5-FDE6-80A9EF084EE2}"/>
          </ac:graphicFrameMkLst>
        </pc:graphicFrameChg>
        <pc:cxnChg chg="mod">
          <ac:chgData name="UBAID QURESHI" userId="dd4ae95d8f7c04fe" providerId="LiveId" clId="{AF920071-46B6-4E4C-A6D8-3E93B456AF12}" dt="2025-10-25T04:03:21.168" v="577" actId="208"/>
          <ac:cxnSpMkLst>
            <pc:docMk/>
            <pc:sldMk cId="2481800335" sldId="262"/>
            <ac:cxnSpMk id="17" creationId="{98CFD5EA-77D5-CBAC-7D18-86D7D540456B}"/>
          </ac:cxnSpMkLst>
        </pc:cxnChg>
        <pc:cxnChg chg="mod">
          <ac:chgData name="UBAID QURESHI" userId="dd4ae95d8f7c04fe" providerId="LiveId" clId="{AF920071-46B6-4E4C-A6D8-3E93B456AF12}" dt="2025-10-25T04:03:29.121" v="580" actId="208"/>
          <ac:cxnSpMkLst>
            <pc:docMk/>
            <pc:sldMk cId="2481800335" sldId="262"/>
            <ac:cxnSpMk id="18" creationId="{50BE1968-0712-DA63-FBEE-15434221E47D}"/>
          </ac:cxnSpMkLst>
        </pc:cxnChg>
        <pc:cxnChg chg="mod">
          <ac:chgData name="UBAID QURESHI" userId="dd4ae95d8f7c04fe" providerId="LiveId" clId="{AF920071-46B6-4E4C-A6D8-3E93B456AF12}" dt="2025-10-25T04:03:23.993" v="578" actId="208"/>
          <ac:cxnSpMkLst>
            <pc:docMk/>
            <pc:sldMk cId="2481800335" sldId="262"/>
            <ac:cxnSpMk id="19" creationId="{DC2D4210-D882-629B-E82D-C70EA7DD912F}"/>
          </ac:cxnSpMkLst>
        </pc:cxnChg>
        <pc:cxnChg chg="mod">
          <ac:chgData name="UBAID QURESHI" userId="dd4ae95d8f7c04fe" providerId="LiveId" clId="{AF920071-46B6-4E4C-A6D8-3E93B456AF12}" dt="2025-10-25T04:03:26.404" v="579" actId="208"/>
          <ac:cxnSpMkLst>
            <pc:docMk/>
            <pc:sldMk cId="2481800335" sldId="262"/>
            <ac:cxnSpMk id="24" creationId="{387ECC47-0AB3-FE61-DA24-B4D98CB9AB55}"/>
          </ac:cxnSpMkLst>
        </pc:cxnChg>
      </pc:sldChg>
      <pc:sldChg chg="delSp modSp add del mod">
        <pc:chgData name="UBAID QURESHI" userId="dd4ae95d8f7c04fe" providerId="LiveId" clId="{AF920071-46B6-4E4C-A6D8-3E93B456AF12}" dt="2025-10-25T04:34:54.218" v="687" actId="207"/>
        <pc:sldMkLst>
          <pc:docMk/>
          <pc:sldMk cId="848737840" sldId="263"/>
        </pc:sldMkLst>
        <pc:spChg chg="mod">
          <ac:chgData name="UBAID QURESHI" userId="dd4ae95d8f7c04fe" providerId="LiveId" clId="{AF920071-46B6-4E4C-A6D8-3E93B456AF12}" dt="2025-10-25T04:28:38.117" v="643" actId="14100"/>
          <ac:spMkLst>
            <pc:docMk/>
            <pc:sldMk cId="848737840" sldId="263"/>
            <ac:spMk id="4" creationId="{72300F34-F255-5ED3-E1EB-C28F4F211592}"/>
          </ac:spMkLst>
        </pc:spChg>
        <pc:spChg chg="mod">
          <ac:chgData name="UBAID QURESHI" userId="dd4ae95d8f7c04fe" providerId="LiveId" clId="{AF920071-46B6-4E4C-A6D8-3E93B456AF12}" dt="2025-10-25T04:28:56.025" v="645" actId="1076"/>
          <ac:spMkLst>
            <pc:docMk/>
            <pc:sldMk cId="848737840" sldId="263"/>
            <ac:spMk id="6" creationId="{2818602D-4C19-AD1D-33F3-45C3BDF89261}"/>
          </ac:spMkLst>
        </pc:spChg>
        <pc:graphicFrameChg chg="mod modGraphic">
          <ac:chgData name="UBAID QURESHI" userId="dd4ae95d8f7c04fe" providerId="LiveId" clId="{AF920071-46B6-4E4C-A6D8-3E93B456AF12}" dt="2025-10-25T04:28:49.151" v="644" actId="1076"/>
          <ac:graphicFrameMkLst>
            <pc:docMk/>
            <pc:sldMk cId="848737840" sldId="263"/>
            <ac:graphicFrameMk id="5" creationId="{428F86D9-AC82-5D65-9CA0-2FA494682D86}"/>
          </ac:graphicFrameMkLst>
        </pc:graphicFrameChg>
        <pc:graphicFrameChg chg="mod modGraphic">
          <ac:chgData name="UBAID QURESHI" userId="dd4ae95d8f7c04fe" providerId="LiveId" clId="{AF920071-46B6-4E4C-A6D8-3E93B456AF12}" dt="2025-10-25T04:34:46.445" v="685" actId="207"/>
          <ac:graphicFrameMkLst>
            <pc:docMk/>
            <pc:sldMk cId="848737840" sldId="263"/>
            <ac:graphicFrameMk id="7" creationId="{36BC1B9F-4A8C-4856-0CA1-4B68936D15D8}"/>
          </ac:graphicFrameMkLst>
        </pc:graphicFrameChg>
        <pc:graphicFrameChg chg="mod modGraphic">
          <ac:chgData name="UBAID QURESHI" userId="dd4ae95d8f7c04fe" providerId="LiveId" clId="{AF920071-46B6-4E4C-A6D8-3E93B456AF12}" dt="2025-10-25T04:30:50.700" v="670" actId="1076"/>
          <ac:graphicFrameMkLst>
            <pc:docMk/>
            <pc:sldMk cId="848737840" sldId="263"/>
            <ac:graphicFrameMk id="8" creationId="{7E6B1BFF-9603-7054-9495-AE3F883E934F}"/>
          </ac:graphicFrameMkLst>
        </pc:graphicFrameChg>
        <pc:graphicFrameChg chg="mod modGraphic">
          <ac:chgData name="UBAID QURESHI" userId="dd4ae95d8f7c04fe" providerId="LiveId" clId="{AF920071-46B6-4E4C-A6D8-3E93B456AF12}" dt="2025-10-25T04:34:41.376" v="684" actId="207"/>
          <ac:graphicFrameMkLst>
            <pc:docMk/>
            <pc:sldMk cId="848737840" sldId="263"/>
            <ac:graphicFrameMk id="9" creationId="{9969D0C8-BDAB-F964-544B-A813952A604C}"/>
          </ac:graphicFrameMkLst>
        </pc:graphicFrameChg>
        <pc:graphicFrameChg chg="mod modGraphic">
          <ac:chgData name="UBAID QURESHI" userId="dd4ae95d8f7c04fe" providerId="LiveId" clId="{AF920071-46B6-4E4C-A6D8-3E93B456AF12}" dt="2025-10-25T04:30:17.349" v="665" actId="1076"/>
          <ac:graphicFrameMkLst>
            <pc:docMk/>
            <pc:sldMk cId="848737840" sldId="263"/>
            <ac:graphicFrameMk id="10" creationId="{82D86C43-2166-AD02-9C22-4C8350D53F90}"/>
          </ac:graphicFrameMkLst>
        </pc:graphicFrameChg>
        <pc:graphicFrameChg chg="mod modGraphic">
          <ac:chgData name="UBAID QURESHI" userId="dd4ae95d8f7c04fe" providerId="LiveId" clId="{AF920071-46B6-4E4C-A6D8-3E93B456AF12}" dt="2025-10-25T04:34:50.356" v="686" actId="207"/>
          <ac:graphicFrameMkLst>
            <pc:docMk/>
            <pc:sldMk cId="848737840" sldId="263"/>
            <ac:graphicFrameMk id="11" creationId="{541DE151-EB0D-5810-AE38-E2B9CFD87182}"/>
          </ac:graphicFrameMkLst>
        </pc:graphicFrameChg>
        <pc:graphicFrameChg chg="mod modGraphic">
          <ac:chgData name="UBAID QURESHI" userId="dd4ae95d8f7c04fe" providerId="LiveId" clId="{AF920071-46B6-4E4C-A6D8-3E93B456AF12}" dt="2025-10-25T04:30:41.474" v="669" actId="1076"/>
          <ac:graphicFrameMkLst>
            <pc:docMk/>
            <pc:sldMk cId="848737840" sldId="263"/>
            <ac:graphicFrameMk id="12" creationId="{A5680B39-691C-E0D5-94E6-91736FDEFE56}"/>
          </ac:graphicFrameMkLst>
        </pc:graphicFrameChg>
        <pc:graphicFrameChg chg="mod modGraphic">
          <ac:chgData name="UBAID QURESHI" userId="dd4ae95d8f7c04fe" providerId="LiveId" clId="{AF920071-46B6-4E4C-A6D8-3E93B456AF12}" dt="2025-10-25T04:34:54.218" v="687" actId="207"/>
          <ac:graphicFrameMkLst>
            <pc:docMk/>
            <pc:sldMk cId="848737840" sldId="263"/>
            <ac:graphicFrameMk id="13" creationId="{8BB13CEC-84B9-DB68-B164-8238B1353D71}"/>
          </ac:graphicFrameMkLst>
        </pc:graphicFrameChg>
        <pc:graphicFrameChg chg="mod modGraphic">
          <ac:chgData name="UBAID QURESHI" userId="dd4ae95d8f7c04fe" providerId="LiveId" clId="{AF920071-46B6-4E4C-A6D8-3E93B456AF12}" dt="2025-10-25T04:31:34.620" v="674" actId="1076"/>
          <ac:graphicFrameMkLst>
            <pc:docMk/>
            <pc:sldMk cId="848737840" sldId="263"/>
            <ac:graphicFrameMk id="14" creationId="{176671E6-46E9-DF9D-C00F-3939FECFED40}"/>
          </ac:graphicFrameMkLst>
        </pc:graphicFrameChg>
        <pc:graphicFrameChg chg="mod modGraphic">
          <ac:chgData name="UBAID QURESHI" userId="dd4ae95d8f7c04fe" providerId="LiveId" clId="{AF920071-46B6-4E4C-A6D8-3E93B456AF12}" dt="2025-10-25T04:31:44.678" v="675" actId="1076"/>
          <ac:graphicFrameMkLst>
            <pc:docMk/>
            <pc:sldMk cId="848737840" sldId="263"/>
            <ac:graphicFrameMk id="15" creationId="{07990594-540B-8891-1B12-F1077574AA1E}"/>
          </ac:graphicFrameMkLst>
        </pc:graphicFrameChg>
        <pc:cxnChg chg="del">
          <ac:chgData name="UBAID QURESHI" userId="dd4ae95d8f7c04fe" providerId="LiveId" clId="{AF920071-46B6-4E4C-A6D8-3E93B456AF12}" dt="2025-10-25T04:13:04.581" v="621" actId="478"/>
          <ac:cxnSpMkLst>
            <pc:docMk/>
            <pc:sldMk cId="848737840" sldId="263"/>
            <ac:cxnSpMk id="17" creationId="{704C4135-FFAA-BB25-DC8D-529BE2BADFC3}"/>
          </ac:cxnSpMkLst>
        </pc:cxnChg>
        <pc:cxnChg chg="del">
          <ac:chgData name="UBAID QURESHI" userId="dd4ae95d8f7c04fe" providerId="LiveId" clId="{AF920071-46B6-4E4C-A6D8-3E93B456AF12}" dt="2025-10-25T04:13:02.450" v="619" actId="478"/>
          <ac:cxnSpMkLst>
            <pc:docMk/>
            <pc:sldMk cId="848737840" sldId="263"/>
            <ac:cxnSpMk id="18" creationId="{7B42EDF6-C432-55ED-66B8-0BA7B1D52A90}"/>
          </ac:cxnSpMkLst>
        </pc:cxnChg>
        <pc:cxnChg chg="del">
          <ac:chgData name="UBAID QURESHI" userId="dd4ae95d8f7c04fe" providerId="LiveId" clId="{AF920071-46B6-4E4C-A6D8-3E93B456AF12}" dt="2025-10-25T04:13:03.628" v="620" actId="478"/>
          <ac:cxnSpMkLst>
            <pc:docMk/>
            <pc:sldMk cId="848737840" sldId="263"/>
            <ac:cxnSpMk id="19" creationId="{C92B04D6-B4DF-C34F-DDBF-978318805D6F}"/>
          </ac:cxnSpMkLst>
        </pc:cxnChg>
        <pc:cxnChg chg="del">
          <ac:chgData name="UBAID QURESHI" userId="dd4ae95d8f7c04fe" providerId="LiveId" clId="{AF920071-46B6-4E4C-A6D8-3E93B456AF12}" dt="2025-10-25T04:13:01.069" v="618" actId="478"/>
          <ac:cxnSpMkLst>
            <pc:docMk/>
            <pc:sldMk cId="848737840" sldId="263"/>
            <ac:cxnSpMk id="24" creationId="{35E9658D-4B19-A5A1-F892-B8FE3A958749}"/>
          </ac:cxnSpMkLst>
        </pc:cxnChg>
      </pc:sldChg>
      <pc:sldChg chg="modSp add mod">
        <pc:chgData name="UBAID QURESHI" userId="dd4ae95d8f7c04fe" providerId="LiveId" clId="{AF920071-46B6-4E4C-A6D8-3E93B456AF12}" dt="2025-10-25T04:36:10.048" v="689" actId="20577"/>
        <pc:sldMkLst>
          <pc:docMk/>
          <pc:sldMk cId="1346293549" sldId="264"/>
        </pc:sldMkLst>
        <pc:graphicFrameChg chg="modGraphic">
          <ac:chgData name="UBAID QURESHI" userId="dd4ae95d8f7c04fe" providerId="LiveId" clId="{AF920071-46B6-4E4C-A6D8-3E93B456AF12}" dt="2025-10-25T04:36:10.048" v="689" actId="20577"/>
          <ac:graphicFrameMkLst>
            <pc:docMk/>
            <pc:sldMk cId="1346293549" sldId="264"/>
            <ac:graphicFrameMk id="7" creationId="{95ECC33C-2A46-92B1-C282-8255A9C08066}"/>
          </ac:graphicFrameMkLst>
        </pc:graphicFrameChg>
      </pc:sldChg>
      <pc:sldChg chg="addSp delSp modSp add mod">
        <pc:chgData name="UBAID QURESHI" userId="dd4ae95d8f7c04fe" providerId="LiveId" clId="{AF920071-46B6-4E4C-A6D8-3E93B456AF12}" dt="2025-10-25T06:51:33.697" v="819" actId="164"/>
        <pc:sldMkLst>
          <pc:docMk/>
          <pc:sldMk cId="2492454252" sldId="265"/>
        </pc:sldMkLst>
        <pc:spChg chg="mod">
          <ac:chgData name="UBAID QURESHI" userId="dd4ae95d8f7c04fe" providerId="LiveId" clId="{AF920071-46B6-4E4C-A6D8-3E93B456AF12}" dt="2025-10-25T04:39:15.840" v="708" actId="1076"/>
          <ac:spMkLst>
            <pc:docMk/>
            <pc:sldMk cId="2492454252" sldId="265"/>
            <ac:spMk id="4" creationId="{C4184F27-2BB3-DC65-AC3C-E8782D56D66E}"/>
          </ac:spMkLst>
        </pc:spChg>
        <pc:grpChg chg="add del mod">
          <ac:chgData name="UBAID QURESHI" userId="dd4ae95d8f7c04fe" providerId="LiveId" clId="{AF920071-46B6-4E4C-A6D8-3E93B456AF12}" dt="2025-10-25T04:40:06.078" v="715" actId="478"/>
          <ac:grpSpMkLst>
            <pc:docMk/>
            <pc:sldMk cId="2492454252" sldId="265"/>
            <ac:grpSpMk id="57" creationId="{6B2E58CE-F53F-CD77-A239-A3618E0D28CF}"/>
          </ac:grpSpMkLst>
        </pc:grpChg>
        <pc:grpChg chg="add mod">
          <ac:chgData name="UBAID QURESHI" userId="dd4ae95d8f7c04fe" providerId="LiveId" clId="{AF920071-46B6-4E4C-A6D8-3E93B456AF12}" dt="2025-10-25T06:51:33.697" v="819" actId="164"/>
          <ac:grpSpMkLst>
            <pc:docMk/>
            <pc:sldMk cId="2492454252" sldId="265"/>
            <ac:grpSpMk id="58" creationId="{51B9C888-6395-FDCD-3EB7-C9609A6DB381}"/>
          </ac:grpSpMkLst>
        </pc:grpChg>
        <pc:cxnChg chg="add mod">
          <ac:chgData name="UBAID QURESHI" userId="dd4ae95d8f7c04fe" providerId="LiveId" clId="{AF920071-46B6-4E4C-A6D8-3E93B456AF12}" dt="2025-10-25T06:51:33.697" v="819" actId="164"/>
          <ac:cxnSpMkLst>
            <pc:docMk/>
            <pc:sldMk cId="2492454252" sldId="265"/>
            <ac:cxnSpMk id="16" creationId="{6198168F-4DAE-AAD5-4DEA-F8BBBA5CD1A2}"/>
          </ac:cxnSpMkLst>
        </pc:cxnChg>
        <pc:cxnChg chg="add mod">
          <ac:chgData name="UBAID QURESHI" userId="dd4ae95d8f7c04fe" providerId="LiveId" clId="{AF920071-46B6-4E4C-A6D8-3E93B456AF12}" dt="2025-10-25T06:51:33.697" v="819" actId="164"/>
          <ac:cxnSpMkLst>
            <pc:docMk/>
            <pc:sldMk cId="2492454252" sldId="265"/>
            <ac:cxnSpMk id="17" creationId="{DC49DFDF-EBE6-31E3-91D4-077626F41670}"/>
          </ac:cxnSpMkLst>
        </pc:cxnChg>
        <pc:cxnChg chg="add mod">
          <ac:chgData name="UBAID QURESHI" userId="dd4ae95d8f7c04fe" providerId="LiveId" clId="{AF920071-46B6-4E4C-A6D8-3E93B456AF12}" dt="2025-10-25T06:51:33.697" v="819" actId="164"/>
          <ac:cxnSpMkLst>
            <pc:docMk/>
            <pc:sldMk cId="2492454252" sldId="265"/>
            <ac:cxnSpMk id="18" creationId="{13AF7461-92E0-E5B7-3476-5DA148B2BBB6}"/>
          </ac:cxnSpMkLst>
        </pc:cxnChg>
        <pc:cxnChg chg="add mod">
          <ac:chgData name="UBAID QURESHI" userId="dd4ae95d8f7c04fe" providerId="LiveId" clId="{AF920071-46B6-4E4C-A6D8-3E93B456AF12}" dt="2025-10-25T06:51:33.697" v="819" actId="164"/>
          <ac:cxnSpMkLst>
            <pc:docMk/>
            <pc:sldMk cId="2492454252" sldId="265"/>
            <ac:cxnSpMk id="19" creationId="{34A112AA-6AB0-534B-CCF7-85B073606A62}"/>
          </ac:cxnSpMkLst>
        </pc:cxnChg>
        <pc:cxnChg chg="add mod">
          <ac:chgData name="UBAID QURESHI" userId="dd4ae95d8f7c04fe" providerId="LiveId" clId="{AF920071-46B6-4E4C-A6D8-3E93B456AF12}" dt="2025-10-25T04:39:09.337" v="705" actId="164"/>
          <ac:cxnSpMkLst>
            <pc:docMk/>
            <pc:sldMk cId="2492454252" sldId="265"/>
            <ac:cxnSpMk id="53" creationId="{ABED5D4B-F26F-92BE-6C96-BEBA141CC3C0}"/>
          </ac:cxnSpMkLst>
        </pc:cxnChg>
        <pc:cxnChg chg="add mod">
          <ac:chgData name="UBAID QURESHI" userId="dd4ae95d8f7c04fe" providerId="LiveId" clId="{AF920071-46B6-4E4C-A6D8-3E93B456AF12}" dt="2025-10-25T04:39:09.337" v="705" actId="164"/>
          <ac:cxnSpMkLst>
            <pc:docMk/>
            <pc:sldMk cId="2492454252" sldId="265"/>
            <ac:cxnSpMk id="54" creationId="{A952CBD3-BC98-348B-78B9-6242B8FC2B98}"/>
          </ac:cxnSpMkLst>
        </pc:cxnChg>
        <pc:cxnChg chg="add mod">
          <ac:chgData name="UBAID QURESHI" userId="dd4ae95d8f7c04fe" providerId="LiveId" clId="{AF920071-46B6-4E4C-A6D8-3E93B456AF12}" dt="2025-10-25T04:39:09.337" v="705" actId="164"/>
          <ac:cxnSpMkLst>
            <pc:docMk/>
            <pc:sldMk cId="2492454252" sldId="265"/>
            <ac:cxnSpMk id="55" creationId="{652F5D03-E470-6F05-9912-FEB164156CC6}"/>
          </ac:cxnSpMkLst>
        </pc:cxnChg>
        <pc:cxnChg chg="add mod">
          <ac:chgData name="UBAID QURESHI" userId="dd4ae95d8f7c04fe" providerId="LiveId" clId="{AF920071-46B6-4E4C-A6D8-3E93B456AF12}" dt="2025-10-25T04:39:09.337" v="705" actId="164"/>
          <ac:cxnSpMkLst>
            <pc:docMk/>
            <pc:sldMk cId="2492454252" sldId="265"/>
            <ac:cxnSpMk id="56" creationId="{97800AAC-979B-D308-1135-17DAE85FBE79}"/>
          </ac:cxnSpMkLst>
        </pc:cxnChg>
      </pc:sldChg>
      <pc:sldChg chg="add">
        <pc:chgData name="UBAID QURESHI" userId="dd4ae95d8f7c04fe" providerId="LiveId" clId="{AF920071-46B6-4E4C-A6D8-3E93B456AF12}" dt="2025-10-25T04:40:01.606" v="714"/>
        <pc:sldMkLst>
          <pc:docMk/>
          <pc:sldMk cId="1078560362" sldId="266"/>
        </pc:sldMkLst>
      </pc:sldChg>
      <pc:sldChg chg="addSp delSp modSp add mod">
        <pc:chgData name="UBAID QURESHI" userId="dd4ae95d8f7c04fe" providerId="LiveId" clId="{AF920071-46B6-4E4C-A6D8-3E93B456AF12}" dt="2025-10-25T04:42:55.068" v="733" actId="20577"/>
        <pc:sldMkLst>
          <pc:docMk/>
          <pc:sldMk cId="1350278811" sldId="267"/>
        </pc:sldMkLst>
        <pc:grpChg chg="del">
          <ac:chgData name="UBAID QURESHI" userId="dd4ae95d8f7c04fe" providerId="LiveId" clId="{AF920071-46B6-4E4C-A6D8-3E93B456AF12}" dt="2025-10-25T04:42:40.873" v="728" actId="478"/>
          <ac:grpSpMkLst>
            <pc:docMk/>
            <pc:sldMk cId="1350278811" sldId="267"/>
            <ac:grpSpMk id="57" creationId="{1C4C868A-9748-016F-E5AD-6A3ACD106CA9}"/>
          </ac:grpSpMkLst>
        </pc:grpChg>
        <pc:graphicFrameChg chg="modGraphic">
          <ac:chgData name="UBAID QURESHI" userId="dd4ae95d8f7c04fe" providerId="LiveId" clId="{AF920071-46B6-4E4C-A6D8-3E93B456AF12}" dt="2025-10-25T04:42:55.068" v="733" actId="20577"/>
          <ac:graphicFrameMkLst>
            <pc:docMk/>
            <pc:sldMk cId="1350278811" sldId="267"/>
            <ac:graphicFrameMk id="7" creationId="{2BF830CB-769B-C32E-7244-D3A2EF5A4CEB}"/>
          </ac:graphicFrameMkLst>
        </pc:graphicFrameChg>
        <pc:graphicFrameChg chg="add mod">
          <ac:chgData name="UBAID QURESHI" userId="dd4ae95d8f7c04fe" providerId="LiveId" clId="{AF920071-46B6-4E4C-A6D8-3E93B456AF12}" dt="2025-10-25T04:41:08.462" v="718" actId="1076"/>
          <ac:graphicFrameMkLst>
            <pc:docMk/>
            <pc:sldMk cId="1350278811" sldId="267"/>
            <ac:graphicFrameMk id="20" creationId="{2AC8A0D9-1AB5-B446-A8F8-F11B8581ECDC}"/>
          </ac:graphicFrameMkLst>
        </pc:graphicFrameChg>
        <pc:graphicFrameChg chg="add mod">
          <ac:chgData name="UBAID QURESHI" userId="dd4ae95d8f7c04fe" providerId="LiveId" clId="{AF920071-46B6-4E4C-A6D8-3E93B456AF12}" dt="2025-10-25T04:41:08.462" v="718" actId="1076"/>
          <ac:graphicFrameMkLst>
            <pc:docMk/>
            <pc:sldMk cId="1350278811" sldId="267"/>
            <ac:graphicFrameMk id="21" creationId="{57F56408-C37A-EC83-1275-86A25AA0D867}"/>
          </ac:graphicFrameMkLst>
        </pc:graphicFrameChg>
        <pc:graphicFrameChg chg="add mod">
          <ac:chgData name="UBAID QURESHI" userId="dd4ae95d8f7c04fe" providerId="LiveId" clId="{AF920071-46B6-4E4C-A6D8-3E93B456AF12}" dt="2025-10-25T04:41:08.462" v="718" actId="1076"/>
          <ac:graphicFrameMkLst>
            <pc:docMk/>
            <pc:sldMk cId="1350278811" sldId="267"/>
            <ac:graphicFrameMk id="22" creationId="{C6E635C7-E081-57C5-3C57-C3F998926B20}"/>
          </ac:graphicFrameMkLst>
        </pc:graphicFrameChg>
        <pc:graphicFrameChg chg="add mod">
          <ac:chgData name="UBAID QURESHI" userId="dd4ae95d8f7c04fe" providerId="LiveId" clId="{AF920071-46B6-4E4C-A6D8-3E93B456AF12}" dt="2025-10-25T04:41:08.462" v="718" actId="1076"/>
          <ac:graphicFrameMkLst>
            <pc:docMk/>
            <pc:sldMk cId="1350278811" sldId="267"/>
            <ac:graphicFrameMk id="23" creationId="{A9CD9442-3884-7F4E-6013-C553F5432C87}"/>
          </ac:graphicFrameMkLst>
        </pc:graphicFrameChg>
        <pc:graphicFrameChg chg="add mod">
          <ac:chgData name="UBAID QURESHI" userId="dd4ae95d8f7c04fe" providerId="LiveId" clId="{AF920071-46B6-4E4C-A6D8-3E93B456AF12}" dt="2025-10-25T04:41:08.462" v="718" actId="1076"/>
          <ac:graphicFrameMkLst>
            <pc:docMk/>
            <pc:sldMk cId="1350278811" sldId="267"/>
            <ac:graphicFrameMk id="24" creationId="{461E3A93-70DB-21EA-2E39-45C02E096C2C}"/>
          </ac:graphicFrameMkLst>
        </pc:graphicFrameChg>
        <pc:graphicFrameChg chg="add mod">
          <ac:chgData name="UBAID QURESHI" userId="dd4ae95d8f7c04fe" providerId="LiveId" clId="{AF920071-46B6-4E4C-A6D8-3E93B456AF12}" dt="2025-10-25T04:41:08.462" v="718" actId="1076"/>
          <ac:graphicFrameMkLst>
            <pc:docMk/>
            <pc:sldMk cId="1350278811" sldId="267"/>
            <ac:graphicFrameMk id="25" creationId="{A143102D-82C4-1F6B-50D4-53FCD7F9D3D4}"/>
          </ac:graphicFrameMkLst>
        </pc:graphicFrameChg>
        <pc:graphicFrameChg chg="add mod">
          <ac:chgData name="UBAID QURESHI" userId="dd4ae95d8f7c04fe" providerId="LiveId" clId="{AF920071-46B6-4E4C-A6D8-3E93B456AF12}" dt="2025-10-25T04:41:08.462" v="718" actId="1076"/>
          <ac:graphicFrameMkLst>
            <pc:docMk/>
            <pc:sldMk cId="1350278811" sldId="267"/>
            <ac:graphicFrameMk id="26" creationId="{CAE5803D-D018-BEE7-AE69-379B0BADBE4C}"/>
          </ac:graphicFrameMkLst>
        </pc:graphicFrameChg>
        <pc:graphicFrameChg chg="add mod">
          <ac:chgData name="UBAID QURESHI" userId="dd4ae95d8f7c04fe" providerId="LiveId" clId="{AF920071-46B6-4E4C-A6D8-3E93B456AF12}" dt="2025-10-25T04:41:08.462" v="718" actId="1076"/>
          <ac:graphicFrameMkLst>
            <pc:docMk/>
            <pc:sldMk cId="1350278811" sldId="267"/>
            <ac:graphicFrameMk id="27" creationId="{33440A72-A730-779D-4536-E7D7AAC4C4BC}"/>
          </ac:graphicFrameMkLst>
        </pc:graphicFrameChg>
        <pc:graphicFrameChg chg="add mod">
          <ac:chgData name="UBAID QURESHI" userId="dd4ae95d8f7c04fe" providerId="LiveId" clId="{AF920071-46B6-4E4C-A6D8-3E93B456AF12}" dt="2025-10-25T04:41:08.462" v="718" actId="1076"/>
          <ac:graphicFrameMkLst>
            <pc:docMk/>
            <pc:sldMk cId="1350278811" sldId="267"/>
            <ac:graphicFrameMk id="28" creationId="{9E35F83B-AA52-C433-89A0-F8E72242C512}"/>
          </ac:graphicFrameMkLst>
        </pc:graphicFrameChg>
        <pc:cxnChg chg="del">
          <ac:chgData name="UBAID QURESHI" userId="dd4ae95d8f7c04fe" providerId="LiveId" clId="{AF920071-46B6-4E4C-A6D8-3E93B456AF12}" dt="2025-10-25T04:42:43.542" v="730" actId="478"/>
          <ac:cxnSpMkLst>
            <pc:docMk/>
            <pc:sldMk cId="1350278811" sldId="267"/>
            <ac:cxnSpMk id="16" creationId="{77807BDD-A8CA-9626-BEC3-38A4C8417F65}"/>
          </ac:cxnSpMkLst>
        </pc:cxnChg>
        <pc:cxnChg chg="del">
          <ac:chgData name="UBAID QURESHI" userId="dd4ae95d8f7c04fe" providerId="LiveId" clId="{AF920071-46B6-4E4C-A6D8-3E93B456AF12}" dt="2025-10-25T04:42:42.200" v="729" actId="478"/>
          <ac:cxnSpMkLst>
            <pc:docMk/>
            <pc:sldMk cId="1350278811" sldId="267"/>
            <ac:cxnSpMk id="17" creationId="{85765967-D748-75B1-6C48-0929A70D39FD}"/>
          </ac:cxnSpMkLst>
        </pc:cxnChg>
        <pc:cxnChg chg="del">
          <ac:chgData name="UBAID QURESHI" userId="dd4ae95d8f7c04fe" providerId="LiveId" clId="{AF920071-46B6-4E4C-A6D8-3E93B456AF12}" dt="2025-10-25T04:42:45.975" v="731" actId="478"/>
          <ac:cxnSpMkLst>
            <pc:docMk/>
            <pc:sldMk cId="1350278811" sldId="267"/>
            <ac:cxnSpMk id="18" creationId="{72F942E6-F929-42AC-C0A2-C959BDB6BB31}"/>
          </ac:cxnSpMkLst>
        </pc:cxnChg>
        <pc:cxnChg chg="del">
          <ac:chgData name="UBAID QURESHI" userId="dd4ae95d8f7c04fe" providerId="LiveId" clId="{AF920071-46B6-4E4C-A6D8-3E93B456AF12}" dt="2025-10-25T04:42:46.901" v="732" actId="478"/>
          <ac:cxnSpMkLst>
            <pc:docMk/>
            <pc:sldMk cId="1350278811" sldId="267"/>
            <ac:cxnSpMk id="19" creationId="{0D44FD95-4064-04AF-CB14-23E19C774D52}"/>
          </ac:cxnSpMkLst>
        </pc:cxnChg>
        <pc:cxnChg chg="add mod">
          <ac:chgData name="UBAID QURESHI" userId="dd4ae95d8f7c04fe" providerId="LiveId" clId="{AF920071-46B6-4E4C-A6D8-3E93B456AF12}" dt="2025-10-25T04:42:07.502" v="723" actId="208"/>
          <ac:cxnSpMkLst>
            <pc:docMk/>
            <pc:sldMk cId="1350278811" sldId="267"/>
            <ac:cxnSpMk id="30" creationId="{B4706DD9-E6F7-17B0-D48A-B8C6698FE3A1}"/>
          </ac:cxnSpMkLst>
        </pc:cxnChg>
        <pc:cxnChg chg="add mod">
          <ac:chgData name="UBAID QURESHI" userId="dd4ae95d8f7c04fe" providerId="LiveId" clId="{AF920071-46B6-4E4C-A6D8-3E93B456AF12}" dt="2025-10-25T04:42:22.382" v="726" actId="13822"/>
          <ac:cxnSpMkLst>
            <pc:docMk/>
            <pc:sldMk cId="1350278811" sldId="267"/>
            <ac:cxnSpMk id="32" creationId="{1A481CEB-7D5F-9A32-C470-C6FA6EA7F1A2}"/>
          </ac:cxnSpMkLst>
        </pc:cxnChg>
      </pc:sldChg>
      <pc:sldChg chg="addSp delSp modSp add mod">
        <pc:chgData name="UBAID QURESHI" userId="dd4ae95d8f7c04fe" providerId="LiveId" clId="{AF920071-46B6-4E4C-A6D8-3E93B456AF12}" dt="2025-10-25T04:45:37.459" v="761" actId="20577"/>
        <pc:sldMkLst>
          <pc:docMk/>
          <pc:sldMk cId="1445196381" sldId="268"/>
        </pc:sldMkLst>
        <pc:grpChg chg="add del">
          <ac:chgData name="UBAID QURESHI" userId="dd4ae95d8f7c04fe" providerId="LiveId" clId="{AF920071-46B6-4E4C-A6D8-3E93B456AF12}" dt="2025-10-25T04:45:29.048" v="755" actId="478"/>
          <ac:grpSpMkLst>
            <pc:docMk/>
            <pc:sldMk cId="1445196381" sldId="268"/>
            <ac:grpSpMk id="57" creationId="{5E615D0B-8C47-D7CA-C20C-4CE41E4ECE06}"/>
          </ac:grpSpMkLst>
        </pc:grpChg>
        <pc:graphicFrameChg chg="modGraphic">
          <ac:chgData name="UBAID QURESHI" userId="dd4ae95d8f7c04fe" providerId="LiveId" clId="{AF920071-46B6-4E4C-A6D8-3E93B456AF12}" dt="2025-10-25T04:45:37.459" v="761" actId="20577"/>
          <ac:graphicFrameMkLst>
            <pc:docMk/>
            <pc:sldMk cId="1445196381" sldId="268"/>
            <ac:graphicFrameMk id="7" creationId="{639CB15A-163F-E89A-C276-816052893221}"/>
          </ac:graphicFrameMkLst>
        </pc:graphicFrameChg>
        <pc:cxnChg chg="add del">
          <ac:chgData name="UBAID QURESHI" userId="dd4ae95d8f7c04fe" providerId="LiveId" clId="{AF920071-46B6-4E4C-A6D8-3E93B456AF12}" dt="2025-10-25T04:45:32.056" v="757" actId="478"/>
          <ac:cxnSpMkLst>
            <pc:docMk/>
            <pc:sldMk cId="1445196381" sldId="268"/>
            <ac:cxnSpMk id="16" creationId="{F7416FCE-98A5-8F52-AEE0-CDB1B0164653}"/>
          </ac:cxnSpMkLst>
        </pc:cxnChg>
        <pc:cxnChg chg="add del">
          <ac:chgData name="UBAID QURESHI" userId="dd4ae95d8f7c04fe" providerId="LiveId" clId="{AF920071-46B6-4E4C-A6D8-3E93B456AF12}" dt="2025-10-25T04:45:30.627" v="756" actId="478"/>
          <ac:cxnSpMkLst>
            <pc:docMk/>
            <pc:sldMk cId="1445196381" sldId="268"/>
            <ac:cxnSpMk id="17" creationId="{CB95EFB4-AFC4-CD57-3799-E761AE338762}"/>
          </ac:cxnSpMkLst>
        </pc:cxnChg>
        <pc:cxnChg chg="add del">
          <ac:chgData name="UBAID QURESHI" userId="dd4ae95d8f7c04fe" providerId="LiveId" clId="{AF920071-46B6-4E4C-A6D8-3E93B456AF12}" dt="2025-10-25T04:45:33.581" v="758" actId="478"/>
          <ac:cxnSpMkLst>
            <pc:docMk/>
            <pc:sldMk cId="1445196381" sldId="268"/>
            <ac:cxnSpMk id="18" creationId="{166F72F7-402B-B7AA-E3C3-B7FB7D88F800}"/>
          </ac:cxnSpMkLst>
        </pc:cxnChg>
        <pc:cxnChg chg="add del">
          <ac:chgData name="UBAID QURESHI" userId="dd4ae95d8f7c04fe" providerId="LiveId" clId="{AF920071-46B6-4E4C-A6D8-3E93B456AF12}" dt="2025-10-25T04:45:35.402" v="759" actId="478"/>
          <ac:cxnSpMkLst>
            <pc:docMk/>
            <pc:sldMk cId="1445196381" sldId="268"/>
            <ac:cxnSpMk id="19" creationId="{E9DF6B3A-FB21-93F1-9A8E-E7814A04A00E}"/>
          </ac:cxnSpMkLst>
        </pc:cxnChg>
      </pc:sldChg>
      <pc:sldChg chg="delSp modSp add mod">
        <pc:chgData name="UBAID QURESHI" userId="dd4ae95d8f7c04fe" providerId="LiveId" clId="{AF920071-46B6-4E4C-A6D8-3E93B456AF12}" dt="2025-10-25T04:44:55.184" v="752" actId="20577"/>
        <pc:sldMkLst>
          <pc:docMk/>
          <pc:sldMk cId="1651374941" sldId="269"/>
        </pc:sldMkLst>
        <pc:grpChg chg="del">
          <ac:chgData name="UBAID QURESHI" userId="dd4ae95d8f7c04fe" providerId="LiveId" clId="{AF920071-46B6-4E4C-A6D8-3E93B456AF12}" dt="2025-10-25T04:44:52.539" v="750" actId="478"/>
          <ac:grpSpMkLst>
            <pc:docMk/>
            <pc:sldMk cId="1651374941" sldId="269"/>
            <ac:grpSpMk id="57" creationId="{300948DD-1DC6-3094-284D-6DBB85880B9C}"/>
          </ac:grpSpMkLst>
        </pc:grpChg>
        <pc:graphicFrameChg chg="modGraphic">
          <ac:chgData name="UBAID QURESHI" userId="dd4ae95d8f7c04fe" providerId="LiveId" clId="{AF920071-46B6-4E4C-A6D8-3E93B456AF12}" dt="2025-10-25T04:44:55.184" v="752" actId="20577"/>
          <ac:graphicFrameMkLst>
            <pc:docMk/>
            <pc:sldMk cId="1651374941" sldId="269"/>
            <ac:graphicFrameMk id="7" creationId="{C817C4AE-7FBD-F3DB-5BE2-E5BD8299DDAD}"/>
          </ac:graphicFrameMkLst>
        </pc:graphicFrameChg>
      </pc:sldChg>
      <pc:sldChg chg="modSp add mod">
        <pc:chgData name="UBAID QURESHI" userId="dd4ae95d8f7c04fe" providerId="LiveId" clId="{AF920071-46B6-4E4C-A6D8-3E93B456AF12}" dt="2025-10-25T04:45:02.134" v="754" actId="20577"/>
        <pc:sldMkLst>
          <pc:docMk/>
          <pc:sldMk cId="509549287" sldId="270"/>
        </pc:sldMkLst>
        <pc:graphicFrameChg chg="modGraphic">
          <ac:chgData name="UBAID QURESHI" userId="dd4ae95d8f7c04fe" providerId="LiveId" clId="{AF920071-46B6-4E4C-A6D8-3E93B456AF12}" dt="2025-10-25T04:45:02.134" v="754" actId="20577"/>
          <ac:graphicFrameMkLst>
            <pc:docMk/>
            <pc:sldMk cId="509549287" sldId="270"/>
            <ac:graphicFrameMk id="7" creationId="{360210A0-0E94-AA5C-F903-8613C3A34C49}"/>
          </ac:graphicFrameMkLst>
        </pc:graphicFrameChg>
      </pc:sldChg>
      <pc:sldChg chg="addSp delSp modSp add mod">
        <pc:chgData name="UBAID QURESHI" userId="dd4ae95d8f7c04fe" providerId="LiveId" clId="{AF920071-46B6-4E4C-A6D8-3E93B456AF12}" dt="2025-10-25T04:47:29.211" v="776" actId="1076"/>
        <pc:sldMkLst>
          <pc:docMk/>
          <pc:sldMk cId="534015570" sldId="271"/>
        </pc:sldMkLst>
        <pc:grpChg chg="del">
          <ac:chgData name="UBAID QURESHI" userId="dd4ae95d8f7c04fe" providerId="LiveId" clId="{AF920071-46B6-4E4C-A6D8-3E93B456AF12}" dt="2025-10-25T04:46:29.718" v="763" actId="478"/>
          <ac:grpSpMkLst>
            <pc:docMk/>
            <pc:sldMk cId="534015570" sldId="271"/>
            <ac:grpSpMk id="57" creationId="{80EB707D-65B0-75C6-32E8-3948F9EA6742}"/>
          </ac:grpSpMkLst>
        </pc:grpChg>
        <pc:graphicFrameChg chg="modGraphic">
          <ac:chgData name="UBAID QURESHI" userId="dd4ae95d8f7c04fe" providerId="LiveId" clId="{AF920071-46B6-4E4C-A6D8-3E93B456AF12}" dt="2025-10-25T04:47:10.629" v="772" actId="20577"/>
          <ac:graphicFrameMkLst>
            <pc:docMk/>
            <pc:sldMk cId="534015570" sldId="271"/>
            <ac:graphicFrameMk id="7" creationId="{68E43F54-CE62-3A99-B170-23A6508152EC}"/>
          </ac:graphicFrameMkLst>
        </pc:graphicFrameChg>
        <pc:graphicFrameChg chg="add mod modGraphic">
          <ac:chgData name="UBAID QURESHI" userId="dd4ae95d8f7c04fe" providerId="LiveId" clId="{AF920071-46B6-4E4C-A6D8-3E93B456AF12}" dt="2025-10-25T04:47:04.131" v="771" actId="20577"/>
          <ac:graphicFrameMkLst>
            <pc:docMk/>
            <pc:sldMk cId="534015570" sldId="271"/>
            <ac:graphicFrameMk id="29" creationId="{7DBB87F2-D7CC-19F0-D7D3-C4530B02F598}"/>
          </ac:graphicFrameMkLst>
        </pc:graphicFrameChg>
        <pc:graphicFrameChg chg="add mod">
          <ac:chgData name="UBAID QURESHI" userId="dd4ae95d8f7c04fe" providerId="LiveId" clId="{AF920071-46B6-4E4C-A6D8-3E93B456AF12}" dt="2025-10-25T04:46:55.404" v="769" actId="1076"/>
          <ac:graphicFrameMkLst>
            <pc:docMk/>
            <pc:sldMk cId="534015570" sldId="271"/>
            <ac:graphicFrameMk id="31" creationId="{AA9CFF72-FF17-895F-9C96-C2072BB73D83}"/>
          </ac:graphicFrameMkLst>
        </pc:graphicFrameChg>
        <pc:graphicFrameChg chg="add mod">
          <ac:chgData name="UBAID QURESHI" userId="dd4ae95d8f7c04fe" providerId="LiveId" clId="{AF920071-46B6-4E4C-A6D8-3E93B456AF12}" dt="2025-10-25T04:46:55.404" v="769" actId="1076"/>
          <ac:graphicFrameMkLst>
            <pc:docMk/>
            <pc:sldMk cId="534015570" sldId="271"/>
            <ac:graphicFrameMk id="33" creationId="{B6A7CA2C-F252-31D4-801D-6FA7918A2ADB}"/>
          </ac:graphicFrameMkLst>
        </pc:graphicFrameChg>
        <pc:graphicFrameChg chg="add mod">
          <ac:chgData name="UBAID QURESHI" userId="dd4ae95d8f7c04fe" providerId="LiveId" clId="{AF920071-46B6-4E4C-A6D8-3E93B456AF12}" dt="2025-10-25T04:46:55.404" v="769" actId="1076"/>
          <ac:graphicFrameMkLst>
            <pc:docMk/>
            <pc:sldMk cId="534015570" sldId="271"/>
            <ac:graphicFrameMk id="34" creationId="{EDFEDAF0-C1AD-42FB-34D3-EFBD962B6DF6}"/>
          </ac:graphicFrameMkLst>
        </pc:graphicFrameChg>
        <pc:graphicFrameChg chg="add mod">
          <ac:chgData name="UBAID QURESHI" userId="dd4ae95d8f7c04fe" providerId="LiveId" clId="{AF920071-46B6-4E4C-A6D8-3E93B456AF12}" dt="2025-10-25T04:46:55.404" v="769" actId="1076"/>
          <ac:graphicFrameMkLst>
            <pc:docMk/>
            <pc:sldMk cId="534015570" sldId="271"/>
            <ac:graphicFrameMk id="35" creationId="{03C638AA-BBC9-12C1-CA1F-7FA467EBCFEB}"/>
          </ac:graphicFrameMkLst>
        </pc:graphicFrameChg>
        <pc:graphicFrameChg chg="add mod">
          <ac:chgData name="UBAID QURESHI" userId="dd4ae95d8f7c04fe" providerId="LiveId" clId="{AF920071-46B6-4E4C-A6D8-3E93B456AF12}" dt="2025-10-25T04:46:55.404" v="769" actId="1076"/>
          <ac:graphicFrameMkLst>
            <pc:docMk/>
            <pc:sldMk cId="534015570" sldId="271"/>
            <ac:graphicFrameMk id="36" creationId="{4DFCB002-8560-8CB6-8D77-24518660ADF3}"/>
          </ac:graphicFrameMkLst>
        </pc:graphicFrameChg>
        <pc:graphicFrameChg chg="add mod">
          <ac:chgData name="UBAID QURESHI" userId="dd4ae95d8f7c04fe" providerId="LiveId" clId="{AF920071-46B6-4E4C-A6D8-3E93B456AF12}" dt="2025-10-25T04:46:55.404" v="769" actId="1076"/>
          <ac:graphicFrameMkLst>
            <pc:docMk/>
            <pc:sldMk cId="534015570" sldId="271"/>
            <ac:graphicFrameMk id="37" creationId="{FF9AD1BA-3933-3A3E-9590-AFA73A2F8C9E}"/>
          </ac:graphicFrameMkLst>
        </pc:graphicFrameChg>
        <pc:graphicFrameChg chg="add mod">
          <ac:chgData name="UBAID QURESHI" userId="dd4ae95d8f7c04fe" providerId="LiveId" clId="{AF920071-46B6-4E4C-A6D8-3E93B456AF12}" dt="2025-10-25T04:46:55.404" v="769" actId="1076"/>
          <ac:graphicFrameMkLst>
            <pc:docMk/>
            <pc:sldMk cId="534015570" sldId="271"/>
            <ac:graphicFrameMk id="38" creationId="{C4028CF0-370A-3E85-EDE8-D31E6517294C}"/>
          </ac:graphicFrameMkLst>
        </pc:graphicFrameChg>
        <pc:graphicFrameChg chg="add mod">
          <ac:chgData name="UBAID QURESHI" userId="dd4ae95d8f7c04fe" providerId="LiveId" clId="{AF920071-46B6-4E4C-A6D8-3E93B456AF12}" dt="2025-10-25T04:46:55.404" v="769" actId="1076"/>
          <ac:graphicFrameMkLst>
            <pc:docMk/>
            <pc:sldMk cId="534015570" sldId="271"/>
            <ac:graphicFrameMk id="39" creationId="{578BD9A2-BC4D-AAA8-B4E5-E33A8A863D0B}"/>
          </ac:graphicFrameMkLst>
        </pc:graphicFrameChg>
        <pc:cxnChg chg="del">
          <ac:chgData name="UBAID QURESHI" userId="dd4ae95d8f7c04fe" providerId="LiveId" clId="{AF920071-46B6-4E4C-A6D8-3E93B456AF12}" dt="2025-10-25T04:46:32.197" v="765" actId="478"/>
          <ac:cxnSpMkLst>
            <pc:docMk/>
            <pc:sldMk cId="534015570" sldId="271"/>
            <ac:cxnSpMk id="16" creationId="{AB807DDB-9391-EF5B-703A-52C372ADD60A}"/>
          </ac:cxnSpMkLst>
        </pc:cxnChg>
        <pc:cxnChg chg="del">
          <ac:chgData name="UBAID QURESHI" userId="dd4ae95d8f7c04fe" providerId="LiveId" clId="{AF920071-46B6-4E4C-A6D8-3E93B456AF12}" dt="2025-10-25T04:46:31.262" v="764" actId="478"/>
          <ac:cxnSpMkLst>
            <pc:docMk/>
            <pc:sldMk cId="534015570" sldId="271"/>
            <ac:cxnSpMk id="17" creationId="{39246724-E8CD-1F8A-B6B9-6098FCB932F6}"/>
          </ac:cxnSpMkLst>
        </pc:cxnChg>
        <pc:cxnChg chg="del">
          <ac:chgData name="UBAID QURESHI" userId="dd4ae95d8f7c04fe" providerId="LiveId" clId="{AF920071-46B6-4E4C-A6D8-3E93B456AF12}" dt="2025-10-25T04:46:33.484" v="766" actId="478"/>
          <ac:cxnSpMkLst>
            <pc:docMk/>
            <pc:sldMk cId="534015570" sldId="271"/>
            <ac:cxnSpMk id="18" creationId="{AD5DB830-516F-B830-FF19-AC84EA085CD3}"/>
          </ac:cxnSpMkLst>
        </pc:cxnChg>
        <pc:cxnChg chg="del">
          <ac:chgData name="UBAID QURESHI" userId="dd4ae95d8f7c04fe" providerId="LiveId" clId="{AF920071-46B6-4E4C-A6D8-3E93B456AF12}" dt="2025-10-25T04:46:34.916" v="767" actId="478"/>
          <ac:cxnSpMkLst>
            <pc:docMk/>
            <pc:sldMk cId="534015570" sldId="271"/>
            <ac:cxnSpMk id="19" creationId="{A141EBCC-3326-1638-C58B-FBCF881B0221}"/>
          </ac:cxnSpMkLst>
        </pc:cxnChg>
        <pc:cxnChg chg="add mod">
          <ac:chgData name="UBAID QURESHI" userId="dd4ae95d8f7c04fe" providerId="LiveId" clId="{AF920071-46B6-4E4C-A6D8-3E93B456AF12}" dt="2025-10-25T04:47:20.105" v="774" actId="1076"/>
          <ac:cxnSpMkLst>
            <pc:docMk/>
            <pc:sldMk cId="534015570" sldId="271"/>
            <ac:cxnSpMk id="40" creationId="{1C224861-5373-CD22-6A03-A205B0990232}"/>
          </ac:cxnSpMkLst>
        </pc:cxnChg>
        <pc:cxnChg chg="add mod">
          <ac:chgData name="UBAID QURESHI" userId="dd4ae95d8f7c04fe" providerId="LiveId" clId="{AF920071-46B6-4E4C-A6D8-3E93B456AF12}" dt="2025-10-25T04:47:29.211" v="776" actId="1076"/>
          <ac:cxnSpMkLst>
            <pc:docMk/>
            <pc:sldMk cId="534015570" sldId="271"/>
            <ac:cxnSpMk id="41" creationId="{5D810496-A84F-55AF-7921-097B68DC7A8B}"/>
          </ac:cxnSpMkLst>
        </pc:cxnChg>
      </pc:sldChg>
      <pc:sldChg chg="modSp add mod">
        <pc:chgData name="UBAID QURESHI" userId="dd4ae95d8f7c04fe" providerId="LiveId" clId="{AF920071-46B6-4E4C-A6D8-3E93B456AF12}" dt="2025-10-25T04:51:55.160" v="778" actId="207"/>
        <pc:sldMkLst>
          <pc:docMk/>
          <pc:sldMk cId="2287984244" sldId="272"/>
        </pc:sldMkLst>
        <pc:graphicFrameChg chg="modGraphic">
          <ac:chgData name="UBAID QURESHI" userId="dd4ae95d8f7c04fe" providerId="LiveId" clId="{AF920071-46B6-4E4C-A6D8-3E93B456AF12}" dt="2025-10-25T04:51:55.160" v="778" actId="207"/>
          <ac:graphicFrameMkLst>
            <pc:docMk/>
            <pc:sldMk cId="2287984244" sldId="272"/>
            <ac:graphicFrameMk id="22" creationId="{B5F33B3F-CB6E-0035-915D-E961E1C260A9}"/>
          </ac:graphicFrameMkLst>
        </pc:graphicFrameChg>
      </pc:sldChg>
      <pc:sldChg chg="addSp delSp modSp add mod">
        <pc:chgData name="UBAID QURESHI" userId="dd4ae95d8f7c04fe" providerId="LiveId" clId="{AF920071-46B6-4E4C-A6D8-3E93B456AF12}" dt="2025-10-25T04:56:56.277" v="815" actId="14100"/>
        <pc:sldMkLst>
          <pc:docMk/>
          <pc:sldMk cId="3059348080" sldId="273"/>
        </pc:sldMkLst>
        <pc:spChg chg="add mod ord">
          <ac:chgData name="UBAID QURESHI" userId="dd4ae95d8f7c04fe" providerId="LiveId" clId="{AF920071-46B6-4E4C-A6D8-3E93B456AF12}" dt="2025-10-25T04:55:46.595" v="799" actId="207"/>
          <ac:spMkLst>
            <pc:docMk/>
            <pc:sldMk cId="3059348080" sldId="273"/>
            <ac:spMk id="16" creationId="{4FC3E262-99DF-45BC-4A2D-924F42CBA871}"/>
          </ac:spMkLst>
        </pc:spChg>
        <pc:cxnChg chg="add mod">
          <ac:chgData name="UBAID QURESHI" userId="dd4ae95d8f7c04fe" providerId="LiveId" clId="{AF920071-46B6-4E4C-A6D8-3E93B456AF12}" dt="2025-10-25T04:56:49.715" v="812" actId="14100"/>
          <ac:cxnSpMkLst>
            <pc:docMk/>
            <pc:sldMk cId="3059348080" sldId="273"/>
            <ac:cxnSpMk id="18" creationId="{B24746E1-DC4F-57E3-7F98-57ECD118E7D8}"/>
          </ac:cxnSpMkLst>
        </pc:cxnChg>
        <pc:cxnChg chg="add del mod">
          <ac:chgData name="UBAID QURESHI" userId="dd4ae95d8f7c04fe" providerId="LiveId" clId="{AF920071-46B6-4E4C-A6D8-3E93B456AF12}" dt="2025-10-25T04:56:34.918" v="807" actId="478"/>
          <ac:cxnSpMkLst>
            <pc:docMk/>
            <pc:sldMk cId="3059348080" sldId="273"/>
            <ac:cxnSpMk id="42" creationId="{CFCB642D-5308-D454-0F00-4B8BA6E6F27A}"/>
          </ac:cxnSpMkLst>
        </pc:cxnChg>
        <pc:cxnChg chg="add mod">
          <ac:chgData name="UBAID QURESHI" userId="dd4ae95d8f7c04fe" providerId="LiveId" clId="{AF920071-46B6-4E4C-A6D8-3E93B456AF12}" dt="2025-10-25T04:56:56.277" v="815" actId="14100"/>
          <ac:cxnSpMkLst>
            <pc:docMk/>
            <pc:sldMk cId="3059348080" sldId="273"/>
            <ac:cxnSpMk id="43" creationId="{B4BA3EDA-18ED-BDF3-D4AC-2241A5E90E92}"/>
          </ac:cxnSpMkLst>
        </pc:cxnChg>
      </pc:sldChg>
      <pc:sldChg chg="modSp add mod">
        <pc:chgData name="UBAID QURESHI" userId="dd4ae95d8f7c04fe" providerId="LiveId" clId="{AF920071-46B6-4E4C-A6D8-3E93B456AF12}" dt="2025-10-25T06:51:00.401" v="817" actId="20577"/>
        <pc:sldMkLst>
          <pc:docMk/>
          <pc:sldMk cId="1344775017" sldId="274"/>
        </pc:sldMkLst>
        <pc:graphicFrameChg chg="modGraphic">
          <ac:chgData name="UBAID QURESHI" userId="dd4ae95d8f7c04fe" providerId="LiveId" clId="{AF920071-46B6-4E4C-A6D8-3E93B456AF12}" dt="2025-10-25T06:51:00.401" v="817" actId="20577"/>
          <ac:graphicFrameMkLst>
            <pc:docMk/>
            <pc:sldMk cId="1344775017" sldId="274"/>
            <ac:graphicFrameMk id="33" creationId="{EFCF0542-5C31-9065-ED62-073BB13CC83F}"/>
          </ac:graphicFrameMkLst>
        </pc:graphicFrameChg>
      </pc:sldChg>
      <pc:sldChg chg="addSp delSp modSp add mod">
        <pc:chgData name="UBAID QURESHI" userId="dd4ae95d8f7c04fe" providerId="LiveId" clId="{AF920071-46B6-4E4C-A6D8-3E93B456AF12}" dt="2025-10-25T06:53:25.893" v="825" actId="478"/>
        <pc:sldMkLst>
          <pc:docMk/>
          <pc:sldMk cId="1148344090" sldId="275"/>
        </pc:sldMkLst>
        <pc:grpChg chg="add mod">
          <ac:chgData name="UBAID QURESHI" userId="dd4ae95d8f7c04fe" providerId="LiveId" clId="{AF920071-46B6-4E4C-A6D8-3E93B456AF12}" dt="2025-10-25T06:51:48.143" v="821" actId="1076"/>
          <ac:grpSpMkLst>
            <pc:docMk/>
            <pc:sldMk cId="1148344090" sldId="275"/>
            <ac:grpSpMk id="17" creationId="{EF98D4FB-C762-3CED-E5F4-FD3E186411B7}"/>
          </ac:grpSpMkLst>
        </pc:grpChg>
        <pc:grpChg chg="add del mod">
          <ac:chgData name="UBAID QURESHI" userId="dd4ae95d8f7c04fe" providerId="LiveId" clId="{AF920071-46B6-4E4C-A6D8-3E93B456AF12}" dt="2025-10-25T06:53:25.893" v="825" actId="478"/>
          <ac:grpSpMkLst>
            <pc:docMk/>
            <pc:sldMk cId="1148344090" sldId="275"/>
            <ac:grpSpMk id="46" creationId="{183ABB3B-3C78-045D-09AB-A1A57BFF5CA6}"/>
          </ac:grpSpMkLst>
        </pc:grpChg>
        <pc:cxnChg chg="mod">
          <ac:chgData name="UBAID QURESHI" userId="dd4ae95d8f7c04fe" providerId="LiveId" clId="{AF920071-46B6-4E4C-A6D8-3E93B456AF12}" dt="2025-10-25T06:51:40.685" v="820"/>
          <ac:cxnSpMkLst>
            <pc:docMk/>
            <pc:sldMk cId="1148344090" sldId="275"/>
            <ac:cxnSpMk id="19" creationId="{9B654862-B592-44B2-019F-3D5088BADCDB}"/>
          </ac:cxnSpMkLst>
        </pc:cxnChg>
        <pc:cxnChg chg="mod">
          <ac:chgData name="UBAID QURESHI" userId="dd4ae95d8f7c04fe" providerId="LiveId" clId="{AF920071-46B6-4E4C-A6D8-3E93B456AF12}" dt="2025-10-25T06:51:40.685" v="820"/>
          <ac:cxnSpMkLst>
            <pc:docMk/>
            <pc:sldMk cId="1148344090" sldId="275"/>
            <ac:cxnSpMk id="42" creationId="{18B3FA44-0B2C-D5B9-9669-438AF9B34310}"/>
          </ac:cxnSpMkLst>
        </pc:cxnChg>
        <pc:cxnChg chg="mod">
          <ac:chgData name="UBAID QURESHI" userId="dd4ae95d8f7c04fe" providerId="LiveId" clId="{AF920071-46B6-4E4C-A6D8-3E93B456AF12}" dt="2025-10-25T06:51:40.685" v="820"/>
          <ac:cxnSpMkLst>
            <pc:docMk/>
            <pc:sldMk cId="1148344090" sldId="275"/>
            <ac:cxnSpMk id="44" creationId="{C0F80353-BE7C-1575-2780-240EE6FF7276}"/>
          </ac:cxnSpMkLst>
        </pc:cxnChg>
        <pc:cxnChg chg="mod">
          <ac:chgData name="UBAID QURESHI" userId="dd4ae95d8f7c04fe" providerId="LiveId" clId="{AF920071-46B6-4E4C-A6D8-3E93B456AF12}" dt="2025-10-25T06:51:40.685" v="820"/>
          <ac:cxnSpMkLst>
            <pc:docMk/>
            <pc:sldMk cId="1148344090" sldId="275"/>
            <ac:cxnSpMk id="45" creationId="{4CE02E11-2D1E-2805-0157-FFCA278CC91E}"/>
          </ac:cxnSpMkLst>
        </pc:cxnChg>
        <pc:cxnChg chg="mod">
          <ac:chgData name="UBAID QURESHI" userId="dd4ae95d8f7c04fe" providerId="LiveId" clId="{AF920071-46B6-4E4C-A6D8-3E93B456AF12}" dt="2025-10-25T06:53:02.514" v="822"/>
          <ac:cxnSpMkLst>
            <pc:docMk/>
            <pc:sldMk cId="1148344090" sldId="275"/>
            <ac:cxnSpMk id="47" creationId="{2124262E-AE9E-A1C8-C4D8-7CD1313D7725}"/>
          </ac:cxnSpMkLst>
        </pc:cxnChg>
        <pc:cxnChg chg="mod">
          <ac:chgData name="UBAID QURESHI" userId="dd4ae95d8f7c04fe" providerId="LiveId" clId="{AF920071-46B6-4E4C-A6D8-3E93B456AF12}" dt="2025-10-25T06:53:02.514" v="822"/>
          <ac:cxnSpMkLst>
            <pc:docMk/>
            <pc:sldMk cId="1148344090" sldId="275"/>
            <ac:cxnSpMk id="48" creationId="{52A18037-2892-FE63-0F2F-60920C195F5C}"/>
          </ac:cxnSpMkLst>
        </pc:cxnChg>
        <pc:cxnChg chg="mod">
          <ac:chgData name="UBAID QURESHI" userId="dd4ae95d8f7c04fe" providerId="LiveId" clId="{AF920071-46B6-4E4C-A6D8-3E93B456AF12}" dt="2025-10-25T06:53:02.514" v="822"/>
          <ac:cxnSpMkLst>
            <pc:docMk/>
            <pc:sldMk cId="1148344090" sldId="275"/>
            <ac:cxnSpMk id="49" creationId="{FBABA367-0A79-2949-544C-7AE220BA17BA}"/>
          </ac:cxnSpMkLst>
        </pc:cxnChg>
        <pc:cxnChg chg="mod">
          <ac:chgData name="UBAID QURESHI" userId="dd4ae95d8f7c04fe" providerId="LiveId" clId="{AF920071-46B6-4E4C-A6D8-3E93B456AF12}" dt="2025-10-25T06:53:02.514" v="822"/>
          <ac:cxnSpMkLst>
            <pc:docMk/>
            <pc:sldMk cId="1148344090" sldId="275"/>
            <ac:cxnSpMk id="50" creationId="{B14D566C-EC63-96D7-B3B6-C2552666ED75}"/>
          </ac:cxnSpMkLst>
        </pc:cxnChg>
      </pc:sldChg>
      <pc:sldChg chg="add">
        <pc:chgData name="UBAID QURESHI" userId="dd4ae95d8f7c04fe" providerId="LiveId" clId="{AF920071-46B6-4E4C-A6D8-3E93B456AF12}" dt="2025-10-25T06:53:21.250" v="824"/>
        <pc:sldMkLst>
          <pc:docMk/>
          <pc:sldMk cId="1041735299" sldId="276"/>
        </pc:sldMkLst>
      </pc:sldChg>
      <pc:sldChg chg="addSp delSp modSp add mod">
        <pc:chgData name="UBAID QURESHI" userId="dd4ae95d8f7c04fe" providerId="LiveId" clId="{AF920071-46B6-4E4C-A6D8-3E93B456AF12}" dt="2025-10-25T06:55:15.024" v="837" actId="20577"/>
        <pc:sldMkLst>
          <pc:docMk/>
          <pc:sldMk cId="2279254405" sldId="277"/>
        </pc:sldMkLst>
        <pc:grpChg chg="del">
          <ac:chgData name="UBAID QURESHI" userId="dd4ae95d8f7c04fe" providerId="LiveId" clId="{AF920071-46B6-4E4C-A6D8-3E93B456AF12}" dt="2025-10-25T06:55:08.390" v="836" actId="478"/>
          <ac:grpSpMkLst>
            <pc:docMk/>
            <pc:sldMk cId="2279254405" sldId="277"/>
            <ac:grpSpMk id="17" creationId="{66165C2F-15FB-8DFD-2263-886A7744B058}"/>
          </ac:grpSpMkLst>
        </pc:grpChg>
        <pc:grpChg chg="del">
          <ac:chgData name="UBAID QURESHI" userId="dd4ae95d8f7c04fe" providerId="LiveId" clId="{AF920071-46B6-4E4C-A6D8-3E93B456AF12}" dt="2025-10-25T06:55:06.911" v="835" actId="478"/>
          <ac:grpSpMkLst>
            <pc:docMk/>
            <pc:sldMk cId="2279254405" sldId="277"/>
            <ac:grpSpMk id="46" creationId="{1B541818-9899-EB5A-4D5D-27D83543273F}"/>
          </ac:grpSpMkLst>
        </pc:grpChg>
        <pc:graphicFrameChg chg="modGraphic">
          <ac:chgData name="UBAID QURESHI" userId="dd4ae95d8f7c04fe" providerId="LiveId" clId="{AF920071-46B6-4E4C-A6D8-3E93B456AF12}" dt="2025-10-25T06:55:15.024" v="837" actId="20577"/>
          <ac:graphicFrameMkLst>
            <pc:docMk/>
            <pc:sldMk cId="2279254405" sldId="277"/>
            <ac:graphicFrameMk id="33" creationId="{59F04BE9-8F77-E01B-BAB4-47E9D79B4315}"/>
          </ac:graphicFrameMkLst>
        </pc:graphicFrameChg>
        <pc:graphicFrameChg chg="add mod">
          <ac:chgData name="UBAID QURESHI" userId="dd4ae95d8f7c04fe" providerId="LiveId" clId="{AF920071-46B6-4E4C-A6D8-3E93B456AF12}" dt="2025-10-25T06:54:38.418" v="834" actId="1076"/>
          <ac:graphicFrameMkLst>
            <pc:docMk/>
            <pc:sldMk cId="2279254405" sldId="277"/>
            <ac:graphicFrameMk id="55" creationId="{96749A58-D705-C7B0-D103-AFA81DB9D854}"/>
          </ac:graphicFrameMkLst>
        </pc:graphicFrameChg>
        <pc:graphicFrameChg chg="add mod">
          <ac:chgData name="UBAID QURESHI" userId="dd4ae95d8f7c04fe" providerId="LiveId" clId="{AF920071-46B6-4E4C-A6D8-3E93B456AF12}" dt="2025-10-25T06:54:38.418" v="834" actId="1076"/>
          <ac:graphicFrameMkLst>
            <pc:docMk/>
            <pc:sldMk cId="2279254405" sldId="277"/>
            <ac:graphicFrameMk id="56" creationId="{FAEDF5B5-5D1A-6ECE-9F2C-648ED587CD7E}"/>
          </ac:graphicFrameMkLst>
        </pc:graphicFrameChg>
        <pc:graphicFrameChg chg="add mod">
          <ac:chgData name="UBAID QURESHI" userId="dd4ae95d8f7c04fe" providerId="LiveId" clId="{AF920071-46B6-4E4C-A6D8-3E93B456AF12}" dt="2025-10-25T06:54:38.418" v="834" actId="1076"/>
          <ac:graphicFrameMkLst>
            <pc:docMk/>
            <pc:sldMk cId="2279254405" sldId="277"/>
            <ac:graphicFrameMk id="57" creationId="{57253959-AE8A-248F-5D83-6A1BED0BE393}"/>
          </ac:graphicFrameMkLst>
        </pc:graphicFrameChg>
        <pc:graphicFrameChg chg="add mod">
          <ac:chgData name="UBAID QURESHI" userId="dd4ae95d8f7c04fe" providerId="LiveId" clId="{AF920071-46B6-4E4C-A6D8-3E93B456AF12}" dt="2025-10-25T06:54:38.418" v="834" actId="1076"/>
          <ac:graphicFrameMkLst>
            <pc:docMk/>
            <pc:sldMk cId="2279254405" sldId="277"/>
            <ac:graphicFrameMk id="58" creationId="{FD249772-FAE1-8B45-1E3B-752449107DCF}"/>
          </ac:graphicFrameMkLst>
        </pc:graphicFrameChg>
        <pc:graphicFrameChg chg="add mod">
          <ac:chgData name="UBAID QURESHI" userId="dd4ae95d8f7c04fe" providerId="LiveId" clId="{AF920071-46B6-4E4C-A6D8-3E93B456AF12}" dt="2025-10-25T06:54:38.418" v="834" actId="1076"/>
          <ac:graphicFrameMkLst>
            <pc:docMk/>
            <pc:sldMk cId="2279254405" sldId="277"/>
            <ac:graphicFrameMk id="59" creationId="{F327F3A7-25A9-F3B7-F070-5AF81EB8CE37}"/>
          </ac:graphicFrameMkLst>
        </pc:graphicFrameChg>
        <pc:graphicFrameChg chg="add mod">
          <ac:chgData name="UBAID QURESHI" userId="dd4ae95d8f7c04fe" providerId="LiveId" clId="{AF920071-46B6-4E4C-A6D8-3E93B456AF12}" dt="2025-10-25T06:54:38.418" v="834" actId="1076"/>
          <ac:graphicFrameMkLst>
            <pc:docMk/>
            <pc:sldMk cId="2279254405" sldId="277"/>
            <ac:graphicFrameMk id="60" creationId="{04DB2F63-03CB-F3A2-4C21-BED739107E04}"/>
          </ac:graphicFrameMkLst>
        </pc:graphicFrameChg>
        <pc:graphicFrameChg chg="add mod">
          <ac:chgData name="UBAID QURESHI" userId="dd4ae95d8f7c04fe" providerId="LiveId" clId="{AF920071-46B6-4E4C-A6D8-3E93B456AF12}" dt="2025-10-25T06:54:38.418" v="834" actId="1076"/>
          <ac:graphicFrameMkLst>
            <pc:docMk/>
            <pc:sldMk cId="2279254405" sldId="277"/>
            <ac:graphicFrameMk id="61" creationId="{4F264C31-E4EB-0016-643B-37F9AE3799CC}"/>
          </ac:graphicFrameMkLst>
        </pc:graphicFrameChg>
        <pc:graphicFrameChg chg="add mod">
          <ac:chgData name="UBAID QURESHI" userId="dd4ae95d8f7c04fe" providerId="LiveId" clId="{AF920071-46B6-4E4C-A6D8-3E93B456AF12}" dt="2025-10-25T06:54:38.418" v="834" actId="1076"/>
          <ac:graphicFrameMkLst>
            <pc:docMk/>
            <pc:sldMk cId="2279254405" sldId="277"/>
            <ac:graphicFrameMk id="62" creationId="{1FB1C11D-F034-B663-6544-C46A62C6BA15}"/>
          </ac:graphicFrameMkLst>
        </pc:graphicFrameChg>
        <pc:graphicFrameChg chg="add mod">
          <ac:chgData name="UBAID QURESHI" userId="dd4ae95d8f7c04fe" providerId="LiveId" clId="{AF920071-46B6-4E4C-A6D8-3E93B456AF12}" dt="2025-10-25T06:54:38.418" v="834" actId="1076"/>
          <ac:graphicFrameMkLst>
            <pc:docMk/>
            <pc:sldMk cId="2279254405" sldId="277"/>
            <ac:graphicFrameMk id="63" creationId="{958BBFA1-3439-1057-E6B4-E0B02E34191B}"/>
          </ac:graphicFrameMkLst>
        </pc:graphicFrameChg>
        <pc:cxnChg chg="add del">
          <ac:chgData name="UBAID QURESHI" userId="dd4ae95d8f7c04fe" providerId="LiveId" clId="{AF920071-46B6-4E4C-A6D8-3E93B456AF12}" dt="2025-10-25T06:53:58.761" v="828" actId="11529"/>
          <ac:cxnSpMkLst>
            <pc:docMk/>
            <pc:sldMk cId="2279254405" sldId="277"/>
            <ac:cxnSpMk id="52" creationId="{D1F99C9A-6011-6B11-82CA-115852C231BC}"/>
          </ac:cxnSpMkLst>
        </pc:cxnChg>
        <pc:cxnChg chg="add mod">
          <ac:chgData name="UBAID QURESHI" userId="dd4ae95d8f7c04fe" providerId="LiveId" clId="{AF920071-46B6-4E4C-A6D8-3E93B456AF12}" dt="2025-10-25T06:54:07.199" v="830" actId="1076"/>
          <ac:cxnSpMkLst>
            <pc:docMk/>
            <pc:sldMk cId="2279254405" sldId="277"/>
            <ac:cxnSpMk id="53" creationId="{B44087B8-40FF-7229-B53F-25EFC7B27300}"/>
          </ac:cxnSpMkLst>
        </pc:cxnChg>
        <pc:cxnChg chg="add mod">
          <ac:chgData name="UBAID QURESHI" userId="dd4ae95d8f7c04fe" providerId="LiveId" clId="{AF920071-46B6-4E4C-A6D8-3E93B456AF12}" dt="2025-10-25T06:54:13.736" v="832" actId="1076"/>
          <ac:cxnSpMkLst>
            <pc:docMk/>
            <pc:sldMk cId="2279254405" sldId="277"/>
            <ac:cxnSpMk id="54" creationId="{ED94A418-81AE-F338-ECF0-9552025E1F5D}"/>
          </ac:cxnSpMkLst>
        </pc:cxnChg>
      </pc:sldChg>
      <pc:sldChg chg="modSp add mod">
        <pc:chgData name="UBAID QURESHI" userId="dd4ae95d8f7c04fe" providerId="LiveId" clId="{AF920071-46B6-4E4C-A6D8-3E93B456AF12}" dt="2025-10-25T06:58:57.002" v="839" actId="20577"/>
        <pc:sldMkLst>
          <pc:docMk/>
          <pc:sldMk cId="1310245540" sldId="278"/>
        </pc:sldMkLst>
        <pc:graphicFrameChg chg="modGraphic">
          <ac:chgData name="UBAID QURESHI" userId="dd4ae95d8f7c04fe" providerId="LiveId" clId="{AF920071-46B6-4E4C-A6D8-3E93B456AF12}" dt="2025-10-25T06:58:57.002" v="839" actId="20577"/>
          <ac:graphicFrameMkLst>
            <pc:docMk/>
            <pc:sldMk cId="1310245540" sldId="278"/>
            <ac:graphicFrameMk id="55" creationId="{557544DE-6FAA-3291-9D8E-854AFB56B37A}"/>
          </ac:graphicFrameMkLst>
        </pc:graphicFrameChg>
      </pc:sldChg>
      <pc:sldChg chg="addSp modSp add mod">
        <pc:chgData name="UBAID QURESHI" userId="dd4ae95d8f7c04fe" providerId="LiveId" clId="{AF920071-46B6-4E4C-A6D8-3E93B456AF12}" dt="2025-10-25T07:00:06.890" v="845" actId="1076"/>
        <pc:sldMkLst>
          <pc:docMk/>
          <pc:sldMk cId="2626771401" sldId="279"/>
        </pc:sldMkLst>
        <pc:grpChg chg="add mod">
          <ac:chgData name="UBAID QURESHI" userId="dd4ae95d8f7c04fe" providerId="LiveId" clId="{AF920071-46B6-4E4C-A6D8-3E93B456AF12}" dt="2025-10-25T06:59:40.799" v="842" actId="1076"/>
          <ac:grpSpMkLst>
            <pc:docMk/>
            <pc:sldMk cId="2626771401" sldId="279"/>
            <ac:grpSpMk id="17" creationId="{1B6489B2-64F6-9CA0-808B-FC129680BF9D}"/>
          </ac:grpSpMkLst>
        </pc:grpChg>
        <pc:grpChg chg="add mod">
          <ac:chgData name="UBAID QURESHI" userId="dd4ae95d8f7c04fe" providerId="LiveId" clId="{AF920071-46B6-4E4C-A6D8-3E93B456AF12}" dt="2025-10-25T07:00:06.890" v="845" actId="1076"/>
          <ac:grpSpMkLst>
            <pc:docMk/>
            <pc:sldMk cId="2626771401" sldId="279"/>
            <ac:grpSpMk id="46" creationId="{30CBA96D-F589-A1D6-7794-E71528A27E45}"/>
          </ac:grpSpMkLst>
        </pc:grpChg>
        <pc:cxnChg chg="mod">
          <ac:chgData name="UBAID QURESHI" userId="dd4ae95d8f7c04fe" providerId="LiveId" clId="{AF920071-46B6-4E4C-A6D8-3E93B456AF12}" dt="2025-10-25T06:59:32.773" v="841"/>
          <ac:cxnSpMkLst>
            <pc:docMk/>
            <pc:sldMk cId="2626771401" sldId="279"/>
            <ac:cxnSpMk id="19" creationId="{9B81FEE1-F99B-08C6-B773-EBBD5C7A1466}"/>
          </ac:cxnSpMkLst>
        </pc:cxnChg>
        <pc:cxnChg chg="mod">
          <ac:chgData name="UBAID QURESHI" userId="dd4ae95d8f7c04fe" providerId="LiveId" clId="{AF920071-46B6-4E4C-A6D8-3E93B456AF12}" dt="2025-10-25T06:59:32.773" v="841"/>
          <ac:cxnSpMkLst>
            <pc:docMk/>
            <pc:sldMk cId="2626771401" sldId="279"/>
            <ac:cxnSpMk id="42" creationId="{05DBDDCE-0ADC-C167-3E2F-14EDB19B2FF8}"/>
          </ac:cxnSpMkLst>
        </pc:cxnChg>
        <pc:cxnChg chg="mod">
          <ac:chgData name="UBAID QURESHI" userId="dd4ae95d8f7c04fe" providerId="LiveId" clId="{AF920071-46B6-4E4C-A6D8-3E93B456AF12}" dt="2025-10-25T06:59:32.773" v="841"/>
          <ac:cxnSpMkLst>
            <pc:docMk/>
            <pc:sldMk cId="2626771401" sldId="279"/>
            <ac:cxnSpMk id="44" creationId="{3641F46A-E2C6-C37F-A582-099C120E0292}"/>
          </ac:cxnSpMkLst>
        </pc:cxnChg>
        <pc:cxnChg chg="mod">
          <ac:chgData name="UBAID QURESHI" userId="dd4ae95d8f7c04fe" providerId="LiveId" clId="{AF920071-46B6-4E4C-A6D8-3E93B456AF12}" dt="2025-10-25T06:59:32.773" v="841"/>
          <ac:cxnSpMkLst>
            <pc:docMk/>
            <pc:sldMk cId="2626771401" sldId="279"/>
            <ac:cxnSpMk id="45" creationId="{A20E0EC1-875E-CB7C-675B-786BB180ECCF}"/>
          </ac:cxnSpMkLst>
        </pc:cxnChg>
        <pc:cxnChg chg="mod">
          <ac:chgData name="UBAID QURESHI" userId="dd4ae95d8f7c04fe" providerId="LiveId" clId="{AF920071-46B6-4E4C-A6D8-3E93B456AF12}" dt="2025-10-25T06:59:55.646" v="843"/>
          <ac:cxnSpMkLst>
            <pc:docMk/>
            <pc:sldMk cId="2626771401" sldId="279"/>
            <ac:cxnSpMk id="47" creationId="{F61AF551-C436-F68C-E29D-13DC4D5190FF}"/>
          </ac:cxnSpMkLst>
        </pc:cxnChg>
        <pc:cxnChg chg="mod">
          <ac:chgData name="UBAID QURESHI" userId="dd4ae95d8f7c04fe" providerId="LiveId" clId="{AF920071-46B6-4E4C-A6D8-3E93B456AF12}" dt="2025-10-25T06:59:55.646" v="843"/>
          <ac:cxnSpMkLst>
            <pc:docMk/>
            <pc:sldMk cId="2626771401" sldId="279"/>
            <ac:cxnSpMk id="48" creationId="{D44E0E76-CF83-CF03-2AAB-D337D49C7A07}"/>
          </ac:cxnSpMkLst>
        </pc:cxnChg>
        <pc:cxnChg chg="mod">
          <ac:chgData name="UBAID QURESHI" userId="dd4ae95d8f7c04fe" providerId="LiveId" clId="{AF920071-46B6-4E4C-A6D8-3E93B456AF12}" dt="2025-10-25T06:59:55.646" v="843"/>
          <ac:cxnSpMkLst>
            <pc:docMk/>
            <pc:sldMk cId="2626771401" sldId="279"/>
            <ac:cxnSpMk id="49" creationId="{5B2A3B00-75A5-400A-9470-C3B95695DD20}"/>
          </ac:cxnSpMkLst>
        </pc:cxnChg>
        <pc:cxnChg chg="mod">
          <ac:chgData name="UBAID QURESHI" userId="dd4ae95d8f7c04fe" providerId="LiveId" clId="{AF920071-46B6-4E4C-A6D8-3E93B456AF12}" dt="2025-10-25T06:59:55.646" v="843"/>
          <ac:cxnSpMkLst>
            <pc:docMk/>
            <pc:sldMk cId="2626771401" sldId="279"/>
            <ac:cxnSpMk id="50" creationId="{CCA43DAD-B779-3EB3-2F42-3CFEB341C77D}"/>
          </ac:cxnSpMkLst>
        </pc:cxnChg>
      </pc:sldChg>
      <pc:sldChg chg="addSp delSp modSp add mod">
        <pc:chgData name="UBAID QURESHI" userId="dd4ae95d8f7c04fe" providerId="LiveId" clId="{AF920071-46B6-4E4C-A6D8-3E93B456AF12}" dt="2025-10-25T07:01:35.118" v="854" actId="1076"/>
        <pc:sldMkLst>
          <pc:docMk/>
          <pc:sldMk cId="2604714532" sldId="280"/>
        </pc:sldMkLst>
        <pc:grpChg chg="del">
          <ac:chgData name="UBAID QURESHI" userId="dd4ae95d8f7c04fe" providerId="LiveId" clId="{AF920071-46B6-4E4C-A6D8-3E93B456AF12}" dt="2025-10-25T07:00:52.542" v="847" actId="478"/>
          <ac:grpSpMkLst>
            <pc:docMk/>
            <pc:sldMk cId="2604714532" sldId="280"/>
            <ac:grpSpMk id="17" creationId="{5A254B14-F8BB-AC39-C289-EBDEA19FF39B}"/>
          </ac:grpSpMkLst>
        </pc:grpChg>
        <pc:grpChg chg="del">
          <ac:chgData name="UBAID QURESHI" userId="dd4ae95d8f7c04fe" providerId="LiveId" clId="{AF920071-46B6-4E4C-A6D8-3E93B456AF12}" dt="2025-10-25T07:00:54.548" v="848" actId="478"/>
          <ac:grpSpMkLst>
            <pc:docMk/>
            <pc:sldMk cId="2604714532" sldId="280"/>
            <ac:grpSpMk id="46" creationId="{A063B958-C1E6-D147-D375-69B5DFBE63B5}"/>
          </ac:grpSpMkLst>
        </pc:grpChg>
        <pc:graphicFrameChg chg="add mod">
          <ac:chgData name="UBAID QURESHI" userId="dd4ae95d8f7c04fe" providerId="LiveId" clId="{AF920071-46B6-4E4C-A6D8-3E93B456AF12}" dt="2025-10-25T07:01:16.458" v="850" actId="1076"/>
          <ac:graphicFrameMkLst>
            <pc:docMk/>
            <pc:sldMk cId="2604714532" sldId="280"/>
            <ac:graphicFrameMk id="51" creationId="{73649FFA-B0C3-2B5C-02B6-E4A5674C906F}"/>
          </ac:graphicFrameMkLst>
        </pc:graphicFrameChg>
        <pc:graphicFrameChg chg="add mod">
          <ac:chgData name="UBAID QURESHI" userId="dd4ae95d8f7c04fe" providerId="LiveId" clId="{AF920071-46B6-4E4C-A6D8-3E93B456AF12}" dt="2025-10-25T07:01:16.458" v="850" actId="1076"/>
          <ac:graphicFrameMkLst>
            <pc:docMk/>
            <pc:sldMk cId="2604714532" sldId="280"/>
            <ac:graphicFrameMk id="52" creationId="{CD2E8E77-1C14-48B3-C81A-8B6E5B6ED5AB}"/>
          </ac:graphicFrameMkLst>
        </pc:graphicFrameChg>
        <pc:graphicFrameChg chg="add mod">
          <ac:chgData name="UBAID QURESHI" userId="dd4ae95d8f7c04fe" providerId="LiveId" clId="{AF920071-46B6-4E4C-A6D8-3E93B456AF12}" dt="2025-10-25T07:01:16.458" v="850" actId="1076"/>
          <ac:graphicFrameMkLst>
            <pc:docMk/>
            <pc:sldMk cId="2604714532" sldId="280"/>
            <ac:graphicFrameMk id="64" creationId="{8E734C0A-7C63-8503-8352-5CD9D815BF33}"/>
          </ac:graphicFrameMkLst>
        </pc:graphicFrameChg>
        <pc:graphicFrameChg chg="add mod">
          <ac:chgData name="UBAID QURESHI" userId="dd4ae95d8f7c04fe" providerId="LiveId" clId="{AF920071-46B6-4E4C-A6D8-3E93B456AF12}" dt="2025-10-25T07:01:16.458" v="850" actId="1076"/>
          <ac:graphicFrameMkLst>
            <pc:docMk/>
            <pc:sldMk cId="2604714532" sldId="280"/>
            <ac:graphicFrameMk id="65" creationId="{0DDDBD9D-A8C1-66C1-6196-4D8CA6306D82}"/>
          </ac:graphicFrameMkLst>
        </pc:graphicFrameChg>
        <pc:graphicFrameChg chg="add mod">
          <ac:chgData name="UBAID QURESHI" userId="dd4ae95d8f7c04fe" providerId="LiveId" clId="{AF920071-46B6-4E4C-A6D8-3E93B456AF12}" dt="2025-10-25T07:01:16.458" v="850" actId="1076"/>
          <ac:graphicFrameMkLst>
            <pc:docMk/>
            <pc:sldMk cId="2604714532" sldId="280"/>
            <ac:graphicFrameMk id="66" creationId="{A37B5241-4777-5326-5705-F5F578E7F5A6}"/>
          </ac:graphicFrameMkLst>
        </pc:graphicFrameChg>
        <pc:graphicFrameChg chg="add mod">
          <ac:chgData name="UBAID QURESHI" userId="dd4ae95d8f7c04fe" providerId="LiveId" clId="{AF920071-46B6-4E4C-A6D8-3E93B456AF12}" dt="2025-10-25T07:01:16.458" v="850" actId="1076"/>
          <ac:graphicFrameMkLst>
            <pc:docMk/>
            <pc:sldMk cId="2604714532" sldId="280"/>
            <ac:graphicFrameMk id="67" creationId="{9036183E-6035-92D4-724E-99C90E333019}"/>
          </ac:graphicFrameMkLst>
        </pc:graphicFrameChg>
        <pc:graphicFrameChg chg="add mod">
          <ac:chgData name="UBAID QURESHI" userId="dd4ae95d8f7c04fe" providerId="LiveId" clId="{AF920071-46B6-4E4C-A6D8-3E93B456AF12}" dt="2025-10-25T07:01:16.458" v="850" actId="1076"/>
          <ac:graphicFrameMkLst>
            <pc:docMk/>
            <pc:sldMk cId="2604714532" sldId="280"/>
            <ac:graphicFrameMk id="68" creationId="{3DE34F9D-0668-6B08-1A3B-5A23D58ADE1B}"/>
          </ac:graphicFrameMkLst>
        </pc:graphicFrameChg>
        <pc:graphicFrameChg chg="add mod">
          <ac:chgData name="UBAID QURESHI" userId="dd4ae95d8f7c04fe" providerId="LiveId" clId="{AF920071-46B6-4E4C-A6D8-3E93B456AF12}" dt="2025-10-25T07:01:16.458" v="850" actId="1076"/>
          <ac:graphicFrameMkLst>
            <pc:docMk/>
            <pc:sldMk cId="2604714532" sldId="280"/>
            <ac:graphicFrameMk id="69" creationId="{9F39F726-E0C4-21FA-5BB1-4D7204AAB293}"/>
          </ac:graphicFrameMkLst>
        </pc:graphicFrameChg>
        <pc:graphicFrameChg chg="add mod">
          <ac:chgData name="UBAID QURESHI" userId="dd4ae95d8f7c04fe" providerId="LiveId" clId="{AF920071-46B6-4E4C-A6D8-3E93B456AF12}" dt="2025-10-25T07:01:16.458" v="850" actId="1076"/>
          <ac:graphicFrameMkLst>
            <pc:docMk/>
            <pc:sldMk cId="2604714532" sldId="280"/>
            <ac:graphicFrameMk id="70" creationId="{2E7799D2-CA80-32BF-938B-36C72C13BB82}"/>
          </ac:graphicFrameMkLst>
        </pc:graphicFrameChg>
        <pc:cxnChg chg="add mod">
          <ac:chgData name="UBAID QURESHI" userId="dd4ae95d8f7c04fe" providerId="LiveId" clId="{AF920071-46B6-4E4C-A6D8-3E93B456AF12}" dt="2025-10-25T07:01:35.118" v="854" actId="1076"/>
          <ac:cxnSpMkLst>
            <pc:docMk/>
            <pc:sldMk cId="2604714532" sldId="280"/>
            <ac:cxnSpMk id="71" creationId="{13374487-2D95-4956-FB88-182192D91091}"/>
          </ac:cxnSpMkLst>
        </pc:cxnChg>
      </pc:sldChg>
      <pc:sldChg chg="modSp add mod">
        <pc:chgData name="UBAID QURESHI" userId="dd4ae95d8f7c04fe" providerId="LiveId" clId="{AF920071-46B6-4E4C-A6D8-3E93B456AF12}" dt="2025-10-25T07:02:30.470" v="856" actId="20577"/>
        <pc:sldMkLst>
          <pc:docMk/>
          <pc:sldMk cId="3709214713" sldId="281"/>
        </pc:sldMkLst>
        <pc:graphicFrameChg chg="modGraphic">
          <ac:chgData name="UBAID QURESHI" userId="dd4ae95d8f7c04fe" providerId="LiveId" clId="{AF920071-46B6-4E4C-A6D8-3E93B456AF12}" dt="2025-10-25T07:02:30.470" v="856" actId="20577"/>
          <ac:graphicFrameMkLst>
            <pc:docMk/>
            <pc:sldMk cId="3709214713" sldId="281"/>
            <ac:graphicFrameMk id="66" creationId="{9B58AAD8-2D54-6A36-51BC-608612FE8B38}"/>
          </ac:graphicFrameMkLst>
        </pc:graphicFrameChg>
      </pc:sldChg>
      <pc:sldChg chg="addSp modSp add mod">
        <pc:chgData name="UBAID QURESHI" userId="dd4ae95d8f7c04fe" providerId="LiveId" clId="{AF920071-46B6-4E4C-A6D8-3E93B456AF12}" dt="2025-10-25T07:03:13.673" v="859" actId="1076"/>
        <pc:sldMkLst>
          <pc:docMk/>
          <pc:sldMk cId="1412539665" sldId="282"/>
        </pc:sldMkLst>
        <pc:grpChg chg="add mod">
          <ac:chgData name="UBAID QURESHI" userId="dd4ae95d8f7c04fe" providerId="LiveId" clId="{AF920071-46B6-4E4C-A6D8-3E93B456AF12}" dt="2025-10-25T07:03:13.673" v="859" actId="1076"/>
          <ac:grpSpMkLst>
            <pc:docMk/>
            <pc:sldMk cId="1412539665" sldId="282"/>
            <ac:grpSpMk id="17" creationId="{97739EF5-6EC2-65CA-281E-00F4CBDA4E9F}"/>
          </ac:grpSpMkLst>
        </pc:grpChg>
        <pc:cxnChg chg="mod">
          <ac:chgData name="UBAID QURESHI" userId="dd4ae95d8f7c04fe" providerId="LiveId" clId="{AF920071-46B6-4E4C-A6D8-3E93B456AF12}" dt="2025-10-25T07:03:09.756" v="858"/>
          <ac:cxnSpMkLst>
            <pc:docMk/>
            <pc:sldMk cId="1412539665" sldId="282"/>
            <ac:cxnSpMk id="19" creationId="{920E4F4C-CCAD-6727-FF6B-3016BDD3B423}"/>
          </ac:cxnSpMkLst>
        </pc:cxnChg>
        <pc:cxnChg chg="mod">
          <ac:chgData name="UBAID QURESHI" userId="dd4ae95d8f7c04fe" providerId="LiveId" clId="{AF920071-46B6-4E4C-A6D8-3E93B456AF12}" dt="2025-10-25T07:03:09.756" v="858"/>
          <ac:cxnSpMkLst>
            <pc:docMk/>
            <pc:sldMk cId="1412539665" sldId="282"/>
            <ac:cxnSpMk id="42" creationId="{AF4B8FE3-D702-2F65-91ED-2974C1A414E7}"/>
          </ac:cxnSpMkLst>
        </pc:cxnChg>
        <pc:cxnChg chg="mod">
          <ac:chgData name="UBAID QURESHI" userId="dd4ae95d8f7c04fe" providerId="LiveId" clId="{AF920071-46B6-4E4C-A6D8-3E93B456AF12}" dt="2025-10-25T07:03:09.756" v="858"/>
          <ac:cxnSpMkLst>
            <pc:docMk/>
            <pc:sldMk cId="1412539665" sldId="282"/>
            <ac:cxnSpMk id="44" creationId="{FCF115AB-32CA-AD4F-6198-5681D98D7BE4}"/>
          </ac:cxnSpMkLst>
        </pc:cxnChg>
        <pc:cxnChg chg="mod">
          <ac:chgData name="UBAID QURESHI" userId="dd4ae95d8f7c04fe" providerId="LiveId" clId="{AF920071-46B6-4E4C-A6D8-3E93B456AF12}" dt="2025-10-25T07:03:09.756" v="858"/>
          <ac:cxnSpMkLst>
            <pc:docMk/>
            <pc:sldMk cId="1412539665" sldId="282"/>
            <ac:cxnSpMk id="45" creationId="{DFD3AE05-E53B-A108-FF86-3732E79E3819}"/>
          </ac:cxnSpMkLst>
        </pc:cxnChg>
      </pc:sldChg>
      <pc:sldChg chg="addSp delSp modSp add mod">
        <pc:chgData name="UBAID QURESHI" userId="dd4ae95d8f7c04fe" providerId="LiveId" clId="{AF920071-46B6-4E4C-A6D8-3E93B456AF12}" dt="2025-10-25T07:09:23.398" v="892"/>
        <pc:sldMkLst>
          <pc:docMk/>
          <pc:sldMk cId="824159762" sldId="283"/>
        </pc:sldMkLst>
        <pc:grpChg chg="add mod">
          <ac:chgData name="UBAID QURESHI" userId="dd4ae95d8f7c04fe" providerId="LiveId" clId="{AF920071-46B6-4E4C-A6D8-3E93B456AF12}" dt="2025-10-25T07:03:40.195" v="866" actId="1076"/>
          <ac:grpSpMkLst>
            <pc:docMk/>
            <pc:sldMk cId="824159762" sldId="283"/>
            <ac:grpSpMk id="46" creationId="{64CE7776-5E20-1AE5-23AC-D61EB55DDD18}"/>
          </ac:grpSpMkLst>
        </pc:grpChg>
        <pc:grpChg chg="add mod">
          <ac:chgData name="UBAID QURESHI" userId="dd4ae95d8f7c04fe" providerId="LiveId" clId="{AF920071-46B6-4E4C-A6D8-3E93B456AF12}" dt="2025-10-25T07:09:23.237" v="891"/>
          <ac:grpSpMkLst>
            <pc:docMk/>
            <pc:sldMk cId="824159762" sldId="283"/>
            <ac:grpSpMk id="72" creationId="{3CD17764-06F1-8B0E-8EA5-EF1001A52492}"/>
          </ac:grpSpMkLst>
        </pc:grpChg>
        <pc:grpChg chg="add mod">
          <ac:chgData name="UBAID QURESHI" userId="dd4ae95d8f7c04fe" providerId="LiveId" clId="{AF920071-46B6-4E4C-A6D8-3E93B456AF12}" dt="2025-10-25T07:09:23.398" v="892"/>
          <ac:grpSpMkLst>
            <pc:docMk/>
            <pc:sldMk cId="824159762" sldId="283"/>
            <ac:grpSpMk id="77" creationId="{3E02E1A3-36B2-8DD4-5A62-BCE43B787967}"/>
          </ac:grpSpMkLst>
        </pc:grpChg>
        <pc:graphicFrameChg chg="add del mod">
          <ac:chgData name="UBAID QURESHI" userId="dd4ae95d8f7c04fe" providerId="LiveId" clId="{AF920071-46B6-4E4C-A6D8-3E93B456AF12}" dt="2025-10-25T07:03:30.790" v="865" actId="1076"/>
          <ac:graphicFrameMkLst>
            <pc:docMk/>
            <pc:sldMk cId="824159762" sldId="283"/>
            <ac:graphicFrameMk id="61" creationId="{7AE825C0-222C-D9F3-18A9-25986AECF725}"/>
          </ac:graphicFrameMkLst>
        </pc:graphicFrameChg>
        <pc:cxnChg chg="mod">
          <ac:chgData name="UBAID QURESHI" userId="dd4ae95d8f7c04fe" providerId="LiveId" clId="{AF920071-46B6-4E4C-A6D8-3E93B456AF12}" dt="2025-10-25T07:03:25.869" v="861"/>
          <ac:cxnSpMkLst>
            <pc:docMk/>
            <pc:sldMk cId="824159762" sldId="283"/>
            <ac:cxnSpMk id="47" creationId="{30C3D886-8E4B-130E-369F-8F5E7C9AE892}"/>
          </ac:cxnSpMkLst>
        </pc:cxnChg>
        <pc:cxnChg chg="mod">
          <ac:chgData name="UBAID QURESHI" userId="dd4ae95d8f7c04fe" providerId="LiveId" clId="{AF920071-46B6-4E4C-A6D8-3E93B456AF12}" dt="2025-10-25T07:03:25.869" v="861"/>
          <ac:cxnSpMkLst>
            <pc:docMk/>
            <pc:sldMk cId="824159762" sldId="283"/>
            <ac:cxnSpMk id="48" creationId="{37416C02-5C79-BE98-28C2-CE42D6E9C384}"/>
          </ac:cxnSpMkLst>
        </pc:cxnChg>
        <pc:cxnChg chg="mod">
          <ac:chgData name="UBAID QURESHI" userId="dd4ae95d8f7c04fe" providerId="LiveId" clId="{AF920071-46B6-4E4C-A6D8-3E93B456AF12}" dt="2025-10-25T07:03:25.869" v="861"/>
          <ac:cxnSpMkLst>
            <pc:docMk/>
            <pc:sldMk cId="824159762" sldId="283"/>
            <ac:cxnSpMk id="49" creationId="{6DC6DF77-06C5-4187-799A-27AF3256A949}"/>
          </ac:cxnSpMkLst>
        </pc:cxnChg>
        <pc:cxnChg chg="mod">
          <ac:chgData name="UBAID QURESHI" userId="dd4ae95d8f7c04fe" providerId="LiveId" clId="{AF920071-46B6-4E4C-A6D8-3E93B456AF12}" dt="2025-10-25T07:03:25.869" v="861"/>
          <ac:cxnSpMkLst>
            <pc:docMk/>
            <pc:sldMk cId="824159762" sldId="283"/>
            <ac:cxnSpMk id="50" creationId="{3F1034AC-E950-4AAE-FEB7-0B5874FB4ED1}"/>
          </ac:cxnSpMkLst>
        </pc:cxnChg>
        <pc:cxnChg chg="mod">
          <ac:chgData name="UBAID QURESHI" userId="dd4ae95d8f7c04fe" providerId="LiveId" clId="{AF920071-46B6-4E4C-A6D8-3E93B456AF12}" dt="2025-10-25T07:09:23.237" v="891"/>
          <ac:cxnSpMkLst>
            <pc:docMk/>
            <pc:sldMk cId="824159762" sldId="283"/>
            <ac:cxnSpMk id="73" creationId="{FC11A0B8-285B-AEA8-7A70-F2F58AAA59E1}"/>
          </ac:cxnSpMkLst>
        </pc:cxnChg>
        <pc:cxnChg chg="mod">
          <ac:chgData name="UBAID QURESHI" userId="dd4ae95d8f7c04fe" providerId="LiveId" clId="{AF920071-46B6-4E4C-A6D8-3E93B456AF12}" dt="2025-10-25T07:09:23.237" v="891"/>
          <ac:cxnSpMkLst>
            <pc:docMk/>
            <pc:sldMk cId="824159762" sldId="283"/>
            <ac:cxnSpMk id="74" creationId="{C3E008BC-1F78-6D8F-A59D-08BCB44512FC}"/>
          </ac:cxnSpMkLst>
        </pc:cxnChg>
        <pc:cxnChg chg="mod">
          <ac:chgData name="UBAID QURESHI" userId="dd4ae95d8f7c04fe" providerId="LiveId" clId="{AF920071-46B6-4E4C-A6D8-3E93B456AF12}" dt="2025-10-25T07:09:23.237" v="891"/>
          <ac:cxnSpMkLst>
            <pc:docMk/>
            <pc:sldMk cId="824159762" sldId="283"/>
            <ac:cxnSpMk id="75" creationId="{687D112B-F1B9-1756-EFD5-CB2311928F26}"/>
          </ac:cxnSpMkLst>
        </pc:cxnChg>
        <pc:cxnChg chg="mod">
          <ac:chgData name="UBAID QURESHI" userId="dd4ae95d8f7c04fe" providerId="LiveId" clId="{AF920071-46B6-4E4C-A6D8-3E93B456AF12}" dt="2025-10-25T07:09:23.237" v="891"/>
          <ac:cxnSpMkLst>
            <pc:docMk/>
            <pc:sldMk cId="824159762" sldId="283"/>
            <ac:cxnSpMk id="76" creationId="{EB74DECD-4D08-BEA2-C7F0-A3BB69D3B79C}"/>
          </ac:cxnSpMkLst>
        </pc:cxnChg>
        <pc:cxnChg chg="mod">
          <ac:chgData name="UBAID QURESHI" userId="dd4ae95d8f7c04fe" providerId="LiveId" clId="{AF920071-46B6-4E4C-A6D8-3E93B456AF12}" dt="2025-10-25T07:09:23.398" v="892"/>
          <ac:cxnSpMkLst>
            <pc:docMk/>
            <pc:sldMk cId="824159762" sldId="283"/>
            <ac:cxnSpMk id="78" creationId="{F222A668-8366-F1B9-BACF-CFFF56B096DA}"/>
          </ac:cxnSpMkLst>
        </pc:cxnChg>
        <pc:cxnChg chg="mod">
          <ac:chgData name="UBAID QURESHI" userId="dd4ae95d8f7c04fe" providerId="LiveId" clId="{AF920071-46B6-4E4C-A6D8-3E93B456AF12}" dt="2025-10-25T07:09:23.398" v="892"/>
          <ac:cxnSpMkLst>
            <pc:docMk/>
            <pc:sldMk cId="824159762" sldId="283"/>
            <ac:cxnSpMk id="79" creationId="{08EDCDA1-5584-8390-B03E-138E147E96C1}"/>
          </ac:cxnSpMkLst>
        </pc:cxnChg>
        <pc:cxnChg chg="mod">
          <ac:chgData name="UBAID QURESHI" userId="dd4ae95d8f7c04fe" providerId="LiveId" clId="{AF920071-46B6-4E4C-A6D8-3E93B456AF12}" dt="2025-10-25T07:09:23.398" v="892"/>
          <ac:cxnSpMkLst>
            <pc:docMk/>
            <pc:sldMk cId="824159762" sldId="283"/>
            <ac:cxnSpMk id="80" creationId="{47723B7E-BAB3-7208-D4DE-30CD8091B65A}"/>
          </ac:cxnSpMkLst>
        </pc:cxnChg>
        <pc:cxnChg chg="mod">
          <ac:chgData name="UBAID QURESHI" userId="dd4ae95d8f7c04fe" providerId="LiveId" clId="{AF920071-46B6-4E4C-A6D8-3E93B456AF12}" dt="2025-10-25T07:09:23.398" v="892"/>
          <ac:cxnSpMkLst>
            <pc:docMk/>
            <pc:sldMk cId="824159762" sldId="283"/>
            <ac:cxnSpMk id="81" creationId="{ACCAD97F-0EA8-C762-F89D-129053178302}"/>
          </ac:cxnSpMkLst>
        </pc:cxnChg>
      </pc:sldChg>
      <pc:sldChg chg="addSp delSp modSp add mod">
        <pc:chgData name="UBAID QURESHI" userId="dd4ae95d8f7c04fe" providerId="LiveId" clId="{AF920071-46B6-4E4C-A6D8-3E93B456AF12}" dt="2025-10-25T07:07:53.418" v="884" actId="14100"/>
        <pc:sldMkLst>
          <pc:docMk/>
          <pc:sldMk cId="1497938877" sldId="284"/>
        </pc:sldMkLst>
        <pc:spChg chg="mod">
          <ac:chgData name="UBAID QURESHI" userId="dd4ae95d8f7c04fe" providerId="LiveId" clId="{AF920071-46B6-4E4C-A6D8-3E93B456AF12}" dt="2025-10-25T07:07:53.418" v="884" actId="14100"/>
          <ac:spMkLst>
            <pc:docMk/>
            <pc:sldMk cId="1497938877" sldId="284"/>
            <ac:spMk id="4" creationId="{6E2C6364-4BA3-99C2-6BC7-831FBA32FFA2}"/>
          </ac:spMkLst>
        </pc:spChg>
        <pc:grpChg chg="del">
          <ac:chgData name="UBAID QURESHI" userId="dd4ae95d8f7c04fe" providerId="LiveId" clId="{AF920071-46B6-4E4C-A6D8-3E93B456AF12}" dt="2025-10-25T07:04:08.756" v="868" actId="478"/>
          <ac:grpSpMkLst>
            <pc:docMk/>
            <pc:sldMk cId="1497938877" sldId="284"/>
            <ac:grpSpMk id="17" creationId="{94BCB604-B202-BED2-4A8D-7F6E009D51DA}"/>
          </ac:grpSpMkLst>
        </pc:grpChg>
        <pc:grpChg chg="del">
          <ac:chgData name="UBAID QURESHI" userId="dd4ae95d8f7c04fe" providerId="LiveId" clId="{AF920071-46B6-4E4C-A6D8-3E93B456AF12}" dt="2025-10-25T07:04:09.879" v="869" actId="478"/>
          <ac:grpSpMkLst>
            <pc:docMk/>
            <pc:sldMk cId="1497938877" sldId="284"/>
            <ac:grpSpMk id="46" creationId="{572EEFD9-6211-3AA8-A4E5-D627BAFD8C7F}"/>
          </ac:grpSpMkLst>
        </pc:grpChg>
        <pc:graphicFrameChg chg="mod">
          <ac:chgData name="UBAID QURESHI" userId="dd4ae95d8f7c04fe" providerId="LiveId" clId="{AF920071-46B6-4E4C-A6D8-3E93B456AF12}" dt="2025-10-25T07:05:15.827" v="875" actId="1076"/>
          <ac:graphicFrameMkLst>
            <pc:docMk/>
            <pc:sldMk cId="1497938877" sldId="284"/>
            <ac:graphicFrameMk id="51" creationId="{2670A01E-8195-A770-9283-AE7E211F7BD4}"/>
          </ac:graphicFrameMkLst>
        </pc:graphicFrameChg>
        <pc:graphicFrameChg chg="mod">
          <ac:chgData name="UBAID QURESHI" userId="dd4ae95d8f7c04fe" providerId="LiveId" clId="{AF920071-46B6-4E4C-A6D8-3E93B456AF12}" dt="2025-10-25T07:05:15.827" v="875" actId="1076"/>
          <ac:graphicFrameMkLst>
            <pc:docMk/>
            <pc:sldMk cId="1497938877" sldId="284"/>
            <ac:graphicFrameMk id="52" creationId="{123FE2B7-C598-B0AC-5429-DF7A9973805F}"/>
          </ac:graphicFrameMkLst>
        </pc:graphicFrameChg>
        <pc:graphicFrameChg chg="modGraphic">
          <ac:chgData name="UBAID QURESHI" userId="dd4ae95d8f7c04fe" providerId="LiveId" clId="{AF920071-46B6-4E4C-A6D8-3E93B456AF12}" dt="2025-10-25T07:04:38.700" v="870" actId="20577"/>
          <ac:graphicFrameMkLst>
            <pc:docMk/>
            <pc:sldMk cId="1497938877" sldId="284"/>
            <ac:graphicFrameMk id="55" creationId="{85B89E07-0FB3-E691-6568-C8A3438405E3}"/>
          </ac:graphicFrameMkLst>
        </pc:graphicFrameChg>
        <pc:graphicFrameChg chg="mod">
          <ac:chgData name="UBAID QURESHI" userId="dd4ae95d8f7c04fe" providerId="LiveId" clId="{AF920071-46B6-4E4C-A6D8-3E93B456AF12}" dt="2025-10-25T07:05:15.827" v="875" actId="1076"/>
          <ac:graphicFrameMkLst>
            <pc:docMk/>
            <pc:sldMk cId="1497938877" sldId="284"/>
            <ac:graphicFrameMk id="64" creationId="{C37F6529-4759-D6BF-CBDB-02BADAC8A087}"/>
          </ac:graphicFrameMkLst>
        </pc:graphicFrameChg>
        <pc:graphicFrameChg chg="mod">
          <ac:chgData name="UBAID QURESHI" userId="dd4ae95d8f7c04fe" providerId="LiveId" clId="{AF920071-46B6-4E4C-A6D8-3E93B456AF12}" dt="2025-10-25T07:05:15.827" v="875" actId="1076"/>
          <ac:graphicFrameMkLst>
            <pc:docMk/>
            <pc:sldMk cId="1497938877" sldId="284"/>
            <ac:graphicFrameMk id="65" creationId="{F234B86F-6A15-6EEF-26FC-FD6942995F18}"/>
          </ac:graphicFrameMkLst>
        </pc:graphicFrameChg>
        <pc:graphicFrameChg chg="mod modGraphic">
          <ac:chgData name="UBAID QURESHI" userId="dd4ae95d8f7c04fe" providerId="LiveId" clId="{AF920071-46B6-4E4C-A6D8-3E93B456AF12}" dt="2025-10-25T07:05:26.596" v="878" actId="20577"/>
          <ac:graphicFrameMkLst>
            <pc:docMk/>
            <pc:sldMk cId="1497938877" sldId="284"/>
            <ac:graphicFrameMk id="66" creationId="{BFA278B9-C38F-4051-910B-FA6410D696C8}"/>
          </ac:graphicFrameMkLst>
        </pc:graphicFrameChg>
        <pc:graphicFrameChg chg="mod">
          <ac:chgData name="UBAID QURESHI" userId="dd4ae95d8f7c04fe" providerId="LiveId" clId="{AF920071-46B6-4E4C-A6D8-3E93B456AF12}" dt="2025-10-25T07:05:15.827" v="875" actId="1076"/>
          <ac:graphicFrameMkLst>
            <pc:docMk/>
            <pc:sldMk cId="1497938877" sldId="284"/>
            <ac:graphicFrameMk id="67" creationId="{DF05639D-D564-C39E-D0CA-01430D418CAC}"/>
          </ac:graphicFrameMkLst>
        </pc:graphicFrameChg>
        <pc:graphicFrameChg chg="mod">
          <ac:chgData name="UBAID QURESHI" userId="dd4ae95d8f7c04fe" providerId="LiveId" clId="{AF920071-46B6-4E4C-A6D8-3E93B456AF12}" dt="2025-10-25T07:05:15.827" v="875" actId="1076"/>
          <ac:graphicFrameMkLst>
            <pc:docMk/>
            <pc:sldMk cId="1497938877" sldId="284"/>
            <ac:graphicFrameMk id="68" creationId="{ECF50F71-DFA2-6065-6ABD-D09DACD06F44}"/>
          </ac:graphicFrameMkLst>
        </pc:graphicFrameChg>
        <pc:graphicFrameChg chg="mod">
          <ac:chgData name="UBAID QURESHI" userId="dd4ae95d8f7c04fe" providerId="LiveId" clId="{AF920071-46B6-4E4C-A6D8-3E93B456AF12}" dt="2025-10-25T07:05:15.827" v="875" actId="1076"/>
          <ac:graphicFrameMkLst>
            <pc:docMk/>
            <pc:sldMk cId="1497938877" sldId="284"/>
            <ac:graphicFrameMk id="69" creationId="{98EA2219-A25A-0AF2-9E70-D7865D90381C}"/>
          </ac:graphicFrameMkLst>
        </pc:graphicFrameChg>
        <pc:graphicFrameChg chg="mod">
          <ac:chgData name="UBAID QURESHI" userId="dd4ae95d8f7c04fe" providerId="LiveId" clId="{AF920071-46B6-4E4C-A6D8-3E93B456AF12}" dt="2025-10-25T07:05:15.827" v="875" actId="1076"/>
          <ac:graphicFrameMkLst>
            <pc:docMk/>
            <pc:sldMk cId="1497938877" sldId="284"/>
            <ac:graphicFrameMk id="70" creationId="{0A99DB6D-DB16-FC33-37B4-3AAE660C920F}"/>
          </ac:graphicFrameMkLst>
        </pc:graphicFrameChg>
        <pc:graphicFrameChg chg="add mod">
          <ac:chgData name="UBAID QURESHI" userId="dd4ae95d8f7c04fe" providerId="LiveId" clId="{AF920071-46B6-4E4C-A6D8-3E93B456AF12}" dt="2025-10-25T07:05:08.604" v="873" actId="1076"/>
          <ac:graphicFrameMkLst>
            <pc:docMk/>
            <pc:sldMk cId="1497938877" sldId="284"/>
            <ac:graphicFrameMk id="72" creationId="{B627683B-EF8C-1319-3163-18F2C71CB6FD}"/>
          </ac:graphicFrameMkLst>
        </pc:graphicFrameChg>
        <pc:graphicFrameChg chg="add mod">
          <ac:chgData name="UBAID QURESHI" userId="dd4ae95d8f7c04fe" providerId="LiveId" clId="{AF920071-46B6-4E4C-A6D8-3E93B456AF12}" dt="2025-10-25T07:05:08.604" v="873" actId="1076"/>
          <ac:graphicFrameMkLst>
            <pc:docMk/>
            <pc:sldMk cId="1497938877" sldId="284"/>
            <ac:graphicFrameMk id="73" creationId="{58597945-39F6-7D6B-58AE-7E42835A1FD5}"/>
          </ac:graphicFrameMkLst>
        </pc:graphicFrameChg>
        <pc:graphicFrameChg chg="add mod">
          <ac:chgData name="UBAID QURESHI" userId="dd4ae95d8f7c04fe" providerId="LiveId" clId="{AF920071-46B6-4E4C-A6D8-3E93B456AF12}" dt="2025-10-25T07:05:08.604" v="873" actId="1076"/>
          <ac:graphicFrameMkLst>
            <pc:docMk/>
            <pc:sldMk cId="1497938877" sldId="284"/>
            <ac:graphicFrameMk id="74" creationId="{50303741-4F79-5609-6B8F-6DBDA9F4E86B}"/>
          </ac:graphicFrameMkLst>
        </pc:graphicFrameChg>
        <pc:graphicFrameChg chg="add mod">
          <ac:chgData name="UBAID QURESHI" userId="dd4ae95d8f7c04fe" providerId="LiveId" clId="{AF920071-46B6-4E4C-A6D8-3E93B456AF12}" dt="2025-10-25T07:05:08.604" v="873" actId="1076"/>
          <ac:graphicFrameMkLst>
            <pc:docMk/>
            <pc:sldMk cId="1497938877" sldId="284"/>
            <ac:graphicFrameMk id="75" creationId="{E2EEB5DC-2A70-AC2A-41E6-BC0C06462A5E}"/>
          </ac:graphicFrameMkLst>
        </pc:graphicFrameChg>
        <pc:graphicFrameChg chg="add mod">
          <ac:chgData name="UBAID QURESHI" userId="dd4ae95d8f7c04fe" providerId="LiveId" clId="{AF920071-46B6-4E4C-A6D8-3E93B456AF12}" dt="2025-10-25T07:05:08.604" v="873" actId="1076"/>
          <ac:graphicFrameMkLst>
            <pc:docMk/>
            <pc:sldMk cId="1497938877" sldId="284"/>
            <ac:graphicFrameMk id="76" creationId="{9B3AAB40-6351-2699-060A-09FF538695CA}"/>
          </ac:graphicFrameMkLst>
        </pc:graphicFrameChg>
        <pc:graphicFrameChg chg="add mod">
          <ac:chgData name="UBAID QURESHI" userId="dd4ae95d8f7c04fe" providerId="LiveId" clId="{AF920071-46B6-4E4C-A6D8-3E93B456AF12}" dt="2025-10-25T07:05:08.604" v="873" actId="1076"/>
          <ac:graphicFrameMkLst>
            <pc:docMk/>
            <pc:sldMk cId="1497938877" sldId="284"/>
            <ac:graphicFrameMk id="77" creationId="{C298120F-7C36-6285-A95C-5F3B1A9E151A}"/>
          </ac:graphicFrameMkLst>
        </pc:graphicFrameChg>
        <pc:graphicFrameChg chg="add mod">
          <ac:chgData name="UBAID QURESHI" userId="dd4ae95d8f7c04fe" providerId="LiveId" clId="{AF920071-46B6-4E4C-A6D8-3E93B456AF12}" dt="2025-10-25T07:05:08.604" v="873" actId="1076"/>
          <ac:graphicFrameMkLst>
            <pc:docMk/>
            <pc:sldMk cId="1497938877" sldId="284"/>
            <ac:graphicFrameMk id="78" creationId="{57415CBF-F1AB-9856-D74D-53A887C5D55D}"/>
          </ac:graphicFrameMkLst>
        </pc:graphicFrameChg>
        <pc:graphicFrameChg chg="add mod">
          <ac:chgData name="UBAID QURESHI" userId="dd4ae95d8f7c04fe" providerId="LiveId" clId="{AF920071-46B6-4E4C-A6D8-3E93B456AF12}" dt="2025-10-25T07:05:08.604" v="873" actId="1076"/>
          <ac:graphicFrameMkLst>
            <pc:docMk/>
            <pc:sldMk cId="1497938877" sldId="284"/>
            <ac:graphicFrameMk id="79" creationId="{39B7D537-F353-BC1B-EC53-CFBCADB1A576}"/>
          </ac:graphicFrameMkLst>
        </pc:graphicFrameChg>
        <pc:graphicFrameChg chg="add mod">
          <ac:chgData name="UBAID QURESHI" userId="dd4ae95d8f7c04fe" providerId="LiveId" clId="{AF920071-46B6-4E4C-A6D8-3E93B456AF12}" dt="2025-10-25T07:05:08.604" v="873" actId="1076"/>
          <ac:graphicFrameMkLst>
            <pc:docMk/>
            <pc:sldMk cId="1497938877" sldId="284"/>
            <ac:graphicFrameMk id="80" creationId="{18688AC4-5399-D055-14DE-9E95548DE4D7}"/>
          </ac:graphicFrameMkLst>
        </pc:graphicFrameChg>
        <pc:graphicFrameChg chg="add mod">
          <ac:chgData name="UBAID QURESHI" userId="dd4ae95d8f7c04fe" providerId="LiveId" clId="{AF920071-46B6-4E4C-A6D8-3E93B456AF12}" dt="2025-10-25T07:05:08.604" v="873" actId="1076"/>
          <ac:graphicFrameMkLst>
            <pc:docMk/>
            <pc:sldMk cId="1497938877" sldId="284"/>
            <ac:graphicFrameMk id="81" creationId="{26216FAD-1C48-9DB0-6EE8-D6A8AF86208F}"/>
          </ac:graphicFrameMkLst>
        </pc:graphicFrameChg>
        <pc:graphicFrameChg chg="add mod">
          <ac:chgData name="UBAID QURESHI" userId="dd4ae95d8f7c04fe" providerId="LiveId" clId="{AF920071-46B6-4E4C-A6D8-3E93B456AF12}" dt="2025-10-25T07:05:24.057" v="877" actId="1076"/>
          <ac:graphicFrameMkLst>
            <pc:docMk/>
            <pc:sldMk cId="1497938877" sldId="284"/>
            <ac:graphicFrameMk id="82" creationId="{BD5D3468-733C-51E3-48E0-FCE2D7351A0C}"/>
          </ac:graphicFrameMkLst>
        </pc:graphicFrameChg>
        <pc:graphicFrameChg chg="add mod">
          <ac:chgData name="UBAID QURESHI" userId="dd4ae95d8f7c04fe" providerId="LiveId" clId="{AF920071-46B6-4E4C-A6D8-3E93B456AF12}" dt="2025-10-25T07:05:24.057" v="877" actId="1076"/>
          <ac:graphicFrameMkLst>
            <pc:docMk/>
            <pc:sldMk cId="1497938877" sldId="284"/>
            <ac:graphicFrameMk id="83" creationId="{815EF29A-3FB3-2C1E-8F1A-8B3ACFED4C2C}"/>
          </ac:graphicFrameMkLst>
        </pc:graphicFrameChg>
        <pc:graphicFrameChg chg="add mod">
          <ac:chgData name="UBAID QURESHI" userId="dd4ae95d8f7c04fe" providerId="LiveId" clId="{AF920071-46B6-4E4C-A6D8-3E93B456AF12}" dt="2025-10-25T07:05:24.057" v="877" actId="1076"/>
          <ac:graphicFrameMkLst>
            <pc:docMk/>
            <pc:sldMk cId="1497938877" sldId="284"/>
            <ac:graphicFrameMk id="84" creationId="{91F89AF0-B72C-43B2-1A1A-B6D0457D4CDF}"/>
          </ac:graphicFrameMkLst>
        </pc:graphicFrameChg>
        <pc:graphicFrameChg chg="add mod">
          <ac:chgData name="UBAID QURESHI" userId="dd4ae95d8f7c04fe" providerId="LiveId" clId="{AF920071-46B6-4E4C-A6D8-3E93B456AF12}" dt="2025-10-25T07:05:24.057" v="877" actId="1076"/>
          <ac:graphicFrameMkLst>
            <pc:docMk/>
            <pc:sldMk cId="1497938877" sldId="284"/>
            <ac:graphicFrameMk id="85" creationId="{B8842D5F-BEEF-9201-5BA6-54C59D72C6B0}"/>
          </ac:graphicFrameMkLst>
        </pc:graphicFrameChg>
        <pc:graphicFrameChg chg="add mod">
          <ac:chgData name="UBAID QURESHI" userId="dd4ae95d8f7c04fe" providerId="LiveId" clId="{AF920071-46B6-4E4C-A6D8-3E93B456AF12}" dt="2025-10-25T07:05:24.057" v="877" actId="1076"/>
          <ac:graphicFrameMkLst>
            <pc:docMk/>
            <pc:sldMk cId="1497938877" sldId="284"/>
            <ac:graphicFrameMk id="86" creationId="{72C0030F-A921-7C26-D358-63733FC0D079}"/>
          </ac:graphicFrameMkLst>
        </pc:graphicFrameChg>
        <pc:graphicFrameChg chg="add mod">
          <ac:chgData name="UBAID QURESHI" userId="dd4ae95d8f7c04fe" providerId="LiveId" clId="{AF920071-46B6-4E4C-A6D8-3E93B456AF12}" dt="2025-10-25T07:05:24.057" v="877" actId="1076"/>
          <ac:graphicFrameMkLst>
            <pc:docMk/>
            <pc:sldMk cId="1497938877" sldId="284"/>
            <ac:graphicFrameMk id="87" creationId="{2D131816-EFBF-0759-7155-72AAC2C7832E}"/>
          </ac:graphicFrameMkLst>
        </pc:graphicFrameChg>
        <pc:graphicFrameChg chg="add mod">
          <ac:chgData name="UBAID QURESHI" userId="dd4ae95d8f7c04fe" providerId="LiveId" clId="{AF920071-46B6-4E4C-A6D8-3E93B456AF12}" dt="2025-10-25T07:05:24.057" v="877" actId="1076"/>
          <ac:graphicFrameMkLst>
            <pc:docMk/>
            <pc:sldMk cId="1497938877" sldId="284"/>
            <ac:graphicFrameMk id="88" creationId="{A91F9267-8ABB-6A93-2818-3A185C453003}"/>
          </ac:graphicFrameMkLst>
        </pc:graphicFrameChg>
        <pc:graphicFrameChg chg="add mod">
          <ac:chgData name="UBAID QURESHI" userId="dd4ae95d8f7c04fe" providerId="LiveId" clId="{AF920071-46B6-4E4C-A6D8-3E93B456AF12}" dt="2025-10-25T07:05:24.057" v="877" actId="1076"/>
          <ac:graphicFrameMkLst>
            <pc:docMk/>
            <pc:sldMk cId="1497938877" sldId="284"/>
            <ac:graphicFrameMk id="89" creationId="{3906A5F6-1C2F-7CE8-C127-B96449530C88}"/>
          </ac:graphicFrameMkLst>
        </pc:graphicFrameChg>
        <pc:graphicFrameChg chg="add mod">
          <ac:chgData name="UBAID QURESHI" userId="dd4ae95d8f7c04fe" providerId="LiveId" clId="{AF920071-46B6-4E4C-A6D8-3E93B456AF12}" dt="2025-10-25T07:05:24.057" v="877" actId="1076"/>
          <ac:graphicFrameMkLst>
            <pc:docMk/>
            <pc:sldMk cId="1497938877" sldId="284"/>
            <ac:graphicFrameMk id="90" creationId="{87548154-BE5C-4B70-AFBA-1065D1F0B516}"/>
          </ac:graphicFrameMkLst>
        </pc:graphicFrameChg>
        <pc:cxnChg chg="add mod">
          <ac:chgData name="UBAID QURESHI" userId="dd4ae95d8f7c04fe" providerId="LiveId" clId="{AF920071-46B6-4E4C-A6D8-3E93B456AF12}" dt="2025-10-25T07:06:47.331" v="880" actId="1076"/>
          <ac:cxnSpMkLst>
            <pc:docMk/>
            <pc:sldMk cId="1497938877" sldId="284"/>
            <ac:cxnSpMk id="91" creationId="{5A561F7A-9934-C3A4-F687-C14115FFB774}"/>
          </ac:cxnSpMkLst>
        </pc:cxnChg>
      </pc:sldChg>
      <pc:sldChg chg="modSp add mod">
        <pc:chgData name="UBAID QURESHI" userId="dd4ae95d8f7c04fe" providerId="LiveId" clId="{AF920071-46B6-4E4C-A6D8-3E93B456AF12}" dt="2025-10-25T07:08:38.503" v="886" actId="20577"/>
        <pc:sldMkLst>
          <pc:docMk/>
          <pc:sldMk cId="877750227" sldId="285"/>
        </pc:sldMkLst>
        <pc:graphicFrameChg chg="modGraphic">
          <ac:chgData name="UBAID QURESHI" userId="dd4ae95d8f7c04fe" providerId="LiveId" clId="{AF920071-46B6-4E4C-A6D8-3E93B456AF12}" dt="2025-10-25T07:08:38.503" v="886" actId="20577"/>
          <ac:graphicFrameMkLst>
            <pc:docMk/>
            <pc:sldMk cId="877750227" sldId="285"/>
            <ac:graphicFrameMk id="88" creationId="{7D5D00B4-7DE1-8FBC-C120-19E276D5C3EA}"/>
          </ac:graphicFrameMkLst>
        </pc:graphicFrameChg>
      </pc:sldChg>
      <pc:sldChg chg="addSp modSp add mod">
        <pc:chgData name="UBAID QURESHI" userId="dd4ae95d8f7c04fe" providerId="LiveId" clId="{AF920071-46B6-4E4C-A6D8-3E93B456AF12}" dt="2025-10-25T07:09:04.924" v="889" actId="1076"/>
        <pc:sldMkLst>
          <pc:docMk/>
          <pc:sldMk cId="1017765062" sldId="286"/>
        </pc:sldMkLst>
        <pc:grpChg chg="add mod">
          <ac:chgData name="UBAID QURESHI" userId="dd4ae95d8f7c04fe" providerId="LiveId" clId="{AF920071-46B6-4E4C-A6D8-3E93B456AF12}" dt="2025-10-25T07:09:04.924" v="889" actId="1076"/>
          <ac:grpSpMkLst>
            <pc:docMk/>
            <pc:sldMk cId="1017765062" sldId="286"/>
            <ac:grpSpMk id="17" creationId="{F3F2E815-2B1F-CF7A-630B-703D63E1A548}"/>
          </ac:grpSpMkLst>
        </pc:grpChg>
        <pc:cxnChg chg="mod">
          <ac:chgData name="UBAID QURESHI" userId="dd4ae95d8f7c04fe" providerId="LiveId" clId="{AF920071-46B6-4E4C-A6D8-3E93B456AF12}" dt="2025-10-25T07:09:00.359" v="888"/>
          <ac:cxnSpMkLst>
            <pc:docMk/>
            <pc:sldMk cId="1017765062" sldId="286"/>
            <ac:cxnSpMk id="19" creationId="{A27D21AC-0AF9-C57E-017B-EC648A9C4495}"/>
          </ac:cxnSpMkLst>
        </pc:cxnChg>
        <pc:cxnChg chg="mod">
          <ac:chgData name="UBAID QURESHI" userId="dd4ae95d8f7c04fe" providerId="LiveId" clId="{AF920071-46B6-4E4C-A6D8-3E93B456AF12}" dt="2025-10-25T07:09:00.359" v="888"/>
          <ac:cxnSpMkLst>
            <pc:docMk/>
            <pc:sldMk cId="1017765062" sldId="286"/>
            <ac:cxnSpMk id="42" creationId="{F65EAE01-19A9-426B-A89E-422FAC7C4B48}"/>
          </ac:cxnSpMkLst>
        </pc:cxnChg>
        <pc:cxnChg chg="mod">
          <ac:chgData name="UBAID QURESHI" userId="dd4ae95d8f7c04fe" providerId="LiveId" clId="{AF920071-46B6-4E4C-A6D8-3E93B456AF12}" dt="2025-10-25T07:09:00.359" v="888"/>
          <ac:cxnSpMkLst>
            <pc:docMk/>
            <pc:sldMk cId="1017765062" sldId="286"/>
            <ac:cxnSpMk id="44" creationId="{89DD773E-340E-C4B6-3AE5-FEC524D6072D}"/>
          </ac:cxnSpMkLst>
        </pc:cxnChg>
        <pc:cxnChg chg="mod">
          <ac:chgData name="UBAID QURESHI" userId="dd4ae95d8f7c04fe" providerId="LiveId" clId="{AF920071-46B6-4E4C-A6D8-3E93B456AF12}" dt="2025-10-25T07:09:00.359" v="888"/>
          <ac:cxnSpMkLst>
            <pc:docMk/>
            <pc:sldMk cId="1017765062" sldId="286"/>
            <ac:cxnSpMk id="45" creationId="{1825C4E4-F3D3-DDE2-17C5-A9D8224C2149}"/>
          </ac:cxnSpMkLst>
        </pc:cxnChg>
      </pc:sldChg>
      <pc:sldChg chg="addSp modSp add mod">
        <pc:chgData name="UBAID QURESHI" userId="dd4ae95d8f7c04fe" providerId="LiveId" clId="{AF920071-46B6-4E4C-A6D8-3E93B456AF12}" dt="2025-10-25T07:09:44.902" v="894" actId="1076"/>
        <pc:sldMkLst>
          <pc:docMk/>
          <pc:sldMk cId="5772357" sldId="287"/>
        </pc:sldMkLst>
        <pc:grpChg chg="add mod">
          <ac:chgData name="UBAID QURESHI" userId="dd4ae95d8f7c04fe" providerId="LiveId" clId="{AF920071-46B6-4E4C-A6D8-3E93B456AF12}" dt="2025-10-25T07:09:44.902" v="894" actId="1076"/>
          <ac:grpSpMkLst>
            <pc:docMk/>
            <pc:sldMk cId="5772357" sldId="287"/>
            <ac:grpSpMk id="46" creationId="{433901F6-1A20-B389-81B9-E9751644D004}"/>
          </ac:grpSpMkLst>
        </pc:grpChg>
        <pc:cxnChg chg="mod">
          <ac:chgData name="UBAID QURESHI" userId="dd4ae95d8f7c04fe" providerId="LiveId" clId="{AF920071-46B6-4E4C-A6D8-3E93B456AF12}" dt="2025-10-25T07:09:36.830" v="893"/>
          <ac:cxnSpMkLst>
            <pc:docMk/>
            <pc:sldMk cId="5772357" sldId="287"/>
            <ac:cxnSpMk id="47" creationId="{F361F216-3591-E56C-7D57-A2155F18EC46}"/>
          </ac:cxnSpMkLst>
        </pc:cxnChg>
        <pc:cxnChg chg="mod">
          <ac:chgData name="UBAID QURESHI" userId="dd4ae95d8f7c04fe" providerId="LiveId" clId="{AF920071-46B6-4E4C-A6D8-3E93B456AF12}" dt="2025-10-25T07:09:36.830" v="893"/>
          <ac:cxnSpMkLst>
            <pc:docMk/>
            <pc:sldMk cId="5772357" sldId="287"/>
            <ac:cxnSpMk id="48" creationId="{2DEC43ED-D761-8058-235E-63D96CE4C0E5}"/>
          </ac:cxnSpMkLst>
        </pc:cxnChg>
        <pc:cxnChg chg="mod">
          <ac:chgData name="UBAID QURESHI" userId="dd4ae95d8f7c04fe" providerId="LiveId" clId="{AF920071-46B6-4E4C-A6D8-3E93B456AF12}" dt="2025-10-25T07:09:36.830" v="893"/>
          <ac:cxnSpMkLst>
            <pc:docMk/>
            <pc:sldMk cId="5772357" sldId="287"/>
            <ac:cxnSpMk id="49" creationId="{6DF0469B-F50F-9137-403F-07EC7DA6997A}"/>
          </ac:cxnSpMkLst>
        </pc:cxnChg>
        <pc:cxnChg chg="mod">
          <ac:chgData name="UBAID QURESHI" userId="dd4ae95d8f7c04fe" providerId="LiveId" clId="{AF920071-46B6-4E4C-A6D8-3E93B456AF12}" dt="2025-10-25T07:09:36.830" v="893"/>
          <ac:cxnSpMkLst>
            <pc:docMk/>
            <pc:sldMk cId="5772357" sldId="287"/>
            <ac:cxnSpMk id="50" creationId="{4BA2A122-93AA-BA4A-DF9D-B0F2DE33B8F1}"/>
          </ac:cxnSpMkLst>
        </pc:cxnChg>
      </pc:sldChg>
      <pc:sldChg chg="addSp delSp modSp add mod">
        <pc:chgData name="UBAID QURESHI" userId="dd4ae95d8f7c04fe" providerId="LiveId" clId="{AF920071-46B6-4E4C-A6D8-3E93B456AF12}" dt="2025-10-25T07:11:34.388" v="903" actId="20577"/>
        <pc:sldMkLst>
          <pc:docMk/>
          <pc:sldMk cId="1790486189" sldId="288"/>
        </pc:sldMkLst>
        <pc:spChg chg="mod">
          <ac:chgData name="UBAID QURESHI" userId="dd4ae95d8f7c04fe" providerId="LiveId" clId="{AF920071-46B6-4E4C-A6D8-3E93B456AF12}" dt="2025-10-25T07:10:47.005" v="896" actId="14100"/>
          <ac:spMkLst>
            <pc:docMk/>
            <pc:sldMk cId="1790486189" sldId="288"/>
            <ac:spMk id="4" creationId="{1A39307C-D1F2-4B77-D086-D617133E97CD}"/>
          </ac:spMkLst>
        </pc:spChg>
        <pc:grpChg chg="del">
          <ac:chgData name="UBAID QURESHI" userId="dd4ae95d8f7c04fe" providerId="LiveId" clId="{AF920071-46B6-4E4C-A6D8-3E93B456AF12}" dt="2025-10-25T07:10:53.960" v="898" actId="478"/>
          <ac:grpSpMkLst>
            <pc:docMk/>
            <pc:sldMk cId="1790486189" sldId="288"/>
            <ac:grpSpMk id="17" creationId="{3ADBC588-5224-210B-4BD9-63E454BA967B}"/>
          </ac:grpSpMkLst>
        </pc:grpChg>
        <pc:grpChg chg="del">
          <ac:chgData name="UBAID QURESHI" userId="dd4ae95d8f7c04fe" providerId="LiveId" clId="{AF920071-46B6-4E4C-A6D8-3E93B456AF12}" dt="2025-10-25T07:10:52.927" v="897" actId="478"/>
          <ac:grpSpMkLst>
            <pc:docMk/>
            <pc:sldMk cId="1790486189" sldId="288"/>
            <ac:grpSpMk id="46" creationId="{C36A6EA6-8AFF-F16A-C269-3B71FBF8BDCB}"/>
          </ac:grpSpMkLst>
        </pc:grpChg>
        <pc:graphicFrameChg chg="add mod">
          <ac:chgData name="UBAID QURESHI" userId="dd4ae95d8f7c04fe" providerId="LiveId" clId="{AF920071-46B6-4E4C-A6D8-3E93B456AF12}" dt="2025-10-25T07:11:09.873" v="900" actId="1076"/>
          <ac:graphicFrameMkLst>
            <pc:docMk/>
            <pc:sldMk cId="1790486189" sldId="288"/>
            <ac:graphicFrameMk id="72" creationId="{E09A8F80-23C6-38C2-4452-561082503943}"/>
          </ac:graphicFrameMkLst>
        </pc:graphicFrameChg>
        <pc:graphicFrameChg chg="add mod">
          <ac:chgData name="UBAID QURESHI" userId="dd4ae95d8f7c04fe" providerId="LiveId" clId="{AF920071-46B6-4E4C-A6D8-3E93B456AF12}" dt="2025-10-25T07:11:09.873" v="900" actId="1076"/>
          <ac:graphicFrameMkLst>
            <pc:docMk/>
            <pc:sldMk cId="1790486189" sldId="288"/>
            <ac:graphicFrameMk id="73" creationId="{5A17E9A8-802D-4B68-6DD4-15A2AF904AC0}"/>
          </ac:graphicFrameMkLst>
        </pc:graphicFrameChg>
        <pc:graphicFrameChg chg="add mod">
          <ac:chgData name="UBAID QURESHI" userId="dd4ae95d8f7c04fe" providerId="LiveId" clId="{AF920071-46B6-4E4C-A6D8-3E93B456AF12}" dt="2025-10-25T07:11:09.873" v="900" actId="1076"/>
          <ac:graphicFrameMkLst>
            <pc:docMk/>
            <pc:sldMk cId="1790486189" sldId="288"/>
            <ac:graphicFrameMk id="74" creationId="{E6F4F68F-E8FD-C2C8-56E1-969BD149B21E}"/>
          </ac:graphicFrameMkLst>
        </pc:graphicFrameChg>
        <pc:graphicFrameChg chg="add mod">
          <ac:chgData name="UBAID QURESHI" userId="dd4ae95d8f7c04fe" providerId="LiveId" clId="{AF920071-46B6-4E4C-A6D8-3E93B456AF12}" dt="2025-10-25T07:11:09.873" v="900" actId="1076"/>
          <ac:graphicFrameMkLst>
            <pc:docMk/>
            <pc:sldMk cId="1790486189" sldId="288"/>
            <ac:graphicFrameMk id="75" creationId="{A38B73CA-0198-CB1F-2730-83A7F306E296}"/>
          </ac:graphicFrameMkLst>
        </pc:graphicFrameChg>
        <pc:graphicFrameChg chg="add mod">
          <ac:chgData name="UBAID QURESHI" userId="dd4ae95d8f7c04fe" providerId="LiveId" clId="{AF920071-46B6-4E4C-A6D8-3E93B456AF12}" dt="2025-10-25T07:11:09.873" v="900" actId="1076"/>
          <ac:graphicFrameMkLst>
            <pc:docMk/>
            <pc:sldMk cId="1790486189" sldId="288"/>
            <ac:graphicFrameMk id="76" creationId="{7273B17B-F123-4594-8D21-33F54FE0BC2A}"/>
          </ac:graphicFrameMkLst>
        </pc:graphicFrameChg>
        <pc:graphicFrameChg chg="add mod">
          <ac:chgData name="UBAID QURESHI" userId="dd4ae95d8f7c04fe" providerId="LiveId" clId="{AF920071-46B6-4E4C-A6D8-3E93B456AF12}" dt="2025-10-25T07:11:09.873" v="900" actId="1076"/>
          <ac:graphicFrameMkLst>
            <pc:docMk/>
            <pc:sldMk cId="1790486189" sldId="288"/>
            <ac:graphicFrameMk id="77" creationId="{580B3543-A774-E9EF-6BEB-0CC0FC8C4258}"/>
          </ac:graphicFrameMkLst>
        </pc:graphicFrameChg>
        <pc:graphicFrameChg chg="add mod">
          <ac:chgData name="UBAID QURESHI" userId="dd4ae95d8f7c04fe" providerId="LiveId" clId="{AF920071-46B6-4E4C-A6D8-3E93B456AF12}" dt="2025-10-25T07:11:09.873" v="900" actId="1076"/>
          <ac:graphicFrameMkLst>
            <pc:docMk/>
            <pc:sldMk cId="1790486189" sldId="288"/>
            <ac:graphicFrameMk id="78" creationId="{B3D25052-7FE8-FF7A-3F37-9CBF7B108750}"/>
          </ac:graphicFrameMkLst>
        </pc:graphicFrameChg>
        <pc:graphicFrameChg chg="add mod">
          <ac:chgData name="UBAID QURESHI" userId="dd4ae95d8f7c04fe" providerId="LiveId" clId="{AF920071-46B6-4E4C-A6D8-3E93B456AF12}" dt="2025-10-25T07:11:09.873" v="900" actId="1076"/>
          <ac:graphicFrameMkLst>
            <pc:docMk/>
            <pc:sldMk cId="1790486189" sldId="288"/>
            <ac:graphicFrameMk id="79" creationId="{11AF8658-BBF4-30FD-95D4-D4799A97F318}"/>
          </ac:graphicFrameMkLst>
        </pc:graphicFrameChg>
        <pc:graphicFrameChg chg="add mod">
          <ac:chgData name="UBAID QURESHI" userId="dd4ae95d8f7c04fe" providerId="LiveId" clId="{AF920071-46B6-4E4C-A6D8-3E93B456AF12}" dt="2025-10-25T07:11:09.873" v="900" actId="1076"/>
          <ac:graphicFrameMkLst>
            <pc:docMk/>
            <pc:sldMk cId="1790486189" sldId="288"/>
            <ac:graphicFrameMk id="80" creationId="{21F1AD2C-75F8-2FFE-77FB-4FEA247D5A95}"/>
          </ac:graphicFrameMkLst>
        </pc:graphicFrameChg>
        <pc:graphicFrameChg chg="modGraphic">
          <ac:chgData name="UBAID QURESHI" userId="dd4ae95d8f7c04fe" providerId="LiveId" clId="{AF920071-46B6-4E4C-A6D8-3E93B456AF12}" dt="2025-10-25T07:11:34.388" v="903" actId="20577"/>
          <ac:graphicFrameMkLst>
            <pc:docMk/>
            <pc:sldMk cId="1790486189" sldId="288"/>
            <ac:graphicFrameMk id="88" creationId="{D4256CC9-3B50-A735-B2CD-AF38D533B71B}"/>
          </ac:graphicFrameMkLst>
        </pc:graphicFrameChg>
        <pc:cxnChg chg="add mod">
          <ac:chgData name="UBAID QURESHI" userId="dd4ae95d8f7c04fe" providerId="LiveId" clId="{AF920071-46B6-4E4C-A6D8-3E93B456AF12}" dt="2025-10-25T07:11:20.868" v="902" actId="1076"/>
          <ac:cxnSpMkLst>
            <pc:docMk/>
            <pc:sldMk cId="1790486189" sldId="288"/>
            <ac:cxnSpMk id="81" creationId="{0B82ED24-8FE0-01EF-278B-1AF306B81C73}"/>
          </ac:cxnSpMkLst>
        </pc:cxnChg>
      </pc:sldChg>
      <pc:sldChg chg="addSp modSp add mod">
        <pc:chgData name="UBAID QURESHI" userId="dd4ae95d8f7c04fe" providerId="LiveId" clId="{AF920071-46B6-4E4C-A6D8-3E93B456AF12}" dt="2025-10-25T07:21:27.293" v="926" actId="1076"/>
        <pc:sldMkLst>
          <pc:docMk/>
          <pc:sldMk cId="277858824" sldId="289"/>
        </pc:sldMkLst>
        <pc:spChg chg="add mod">
          <ac:chgData name="UBAID QURESHI" userId="dd4ae95d8f7c04fe" providerId="LiveId" clId="{AF920071-46B6-4E4C-A6D8-3E93B456AF12}" dt="2025-10-25T07:21:27.293" v="926" actId="1076"/>
          <ac:spMkLst>
            <pc:docMk/>
            <pc:sldMk cId="277858824" sldId="289"/>
            <ac:spMk id="48" creationId="{7B3DF07B-F892-9609-9B66-ACBB290C7FDC}"/>
          </ac:spMkLst>
        </pc:spChg>
        <pc:cxnChg chg="add mod">
          <ac:chgData name="UBAID QURESHI" userId="dd4ae95d8f7c04fe" providerId="LiveId" clId="{AF920071-46B6-4E4C-A6D8-3E93B456AF12}" dt="2025-10-25T07:19:43.204" v="915" actId="14100"/>
          <ac:cxnSpMkLst>
            <pc:docMk/>
            <pc:sldMk cId="277858824" sldId="289"/>
            <ac:cxnSpMk id="19" creationId="{E5243467-21B3-1AB2-0AA0-017E1F953E84}"/>
          </ac:cxnSpMkLst>
        </pc:cxnChg>
        <pc:cxnChg chg="add mod">
          <ac:chgData name="UBAID QURESHI" userId="dd4ae95d8f7c04fe" providerId="LiveId" clId="{AF920071-46B6-4E4C-A6D8-3E93B456AF12}" dt="2025-10-25T07:19:04.954" v="909"/>
          <ac:cxnSpMkLst>
            <pc:docMk/>
            <pc:sldMk cId="277858824" sldId="289"/>
            <ac:cxnSpMk id="42" creationId="{1C7CF979-DB02-FA74-0843-E3D00B552638}"/>
          </ac:cxnSpMkLst>
        </pc:cxnChg>
        <pc:cxnChg chg="add mod">
          <ac:chgData name="UBAID QURESHI" userId="dd4ae95d8f7c04fe" providerId="LiveId" clId="{AF920071-46B6-4E4C-A6D8-3E93B456AF12}" dt="2025-10-25T07:19:36.493" v="913" actId="1076"/>
          <ac:cxnSpMkLst>
            <pc:docMk/>
            <pc:sldMk cId="277858824" sldId="289"/>
            <ac:cxnSpMk id="44" creationId="{C794D95C-284B-0C4D-316F-28C4E74AC5AC}"/>
          </ac:cxnSpMkLst>
        </pc:cxnChg>
        <pc:cxnChg chg="add mod">
          <ac:chgData name="UBAID QURESHI" userId="dd4ae95d8f7c04fe" providerId="LiveId" clId="{AF920071-46B6-4E4C-A6D8-3E93B456AF12}" dt="2025-10-25T07:19:53.763" v="917" actId="1076"/>
          <ac:cxnSpMkLst>
            <pc:docMk/>
            <pc:sldMk cId="277858824" sldId="289"/>
            <ac:cxnSpMk id="47" creationId="{DBEBBADF-A71F-6D3F-3C11-6A5AA83621B5}"/>
          </ac:cxnSpMkLst>
        </pc:cxnChg>
      </pc:sldChg>
      <pc:sldChg chg="addSp modSp add mod">
        <pc:chgData name="UBAID QURESHI" userId="dd4ae95d8f7c04fe" providerId="LiveId" clId="{AF920071-46B6-4E4C-A6D8-3E93B456AF12}" dt="2025-10-25T07:22:55.586" v="938" actId="1076"/>
        <pc:sldMkLst>
          <pc:docMk/>
          <pc:sldMk cId="4291441683" sldId="290"/>
        </pc:sldMkLst>
        <pc:spChg chg="add mod">
          <ac:chgData name="UBAID QURESHI" userId="dd4ae95d8f7c04fe" providerId="LiveId" clId="{AF920071-46B6-4E4C-A6D8-3E93B456AF12}" dt="2025-10-25T07:22:45.890" v="935" actId="1076"/>
          <ac:spMkLst>
            <pc:docMk/>
            <pc:sldMk cId="4291441683" sldId="290"/>
            <ac:spMk id="46" creationId="{CD95425A-5298-02C4-E9F0-4F3259DFF27C}"/>
          </ac:spMkLst>
        </pc:spChg>
        <pc:cxnChg chg="add mod">
          <ac:chgData name="UBAID QURESHI" userId="dd4ae95d8f7c04fe" providerId="LiveId" clId="{AF920071-46B6-4E4C-A6D8-3E93B456AF12}" dt="2025-10-25T07:22:11.083" v="929" actId="1076"/>
          <ac:cxnSpMkLst>
            <pc:docMk/>
            <pc:sldMk cId="4291441683" sldId="290"/>
            <ac:cxnSpMk id="17" creationId="{3AFEA24A-D172-42C3-2F77-472A780BE5E4}"/>
          </ac:cxnSpMkLst>
        </pc:cxnChg>
        <pc:cxnChg chg="add mod">
          <ac:chgData name="UBAID QURESHI" userId="dd4ae95d8f7c04fe" providerId="LiveId" clId="{AF920071-46B6-4E4C-A6D8-3E93B456AF12}" dt="2025-10-25T07:22:24.435" v="931" actId="1076"/>
          <ac:cxnSpMkLst>
            <pc:docMk/>
            <pc:sldMk cId="4291441683" sldId="290"/>
            <ac:cxnSpMk id="42" creationId="{A4B8038E-3451-C438-46B5-74459CB4B8B7}"/>
          </ac:cxnSpMkLst>
        </pc:cxnChg>
        <pc:cxnChg chg="add mod">
          <ac:chgData name="UBAID QURESHI" userId="dd4ae95d8f7c04fe" providerId="LiveId" clId="{AF920071-46B6-4E4C-A6D8-3E93B456AF12}" dt="2025-10-25T07:22:35.764" v="933" actId="1076"/>
          <ac:cxnSpMkLst>
            <pc:docMk/>
            <pc:sldMk cId="4291441683" sldId="290"/>
            <ac:cxnSpMk id="45" creationId="{8764A0B6-DFDD-5CF3-0DBD-CA8BCE10A0FA}"/>
          </ac:cxnSpMkLst>
        </pc:cxnChg>
        <pc:cxnChg chg="add mod">
          <ac:chgData name="UBAID QURESHI" userId="dd4ae95d8f7c04fe" providerId="LiveId" clId="{AF920071-46B6-4E4C-A6D8-3E93B456AF12}" dt="2025-10-25T07:22:55.586" v="938" actId="1076"/>
          <ac:cxnSpMkLst>
            <pc:docMk/>
            <pc:sldMk cId="4291441683" sldId="290"/>
            <ac:cxnSpMk id="49" creationId="{025E2497-6D5A-38A6-6757-326CF82E8D2B}"/>
          </ac:cxnSpMkLst>
        </pc:cxnChg>
      </pc:sldChg>
      <pc:sldChg chg="addSp delSp modSp add mod">
        <pc:chgData name="UBAID QURESHI" userId="dd4ae95d8f7c04fe" providerId="LiveId" clId="{AF920071-46B6-4E4C-A6D8-3E93B456AF12}" dt="2025-10-25T07:26:59.489" v="954" actId="478"/>
        <pc:sldMkLst>
          <pc:docMk/>
          <pc:sldMk cId="2590809448" sldId="291"/>
        </pc:sldMkLst>
        <pc:spChg chg="add mod">
          <ac:chgData name="UBAID QURESHI" userId="dd4ae95d8f7c04fe" providerId="LiveId" clId="{AF920071-46B6-4E4C-A6D8-3E93B456AF12}" dt="2025-10-25T07:23:42.356" v="948" actId="1076"/>
          <ac:spMkLst>
            <pc:docMk/>
            <pc:sldMk cId="2590809448" sldId="291"/>
            <ac:spMk id="93" creationId="{FD5C4B33-9A6F-DFE1-8B61-990DC81A947F}"/>
          </ac:spMkLst>
        </pc:spChg>
        <pc:cxnChg chg="add mod">
          <ac:chgData name="UBAID QURESHI" userId="dd4ae95d8f7c04fe" providerId="LiveId" clId="{AF920071-46B6-4E4C-A6D8-3E93B456AF12}" dt="2025-10-25T07:23:13.497" v="941" actId="1076"/>
          <ac:cxnSpMkLst>
            <pc:docMk/>
            <pc:sldMk cId="2590809448" sldId="291"/>
            <ac:cxnSpMk id="49" creationId="{8BB8AFD5-B8DD-97DC-D84E-625BEB39865C}"/>
          </ac:cxnSpMkLst>
        </pc:cxnChg>
        <pc:cxnChg chg="add mod">
          <ac:chgData name="UBAID QURESHI" userId="dd4ae95d8f7c04fe" providerId="LiveId" clId="{AF920071-46B6-4E4C-A6D8-3E93B456AF12}" dt="2025-10-25T07:23:20.706" v="943" actId="1076"/>
          <ac:cxnSpMkLst>
            <pc:docMk/>
            <pc:sldMk cId="2590809448" sldId="291"/>
            <ac:cxnSpMk id="50" creationId="{3564FD17-C822-CC03-395E-187169788A74}"/>
          </ac:cxnSpMkLst>
        </pc:cxnChg>
        <pc:cxnChg chg="add mod">
          <ac:chgData name="UBAID QURESHI" userId="dd4ae95d8f7c04fe" providerId="LiveId" clId="{AF920071-46B6-4E4C-A6D8-3E93B456AF12}" dt="2025-10-25T07:23:26.305" v="945" actId="1076"/>
          <ac:cxnSpMkLst>
            <pc:docMk/>
            <pc:sldMk cId="2590809448" sldId="291"/>
            <ac:cxnSpMk id="92" creationId="{0A35575D-C07D-FF40-2091-EBC02BD42A08}"/>
          </ac:cxnSpMkLst>
        </pc:cxnChg>
        <pc:cxnChg chg="add del mod">
          <ac:chgData name="UBAID QURESHI" userId="dd4ae95d8f7c04fe" providerId="LiveId" clId="{AF920071-46B6-4E4C-A6D8-3E93B456AF12}" dt="2025-10-25T07:26:59.489" v="954" actId="478"/>
          <ac:cxnSpMkLst>
            <pc:docMk/>
            <pc:sldMk cId="2590809448" sldId="291"/>
            <ac:cxnSpMk id="94" creationId="{69E204CA-489F-E45B-E68F-834692BDC3CD}"/>
          </ac:cxnSpMkLst>
        </pc:cxnChg>
      </pc:sldChg>
      <pc:sldChg chg="addSp modSp add mod">
        <pc:chgData name="UBAID QURESHI" userId="dd4ae95d8f7c04fe" providerId="LiveId" clId="{AF920071-46B6-4E4C-A6D8-3E93B456AF12}" dt="2025-10-25T07:27:50.865" v="962" actId="1076"/>
        <pc:sldMkLst>
          <pc:docMk/>
          <pc:sldMk cId="4100589895" sldId="292"/>
        </pc:sldMkLst>
        <pc:spChg chg="add mod">
          <ac:chgData name="UBAID QURESHI" userId="dd4ae95d8f7c04fe" providerId="LiveId" clId="{AF920071-46B6-4E4C-A6D8-3E93B456AF12}" dt="2025-10-25T07:27:50.865" v="962" actId="1076"/>
          <ac:spMkLst>
            <pc:docMk/>
            <pc:sldMk cId="4100589895" sldId="292"/>
            <ac:spMk id="99" creationId="{C21BC407-A02A-C64D-6DCC-888508575594}"/>
          </ac:spMkLst>
        </pc:spChg>
        <pc:cxnChg chg="add mod">
          <ac:chgData name="UBAID QURESHI" userId="dd4ae95d8f7c04fe" providerId="LiveId" clId="{AF920071-46B6-4E4C-A6D8-3E93B456AF12}" dt="2025-10-25T07:27:16.372" v="957" actId="14100"/>
          <ac:cxnSpMkLst>
            <pc:docMk/>
            <pc:sldMk cId="4100589895" sldId="292"/>
            <ac:cxnSpMk id="95" creationId="{24C79B77-59B6-861A-16BB-CA85B83C973C}"/>
          </ac:cxnSpMkLst>
        </pc:cxnChg>
        <pc:cxnChg chg="add mod">
          <ac:chgData name="UBAID QURESHI" userId="dd4ae95d8f7c04fe" providerId="LiveId" clId="{AF920071-46B6-4E4C-A6D8-3E93B456AF12}" dt="2025-10-25T07:27:36.896" v="960" actId="14100"/>
          <ac:cxnSpMkLst>
            <pc:docMk/>
            <pc:sldMk cId="4100589895" sldId="292"/>
            <ac:cxnSpMk id="97" creationId="{53E4A90F-2C77-B59F-6BB6-BADCA7B96311}"/>
          </ac:cxnSpMkLst>
        </pc:cxnChg>
      </pc:sldChg>
      <pc:sldChg chg="addSp delSp modSp add mod">
        <pc:chgData name="UBAID QURESHI" userId="dd4ae95d8f7c04fe" providerId="LiveId" clId="{AF920071-46B6-4E4C-A6D8-3E93B456AF12}" dt="2025-10-25T07:36:18.505" v="1045" actId="1037"/>
        <pc:sldMkLst>
          <pc:docMk/>
          <pc:sldMk cId="1615951906" sldId="293"/>
        </pc:sldMkLst>
        <pc:spChg chg="mod">
          <ac:chgData name="UBAID QURESHI" userId="dd4ae95d8f7c04fe" providerId="LiveId" clId="{AF920071-46B6-4E4C-A6D8-3E93B456AF12}" dt="2025-10-25T07:29:36.719" v="977" actId="14100"/>
          <ac:spMkLst>
            <pc:docMk/>
            <pc:sldMk cId="1615951906" sldId="293"/>
            <ac:spMk id="4" creationId="{66A29F28-05D7-6680-795F-C8909988F864}"/>
          </ac:spMkLst>
        </pc:spChg>
        <pc:spChg chg="add del mod ord">
          <ac:chgData name="UBAID QURESHI" userId="dd4ae95d8f7c04fe" providerId="LiveId" clId="{AF920071-46B6-4E4C-A6D8-3E93B456AF12}" dt="2025-10-25T07:32:50.404" v="1002" actId="478"/>
          <ac:spMkLst>
            <pc:docMk/>
            <pc:sldMk cId="1615951906" sldId="293"/>
            <ac:spMk id="105" creationId="{DE944CA2-F004-AFC6-E126-F22D46FF9AA9}"/>
          </ac:spMkLst>
        </pc:spChg>
        <pc:spChg chg="add mod ord">
          <ac:chgData name="UBAID QURESHI" userId="dd4ae95d8f7c04fe" providerId="LiveId" clId="{AF920071-46B6-4E4C-A6D8-3E93B456AF12}" dt="2025-10-25T07:35:53.235" v="1030" actId="1076"/>
          <ac:spMkLst>
            <pc:docMk/>
            <pc:sldMk cId="1615951906" sldId="293"/>
            <ac:spMk id="106" creationId="{EC42F108-5071-DD12-8647-975EB94B03B9}"/>
          </ac:spMkLst>
        </pc:spChg>
        <pc:spChg chg="add mod">
          <ac:chgData name="UBAID QURESHI" userId="dd4ae95d8f7c04fe" providerId="LiveId" clId="{AF920071-46B6-4E4C-A6D8-3E93B456AF12}" dt="2025-10-25T07:36:08.968" v="1040" actId="1036"/>
          <ac:spMkLst>
            <pc:docMk/>
            <pc:sldMk cId="1615951906" sldId="293"/>
            <ac:spMk id="107" creationId="{380268EA-347F-CCFF-891D-82A5CCA425FB}"/>
          </ac:spMkLst>
        </pc:spChg>
        <pc:spChg chg="add mod">
          <ac:chgData name="UBAID QURESHI" userId="dd4ae95d8f7c04fe" providerId="LiveId" clId="{AF920071-46B6-4E4C-A6D8-3E93B456AF12}" dt="2025-10-25T07:36:01.049" v="1037" actId="1038"/>
          <ac:spMkLst>
            <pc:docMk/>
            <pc:sldMk cId="1615951906" sldId="293"/>
            <ac:spMk id="108" creationId="{662BB71E-7C61-D877-3774-EE543E3AC7D4}"/>
          </ac:spMkLst>
        </pc:spChg>
        <pc:spChg chg="add mod">
          <ac:chgData name="UBAID QURESHI" userId="dd4ae95d8f7c04fe" providerId="LiveId" clId="{AF920071-46B6-4E4C-A6D8-3E93B456AF12}" dt="2025-10-25T07:36:18.505" v="1045" actId="1037"/>
          <ac:spMkLst>
            <pc:docMk/>
            <pc:sldMk cId="1615951906" sldId="293"/>
            <ac:spMk id="109" creationId="{BF970AA4-51C8-156A-7BFA-778A846C06AF}"/>
          </ac:spMkLst>
        </pc:spChg>
        <pc:cxnChg chg="mod">
          <ac:chgData name="UBAID QURESHI" userId="dd4ae95d8f7c04fe" providerId="LiveId" clId="{AF920071-46B6-4E4C-A6D8-3E93B456AF12}" dt="2025-10-25T07:36:14.787" v="1041" actId="14100"/>
          <ac:cxnSpMkLst>
            <pc:docMk/>
            <pc:sldMk cId="1615951906" sldId="293"/>
            <ac:cxnSpMk id="44" creationId="{48DA26C1-BC24-9BAF-A79A-F976B0354BB7}"/>
          </ac:cxnSpMkLst>
        </pc:cxnChg>
        <pc:cxnChg chg="add mod">
          <ac:chgData name="UBAID QURESHI" userId="dd4ae95d8f7c04fe" providerId="LiveId" clId="{AF920071-46B6-4E4C-A6D8-3E93B456AF12}" dt="2025-10-25T07:28:36.122" v="968" actId="14100"/>
          <ac:cxnSpMkLst>
            <pc:docMk/>
            <pc:sldMk cId="1615951906" sldId="293"/>
            <ac:cxnSpMk id="96" creationId="{94B4BF2C-FF08-6174-B237-1857694A7E72}"/>
          </ac:cxnSpMkLst>
        </pc:cxnChg>
        <pc:cxnChg chg="add mod">
          <ac:chgData name="UBAID QURESHI" userId="dd4ae95d8f7c04fe" providerId="LiveId" clId="{AF920071-46B6-4E4C-A6D8-3E93B456AF12}" dt="2025-10-25T07:29:00.704" v="976" actId="1076"/>
          <ac:cxnSpMkLst>
            <pc:docMk/>
            <pc:sldMk cId="1615951906" sldId="293"/>
            <ac:cxnSpMk id="101" creationId="{53ED7936-F2EC-86DB-3213-F692A6C3CC6D}"/>
          </ac:cxnSpMkLst>
        </pc:cxn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IN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A8ADA9C-0C74-4F74-AD9D-D7080A4166BE}" type="datetimeFigureOut">
              <a:rPr lang="en-IN" smtClean="0"/>
              <a:t>25-10-2025</a:t>
            </a:fld>
            <a:endParaRPr lang="en-IN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IN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IN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F3700D2-98DA-4F4D-8B9B-4FAA7827E08D}" type="slidenum">
              <a:rPr lang="en-IN" smtClean="0"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5697350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7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35528934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5F7687-9F0D-D2D7-0E57-E21FF5BEF2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FAA8A72-905B-B456-980D-1E9C92E773B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7B282CA-C227-5D01-D922-C8B602A35E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F029876-7CAF-3963-582E-89C44EFB882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8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90099261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A22586-F505-143B-095D-F05361C8C6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02FDE38-57D7-1A3E-FC08-1AA32589C40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1DDFEBE-06C0-2C11-3CB1-6719BE415D1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596CD05-A1AB-DF13-D918-A8C23C6EB93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9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8686051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2C3C2E-5BA4-7797-A6FF-637C3FDF67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C5CC8EE-F57A-5A71-D056-6F61949797E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30037A7-EAA1-6CBE-C15B-C4FF2FC59F2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1FBD80-F555-82CB-99AB-BC346DD50CE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10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59407543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99D61C-E1F1-D72E-22C0-B3083930E3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F0CA228-81B4-C521-D8EB-B5C6FE24C0B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4298C82-7DD5-499B-C0DF-BBABD932969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36E177-F089-8E21-A51F-B08C0B246AB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11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68692939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F61752-627E-990A-4AA6-D025087AB9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ACB637E-821B-E739-7318-6AECE5893E8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ECD3763-629C-271D-F485-FD24487A256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0AB2084-A271-8713-1AFD-88FB747A8FF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12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88992705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2C6E33-4886-F496-FDCD-2FE52A7849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CB4AEC3-8FD5-47C0-3A43-D2C0BD5C2DE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87F1189-8714-D6F7-0405-D6A75F2A80A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D5C2840-1A69-35E3-17E8-D4DAD03C4AA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13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19172759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5B2B17-F3BC-6D1D-8A2D-8F3B4DBB4A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5E53462-41F2-F66B-1773-CA123687C15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EB04FAF-591B-C3F8-9EE0-680F2018DE0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0635109-C812-A9A0-574F-1890E09FB78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14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49612593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A3F519-1F67-D86B-718A-D0A164BB3C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D758C31-E118-492D-DD1F-6C371FC35B1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01C16F9-4F1D-B24A-7A45-B2411D1972E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0092D6A-81D4-7FBC-A473-9BDE76C17CC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15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20306894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6F9ECB-E856-92BE-00C5-166ADCD5D4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624243F-CEBB-2D2A-EE97-03EDC73E67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86789C1-6809-4164-C6CC-A806B041EC1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FCCFC56-BAE0-09CF-7386-6032692FBD1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16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2480211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7DDAAB-448B-AD99-E8A2-ADDEBC83D6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2D3EACA-35EA-9B94-B8C7-A0DB9554743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50BFF40-DDCF-4A8F-6074-0E0223C9548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4B5AF4A-9803-D635-922C-2864AAAF56F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17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78454939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F2FC3C-4654-AA06-B8E1-74450158AA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FF7E95B-D6DF-4974-268E-7373D9FB64C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0AAAC14-8662-1748-A822-FB09B8BB940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FB9149F-CDE5-2167-0896-E0DE9F25386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18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01146554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A1C0CD-20D1-76C6-FE20-E61AE47B30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F60EE89-593D-D811-7E1D-9216C999C75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3975E6E-E165-C01B-63EE-5E9CEA9468F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606FDE-A633-2E16-61C7-7C28B227C4D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19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16871304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974DC5-FF1E-E9BF-CDB1-5B50B4445F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93F2EA0-D371-92B3-0775-C0F61142770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EFAAE2A-A609-A5F0-AD8F-A33D9BE17F5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C6904D8-30FD-9244-817E-0261D383AA2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20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64763071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9080AC-6C9A-AD42-4E3C-1137977622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D53732F-1CF4-D256-CC11-967F4CCC53D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513067C-BEED-5468-F91B-931DDEDF54E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A89165D-B86A-3A6C-C425-5C4A47675C5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21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59527648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404D5E-B955-7FAC-F3C3-B57512A287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9DA67E9-6D8C-2897-A34C-048282FF8C2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EB2CC90-5962-CBA6-463F-8345B45470F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683FF7-4CE8-BC59-DB8E-6DA6981F2D2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22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41911847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3B1897-37EC-AA0E-EE1F-665F4A4F06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46D0962-62C1-2494-F9A2-CCBF9C947B9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4DF4915-F69A-8ED2-D2DE-B725B588082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869A112-3969-0484-82B6-BE2A070B52E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23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64334100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4F3246-3576-42D4-87C4-D66273C655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AD14408-0BA7-AC87-D4C1-F902B3C8C8A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9D29DDC-A991-A978-C57F-6A55D42993B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9CEFE0D-E9A2-1F1D-06AA-FBB00E4F10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24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744197552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F4D4E4-2BDE-CEFF-F669-3777FCADF2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F1C8D1D-D7A3-7E64-9403-0E7B8CCA342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32FCD74-C0E4-F5CC-3421-B1FAD23ED9F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7032A6E-5FBC-F0FD-A4E4-5296EF0B20F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25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08410142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D460C3-BCB3-E6C3-77EA-EFC4EF7430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72E0E4D-4E31-E9D4-E94B-886E46C826D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9D77808-5494-A2CB-DAF4-308039A86D0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9F85485-C90D-A09B-09C9-BE9B676F007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26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69181598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62FE11-D8BD-5A95-38DD-5234F991B4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B189994-7076-0FC4-D799-83F8983247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14BA6F8-9F95-2E0F-DE57-5747008F2CB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E17CDA6-D11B-BDC4-9AB7-1FCA2433B78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27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32745025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0BC063-F8AE-AE1D-5387-3533C89386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C1B0ED5-1C3D-EB23-92AA-B6BB213DBBC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38CC5F9-9F33-A262-D9B4-3471E93D649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B2848B0-EBF1-03EB-C523-DD08B06DD4E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28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411815515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139435-B4BD-82F0-1EA1-080D8163BB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47C8450-84C9-56F7-00FD-0124A3EE66A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D76E0D0-1DD2-513D-1DFF-F358BB3252F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976D57C-B1BA-02EA-5CBF-FE7A5443319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29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750638955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3FCC3C-D0F0-937F-270E-9D95D0BF6E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BF56804-EF22-26BF-60BA-BD9F8573744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375E289-6540-4575-FA3A-EBE8E1ABCD5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9B7266-51D7-F81F-A1C4-D4005BD7256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30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09615779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4CF059-93F9-60BD-CA86-1E37C39005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E198606-9783-4AD8-190C-9798082D869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398B0E2-FE1C-464F-04D4-E1FFF0C960D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362561A-67EB-05C1-6AB7-E9E48FFD5D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31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97780736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3C6544-5575-C20B-0C31-3336ACB76B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2BD5263-10B1-FBD7-C14E-DAC172EA571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FEA57AE-8607-EA7C-CBB7-79342DE1DFC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DE226F9-00D9-6165-150F-A93CCC3F39F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32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48279900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AE151D-54CA-A941-9C24-79A296CCFD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7803839-92D6-E921-872A-23009A8022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9F3A3E0-C8F5-3CEF-B2BB-EEED5B384A8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EEAFD55-FEBC-1D24-3496-567A0F91782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33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35782215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495A06-A284-EA0A-D7C5-E0EE420937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23A5645-C529-3FA5-5D37-A8D9EAAF564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BFA9E35-CD04-BBE4-E978-5B92BCFABB5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97FD8E5-FF26-8D34-18D5-A2FF6A3A70D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34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920696168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79170A-0E1A-D4DC-634B-33F2C933BE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CF274C3-5DA4-34FE-FFCE-A44B3B561C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56C90A3-C36B-BFEB-8BF6-112D01497BB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37F9F37-2E87-DE1E-FF74-50A4BBBDF54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35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432039211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BAB306-9EC2-15E6-AA1E-B0099F1352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7B24D52-E172-80C3-E8E2-7A0DE4535CF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CD199E5-D4F6-736A-F766-387203BC4D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D8EE1F7-0ACA-C857-12EE-8B145E38D0B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36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428416096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5D1D1F-FA99-14EC-3223-5929745D03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DF9FFC2-A432-EBC9-C3D8-9414A977E30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188AF73-6934-CD54-FF22-626C4E53892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9318294-8FCE-E1A5-90BD-514C1958548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F3700D2-98DA-4F4D-8B9B-4FAA7827E08D}" type="slidenum">
              <a:rPr lang="en-IN" smtClean="0"/>
              <a:t>37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28269487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2F69B5A-BD25-6878-DB02-2AA1137E836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DCCF2B3-936D-A06F-A424-AD6CD968C86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B595B33-9F7C-8FE1-1A72-35DA3735A4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0879A21-AD0A-431E-A981-8203388F3B1F}" type="datetimeFigureOut">
              <a:rPr lang="en-IN" smtClean="0"/>
              <a:t>25-10-2025</a:t>
            </a:fld>
            <a:endParaRPr lang="en-IN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24A6836-BC0D-083F-B526-3437C55FF87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4F106C0-5365-94A1-F35E-788990DA56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CF087C5-F478-48DB-A174-B2B920D84B42}" type="slidenum">
              <a:rPr lang="en-IN" smtClean="0"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5649706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7898686-4936-9A7D-E95E-6F0A555D33D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597385A-7372-90BB-E214-05C058B0F91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DABE482-6B87-2A1B-17D9-A25D01EA43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0879A21-AD0A-431E-A981-8203388F3B1F}" type="datetimeFigureOut">
              <a:rPr lang="en-IN" smtClean="0"/>
              <a:t>25-10-2025</a:t>
            </a:fld>
            <a:endParaRPr lang="en-IN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B8A611E-C951-F530-81A9-5B88F38D28B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C586E36-EAEA-9091-B3D6-DDA6AC9A1A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CF087C5-F478-48DB-A174-B2B920D84B42}" type="slidenum">
              <a:rPr lang="en-IN" smtClean="0"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15129777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69D41D-561B-B396-5EAE-9534C7859CA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EB646D0-9C22-D9D0-5379-D3A501610CE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0D4DEB9-38C0-67D7-EC7D-7832417758D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0879A21-AD0A-431E-A981-8203388F3B1F}" type="datetimeFigureOut">
              <a:rPr lang="en-IN" smtClean="0"/>
              <a:t>25-10-2025</a:t>
            </a:fld>
            <a:endParaRPr lang="en-IN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47CDDC6-EE30-958F-5963-CE2D237E934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B48A53E-A663-D205-3B85-20183B10CF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CF087C5-F478-48DB-A174-B2B920D84B42}" type="slidenum">
              <a:rPr lang="en-IN" smtClean="0"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31470143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EBC681F-D91B-7F0B-FAA2-599D3D84046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028EC51-CF1B-CAD1-0A41-DE3E9E5C9CC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12AF3746-3818-AAD4-549C-4AD403E2F6B6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751203BF-F402-BFB1-3677-253914366AF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0879A21-AD0A-431E-A981-8203388F3B1F}" type="datetimeFigureOut">
              <a:rPr lang="en-IN" smtClean="0"/>
              <a:t>25-10-2025</a:t>
            </a:fld>
            <a:endParaRPr lang="en-IN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376F7A6-3CBC-074F-A95D-EC535870924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ABD3D9C-12EA-D368-DFA2-A68F4C40CE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CF087C5-F478-48DB-A174-B2B920D84B42}" type="slidenum">
              <a:rPr lang="en-IN" smtClean="0"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86009492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4D4D67A-D439-20E6-580E-F9286AA578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D19CE17-AB32-0A67-6B2D-AABCCC2F40C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A37C3BF-7FAD-3EBF-5B6A-E0A26831F84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743DBC41-C245-225A-6B8E-D30BB09FDFF5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5CECCB64-78C6-4BA3-988A-D7B951D57368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5BE3398-8BDB-0AD5-6F3D-D4845EED978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0879A21-AD0A-431E-A981-8203388F3B1F}" type="datetimeFigureOut">
              <a:rPr lang="en-IN" smtClean="0"/>
              <a:t>25-10-2025</a:t>
            </a:fld>
            <a:endParaRPr lang="en-IN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CF5E70F4-58F1-3D98-732B-AED2F7CBEC3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46673880-80A3-2FF3-255F-153BB57DFD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CF087C5-F478-48DB-A174-B2B920D84B42}" type="slidenum">
              <a:rPr lang="en-IN" smtClean="0"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53300924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A7A9C0-14D5-B95B-E3AC-02BA1AF53C3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7E990E55-FCA3-2208-AB26-4CDA766AD6A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0879A21-AD0A-431E-A981-8203388F3B1F}" type="datetimeFigureOut">
              <a:rPr lang="en-IN" smtClean="0"/>
              <a:t>25-10-2025</a:t>
            </a:fld>
            <a:endParaRPr lang="en-IN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8237587-0F30-0355-DB9D-E53EA2E849C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3195A7F-8F05-E417-4566-D6028A8972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CF087C5-F478-48DB-A174-B2B920D84B42}" type="slidenum">
              <a:rPr lang="en-IN" smtClean="0"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88022863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E74D56A-7928-5B63-0732-EFDFC47975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0879A21-AD0A-431E-A981-8203388F3B1F}" type="datetimeFigureOut">
              <a:rPr lang="en-IN" smtClean="0"/>
              <a:t>25-10-2025</a:t>
            </a:fld>
            <a:endParaRPr lang="en-IN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60C6D3C9-39F4-D2F7-A59E-C2ED550E46B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A61EE52-66F9-481C-7C29-9E2954F72B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CF087C5-F478-48DB-A174-B2B920D84B42}" type="slidenum">
              <a:rPr lang="en-IN" smtClean="0"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416662193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27CBE78-9A9E-61E8-2BAD-3C5D7FEB21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358931E-F375-2C8F-93B8-3A7EF0784AD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426D9B4-FE73-BB77-187D-2BB77BC3321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2D5838C-90E3-D580-2C21-E788C26F257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0879A21-AD0A-431E-A981-8203388F3B1F}" type="datetimeFigureOut">
              <a:rPr lang="en-IN" smtClean="0"/>
              <a:t>25-10-2025</a:t>
            </a:fld>
            <a:endParaRPr lang="en-IN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562FDA8-82BC-0819-3BCB-514F122ABDF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67A37BB-425B-A73C-ED5C-B745B90440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CF087C5-F478-48DB-A174-B2B920D84B42}" type="slidenum">
              <a:rPr lang="en-IN" smtClean="0"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56696120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426E721-37B7-C80F-988A-DD36974D36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C5EBE923-6405-6B39-CDFC-BB7254F06412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B8607F1-E7EB-5DF3-5E22-0D2550DB38A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5660E3F-EFF2-5A1C-B96C-19D0092CBC4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0879A21-AD0A-431E-A981-8203388F3B1F}" type="datetimeFigureOut">
              <a:rPr lang="en-IN" smtClean="0"/>
              <a:t>25-10-2025</a:t>
            </a:fld>
            <a:endParaRPr lang="en-IN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C67E6213-B92B-BC10-E10D-D3A24C7691E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D7C5BC1-514C-99BE-FECC-9554C5520A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CF087C5-F478-48DB-A174-B2B920D84B42}" type="slidenum">
              <a:rPr lang="en-IN" smtClean="0"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60181021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6241C1C-814F-EC22-7332-62883D6BF2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F602C60B-69A4-F246-8CCB-74190700622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650FB6A-3999-D24B-E594-6F882AA0D1C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0879A21-AD0A-431E-A981-8203388F3B1F}" type="datetimeFigureOut">
              <a:rPr lang="en-IN" smtClean="0"/>
              <a:t>25-10-2025</a:t>
            </a:fld>
            <a:endParaRPr lang="en-IN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7F5BF24-C77D-51D7-45D4-C5F5BA5225B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D445A99-97AE-EA4B-EF9E-EFA7B0B51D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CF087C5-F478-48DB-A174-B2B920D84B42}" type="slidenum">
              <a:rPr lang="en-IN" smtClean="0"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17559227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F6A29ECC-481A-35B7-14BD-857C4BC65AE2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DF638C55-DABC-719D-A8BA-0F09B4B72DE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7E2098B-42EA-7EEC-8D8E-15565858578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0879A21-AD0A-431E-A981-8203388F3B1F}" type="datetimeFigureOut">
              <a:rPr lang="en-IN" smtClean="0"/>
              <a:t>25-10-2025</a:t>
            </a:fld>
            <a:endParaRPr lang="en-IN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9D51DB7-514C-DF9B-A4A5-0737516B3C3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781D9C5-5248-E535-03EE-948288B363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CF087C5-F478-48DB-A174-B2B920D84B42}" type="slidenum">
              <a:rPr lang="en-IN" smtClean="0"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33733924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F7D950FB-0964-E132-CEFA-97F3FCEF051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BCDEF85-7BC6-5859-F15E-94E10C01C1F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22A6508-3D4A-BAC7-B88E-B060011C3A0B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C0879A21-AD0A-431E-A981-8203388F3B1F}" type="datetimeFigureOut">
              <a:rPr lang="en-IN" smtClean="0"/>
              <a:t>25-10-2025</a:t>
            </a:fld>
            <a:endParaRPr lang="en-IN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B417D84-9B07-E37B-D758-7FE127593CE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IN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ED7CDD1-EAB8-7632-937B-755F520746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FCF087C5-F478-48DB-A174-B2B920D84B42}" type="slidenum">
              <a:rPr lang="en-IN" smtClean="0"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2147685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DCAC1822-EBD6-9960-8E6A-7377E84D4D0F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ln>
            <a:solidFill>
              <a:srgbClr val="FFFF00"/>
            </a:solidFill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A9E710A-9124-93C5-534B-B251DBB522E3}"/>
              </a:ext>
            </a:extLst>
          </p:cNvPr>
          <p:cNvSpPr txBox="1"/>
          <p:nvPr/>
        </p:nvSpPr>
        <p:spPr>
          <a:xfrm>
            <a:off x="1939668" y="2644170"/>
            <a:ext cx="1186688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9600" b="1" dirty="0">
                <a:solidFill>
                  <a:schemeClr val="bg1">
                    <a:lumMod val="95000"/>
                  </a:schemeClr>
                </a:solidFill>
                <a:latin typeface="Bahnschrift" panose="020B0502040204020203" pitchFamily="34" charset="0"/>
              </a:rPr>
              <a:t>Sudoko Solver</a:t>
            </a:r>
            <a:endParaRPr lang="en-IN" sz="9600" dirty="0">
              <a:latin typeface="Bahnschrift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8809424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77800A-F044-275C-C9A6-1D9FC2FAAF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CA09EC8-7A77-9108-72F4-3C10A77CAD59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A965585A-763B-7DB3-EAE9-8D4542BA443F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AAAFCE7-B063-E3AD-63B4-7362406BD4D3}"/>
              </a:ext>
            </a:extLst>
          </p:cNvPr>
          <p:cNvSpPr/>
          <p:nvPr/>
        </p:nvSpPr>
        <p:spPr>
          <a:xfrm>
            <a:off x="-2760929" y="-792263"/>
            <a:ext cx="15814455" cy="844252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24E2D40-CE50-9197-BD2B-4DE48DF498B1}"/>
              </a:ext>
            </a:extLst>
          </p:cNvPr>
          <p:cNvSpPr/>
          <p:nvPr/>
        </p:nvSpPr>
        <p:spPr>
          <a:xfrm>
            <a:off x="-2135163" y="-283580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4D0C0ADC-E473-D7CD-819C-856DB2CE4F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9240953"/>
              </p:ext>
            </p:extLst>
          </p:nvPr>
        </p:nvGraphicFramePr>
        <p:xfrm>
          <a:off x="3073724" y="120957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338FEC6E-38B1-42C6-6EB2-E29B5487F4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7872184"/>
              </p:ext>
            </p:extLst>
          </p:nvPr>
        </p:nvGraphicFramePr>
        <p:xfrm>
          <a:off x="4514126" y="120957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71530BB2-DC62-7490-DEB9-4A860DB648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354667"/>
              </p:ext>
            </p:extLst>
          </p:nvPr>
        </p:nvGraphicFramePr>
        <p:xfrm>
          <a:off x="5954528" y="1209575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A4B14152-FD31-856F-A3D0-8F669F53D4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9427867"/>
              </p:ext>
            </p:extLst>
          </p:nvPr>
        </p:nvGraphicFramePr>
        <p:xfrm>
          <a:off x="3073724" y="255209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D7008AD4-8170-F4DA-A6AC-A502D07D87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350786"/>
              </p:ext>
            </p:extLst>
          </p:nvPr>
        </p:nvGraphicFramePr>
        <p:xfrm>
          <a:off x="4514126" y="255209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1B55386E-D231-3DAA-345D-B1CEDA67DC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0432314"/>
              </p:ext>
            </p:extLst>
          </p:nvPr>
        </p:nvGraphicFramePr>
        <p:xfrm>
          <a:off x="5954528" y="2552095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46268855-3736-FC0C-6BCB-8E19ABED09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3584991"/>
              </p:ext>
            </p:extLst>
          </p:nvPr>
        </p:nvGraphicFramePr>
        <p:xfrm>
          <a:off x="3073724" y="389461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4F8D3042-1571-CB2D-B764-1F2DA239EB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1722717"/>
              </p:ext>
            </p:extLst>
          </p:nvPr>
        </p:nvGraphicFramePr>
        <p:xfrm>
          <a:off x="4514126" y="389461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A36D2791-21A0-B3C8-8E10-A51CA69906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2348876"/>
              </p:ext>
            </p:extLst>
          </p:nvPr>
        </p:nvGraphicFramePr>
        <p:xfrm>
          <a:off x="5954528" y="3894615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0153553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FEE8AA-7B03-1995-8461-B66677C3E0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605E5A9-9294-DACE-C24D-5977085646DA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7EDF5B6-46F1-3359-4767-1DF6F20ACB04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6F5ADBC-6ED4-E3D5-2EEB-0FF011AD6FDF}"/>
              </a:ext>
            </a:extLst>
          </p:cNvPr>
          <p:cNvSpPr/>
          <p:nvPr/>
        </p:nvSpPr>
        <p:spPr>
          <a:xfrm>
            <a:off x="-2760929" y="-792263"/>
            <a:ext cx="15814455" cy="844252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9A74D2E-DC97-B3F5-B014-04EDAB281DF4}"/>
              </a:ext>
            </a:extLst>
          </p:cNvPr>
          <p:cNvSpPr/>
          <p:nvPr/>
        </p:nvSpPr>
        <p:spPr>
          <a:xfrm>
            <a:off x="-2135163" y="-283580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7DF9FEDF-C304-20F1-9064-3E90BD3F0C63}"/>
              </a:ext>
            </a:extLst>
          </p:cNvPr>
          <p:cNvGraphicFramePr>
            <a:graphicFrameLocks noGrp="1"/>
          </p:cNvGraphicFramePr>
          <p:nvPr/>
        </p:nvGraphicFramePr>
        <p:xfrm>
          <a:off x="3073724" y="120957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DCC768B5-2E91-3E50-D802-6E1454579784}"/>
              </a:ext>
            </a:extLst>
          </p:cNvPr>
          <p:cNvGraphicFramePr>
            <a:graphicFrameLocks noGrp="1"/>
          </p:cNvGraphicFramePr>
          <p:nvPr/>
        </p:nvGraphicFramePr>
        <p:xfrm>
          <a:off x="4514126" y="120957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CFCC1D99-121C-A77A-1244-4C2BE8088664}"/>
              </a:ext>
            </a:extLst>
          </p:cNvPr>
          <p:cNvGraphicFramePr>
            <a:graphicFrameLocks noGrp="1"/>
          </p:cNvGraphicFramePr>
          <p:nvPr/>
        </p:nvGraphicFramePr>
        <p:xfrm>
          <a:off x="5954528" y="1209575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501AE1F5-79A0-AB74-C242-8E76C2E0F8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2679173"/>
              </p:ext>
            </p:extLst>
          </p:nvPr>
        </p:nvGraphicFramePr>
        <p:xfrm>
          <a:off x="3073724" y="255209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A5DFC041-77E6-56E4-8336-67635597F777}"/>
              </a:ext>
            </a:extLst>
          </p:cNvPr>
          <p:cNvGraphicFramePr>
            <a:graphicFrameLocks noGrp="1"/>
          </p:cNvGraphicFramePr>
          <p:nvPr/>
        </p:nvGraphicFramePr>
        <p:xfrm>
          <a:off x="4514126" y="255209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28CFFC88-0F5E-51A4-1EC1-E96F0511EB6D}"/>
              </a:ext>
            </a:extLst>
          </p:cNvPr>
          <p:cNvGraphicFramePr>
            <a:graphicFrameLocks noGrp="1"/>
          </p:cNvGraphicFramePr>
          <p:nvPr/>
        </p:nvGraphicFramePr>
        <p:xfrm>
          <a:off x="5954528" y="2552095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4C02ADF9-55A9-6730-7FBD-48B1FC55416E}"/>
              </a:ext>
            </a:extLst>
          </p:cNvPr>
          <p:cNvGraphicFramePr>
            <a:graphicFrameLocks noGrp="1"/>
          </p:cNvGraphicFramePr>
          <p:nvPr/>
        </p:nvGraphicFramePr>
        <p:xfrm>
          <a:off x="3073724" y="389461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D115A100-331C-1CB1-BF09-058D5966E1AA}"/>
              </a:ext>
            </a:extLst>
          </p:cNvPr>
          <p:cNvGraphicFramePr>
            <a:graphicFrameLocks noGrp="1"/>
          </p:cNvGraphicFramePr>
          <p:nvPr/>
        </p:nvGraphicFramePr>
        <p:xfrm>
          <a:off x="4514126" y="389461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2CA997EB-6D20-1100-7649-01B90930C6E9}"/>
              </a:ext>
            </a:extLst>
          </p:cNvPr>
          <p:cNvGraphicFramePr>
            <a:graphicFrameLocks noGrp="1"/>
          </p:cNvGraphicFramePr>
          <p:nvPr/>
        </p:nvGraphicFramePr>
        <p:xfrm>
          <a:off x="5954528" y="3894615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7E1F8AE3-D68A-2356-FE3C-8042DC7804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6539194"/>
              </p:ext>
            </p:extLst>
          </p:nvPr>
        </p:nvGraphicFramePr>
        <p:xfrm>
          <a:off x="7677876" y="-736761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6129168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5CC993-FE44-73B0-BE53-CE0ED3A37B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49DD1B5-9383-F2F4-78DC-A83D987880BF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5F2F03AE-8A58-37EA-B020-620238DF8E10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E0D0E43-C4EE-65A4-A2A9-A0A170BFFC9C}"/>
              </a:ext>
            </a:extLst>
          </p:cNvPr>
          <p:cNvSpPr/>
          <p:nvPr/>
        </p:nvSpPr>
        <p:spPr>
          <a:xfrm>
            <a:off x="-2760929" y="-792263"/>
            <a:ext cx="15814455" cy="844252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FC67173-605C-5D6E-3C8F-03ACA67C2620}"/>
              </a:ext>
            </a:extLst>
          </p:cNvPr>
          <p:cNvSpPr/>
          <p:nvPr/>
        </p:nvSpPr>
        <p:spPr>
          <a:xfrm>
            <a:off x="-2135163" y="-283580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3893DA33-7841-A635-5062-7149F6B9B4BD}"/>
              </a:ext>
            </a:extLst>
          </p:cNvPr>
          <p:cNvGraphicFramePr>
            <a:graphicFrameLocks noGrp="1"/>
          </p:cNvGraphicFramePr>
          <p:nvPr/>
        </p:nvGraphicFramePr>
        <p:xfrm>
          <a:off x="3073724" y="120957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4F632649-837D-4E02-9CD7-E7A679558243}"/>
              </a:ext>
            </a:extLst>
          </p:cNvPr>
          <p:cNvGraphicFramePr>
            <a:graphicFrameLocks noGrp="1"/>
          </p:cNvGraphicFramePr>
          <p:nvPr/>
        </p:nvGraphicFramePr>
        <p:xfrm>
          <a:off x="4514126" y="120957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9BD0A6F0-7B0F-A595-BC70-FEFACB203343}"/>
              </a:ext>
            </a:extLst>
          </p:cNvPr>
          <p:cNvGraphicFramePr>
            <a:graphicFrameLocks noGrp="1"/>
          </p:cNvGraphicFramePr>
          <p:nvPr/>
        </p:nvGraphicFramePr>
        <p:xfrm>
          <a:off x="5954528" y="1209575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749810FC-D11B-24D9-844D-5958BBF7F7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1472859"/>
              </p:ext>
            </p:extLst>
          </p:nvPr>
        </p:nvGraphicFramePr>
        <p:xfrm>
          <a:off x="3073724" y="255209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F5964D71-0695-3F9B-9759-C93ADDEE6C69}"/>
              </a:ext>
            </a:extLst>
          </p:cNvPr>
          <p:cNvGraphicFramePr>
            <a:graphicFrameLocks noGrp="1"/>
          </p:cNvGraphicFramePr>
          <p:nvPr/>
        </p:nvGraphicFramePr>
        <p:xfrm>
          <a:off x="4514126" y="255209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F49A44E2-027F-4E52-6F6A-2C25A4263FC2}"/>
              </a:ext>
            </a:extLst>
          </p:cNvPr>
          <p:cNvGraphicFramePr>
            <a:graphicFrameLocks noGrp="1"/>
          </p:cNvGraphicFramePr>
          <p:nvPr/>
        </p:nvGraphicFramePr>
        <p:xfrm>
          <a:off x="5954528" y="2552095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CAF733DA-39E4-D273-ACDB-86A5387F3562}"/>
              </a:ext>
            </a:extLst>
          </p:cNvPr>
          <p:cNvGraphicFramePr>
            <a:graphicFrameLocks noGrp="1"/>
          </p:cNvGraphicFramePr>
          <p:nvPr/>
        </p:nvGraphicFramePr>
        <p:xfrm>
          <a:off x="3073724" y="389461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9A7D7899-F799-D4F8-18D7-C5C684C04AD7}"/>
              </a:ext>
            </a:extLst>
          </p:cNvPr>
          <p:cNvGraphicFramePr>
            <a:graphicFrameLocks noGrp="1"/>
          </p:cNvGraphicFramePr>
          <p:nvPr/>
        </p:nvGraphicFramePr>
        <p:xfrm>
          <a:off x="4514126" y="389461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421FE6F0-5DFD-7407-1598-A0F957F3D90B}"/>
              </a:ext>
            </a:extLst>
          </p:cNvPr>
          <p:cNvGraphicFramePr>
            <a:graphicFrameLocks noGrp="1"/>
          </p:cNvGraphicFramePr>
          <p:nvPr/>
        </p:nvGraphicFramePr>
        <p:xfrm>
          <a:off x="5954528" y="3894615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A758A8BC-8866-3E1F-D6AF-2C1E2560C98E}"/>
              </a:ext>
            </a:extLst>
          </p:cNvPr>
          <p:cNvCxnSpPr/>
          <p:nvPr/>
        </p:nvCxnSpPr>
        <p:spPr>
          <a:xfrm>
            <a:off x="3073724" y="1169083"/>
            <a:ext cx="4321206" cy="0"/>
          </a:xfrm>
          <a:prstGeom prst="line">
            <a:avLst/>
          </a:prstGeom>
          <a:ln w="57150">
            <a:solidFill>
              <a:srgbClr val="FFC00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A2D037CE-4F44-37E8-48E9-E346A9E13A55}"/>
              </a:ext>
            </a:extLst>
          </p:cNvPr>
          <p:cNvCxnSpPr/>
          <p:nvPr/>
        </p:nvCxnSpPr>
        <p:spPr>
          <a:xfrm>
            <a:off x="3073724" y="1622425"/>
            <a:ext cx="4321206" cy="0"/>
          </a:xfrm>
          <a:prstGeom prst="line">
            <a:avLst/>
          </a:prstGeom>
          <a:ln w="57150">
            <a:solidFill>
              <a:srgbClr val="FFC00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62DD775B-5BD4-A41B-080F-B4E9495677EF}"/>
              </a:ext>
            </a:extLst>
          </p:cNvPr>
          <p:cNvCxnSpPr>
            <a:cxnSpLocks/>
          </p:cNvCxnSpPr>
          <p:nvPr/>
        </p:nvCxnSpPr>
        <p:spPr>
          <a:xfrm flipH="1">
            <a:off x="3063707" y="1148420"/>
            <a:ext cx="10017" cy="476492"/>
          </a:xfrm>
          <a:prstGeom prst="line">
            <a:avLst/>
          </a:prstGeom>
          <a:ln w="57150">
            <a:solidFill>
              <a:srgbClr val="FFC00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42533E12-A87A-8640-7E53-700D19B69849}"/>
              </a:ext>
            </a:extLst>
          </p:cNvPr>
          <p:cNvCxnSpPr>
            <a:cxnSpLocks/>
          </p:cNvCxnSpPr>
          <p:nvPr/>
        </p:nvCxnSpPr>
        <p:spPr>
          <a:xfrm flipH="1">
            <a:off x="7404947" y="1145933"/>
            <a:ext cx="10017" cy="476492"/>
          </a:xfrm>
          <a:prstGeom prst="line">
            <a:avLst/>
          </a:prstGeom>
          <a:ln w="57150">
            <a:solidFill>
              <a:srgbClr val="FFC00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8E07F343-6777-7205-167C-79830E46CA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1729369"/>
              </p:ext>
            </p:extLst>
          </p:nvPr>
        </p:nvGraphicFramePr>
        <p:xfrm>
          <a:off x="7677876" y="-736761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accent6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447492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C09F50-9DFF-67BC-FFC4-C0FB5F4553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695D9EC-653A-EE14-D568-53236B9B94AC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ED0CBD57-DD04-1734-ACE3-6D483E42D400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C085F3A-C04A-FF83-051E-6FBF4B1FEE7B}"/>
              </a:ext>
            </a:extLst>
          </p:cNvPr>
          <p:cNvSpPr/>
          <p:nvPr/>
        </p:nvSpPr>
        <p:spPr>
          <a:xfrm>
            <a:off x="-2760929" y="-792263"/>
            <a:ext cx="15814455" cy="844252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2AEA795-07F4-D997-89A0-C1CF924AED2F}"/>
              </a:ext>
            </a:extLst>
          </p:cNvPr>
          <p:cNvSpPr/>
          <p:nvPr/>
        </p:nvSpPr>
        <p:spPr>
          <a:xfrm>
            <a:off x="-2135163" y="-283580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B6E410CF-5014-643C-7686-E4ABD812ED79}"/>
              </a:ext>
            </a:extLst>
          </p:cNvPr>
          <p:cNvGraphicFramePr>
            <a:graphicFrameLocks noGrp="1"/>
          </p:cNvGraphicFramePr>
          <p:nvPr/>
        </p:nvGraphicFramePr>
        <p:xfrm>
          <a:off x="3073724" y="120957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B93E28BE-29FB-D4AB-2F07-B66D3B884DBD}"/>
              </a:ext>
            </a:extLst>
          </p:cNvPr>
          <p:cNvGraphicFramePr>
            <a:graphicFrameLocks noGrp="1"/>
          </p:cNvGraphicFramePr>
          <p:nvPr/>
        </p:nvGraphicFramePr>
        <p:xfrm>
          <a:off x="4514126" y="120957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178BA65F-04EF-B94C-CB7C-D91E0CDC9D41}"/>
              </a:ext>
            </a:extLst>
          </p:cNvPr>
          <p:cNvGraphicFramePr>
            <a:graphicFrameLocks noGrp="1"/>
          </p:cNvGraphicFramePr>
          <p:nvPr/>
        </p:nvGraphicFramePr>
        <p:xfrm>
          <a:off x="5954528" y="1209575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9B4EBFBB-881C-C5A6-BD2C-3D2445170F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9217174"/>
              </p:ext>
            </p:extLst>
          </p:nvPr>
        </p:nvGraphicFramePr>
        <p:xfrm>
          <a:off x="3073724" y="255209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EC0676F5-A69A-F4DC-6D36-22833145ED01}"/>
              </a:ext>
            </a:extLst>
          </p:cNvPr>
          <p:cNvGraphicFramePr>
            <a:graphicFrameLocks noGrp="1"/>
          </p:cNvGraphicFramePr>
          <p:nvPr/>
        </p:nvGraphicFramePr>
        <p:xfrm>
          <a:off x="4514126" y="255209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23CE5DD2-D1BF-36B9-CEE2-7B335DD3159C}"/>
              </a:ext>
            </a:extLst>
          </p:cNvPr>
          <p:cNvGraphicFramePr>
            <a:graphicFrameLocks noGrp="1"/>
          </p:cNvGraphicFramePr>
          <p:nvPr/>
        </p:nvGraphicFramePr>
        <p:xfrm>
          <a:off x="5954528" y="2552095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1AD8034A-2A58-8D7C-4F00-12E77C184623}"/>
              </a:ext>
            </a:extLst>
          </p:cNvPr>
          <p:cNvGraphicFramePr>
            <a:graphicFrameLocks noGrp="1"/>
          </p:cNvGraphicFramePr>
          <p:nvPr/>
        </p:nvGraphicFramePr>
        <p:xfrm>
          <a:off x="3073724" y="389461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34FC98A2-6B3D-4065-F26A-8BFA23F9DEF0}"/>
              </a:ext>
            </a:extLst>
          </p:cNvPr>
          <p:cNvGraphicFramePr>
            <a:graphicFrameLocks noGrp="1"/>
          </p:cNvGraphicFramePr>
          <p:nvPr/>
        </p:nvGraphicFramePr>
        <p:xfrm>
          <a:off x="4514126" y="389461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92DB1408-A17A-3432-E890-332E9FB84F52}"/>
              </a:ext>
            </a:extLst>
          </p:cNvPr>
          <p:cNvGraphicFramePr>
            <a:graphicFrameLocks noGrp="1"/>
          </p:cNvGraphicFramePr>
          <p:nvPr/>
        </p:nvGraphicFramePr>
        <p:xfrm>
          <a:off x="5954528" y="3894615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545ECABC-BD28-147A-B81B-D2BAFB2FC61D}"/>
              </a:ext>
            </a:extLst>
          </p:cNvPr>
          <p:cNvCxnSpPr>
            <a:cxnSpLocks/>
          </p:cNvCxnSpPr>
          <p:nvPr/>
        </p:nvCxnSpPr>
        <p:spPr>
          <a:xfrm>
            <a:off x="4995121" y="5257800"/>
            <a:ext cx="503764" cy="0"/>
          </a:xfrm>
          <a:prstGeom prst="line">
            <a:avLst/>
          </a:prstGeom>
          <a:ln w="57150">
            <a:solidFill>
              <a:schemeClr val="accent5">
                <a:lumMod val="50000"/>
              </a:schemeClr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40635AEB-6DAB-675C-21B1-E491C4BE6010}"/>
              </a:ext>
            </a:extLst>
          </p:cNvPr>
          <p:cNvCxnSpPr>
            <a:cxnSpLocks/>
          </p:cNvCxnSpPr>
          <p:nvPr/>
        </p:nvCxnSpPr>
        <p:spPr>
          <a:xfrm>
            <a:off x="4983546" y="1152724"/>
            <a:ext cx="0" cy="4084412"/>
          </a:xfrm>
          <a:prstGeom prst="line">
            <a:avLst/>
          </a:prstGeom>
          <a:ln w="57150">
            <a:solidFill>
              <a:schemeClr val="accent5">
                <a:lumMod val="50000"/>
              </a:schemeClr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63ECFEEA-2ABA-2A80-9863-72A1585A4F90}"/>
              </a:ext>
            </a:extLst>
          </p:cNvPr>
          <p:cNvCxnSpPr>
            <a:cxnSpLocks/>
          </p:cNvCxnSpPr>
          <p:nvPr/>
        </p:nvCxnSpPr>
        <p:spPr>
          <a:xfrm>
            <a:off x="5469124" y="1169082"/>
            <a:ext cx="15983" cy="4088718"/>
          </a:xfrm>
          <a:prstGeom prst="line">
            <a:avLst/>
          </a:prstGeom>
          <a:ln w="57150">
            <a:solidFill>
              <a:schemeClr val="accent5">
                <a:lumMod val="50000"/>
              </a:schemeClr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07A23F51-03EB-B10F-D278-E0599C1250A5}"/>
              </a:ext>
            </a:extLst>
          </p:cNvPr>
          <p:cNvCxnSpPr>
            <a:cxnSpLocks/>
          </p:cNvCxnSpPr>
          <p:nvPr/>
        </p:nvCxnSpPr>
        <p:spPr>
          <a:xfrm>
            <a:off x="4995121" y="1169082"/>
            <a:ext cx="503764" cy="0"/>
          </a:xfrm>
          <a:prstGeom prst="line">
            <a:avLst/>
          </a:prstGeom>
          <a:ln w="57150">
            <a:solidFill>
              <a:schemeClr val="accent5">
                <a:lumMod val="50000"/>
              </a:schemeClr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55AB9B13-2C8B-4163-7F54-873835588D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3602198"/>
              </p:ext>
            </p:extLst>
          </p:nvPr>
        </p:nvGraphicFramePr>
        <p:xfrm>
          <a:off x="7677876" y="-736761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accent6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accent6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accent6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accent6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1935652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5FB6E5-9FA2-926D-CE45-01C9E4962F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453CCCF-F646-3345-93A8-EC9A0BDF77BF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F57C7D74-7C87-2992-FF54-BDFB61D8F114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87747F4-D267-147E-4103-DCC58EEA2B51}"/>
              </a:ext>
            </a:extLst>
          </p:cNvPr>
          <p:cNvSpPr/>
          <p:nvPr/>
        </p:nvSpPr>
        <p:spPr>
          <a:xfrm>
            <a:off x="-2760929" y="-792263"/>
            <a:ext cx="15814455" cy="844252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D5405AD-A6B3-8CD7-27D1-9A25F00E5AFC}"/>
              </a:ext>
            </a:extLst>
          </p:cNvPr>
          <p:cNvSpPr/>
          <p:nvPr/>
        </p:nvSpPr>
        <p:spPr>
          <a:xfrm>
            <a:off x="-2135163" y="-283580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B37520C2-9D03-C680-E9ED-5CFF9A00B105}"/>
              </a:ext>
            </a:extLst>
          </p:cNvPr>
          <p:cNvGraphicFramePr>
            <a:graphicFrameLocks noGrp="1"/>
          </p:cNvGraphicFramePr>
          <p:nvPr/>
        </p:nvGraphicFramePr>
        <p:xfrm>
          <a:off x="3073724" y="120957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23F2FD0F-1F6E-56B4-C72F-93906F07FF86}"/>
              </a:ext>
            </a:extLst>
          </p:cNvPr>
          <p:cNvGraphicFramePr>
            <a:graphicFrameLocks noGrp="1"/>
          </p:cNvGraphicFramePr>
          <p:nvPr/>
        </p:nvGraphicFramePr>
        <p:xfrm>
          <a:off x="4514126" y="120957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F975925F-8398-D2D8-4DB5-AC84B28DE0FE}"/>
              </a:ext>
            </a:extLst>
          </p:cNvPr>
          <p:cNvGraphicFramePr>
            <a:graphicFrameLocks noGrp="1"/>
          </p:cNvGraphicFramePr>
          <p:nvPr/>
        </p:nvGraphicFramePr>
        <p:xfrm>
          <a:off x="5954528" y="1209575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FAF130B6-A2CE-F8D5-FDE6-80A9EF084E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716465"/>
              </p:ext>
            </p:extLst>
          </p:nvPr>
        </p:nvGraphicFramePr>
        <p:xfrm>
          <a:off x="3073724" y="255209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403FBA98-EAD9-D48B-6CE8-37ECB8A06A71}"/>
              </a:ext>
            </a:extLst>
          </p:cNvPr>
          <p:cNvGraphicFramePr>
            <a:graphicFrameLocks noGrp="1"/>
          </p:cNvGraphicFramePr>
          <p:nvPr/>
        </p:nvGraphicFramePr>
        <p:xfrm>
          <a:off x="4514126" y="255209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8B508DC8-C589-4B01-1CA5-D4282AB69487}"/>
              </a:ext>
            </a:extLst>
          </p:cNvPr>
          <p:cNvGraphicFramePr>
            <a:graphicFrameLocks noGrp="1"/>
          </p:cNvGraphicFramePr>
          <p:nvPr/>
        </p:nvGraphicFramePr>
        <p:xfrm>
          <a:off x="5954528" y="2552095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BDF86905-234F-19E0-087B-66735BB991ED}"/>
              </a:ext>
            </a:extLst>
          </p:cNvPr>
          <p:cNvGraphicFramePr>
            <a:graphicFrameLocks noGrp="1"/>
          </p:cNvGraphicFramePr>
          <p:nvPr/>
        </p:nvGraphicFramePr>
        <p:xfrm>
          <a:off x="3073724" y="389461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D42758DC-624F-C1C5-D83D-FB742688BE76}"/>
              </a:ext>
            </a:extLst>
          </p:cNvPr>
          <p:cNvGraphicFramePr>
            <a:graphicFrameLocks noGrp="1"/>
          </p:cNvGraphicFramePr>
          <p:nvPr/>
        </p:nvGraphicFramePr>
        <p:xfrm>
          <a:off x="4514126" y="3894616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328D0B92-0ED3-782C-7883-DCD60A33A94D}"/>
              </a:ext>
            </a:extLst>
          </p:cNvPr>
          <p:cNvGraphicFramePr>
            <a:graphicFrameLocks noGrp="1"/>
          </p:cNvGraphicFramePr>
          <p:nvPr/>
        </p:nvGraphicFramePr>
        <p:xfrm>
          <a:off x="5954528" y="3894615"/>
          <a:ext cx="1440402" cy="13425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134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480134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447507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99A36F23-5C3B-C32C-D216-811B555C6F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0747611"/>
              </p:ext>
            </p:extLst>
          </p:nvPr>
        </p:nvGraphicFramePr>
        <p:xfrm>
          <a:off x="7677876" y="-736761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/>
                    </a:p>
                    <a:p>
                      <a:r>
                        <a:rPr lang="en-IN" b="1" dirty="0">
                          <a:solidFill>
                            <a:schemeClr val="accent6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accent6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accent6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accent6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accent6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50BE1968-0712-DA63-FBEE-15434221E47D}"/>
              </a:ext>
            </a:extLst>
          </p:cNvPr>
          <p:cNvCxnSpPr>
            <a:cxnSpLocks/>
          </p:cNvCxnSpPr>
          <p:nvPr/>
        </p:nvCxnSpPr>
        <p:spPr>
          <a:xfrm>
            <a:off x="4514126" y="3897509"/>
            <a:ext cx="1432411" cy="0"/>
          </a:xfrm>
          <a:prstGeom prst="line">
            <a:avLst/>
          </a:prstGeom>
          <a:ln w="57150">
            <a:solidFill>
              <a:srgbClr val="0070C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C2D4210-D882-629B-E82D-C70EA7DD912F}"/>
              </a:ext>
            </a:extLst>
          </p:cNvPr>
          <p:cNvCxnSpPr>
            <a:cxnSpLocks/>
          </p:cNvCxnSpPr>
          <p:nvPr/>
        </p:nvCxnSpPr>
        <p:spPr>
          <a:xfrm>
            <a:off x="4514126" y="2552095"/>
            <a:ext cx="0" cy="1342520"/>
          </a:xfrm>
          <a:prstGeom prst="line">
            <a:avLst/>
          </a:prstGeom>
          <a:ln w="57150">
            <a:solidFill>
              <a:srgbClr val="0070C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387ECC47-0AB3-FE61-DA24-B4D98CB9AB55}"/>
              </a:ext>
            </a:extLst>
          </p:cNvPr>
          <p:cNvCxnSpPr>
            <a:cxnSpLocks/>
          </p:cNvCxnSpPr>
          <p:nvPr/>
        </p:nvCxnSpPr>
        <p:spPr>
          <a:xfrm flipH="1">
            <a:off x="5946537" y="2552095"/>
            <a:ext cx="7990" cy="1342520"/>
          </a:xfrm>
          <a:prstGeom prst="line">
            <a:avLst/>
          </a:prstGeom>
          <a:ln w="57150">
            <a:solidFill>
              <a:srgbClr val="0070C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98CFD5EA-77D5-CBAC-7D18-86D7D540456B}"/>
              </a:ext>
            </a:extLst>
          </p:cNvPr>
          <p:cNvCxnSpPr>
            <a:cxnSpLocks/>
          </p:cNvCxnSpPr>
          <p:nvPr/>
        </p:nvCxnSpPr>
        <p:spPr>
          <a:xfrm>
            <a:off x="4514126" y="2552095"/>
            <a:ext cx="1440401" cy="0"/>
          </a:xfrm>
          <a:prstGeom prst="line">
            <a:avLst/>
          </a:prstGeom>
          <a:ln w="57150">
            <a:solidFill>
              <a:srgbClr val="0070C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8180033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1FF174-32A3-2FA9-89BE-36638D0B9D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BF0E941-8730-3943-7E08-6A22A81B1891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A89A1BC-12C1-01FC-9AD2-FB197E6E0CFD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2300F34-F255-5ED3-E1EB-C28F4F211592}"/>
              </a:ext>
            </a:extLst>
          </p:cNvPr>
          <p:cNvSpPr/>
          <p:nvPr/>
        </p:nvSpPr>
        <p:spPr>
          <a:xfrm>
            <a:off x="-2760928" y="-2488557"/>
            <a:ext cx="18375176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818602D-4C19-AD1D-33F3-45C3BDF89261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36BC1B9F-4A8C-4856-0CA1-4B68936D15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9062567"/>
              </p:ext>
            </p:extLst>
          </p:nvPr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7E6B1BFF-9603-7054-9495-AE3F883E93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743611"/>
              </p:ext>
            </p:extLst>
          </p:nvPr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9969D0C8-BDAB-F964-544B-A813952A60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1703532"/>
              </p:ext>
            </p:extLst>
          </p:nvPr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82D86C43-2166-AD02-9C22-4C8350D53F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5964962"/>
              </p:ext>
            </p:extLst>
          </p:nvPr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541DE151-EB0D-5810-AE38-E2B9CFD871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5675331"/>
              </p:ext>
            </p:extLst>
          </p:nvPr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A5680B39-691C-E0D5-94E6-91736FDEFE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7119414"/>
              </p:ext>
            </p:extLst>
          </p:nvPr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8BB13CEC-84B9-DB68-B164-8238B1353D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5098159"/>
              </p:ext>
            </p:extLst>
          </p:nvPr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176671E6-46E9-DF9D-C00F-3939FECFED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3958250"/>
              </p:ext>
            </p:extLst>
          </p:nvPr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07990594-540B-8891-1B12-F1077574AA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4900254"/>
              </p:ext>
            </p:extLst>
          </p:nvPr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428F86D9-AC82-5D65-9CA0-2FA494682D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7022538"/>
              </p:ext>
            </p:extLst>
          </p:nvPr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4873784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CA42D1-BB35-7ACD-6946-952E2F9606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37CED14-DC33-5A80-7123-578759050B96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45DEE00-AD12-B015-2553-13E78089987D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84CF6557-3E4D-1E55-3148-6EE567107CB3}"/>
              </a:ext>
            </a:extLst>
          </p:cNvPr>
          <p:cNvSpPr/>
          <p:nvPr/>
        </p:nvSpPr>
        <p:spPr>
          <a:xfrm>
            <a:off x="-2760928" y="-2488557"/>
            <a:ext cx="18375176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1DD6045-A51E-7A69-A43A-D57621E7243B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95ECC33C-2A46-92B1-C282-8255A9C080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1710423"/>
              </p:ext>
            </p:extLst>
          </p:nvPr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C1546300-D590-9473-EAB6-C901B8FBDC9A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713C47E1-F389-3FD4-7984-CB6452672817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F9C3D9CF-CE2F-48AE-108D-B5C386871ABC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2BFA46B7-C635-A556-E946-EA50E5C20519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A6336C7E-0C8F-3209-DF25-A2FEA55A2EC3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0295921F-2E6F-BD7A-4D6B-1873BE836CBC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B42C65E9-70D5-92BC-DB93-4378E1BDE5BB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BD8697DB-88F7-D8A2-2D19-9C8D71402F49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B1E998E3-7031-6C10-2A4B-74CCE20E16DF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4629354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EB396E-6B84-61B5-E820-848B868E68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B7AAE33-022C-03D3-C471-9682CFF8078A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D12741CD-1367-3452-0F11-44F9E8B5F56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4184F27-2BB3-DC65-AC3C-E8782D56D66E}"/>
              </a:ext>
            </a:extLst>
          </p:cNvPr>
          <p:cNvSpPr/>
          <p:nvPr/>
        </p:nvSpPr>
        <p:spPr>
          <a:xfrm>
            <a:off x="-2760928" y="-2488557"/>
            <a:ext cx="18375176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679DBAE-9B80-88FF-A23C-541ADF99F016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18BA25BE-7ED8-160E-B37C-95CCBAB1BB2E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3A869CD2-0EBE-633F-645F-10B412CE4842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AAC543BB-4CD9-3A85-231F-284E62042CDD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AA9C11BC-5BE3-CC30-12A7-1FDDEEEB5133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23068849-E50A-1E51-7D7E-241B3B0247AD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C2077850-3F1A-F102-06E7-871960DBDC1E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985DB943-AABF-B188-FA94-51C14AC04475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ED2D5AC0-DB80-101E-B281-1611BA1E5175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028A25F1-B4E4-A723-FE0D-4A111FC6B2BD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2FF1BC7-2F3F-55C8-314E-9E96D82624FA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pSp>
        <p:nvGrpSpPr>
          <p:cNvPr id="58" name="Group 57">
            <a:extLst>
              <a:ext uri="{FF2B5EF4-FFF2-40B4-BE49-F238E27FC236}">
                <a16:creationId xmlns:a16="http://schemas.microsoft.com/office/drawing/2014/main" id="{51B9C888-6395-FDCD-3EB7-C9609A6DB381}"/>
              </a:ext>
            </a:extLst>
          </p:cNvPr>
          <p:cNvGrpSpPr/>
          <p:nvPr/>
        </p:nvGrpSpPr>
        <p:grpSpPr>
          <a:xfrm>
            <a:off x="2984984" y="-2167404"/>
            <a:ext cx="3077774" cy="448332"/>
            <a:chOff x="2984984" y="-2167404"/>
            <a:chExt cx="3077774" cy="448332"/>
          </a:xfrm>
        </p:grpSpPr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6198168F-4DAE-AAD5-4DEA-F8BBBA5CD1A2}"/>
                </a:ext>
              </a:extLst>
            </p:cNvPr>
            <p:cNvCxnSpPr>
              <a:cxnSpLocks/>
            </p:cNvCxnSpPr>
            <p:nvPr/>
          </p:nvCxnSpPr>
          <p:spPr>
            <a:xfrm>
              <a:off x="2995001" y="-2146741"/>
              <a:ext cx="3067757" cy="0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DC49DFDF-EBE6-31E3-91D4-077626F41670}"/>
                </a:ext>
              </a:extLst>
            </p:cNvPr>
            <p:cNvCxnSpPr>
              <a:cxnSpLocks/>
            </p:cNvCxnSpPr>
            <p:nvPr/>
          </p:nvCxnSpPr>
          <p:spPr>
            <a:xfrm>
              <a:off x="2984984" y="-1737360"/>
              <a:ext cx="3075012" cy="0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13AF7461-92E0-E5B7-3476-5DA148B2BBB6}"/>
                </a:ext>
              </a:extLst>
            </p:cNvPr>
            <p:cNvCxnSpPr>
              <a:cxnSpLocks/>
            </p:cNvCxnSpPr>
            <p:nvPr/>
          </p:nvCxnSpPr>
          <p:spPr>
            <a:xfrm>
              <a:off x="2995001" y="-2167404"/>
              <a:ext cx="0" cy="448332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34A112AA-6AB0-534B-CCF7-85B073606A62}"/>
                </a:ext>
              </a:extLst>
            </p:cNvPr>
            <p:cNvCxnSpPr>
              <a:cxnSpLocks/>
            </p:cNvCxnSpPr>
            <p:nvPr/>
          </p:nvCxnSpPr>
          <p:spPr>
            <a:xfrm>
              <a:off x="6062758" y="-2167404"/>
              <a:ext cx="0" cy="448332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49245425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D050E0-2CF0-8698-00C5-E16F946502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B9BB380-AECD-5CFF-7DA0-979A632238FF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B89449A2-5D42-B0D0-135E-82E7EA9FA49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2266570-B115-F7E3-3B5C-7E9255C5BA9B}"/>
              </a:ext>
            </a:extLst>
          </p:cNvPr>
          <p:cNvSpPr/>
          <p:nvPr/>
        </p:nvSpPr>
        <p:spPr>
          <a:xfrm>
            <a:off x="-2760928" y="-2488557"/>
            <a:ext cx="18375176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DE5E820-7BF1-29FE-ECB2-964E466B64E0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FCA0316D-187F-6187-C376-2940F9302BF4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B25E47AB-D2B3-4D51-12B5-67E464112FA0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C2DC4449-1A5C-F19B-23A4-DF777B47F557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5A0DB619-696A-8B79-6F8C-7D4DC97E86B2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F3907498-1C7B-4856-9233-CCDB85927AB4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BC9C2C7E-701B-6FC7-DF4E-FBAA23543F65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484111EC-D18B-D854-BB20-C1645AC4B713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C9AFE559-FD4B-D163-DEDB-D95C5C5B9822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543425C9-5B44-2596-E47A-5DA1188A085A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8F316206-10D8-E119-A616-03398B3C65A8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CBC94CEF-C8BB-9E44-9CD4-BB58A4CA581C}"/>
              </a:ext>
            </a:extLst>
          </p:cNvPr>
          <p:cNvCxnSpPr>
            <a:cxnSpLocks/>
          </p:cNvCxnSpPr>
          <p:nvPr/>
        </p:nvCxnSpPr>
        <p:spPr>
          <a:xfrm>
            <a:off x="2995001" y="-2146741"/>
            <a:ext cx="3067757" cy="0"/>
          </a:xfrm>
          <a:prstGeom prst="line">
            <a:avLst/>
          </a:prstGeom>
          <a:ln w="57150">
            <a:solidFill>
              <a:srgbClr val="FFC00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85DCFF1B-CE24-1A3C-E93A-3CC8563EB5A3}"/>
              </a:ext>
            </a:extLst>
          </p:cNvPr>
          <p:cNvCxnSpPr>
            <a:cxnSpLocks/>
          </p:cNvCxnSpPr>
          <p:nvPr/>
        </p:nvCxnSpPr>
        <p:spPr>
          <a:xfrm>
            <a:off x="2984984" y="-1737360"/>
            <a:ext cx="3075012" cy="0"/>
          </a:xfrm>
          <a:prstGeom prst="line">
            <a:avLst/>
          </a:prstGeom>
          <a:ln w="57150">
            <a:solidFill>
              <a:srgbClr val="FFC00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7D5B3FEF-2CCD-6ACD-D94C-3405209C1BC2}"/>
              </a:ext>
            </a:extLst>
          </p:cNvPr>
          <p:cNvCxnSpPr>
            <a:cxnSpLocks/>
          </p:cNvCxnSpPr>
          <p:nvPr/>
        </p:nvCxnSpPr>
        <p:spPr>
          <a:xfrm>
            <a:off x="2995001" y="-2167404"/>
            <a:ext cx="0" cy="448332"/>
          </a:xfrm>
          <a:prstGeom prst="line">
            <a:avLst/>
          </a:prstGeom>
          <a:ln w="57150">
            <a:solidFill>
              <a:srgbClr val="FFC00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E223ACB-753F-06E6-F671-F1DCFF0D87E1}"/>
              </a:ext>
            </a:extLst>
          </p:cNvPr>
          <p:cNvCxnSpPr>
            <a:cxnSpLocks/>
          </p:cNvCxnSpPr>
          <p:nvPr/>
        </p:nvCxnSpPr>
        <p:spPr>
          <a:xfrm>
            <a:off x="6062758" y="-2167404"/>
            <a:ext cx="0" cy="448332"/>
          </a:xfrm>
          <a:prstGeom prst="line">
            <a:avLst/>
          </a:prstGeom>
          <a:ln w="57150">
            <a:solidFill>
              <a:srgbClr val="FFC00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grpSp>
        <p:nvGrpSpPr>
          <p:cNvPr id="57" name="Group 56">
            <a:extLst>
              <a:ext uri="{FF2B5EF4-FFF2-40B4-BE49-F238E27FC236}">
                <a16:creationId xmlns:a16="http://schemas.microsoft.com/office/drawing/2014/main" id="{19D32935-A5DD-55F6-6ED8-20233CFF1521}"/>
              </a:ext>
            </a:extLst>
          </p:cNvPr>
          <p:cNvGrpSpPr/>
          <p:nvPr/>
        </p:nvGrpSpPr>
        <p:grpSpPr>
          <a:xfrm>
            <a:off x="3688079" y="-2162073"/>
            <a:ext cx="321909" cy="3336004"/>
            <a:chOff x="4983546" y="1152724"/>
            <a:chExt cx="515339" cy="4105076"/>
          </a:xfrm>
        </p:grpSpPr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FB913FF3-D069-BE78-AD1A-1D3CAC0EC1B8}"/>
                </a:ext>
              </a:extLst>
            </p:cNvPr>
            <p:cNvCxnSpPr>
              <a:cxnSpLocks/>
            </p:cNvCxnSpPr>
            <p:nvPr/>
          </p:nvCxnSpPr>
          <p:spPr>
            <a:xfrm>
              <a:off x="4995121" y="5257800"/>
              <a:ext cx="503764" cy="0"/>
            </a:xfrm>
            <a:prstGeom prst="line">
              <a:avLst/>
            </a:prstGeom>
            <a:ln w="57150">
              <a:solidFill>
                <a:schemeClr val="accent5">
                  <a:lumMod val="50000"/>
                </a:schemeClr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F78F20E7-520E-720E-70AE-4EFF3327A866}"/>
                </a:ext>
              </a:extLst>
            </p:cNvPr>
            <p:cNvCxnSpPr>
              <a:cxnSpLocks/>
            </p:cNvCxnSpPr>
            <p:nvPr/>
          </p:nvCxnSpPr>
          <p:spPr>
            <a:xfrm>
              <a:off x="4983546" y="1152724"/>
              <a:ext cx="0" cy="4084412"/>
            </a:xfrm>
            <a:prstGeom prst="line">
              <a:avLst/>
            </a:prstGeom>
            <a:ln w="57150">
              <a:solidFill>
                <a:schemeClr val="accent5">
                  <a:lumMod val="50000"/>
                </a:schemeClr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171004E3-E4BE-E1CC-867D-869BE69AB1DB}"/>
                </a:ext>
              </a:extLst>
            </p:cNvPr>
            <p:cNvCxnSpPr>
              <a:cxnSpLocks/>
            </p:cNvCxnSpPr>
            <p:nvPr/>
          </p:nvCxnSpPr>
          <p:spPr>
            <a:xfrm>
              <a:off x="5469124" y="1169082"/>
              <a:ext cx="15983" cy="4088718"/>
            </a:xfrm>
            <a:prstGeom prst="line">
              <a:avLst/>
            </a:prstGeom>
            <a:ln w="57150">
              <a:solidFill>
                <a:schemeClr val="accent5">
                  <a:lumMod val="50000"/>
                </a:schemeClr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CE42265F-B8F3-68EF-778C-44E233C7A9B1}"/>
                </a:ext>
              </a:extLst>
            </p:cNvPr>
            <p:cNvCxnSpPr>
              <a:cxnSpLocks/>
            </p:cNvCxnSpPr>
            <p:nvPr/>
          </p:nvCxnSpPr>
          <p:spPr>
            <a:xfrm>
              <a:off x="4995121" y="1169082"/>
              <a:ext cx="503764" cy="0"/>
            </a:xfrm>
            <a:prstGeom prst="line">
              <a:avLst/>
            </a:prstGeom>
            <a:ln w="57150">
              <a:solidFill>
                <a:schemeClr val="accent5">
                  <a:lumMod val="50000"/>
                </a:schemeClr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7856036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4DC1BB-ADB2-C7B2-4A25-746E2671E7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8AB8E55-976A-68CF-3804-DB623A9D0B70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8461784-155A-3D4F-F883-071E22F72AB0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BD7B12E-C106-43FD-E910-404F523462AE}"/>
              </a:ext>
            </a:extLst>
          </p:cNvPr>
          <p:cNvSpPr/>
          <p:nvPr/>
        </p:nvSpPr>
        <p:spPr>
          <a:xfrm>
            <a:off x="-2760928" y="-2488557"/>
            <a:ext cx="18375176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AB572AD-F86C-44DB-8531-2ACA8376838E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2BF830CB-769B-C32E-7244-D3A2EF5A4C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7721946"/>
              </p:ext>
            </p:extLst>
          </p:nvPr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2886977C-281E-7166-6FAB-99FFEA69FBB2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AF4D6B7A-F9CD-7C59-32BE-0B94691555FF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6D7007DD-11D0-5CF9-2BFD-E3B0E7D47896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3597A6E5-E369-CD8F-8E2B-0E9FB60E846F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AB25D51D-8962-D7C2-2073-5A2A2A292CCE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54EB6B4B-D14F-8FED-E1FC-88162A5B2A32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C15C26CE-4F55-CE35-D5DA-3D2C4624E1A2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E6575817-8F8A-D1F9-35FA-CD880B8AF4C0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3229333F-7EA2-106E-4D24-241B3A9FE09D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2AC8A0D9-1AB5-B446-A8F8-F11B8581EC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4887508"/>
              </p:ext>
            </p:extLst>
          </p:nvPr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57F56408-C37A-EC83-1275-86A25AA0D8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0435675"/>
              </p:ext>
            </p:extLst>
          </p:nvPr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C6E635C7-E081-57C5-3C57-C3F998926B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512239"/>
              </p:ext>
            </p:extLst>
          </p:nvPr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A9CD9442-3884-7F4E-6013-C553F5432C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1886811"/>
              </p:ext>
            </p:extLst>
          </p:nvPr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461E3A93-70DB-21EA-2E39-45C02E096C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7976359"/>
              </p:ext>
            </p:extLst>
          </p:nvPr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A143102D-82C4-1F6B-50D4-53FCD7F9D3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5341853"/>
              </p:ext>
            </p:extLst>
          </p:nvPr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CAE5803D-D018-BEE7-AE69-379B0BADBE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1091592"/>
              </p:ext>
            </p:extLst>
          </p:nvPr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33440A72-A730-779D-4536-E7D7AAC4C4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1427943"/>
              </p:ext>
            </p:extLst>
          </p:nvPr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9E35F83B-AA52-C433-89A0-F8E72242C5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25332"/>
              </p:ext>
            </p:extLst>
          </p:nvPr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B4706DD9-E6F7-17B0-D48A-B8C6698FE3A1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1A481CEB-7D5F-9A32-C470-C6FA6EA7F1A2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5027881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3BF714-897E-D9B9-A857-0CB0CE52DD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9CFB8AA-440B-5646-4928-F3546D31BA57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39A8A88-1A02-44E0-9588-F8123422BFCA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1CB35956-5BFE-0359-8B93-6FF5F6497104}"/>
              </a:ext>
            </a:extLst>
          </p:cNvPr>
          <p:cNvSpPr/>
          <p:nvPr/>
        </p:nvSpPr>
        <p:spPr>
          <a:xfrm>
            <a:off x="-2760928" y="-2488557"/>
            <a:ext cx="18375176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6868679-C418-F7E6-2356-62E5BF66D918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639CB15A-163F-E89A-C276-8160528932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6637613"/>
              </p:ext>
            </p:extLst>
          </p:nvPr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46AE8C00-E4ED-3B3E-13A0-DA52D8D1B1F2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2A1AC06C-6C0D-7F3A-B9B6-D33AE97EBC45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3C8B3C6E-1D16-82AA-F452-35ED2FEFB605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D788C390-0E32-BCF2-824F-7A88CF411479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C5C2242E-A86B-F0B8-B96A-314C7B41FEA5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D06EE515-2CEE-BB99-8B3D-53818A186828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F86A8D2B-0DBF-C035-337D-F3DD9423B7B1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0BDE08E9-3657-76AD-B066-1BA95D9B26FF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15227721-3FFA-61CE-B760-E62C78C5DED8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415DF3CC-2475-25A1-84B1-AAA071BE4BBB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C4FF9210-89D0-81E9-B539-29B9EA487AD6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79B10D8D-8E42-5D2C-D9FD-82AFC44FC95E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C742D5F3-93E6-936D-1C40-856B10E6BB6C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0E0C64C3-9982-7A5E-7E06-900E5CF6FCC5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A5D58540-7990-FC82-2634-3C9C21C69AD5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9B26C4EE-5488-0043-FD20-C2D04B14546D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075DF6D6-971E-84B4-8F1C-B7F95DB9F37A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F0732BC2-CDAF-6963-A165-76B1B4FA5DFF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3E01FD48-E1BC-A83A-599B-D9510857D7B1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47B7B29B-8473-4480-4E9A-F060CF9C711D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4519638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B04BDC-54B4-CB96-ED48-A196D6F0B3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7A412E1-276A-AACC-C329-FFB5A63D73C4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5BA2D6EC-8668-B86D-B3CC-9443804086EA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04B1099C-87AF-BD39-DE81-9A7E5BA120E1}"/>
              </a:ext>
            </a:extLst>
          </p:cNvPr>
          <p:cNvSpPr/>
          <p:nvPr/>
        </p:nvSpPr>
        <p:spPr>
          <a:xfrm>
            <a:off x="-2760928" y="-2488557"/>
            <a:ext cx="18375176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DE4E00F-87B3-80A1-A244-ED9E2B9B61DA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C817C4AE-7FBD-F3DB-5BE2-E5BD8299DD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3523325"/>
              </p:ext>
            </p:extLst>
          </p:nvPr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0295E14E-5ED5-57E9-7B07-91A35CEDBA34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9278C35B-41AC-7075-0DCD-B35AB4C0D5A1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1A8F3D6A-3597-DB5F-9401-5EBAB815D4AE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DA6E837A-AA77-994E-130A-F29F3E05CE1F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B7A2AD33-CB22-53D1-43BD-610F37A6013E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69C82217-6D75-59CF-90DC-BFCFFF6322ED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0E2E4404-6F93-B682-8940-ED8A97CB3119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3A1F21AF-1BF5-EC7A-52F1-78246D052024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A0D63147-F3F7-A151-B5D1-990759856E4E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BD410FC2-531A-9F32-477B-9CA8F10D0EC2}"/>
              </a:ext>
            </a:extLst>
          </p:cNvPr>
          <p:cNvCxnSpPr>
            <a:cxnSpLocks/>
          </p:cNvCxnSpPr>
          <p:nvPr/>
        </p:nvCxnSpPr>
        <p:spPr>
          <a:xfrm>
            <a:off x="2995001" y="-2146741"/>
            <a:ext cx="3067757" cy="0"/>
          </a:xfrm>
          <a:prstGeom prst="line">
            <a:avLst/>
          </a:prstGeom>
          <a:ln w="57150">
            <a:solidFill>
              <a:srgbClr val="FFC00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517EEE8A-C0E3-5332-160C-EE71FB067FC4}"/>
              </a:ext>
            </a:extLst>
          </p:cNvPr>
          <p:cNvCxnSpPr>
            <a:cxnSpLocks/>
          </p:cNvCxnSpPr>
          <p:nvPr/>
        </p:nvCxnSpPr>
        <p:spPr>
          <a:xfrm>
            <a:off x="2984984" y="-1737360"/>
            <a:ext cx="3075012" cy="0"/>
          </a:xfrm>
          <a:prstGeom prst="line">
            <a:avLst/>
          </a:prstGeom>
          <a:ln w="57150">
            <a:solidFill>
              <a:srgbClr val="FFC00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41AABFC0-A293-F9F8-BE3B-C33BB723AAF0}"/>
              </a:ext>
            </a:extLst>
          </p:cNvPr>
          <p:cNvCxnSpPr>
            <a:cxnSpLocks/>
          </p:cNvCxnSpPr>
          <p:nvPr/>
        </p:nvCxnSpPr>
        <p:spPr>
          <a:xfrm>
            <a:off x="2995001" y="-2167404"/>
            <a:ext cx="0" cy="448332"/>
          </a:xfrm>
          <a:prstGeom prst="line">
            <a:avLst/>
          </a:prstGeom>
          <a:ln w="57150">
            <a:solidFill>
              <a:srgbClr val="FFC00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AD5C11CF-72F2-5543-7010-F3DBB3A1C8CA}"/>
              </a:ext>
            </a:extLst>
          </p:cNvPr>
          <p:cNvCxnSpPr>
            <a:cxnSpLocks/>
          </p:cNvCxnSpPr>
          <p:nvPr/>
        </p:nvCxnSpPr>
        <p:spPr>
          <a:xfrm>
            <a:off x="6062758" y="-2167404"/>
            <a:ext cx="0" cy="448332"/>
          </a:xfrm>
          <a:prstGeom prst="line">
            <a:avLst/>
          </a:prstGeom>
          <a:ln w="57150">
            <a:solidFill>
              <a:srgbClr val="FFC00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345BF798-4DCD-B5A2-E9DA-245409E432FB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57FED08A-2A3B-CF6C-C96F-6A288EA42961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450B42EB-A0B0-DC4D-DD9D-F24E82B2E935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FEB059AF-39D5-F9C3-098C-F96BB7C41CB0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3E742300-F261-5805-0ED2-A05EB8A69F04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2927117F-854C-249A-4598-7001789D8005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0CCD5E09-6119-155B-5431-AAA25C65AA1F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4A753EBB-DE6E-F123-6DEC-5F72FC388693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CC3F4552-8534-A736-7228-E37E1597EA87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713FA036-1097-2480-08AF-3A3C9F358622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2E3AEB65-A206-919D-9D7B-4388AA4A794F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5137494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E709BA-F546-3783-A433-0CDB16A5AA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162F92B-38CA-953F-621E-43A2298B8DEF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B3CC9815-531A-4E35-EAEF-33EA9CF9DD5A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FEA49D8-FF44-F145-A47A-6E785A4454A0}"/>
              </a:ext>
            </a:extLst>
          </p:cNvPr>
          <p:cNvSpPr/>
          <p:nvPr/>
        </p:nvSpPr>
        <p:spPr>
          <a:xfrm>
            <a:off x="-2760928" y="-2488557"/>
            <a:ext cx="18375176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6833CDF-EE9F-26D5-7EE1-8982CEB885E4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360210A0-0E94-AA5C-F903-8613C3A34C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1764170"/>
              </p:ext>
            </p:extLst>
          </p:nvPr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2EE60B5F-5AA5-BFC2-F003-895F10A63058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34D3DF14-7FC9-5F59-FD88-C3D36F6EB40C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EBFBBFE4-C0AC-5FBF-3E90-03C2C8E439AF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6714CF77-EDEA-E6C5-59A0-30026597C8F6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7E74391B-2D2D-4A6F-6A53-0592CE5AE017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047E1CAD-5162-7545-3757-7840B2679822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B1909A0A-E2AF-72AD-9559-6A51AB1287D0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F8A61535-C10C-4373-3782-1ACBD6701743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9FF46D7B-D509-0B26-685C-5C1FBEE7EBA7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64A5577E-A8D8-823E-7329-8EE00F071170}"/>
              </a:ext>
            </a:extLst>
          </p:cNvPr>
          <p:cNvCxnSpPr>
            <a:cxnSpLocks/>
          </p:cNvCxnSpPr>
          <p:nvPr/>
        </p:nvCxnSpPr>
        <p:spPr>
          <a:xfrm>
            <a:off x="2995001" y="-2146741"/>
            <a:ext cx="3067757" cy="0"/>
          </a:xfrm>
          <a:prstGeom prst="line">
            <a:avLst/>
          </a:prstGeom>
          <a:ln w="57150">
            <a:solidFill>
              <a:srgbClr val="FFC00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5373599B-378E-1C11-8405-1F0E74DA22A7}"/>
              </a:ext>
            </a:extLst>
          </p:cNvPr>
          <p:cNvCxnSpPr>
            <a:cxnSpLocks/>
          </p:cNvCxnSpPr>
          <p:nvPr/>
        </p:nvCxnSpPr>
        <p:spPr>
          <a:xfrm>
            <a:off x="2984984" y="-1737360"/>
            <a:ext cx="3075012" cy="0"/>
          </a:xfrm>
          <a:prstGeom prst="line">
            <a:avLst/>
          </a:prstGeom>
          <a:ln w="57150">
            <a:solidFill>
              <a:srgbClr val="FFC00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23A230DE-FC10-A5BE-C0C1-EEE5685AF5F0}"/>
              </a:ext>
            </a:extLst>
          </p:cNvPr>
          <p:cNvCxnSpPr>
            <a:cxnSpLocks/>
          </p:cNvCxnSpPr>
          <p:nvPr/>
        </p:nvCxnSpPr>
        <p:spPr>
          <a:xfrm>
            <a:off x="2995001" y="-2167404"/>
            <a:ext cx="0" cy="448332"/>
          </a:xfrm>
          <a:prstGeom prst="line">
            <a:avLst/>
          </a:prstGeom>
          <a:ln w="57150">
            <a:solidFill>
              <a:srgbClr val="FFC00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C0C368EE-8114-DE07-43BB-3031189FF039}"/>
              </a:ext>
            </a:extLst>
          </p:cNvPr>
          <p:cNvCxnSpPr>
            <a:cxnSpLocks/>
          </p:cNvCxnSpPr>
          <p:nvPr/>
        </p:nvCxnSpPr>
        <p:spPr>
          <a:xfrm>
            <a:off x="6062758" y="-2167404"/>
            <a:ext cx="0" cy="448332"/>
          </a:xfrm>
          <a:prstGeom prst="line">
            <a:avLst/>
          </a:prstGeom>
          <a:ln w="57150">
            <a:solidFill>
              <a:srgbClr val="FFC00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grpSp>
        <p:nvGrpSpPr>
          <p:cNvPr id="57" name="Group 56">
            <a:extLst>
              <a:ext uri="{FF2B5EF4-FFF2-40B4-BE49-F238E27FC236}">
                <a16:creationId xmlns:a16="http://schemas.microsoft.com/office/drawing/2014/main" id="{83AF934A-5FE8-3FDD-BA44-56C824C4F62A}"/>
              </a:ext>
            </a:extLst>
          </p:cNvPr>
          <p:cNvGrpSpPr/>
          <p:nvPr/>
        </p:nvGrpSpPr>
        <p:grpSpPr>
          <a:xfrm>
            <a:off x="3688079" y="-2162073"/>
            <a:ext cx="321909" cy="3336004"/>
            <a:chOff x="4983546" y="1152724"/>
            <a:chExt cx="515339" cy="4105076"/>
          </a:xfrm>
        </p:grpSpPr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BFF2C467-2E1A-F276-210A-06BD892C1E69}"/>
                </a:ext>
              </a:extLst>
            </p:cNvPr>
            <p:cNvCxnSpPr>
              <a:cxnSpLocks/>
            </p:cNvCxnSpPr>
            <p:nvPr/>
          </p:nvCxnSpPr>
          <p:spPr>
            <a:xfrm>
              <a:off x="4995121" y="5257800"/>
              <a:ext cx="503764" cy="0"/>
            </a:xfrm>
            <a:prstGeom prst="line">
              <a:avLst/>
            </a:prstGeom>
            <a:ln w="57150">
              <a:solidFill>
                <a:schemeClr val="accent5">
                  <a:lumMod val="50000"/>
                </a:schemeClr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4195EA32-0AA7-DC78-4618-C91471A3ADDF}"/>
                </a:ext>
              </a:extLst>
            </p:cNvPr>
            <p:cNvCxnSpPr>
              <a:cxnSpLocks/>
            </p:cNvCxnSpPr>
            <p:nvPr/>
          </p:nvCxnSpPr>
          <p:spPr>
            <a:xfrm>
              <a:off x="4983546" y="1152724"/>
              <a:ext cx="0" cy="4084412"/>
            </a:xfrm>
            <a:prstGeom prst="line">
              <a:avLst/>
            </a:prstGeom>
            <a:ln w="57150">
              <a:solidFill>
                <a:schemeClr val="accent5">
                  <a:lumMod val="50000"/>
                </a:schemeClr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4521871A-5AE2-9CBA-8574-D1FBB7A5981A}"/>
                </a:ext>
              </a:extLst>
            </p:cNvPr>
            <p:cNvCxnSpPr>
              <a:cxnSpLocks/>
            </p:cNvCxnSpPr>
            <p:nvPr/>
          </p:nvCxnSpPr>
          <p:spPr>
            <a:xfrm>
              <a:off x="5469124" y="1169082"/>
              <a:ext cx="15983" cy="4088718"/>
            </a:xfrm>
            <a:prstGeom prst="line">
              <a:avLst/>
            </a:prstGeom>
            <a:ln w="57150">
              <a:solidFill>
                <a:schemeClr val="accent5">
                  <a:lumMod val="50000"/>
                </a:schemeClr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83898BD0-4D06-23D3-859D-62B57EDDB012}"/>
                </a:ext>
              </a:extLst>
            </p:cNvPr>
            <p:cNvCxnSpPr>
              <a:cxnSpLocks/>
            </p:cNvCxnSpPr>
            <p:nvPr/>
          </p:nvCxnSpPr>
          <p:spPr>
            <a:xfrm>
              <a:off x="4995121" y="1169082"/>
              <a:ext cx="503764" cy="0"/>
            </a:xfrm>
            <a:prstGeom prst="line">
              <a:avLst/>
            </a:prstGeom>
            <a:ln w="57150">
              <a:solidFill>
                <a:schemeClr val="accent5">
                  <a:lumMod val="50000"/>
                </a:schemeClr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</p:grp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0DDFF761-8479-FA27-5117-7CC3EC174860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F49CF9E8-C8DF-A563-07E2-DB5449873BDC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F0B53441-8FA1-49B1-A3E9-16E0E12B607F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1D3320D4-914E-6585-B398-2BB43F6C5DE1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7D1452EA-1243-B66D-44CA-12C3F118DAF6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20E13397-7D1B-2D55-3EED-BC8A12B53D9B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289BB97E-8413-2BF6-5859-BC9C6556FB39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A2B33BB5-312D-431F-3E79-27D14653F4CA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A972EDB2-644B-08A8-C8B1-9BC8A168730B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18BFDA65-F56B-ED2C-CA48-14FA18E69E94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19DB6663-D0C3-C85E-C701-CB34EB45AC82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0954928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8A7A5E-4E65-D524-68E5-0B44CE699D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B3B0F3-C655-8242-9453-FE3B618A476C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6517AF0-21FF-CEC5-CE2D-2ECC3ADB20B6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072CD8E9-4FF1-A02E-E69C-F12B62934443}"/>
              </a:ext>
            </a:extLst>
          </p:cNvPr>
          <p:cNvSpPr/>
          <p:nvPr/>
        </p:nvSpPr>
        <p:spPr>
          <a:xfrm>
            <a:off x="-2760928" y="-2488557"/>
            <a:ext cx="18375176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58C56EF-C89E-B4D1-DF64-EF2A18F850EF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68E43F54-CE62-3A99-B170-23A6508152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4557978"/>
              </p:ext>
            </p:extLst>
          </p:nvPr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890CE6BC-E412-8031-F365-BE8014A4AECC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82FEEBB5-C3CC-B14D-8E32-EE2864D21AC3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9D9A922D-147E-FF59-7E09-B4FECB0DDD18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CB07F61E-57EB-BA6D-9857-0C13FCBA2FA9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26CE6B7E-6AAF-5DFD-FB68-F649EE84F567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1B7E44DF-FC57-4A99-49FF-4FA9CD9D70F4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32F7E6EA-515D-D924-737D-01B103800823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549EE8DF-BFA3-041F-28EF-3F28A9D19941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572D637B-76F8-04FC-B816-B479DFD516D5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38933834-2735-99A7-B86D-36B3B6D02D0F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0EC4B111-7136-5DAD-4078-C7BBB9C286C1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BAEC8EEA-36D1-CFBA-B3E4-E9B8B11C3EE2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C54B18C4-B4EE-48F0-A82E-03F15FD4E114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45BD54F6-D5EC-AE94-5BA4-C3DC8BB59163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399A31A7-E041-828E-7DB6-4DE8CC5A057C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4A6FCCA9-E782-0ADC-CDC1-3843770372F5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06AEF40E-E0B6-4E56-E98C-B01A199D99A4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7F58E85C-B492-2304-3F72-581A8F8DC53A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BA927788-4400-8F03-099A-77694FBAFAAA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25480BC5-C6A5-6F5A-7598-25BE83A5A295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7DBB87F2-D7CC-19F0-D7D3-C4530B02F5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57795"/>
              </p:ext>
            </p:extLst>
          </p:nvPr>
        </p:nvGraphicFramePr>
        <p:xfrm>
          <a:off x="6686412" y="15900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AA9CFF72-FF17-895F-9C96-C2072BB73D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3071229"/>
              </p:ext>
            </p:extLst>
          </p:nvPr>
        </p:nvGraphicFramePr>
        <p:xfrm>
          <a:off x="7711416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B6A7CA2C-F252-31D4-801D-6FA7918A2A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9313525"/>
              </p:ext>
            </p:extLst>
          </p:nvPr>
        </p:nvGraphicFramePr>
        <p:xfrm>
          <a:off x="8736420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EDFEDAF0-C1AD-42FB-34D3-EFBD962B6D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8046763"/>
              </p:ext>
            </p:extLst>
          </p:nvPr>
        </p:nvGraphicFramePr>
        <p:xfrm>
          <a:off x="6686412" y="125838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5" name="Table 34">
            <a:extLst>
              <a:ext uri="{FF2B5EF4-FFF2-40B4-BE49-F238E27FC236}">
                <a16:creationId xmlns:a16="http://schemas.microsoft.com/office/drawing/2014/main" id="{03C638AA-BBC9-12C1-CA1F-7FA467EBCF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1956539"/>
              </p:ext>
            </p:extLst>
          </p:nvPr>
        </p:nvGraphicFramePr>
        <p:xfrm>
          <a:off x="7711416" y="124149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6" name="Table 35">
            <a:extLst>
              <a:ext uri="{FF2B5EF4-FFF2-40B4-BE49-F238E27FC236}">
                <a16:creationId xmlns:a16="http://schemas.microsoft.com/office/drawing/2014/main" id="{4DFCB002-8560-8CB6-8D77-24518660AD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9284912"/>
              </p:ext>
            </p:extLst>
          </p:nvPr>
        </p:nvGraphicFramePr>
        <p:xfrm>
          <a:off x="8736420" y="125463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FF9AD1BA-3933-3A3E-9590-AFA73A2F8C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5568306"/>
              </p:ext>
            </p:extLst>
          </p:nvPr>
        </p:nvGraphicFramePr>
        <p:xfrm>
          <a:off x="6686412" y="235566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C4028CF0-370A-3E85-EDE8-D31E651729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3388044"/>
              </p:ext>
            </p:extLst>
          </p:nvPr>
        </p:nvGraphicFramePr>
        <p:xfrm>
          <a:off x="7711416" y="233877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9" name="Table 38">
            <a:extLst>
              <a:ext uri="{FF2B5EF4-FFF2-40B4-BE49-F238E27FC236}">
                <a16:creationId xmlns:a16="http://schemas.microsoft.com/office/drawing/2014/main" id="{578BD9A2-BC4D-AAA8-B4E5-E33A8A863D0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6209973"/>
              </p:ext>
            </p:extLst>
          </p:nvPr>
        </p:nvGraphicFramePr>
        <p:xfrm>
          <a:off x="8736420" y="23519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1C224861-5373-CD22-6A03-A205B0990232}"/>
              </a:ext>
            </a:extLst>
          </p:cNvPr>
          <p:cNvCxnSpPr/>
          <p:nvPr/>
        </p:nvCxnSpPr>
        <p:spPr>
          <a:xfrm>
            <a:off x="6202230" y="-116840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5D810496-A84F-55AF-7921-097B68DC7A8B}"/>
              </a:ext>
            </a:extLst>
          </p:cNvPr>
          <p:cNvCxnSpPr/>
          <p:nvPr/>
        </p:nvCxnSpPr>
        <p:spPr>
          <a:xfrm>
            <a:off x="851408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3401557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71377B-C3D9-4DFC-6A96-9531FA35D6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6A65C88-B6BB-AF40-6510-37C834AE76BC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79D5E24-D28D-58A9-BD9A-47A19E64C9B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B0494563-B84A-AFB3-D58A-38575CD0760D}"/>
              </a:ext>
            </a:extLst>
          </p:cNvPr>
          <p:cNvSpPr/>
          <p:nvPr/>
        </p:nvSpPr>
        <p:spPr>
          <a:xfrm>
            <a:off x="-2760928" y="-2488557"/>
            <a:ext cx="18375176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02400D1-47C2-BD32-FDEC-B0042674BCB3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E3A9A57E-5C28-3ECB-CB39-E9FC382CA311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71CA06B4-4B57-EDB3-BCE1-9411689FAC34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F3B56F10-4AE0-7982-EB13-3DF57113D334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38C2BCAC-315E-8A94-16EB-8D0E4C6ED493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C4D7B801-337C-96E8-F0E2-36981CB13EDD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7547D206-F36B-0466-5C7A-DCB9DDC06B86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13283F4E-37FC-669F-C4A8-3A58091D82E0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5F0E284A-F0C4-40B8-8020-B73EA60F31BE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91704B65-60C5-1C59-45A0-C5FDB2E09EBB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CE6CC33E-B01B-6424-B206-770274B9D0ED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AA8739F5-710F-1C0C-D106-3E27922393F8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1B7BD16E-7AD6-CB35-0D0A-5F080DEC66DB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B5F33B3F-CB6E-0035-915D-E961E1C260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0758971"/>
              </p:ext>
            </p:extLst>
          </p:nvPr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478C5D87-14A6-2A29-2115-4B8AAEE31DD7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310CC3BA-23E9-4035-6E15-E8C972CC28B4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8B2999DF-3AA7-51AF-91BF-F6832C12695B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D5B3C50-A5BB-2F86-AC52-6D03CD8626BA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D2308AAD-9240-5CE9-038F-F41F67725631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39DB23CD-2A5D-62F9-43BA-6AC7EB59A722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890D7D26-70B9-EC80-2E85-4BF880FE4447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45049B0C-8160-30F3-E9BB-3DAB951E9817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51B3DE6E-A30A-F26A-698C-D3F6AA1CED64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5900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7201B10C-ED2D-AE34-B100-DB63125B4A11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FF6472C0-47F4-99DE-0098-6E71F7E55BC6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009DFAEC-E3FD-8B61-5AB4-428D120555D8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25838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5" name="Table 34">
            <a:extLst>
              <a:ext uri="{FF2B5EF4-FFF2-40B4-BE49-F238E27FC236}">
                <a16:creationId xmlns:a16="http://schemas.microsoft.com/office/drawing/2014/main" id="{9F75474A-9B06-D998-E049-B7CF7EE1D152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24149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6" name="Table 35">
            <a:extLst>
              <a:ext uri="{FF2B5EF4-FFF2-40B4-BE49-F238E27FC236}">
                <a16:creationId xmlns:a16="http://schemas.microsoft.com/office/drawing/2014/main" id="{58DC36CF-28FA-A400-4EF8-195D0648EC30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25463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197E07F9-938D-1B9F-5C7C-0ADC1AA83F30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235566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98D1A436-5124-3A13-20DD-B3EABA2F3546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233877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9" name="Table 38">
            <a:extLst>
              <a:ext uri="{FF2B5EF4-FFF2-40B4-BE49-F238E27FC236}">
                <a16:creationId xmlns:a16="http://schemas.microsoft.com/office/drawing/2014/main" id="{47212609-D449-C7FA-E344-4DB6FFFA4428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23519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3D1DF9C7-FE8F-8CD2-5DF6-ABCF90480994}"/>
              </a:ext>
            </a:extLst>
          </p:cNvPr>
          <p:cNvCxnSpPr/>
          <p:nvPr/>
        </p:nvCxnSpPr>
        <p:spPr>
          <a:xfrm>
            <a:off x="6202230" y="-116840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08EFE289-371F-547B-B554-5FD26DCC6AF3}"/>
              </a:ext>
            </a:extLst>
          </p:cNvPr>
          <p:cNvCxnSpPr/>
          <p:nvPr/>
        </p:nvCxnSpPr>
        <p:spPr>
          <a:xfrm>
            <a:off x="851408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87984244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B6A623-5BF3-8519-7FA8-6FE405B682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0E731C4-BADF-7A57-5E6E-92264B8988BC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AF9C3C1-3109-C3C3-443B-AA566A8475B1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BEF6F8A1-A187-38FA-CA81-7BAA49460D0C}"/>
              </a:ext>
            </a:extLst>
          </p:cNvPr>
          <p:cNvSpPr/>
          <p:nvPr/>
        </p:nvSpPr>
        <p:spPr>
          <a:xfrm>
            <a:off x="-2760928" y="-2488557"/>
            <a:ext cx="18375176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4FC3E262-99DF-45BC-4A2D-924F42CBA871}"/>
              </a:ext>
            </a:extLst>
          </p:cNvPr>
          <p:cNvSpPr/>
          <p:nvPr/>
        </p:nvSpPr>
        <p:spPr>
          <a:xfrm>
            <a:off x="-1600200" y="45721"/>
            <a:ext cx="3264164" cy="3464242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5CC3D80-E73B-44F8-BCED-2AC087AF0E5D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6A326253-BAF8-15A0-D935-1ED9EC0D322F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9CB3ABC9-8504-C727-2394-07499A10F365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2F1821A7-E96D-8231-D070-EEDA70F83B9E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DA2AF7FA-AB63-1C4F-9470-CCC6521D1964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C5F0744F-D05D-F45E-03E3-C9B653A99DA9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846A1CD8-1ABA-287F-B9E2-9344385E9727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75CB85AE-E075-FD0B-DECE-DBC2E7840041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9E8330A0-FAAD-637E-1AEF-7E0281A8E1DF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5901A31B-D2B2-1426-45DD-86E3943986AF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FE0C9CA6-1012-F393-41FF-D8915C827B76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C1891EA-40B2-F468-D1C8-472C15F5C3FF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049BE223-1C73-DE40-7340-816810023471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01BFC4A4-4E85-689C-C4CC-00792E8E2A1A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CD06393E-17B9-8AF3-6781-D18CCA7F32A6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108D2D66-9F42-0979-9009-1781D94CE1D6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0393CD45-4DF3-65A1-313E-31C89AD3551F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FF342118-3C3C-8419-287A-25DA9976FE81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0A40A6A9-AC0D-DCD1-0880-8CEEDA8D665D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FE4701AF-0AC4-FA6F-0FA3-91D129A44235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413648FD-90E3-89B4-2A51-75703C0FBEA8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BE63DED9-ADCD-410D-431D-BC9892BE3A70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D3CB9320-5899-E5A3-FECC-B673CA5D029A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5900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4A236243-7BDF-2F6C-0F09-2E79D8B63C98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8C377E59-4F68-A0F4-F08C-55F138DD9DF4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3E8E945A-3FA9-EC5A-D959-627D41F641B8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25838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5" name="Table 34">
            <a:extLst>
              <a:ext uri="{FF2B5EF4-FFF2-40B4-BE49-F238E27FC236}">
                <a16:creationId xmlns:a16="http://schemas.microsoft.com/office/drawing/2014/main" id="{E17A10F3-9516-E488-2D5C-FA67678DD9C7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24149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6" name="Table 35">
            <a:extLst>
              <a:ext uri="{FF2B5EF4-FFF2-40B4-BE49-F238E27FC236}">
                <a16:creationId xmlns:a16="http://schemas.microsoft.com/office/drawing/2014/main" id="{952B963F-E5E2-1318-139F-643E1FF5361E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25463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6674F889-81C1-46CC-B37B-7D2F2DB03FA2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235566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765FBB2A-DDEA-501B-2823-3EFC4764678C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233877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9" name="Table 38">
            <a:extLst>
              <a:ext uri="{FF2B5EF4-FFF2-40B4-BE49-F238E27FC236}">
                <a16:creationId xmlns:a16="http://schemas.microsoft.com/office/drawing/2014/main" id="{97D59971-0057-C718-B4FF-2B4FFE661FD1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23519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CD693A4D-72AF-18E6-FB58-91883CE46790}"/>
              </a:ext>
            </a:extLst>
          </p:cNvPr>
          <p:cNvCxnSpPr/>
          <p:nvPr/>
        </p:nvCxnSpPr>
        <p:spPr>
          <a:xfrm>
            <a:off x="6202230" y="-116840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7DF33EEE-CDAD-E3AB-D8BC-3545D7529CEC}"/>
              </a:ext>
            </a:extLst>
          </p:cNvPr>
          <p:cNvCxnSpPr/>
          <p:nvPr/>
        </p:nvCxnSpPr>
        <p:spPr>
          <a:xfrm>
            <a:off x="851408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B24746E1-DC4F-57E3-7F98-57ECD118E7D8}"/>
              </a:ext>
            </a:extLst>
          </p:cNvPr>
          <p:cNvCxnSpPr>
            <a:cxnSpLocks/>
          </p:cNvCxnSpPr>
          <p:nvPr/>
        </p:nvCxnSpPr>
        <p:spPr>
          <a:xfrm flipV="1">
            <a:off x="868680" y="-868680"/>
            <a:ext cx="0" cy="823412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B4BA3EDA-18ED-BDF3-D4AC-2241A5E90E92}"/>
              </a:ext>
            </a:extLst>
          </p:cNvPr>
          <p:cNvCxnSpPr>
            <a:cxnSpLocks/>
          </p:cNvCxnSpPr>
          <p:nvPr/>
        </p:nvCxnSpPr>
        <p:spPr>
          <a:xfrm>
            <a:off x="868680" y="-879718"/>
            <a:ext cx="1859280" cy="11038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5934808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68E349-D849-D01D-7224-86AC327529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ABDE319-972D-175B-668C-FF7520B93AA5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EC1C9DDD-0D22-7E7A-1D3D-5FFA0F2EA699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4062F31F-A0B2-E6D3-0125-1A5BD816DBA2}"/>
              </a:ext>
            </a:extLst>
          </p:cNvPr>
          <p:cNvSpPr/>
          <p:nvPr/>
        </p:nvSpPr>
        <p:spPr>
          <a:xfrm>
            <a:off x="-2760928" y="-2488557"/>
            <a:ext cx="18375176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5DFD9557-D2AC-DD15-8159-3C5EA34E77C8}"/>
              </a:ext>
            </a:extLst>
          </p:cNvPr>
          <p:cNvSpPr/>
          <p:nvPr/>
        </p:nvSpPr>
        <p:spPr>
          <a:xfrm>
            <a:off x="-1600200" y="45721"/>
            <a:ext cx="3264164" cy="3464242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C9E9D57-4EC8-2641-32B7-8E8DD78F04FD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AB79A5CD-9588-DD6C-89ED-B589F89B77DD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9C8CB89D-832C-C94C-FD1A-65504D476FA9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4CFA01D9-73F6-EBE5-3CEE-1A20C8675A5D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93A99DAF-B8CC-D67B-8568-03967189361A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76C39686-A781-5BAD-9DC8-91EB8E3CFF58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EF232CC1-B640-28E4-CB0C-5CD470BE3F90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24A2AD89-9F34-CC10-4C1C-1BEC22918592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3C3A2F3D-04FB-36FE-48D7-3EEBE3FEB423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D6D270F0-6478-F5A2-78C7-64254F704AEC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FE31B334-48C3-EB87-F62E-7D38D687E2A2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14A982B-3D8D-DB91-AC3F-37E17E1A3EEF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6302E640-439F-A3C0-DCE6-28AF603F761E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9EADE8A1-7D9A-305F-38C5-08E6062A9478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B59380F4-C269-5362-8137-3FD32C6FC7DB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D0012D78-14AD-C5AC-5819-B74AEDD9135D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08ED0106-753A-8861-9562-E7807752E6BB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1403D09F-5946-F6AD-5FA5-77CCA57450EC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31C26293-FA86-D00F-3EFF-AD1959AF905E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833F65C4-9ED7-8E01-8236-31F9695514FB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D961F9DB-A7D4-FF0D-EA1C-ACE2C3F3C6C7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7888DE26-2BDD-E93A-9D8D-A3C5E3098A4F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320847F0-4A20-438F-1139-66FB1E59D667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5900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869304DE-5A08-539C-7956-C9206F4CDBE6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EFCF0542-5C31-9065-ED62-073BB13CC8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2028266"/>
              </p:ext>
            </p:extLst>
          </p:nvPr>
        </p:nvGraphicFramePr>
        <p:xfrm>
          <a:off x="8736420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15C824F9-EAE0-645F-2D98-3ADC607F2BBE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25838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5" name="Table 34">
            <a:extLst>
              <a:ext uri="{FF2B5EF4-FFF2-40B4-BE49-F238E27FC236}">
                <a16:creationId xmlns:a16="http://schemas.microsoft.com/office/drawing/2014/main" id="{2810D910-1E17-9439-D297-750EE07227C7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24149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6" name="Table 35">
            <a:extLst>
              <a:ext uri="{FF2B5EF4-FFF2-40B4-BE49-F238E27FC236}">
                <a16:creationId xmlns:a16="http://schemas.microsoft.com/office/drawing/2014/main" id="{835F4CE3-4466-509C-B0CF-6A7A742BE4F2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25463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88D14DF4-9312-E0C0-AC72-44971B7C2958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235566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4D5743D2-3D25-3BAE-E2A9-7D28888FA3A7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233877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9" name="Table 38">
            <a:extLst>
              <a:ext uri="{FF2B5EF4-FFF2-40B4-BE49-F238E27FC236}">
                <a16:creationId xmlns:a16="http://schemas.microsoft.com/office/drawing/2014/main" id="{096A9799-DC01-62F2-B58C-C41EEA18C864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23519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96CB42D4-8862-62C8-C587-8B8070AF304D}"/>
              </a:ext>
            </a:extLst>
          </p:cNvPr>
          <p:cNvCxnSpPr/>
          <p:nvPr/>
        </p:nvCxnSpPr>
        <p:spPr>
          <a:xfrm>
            <a:off x="6202230" y="-116840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F5E3B2DF-0405-B910-5DFA-A71974EC1A8B}"/>
              </a:ext>
            </a:extLst>
          </p:cNvPr>
          <p:cNvCxnSpPr/>
          <p:nvPr/>
        </p:nvCxnSpPr>
        <p:spPr>
          <a:xfrm>
            <a:off x="851408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CCE61E7E-AF11-D049-0886-1F02AEEB7281}"/>
              </a:ext>
            </a:extLst>
          </p:cNvPr>
          <p:cNvCxnSpPr>
            <a:cxnSpLocks/>
          </p:cNvCxnSpPr>
          <p:nvPr/>
        </p:nvCxnSpPr>
        <p:spPr>
          <a:xfrm flipV="1">
            <a:off x="868680" y="-868680"/>
            <a:ext cx="0" cy="823412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D88F3B35-6874-4179-41CE-6D560D82D537}"/>
              </a:ext>
            </a:extLst>
          </p:cNvPr>
          <p:cNvCxnSpPr>
            <a:cxnSpLocks/>
          </p:cNvCxnSpPr>
          <p:nvPr/>
        </p:nvCxnSpPr>
        <p:spPr>
          <a:xfrm>
            <a:off x="868680" y="-879718"/>
            <a:ext cx="1859280" cy="11038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4477501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A6E0EC-7153-29AF-34DB-76BBFB8013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980FBDD-F0AF-1741-60A8-B8EC5F642E63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ADD4A6D-9555-6DC0-939A-18A67AEB148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7CA0F92-85D4-ED9F-FE88-88C24F8DDA23}"/>
              </a:ext>
            </a:extLst>
          </p:cNvPr>
          <p:cNvSpPr/>
          <p:nvPr/>
        </p:nvSpPr>
        <p:spPr>
          <a:xfrm>
            <a:off x="-2760928" y="-2488557"/>
            <a:ext cx="18375176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D0D131E6-9367-DC0A-A61A-F6ED8654B4B2}"/>
              </a:ext>
            </a:extLst>
          </p:cNvPr>
          <p:cNvSpPr/>
          <p:nvPr/>
        </p:nvSpPr>
        <p:spPr>
          <a:xfrm>
            <a:off x="-1600200" y="45721"/>
            <a:ext cx="3264164" cy="3464242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3A8A98B-983F-7FA1-BE84-35819191F864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193D2D10-E6DD-DCDA-DC0F-80FB4A8E2830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335AD990-159A-6E88-6683-E9693C78D309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7C636482-53BB-A90A-B926-62141500F83F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2C1E25B6-2ACE-7531-55CB-2AD23971B4D6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130D43B4-F140-8510-746C-90D9D1B9ADB2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9D99CAF1-8661-171E-25EA-1A0FEA99F13D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E5BF1250-BC00-4A6F-0E15-E251506E959F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CCABBCF6-D86D-D26C-3AF3-114C8BCDDA8C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A534DD9D-5E81-9EEF-5AED-1BDCC7C80697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EC5DB514-F909-58DC-4918-3A47ED157DAF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3A022435-70BC-3109-AA19-F5431DA47FDC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0127F2C0-78DA-66AE-0904-3848885DA9F0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83FA82FC-34A2-5E48-A1BB-9B3C06796B20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CB8B0DF4-F64E-B7E4-726F-0CA975C9B33E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932F40E7-ACAD-E1CA-1DEC-BB89AD3ABF6E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307A9174-7544-DF42-9D6E-0DFB34AEFFB5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61578445-2AC2-858D-E896-C7AEB5633C0D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69270492-5E8A-F1F5-64F2-1A67DB9AC1A7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83B02921-1D8D-FDCE-73C9-83D8665DA99A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AF88DC1E-6356-BFDC-9485-590DDE31A5C0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B91B3CE4-5396-7CC6-1A69-4092BA17C117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854C79B0-C245-E1DE-A1E8-7F817CA802A8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5900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CC623226-D4F5-8798-4624-B0216457F588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6BF884C8-D994-3C34-0E34-3A1F1A59ABF6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6ECF4694-2F11-C660-D762-FCCD0C4A6002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25838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5" name="Table 34">
            <a:extLst>
              <a:ext uri="{FF2B5EF4-FFF2-40B4-BE49-F238E27FC236}">
                <a16:creationId xmlns:a16="http://schemas.microsoft.com/office/drawing/2014/main" id="{8485D087-65E7-A1D3-69C4-4C3CA00E8415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24149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6" name="Table 35">
            <a:extLst>
              <a:ext uri="{FF2B5EF4-FFF2-40B4-BE49-F238E27FC236}">
                <a16:creationId xmlns:a16="http://schemas.microsoft.com/office/drawing/2014/main" id="{05A731E6-83FD-165F-5B37-1F553212B68B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25463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243B6380-3B91-2EDA-E943-46C5E33AE45D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235566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078E64EE-7840-EC7B-C233-D30FBB098664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233877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9" name="Table 38">
            <a:extLst>
              <a:ext uri="{FF2B5EF4-FFF2-40B4-BE49-F238E27FC236}">
                <a16:creationId xmlns:a16="http://schemas.microsoft.com/office/drawing/2014/main" id="{BC628DA1-8923-0910-9CBD-7C91BB06D306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23519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20E57803-9E71-E983-A5DF-06D647CDAB74}"/>
              </a:ext>
            </a:extLst>
          </p:cNvPr>
          <p:cNvCxnSpPr/>
          <p:nvPr/>
        </p:nvCxnSpPr>
        <p:spPr>
          <a:xfrm>
            <a:off x="6202230" y="-116840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78CCFAC8-5162-DA02-1CC9-61D3CAA88C73}"/>
              </a:ext>
            </a:extLst>
          </p:cNvPr>
          <p:cNvCxnSpPr/>
          <p:nvPr/>
        </p:nvCxnSpPr>
        <p:spPr>
          <a:xfrm>
            <a:off x="851408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AD27985-8534-6DA8-C3FC-CD9A9D3D72A6}"/>
              </a:ext>
            </a:extLst>
          </p:cNvPr>
          <p:cNvCxnSpPr>
            <a:cxnSpLocks/>
          </p:cNvCxnSpPr>
          <p:nvPr/>
        </p:nvCxnSpPr>
        <p:spPr>
          <a:xfrm flipV="1">
            <a:off x="868680" y="-868680"/>
            <a:ext cx="0" cy="823412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A766C481-B982-D24C-384C-EA0A6A97907D}"/>
              </a:ext>
            </a:extLst>
          </p:cNvPr>
          <p:cNvCxnSpPr>
            <a:cxnSpLocks/>
          </p:cNvCxnSpPr>
          <p:nvPr/>
        </p:nvCxnSpPr>
        <p:spPr>
          <a:xfrm>
            <a:off x="868680" y="-879718"/>
            <a:ext cx="1859280" cy="11038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pSp>
        <p:nvGrpSpPr>
          <p:cNvPr id="17" name="Group 16">
            <a:extLst>
              <a:ext uri="{FF2B5EF4-FFF2-40B4-BE49-F238E27FC236}">
                <a16:creationId xmlns:a16="http://schemas.microsoft.com/office/drawing/2014/main" id="{EF98D4FB-C762-3CED-E5F4-FD3E186411B7}"/>
              </a:ext>
            </a:extLst>
          </p:cNvPr>
          <p:cNvGrpSpPr/>
          <p:nvPr/>
        </p:nvGrpSpPr>
        <p:grpSpPr>
          <a:xfrm>
            <a:off x="6683650" y="101984"/>
            <a:ext cx="3077774" cy="448332"/>
            <a:chOff x="2984984" y="-2167404"/>
            <a:chExt cx="3077774" cy="448332"/>
          </a:xfrm>
        </p:grpSpPr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9B654862-B592-44B2-019F-3D5088BADCDB}"/>
                </a:ext>
              </a:extLst>
            </p:cNvPr>
            <p:cNvCxnSpPr>
              <a:cxnSpLocks/>
            </p:cNvCxnSpPr>
            <p:nvPr/>
          </p:nvCxnSpPr>
          <p:spPr>
            <a:xfrm>
              <a:off x="2995001" y="-2146741"/>
              <a:ext cx="3067757" cy="0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18B3FA44-0B2C-D5B9-9669-438AF9B34310}"/>
                </a:ext>
              </a:extLst>
            </p:cNvPr>
            <p:cNvCxnSpPr>
              <a:cxnSpLocks/>
            </p:cNvCxnSpPr>
            <p:nvPr/>
          </p:nvCxnSpPr>
          <p:spPr>
            <a:xfrm>
              <a:off x="2984984" y="-1737360"/>
              <a:ext cx="3075012" cy="0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C0F80353-BE7C-1575-2780-240EE6FF7276}"/>
                </a:ext>
              </a:extLst>
            </p:cNvPr>
            <p:cNvCxnSpPr>
              <a:cxnSpLocks/>
            </p:cNvCxnSpPr>
            <p:nvPr/>
          </p:nvCxnSpPr>
          <p:spPr>
            <a:xfrm>
              <a:off x="2995001" y="-2167404"/>
              <a:ext cx="0" cy="448332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4CE02E11-2D1E-2805-0157-FFCA278CC91E}"/>
                </a:ext>
              </a:extLst>
            </p:cNvPr>
            <p:cNvCxnSpPr>
              <a:cxnSpLocks/>
            </p:cNvCxnSpPr>
            <p:nvPr/>
          </p:nvCxnSpPr>
          <p:spPr>
            <a:xfrm>
              <a:off x="6062758" y="-2167404"/>
              <a:ext cx="0" cy="448332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14834409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FE7F6D-9C04-BD8F-63D2-4B341E71DD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AD5F9D5-4BDC-F43F-1E46-941553EE3124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1BB7E17-F7A2-54B2-9178-3A5AF41FF71F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433E535-2169-AE9C-55F2-CBBD10964765}"/>
              </a:ext>
            </a:extLst>
          </p:cNvPr>
          <p:cNvSpPr/>
          <p:nvPr/>
        </p:nvSpPr>
        <p:spPr>
          <a:xfrm>
            <a:off x="-2760928" y="-2488557"/>
            <a:ext cx="18375176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5459D94F-3E96-0924-E983-70443975EA16}"/>
              </a:ext>
            </a:extLst>
          </p:cNvPr>
          <p:cNvSpPr/>
          <p:nvPr/>
        </p:nvSpPr>
        <p:spPr>
          <a:xfrm>
            <a:off x="-1600200" y="45721"/>
            <a:ext cx="3264164" cy="3464242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15CC866-D2FD-219B-027B-930BA4462CCF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19DD7C2F-BA77-B911-A4F5-4C86034F81D0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18758B7B-6875-28B3-0334-8C448CDFDE81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5606F42E-1664-313E-8304-5BD50EB68313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0C19AF1A-8CFB-1CCE-EA8A-7097D856A76F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B64A2797-D64E-D486-338E-26DE7DDB8917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3FC989AA-CCB9-EDB3-4A95-39441DB68152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8851C9E6-D787-58D3-F2EC-7FA438248BF9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B3AD291F-2B15-12F7-6383-58CD8D000784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D4027D39-945D-3E4C-2EDB-9EE55A3EF524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66336B30-FE8F-39C4-7731-66FAADD98FB7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A7AAAF0A-7B89-A85E-7965-D0C8A0123D49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1822BB0B-3E42-29F2-C8B4-9BCDB6137D76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CC3D6756-3264-4D1C-A10D-A8EAD6BA65C2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F8E7ED33-37D8-F8BD-8CF1-7F767907718B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109A6F76-89A9-D4B9-D0A3-5E4508D56D85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ED7C5442-2B28-2E6F-6238-DF9034BC90CA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427482BA-59E0-31FF-1AE7-CAF8D8BC0867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0B476E54-D8EF-4C38-E977-91F3DCAE49C5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CBDF641B-49B7-0A2E-B320-0B1BB2FF5A97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A5EAD743-86A4-A6D2-F48E-35EB4C1195B7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48C90E6E-8145-A6D6-A8F2-FF6580B76340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98853B28-6E1E-71E5-BCFB-737FAED416FE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5900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FC170324-2F66-D9B5-AF51-65442E7FE016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C70E35A2-2620-DAE1-A413-05B3CE151761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41FBD525-C675-92DA-79C4-522DEBB09A54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25838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5" name="Table 34">
            <a:extLst>
              <a:ext uri="{FF2B5EF4-FFF2-40B4-BE49-F238E27FC236}">
                <a16:creationId xmlns:a16="http://schemas.microsoft.com/office/drawing/2014/main" id="{AC23D221-0D72-3DDD-2570-A62210EC3E32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24149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6" name="Table 35">
            <a:extLst>
              <a:ext uri="{FF2B5EF4-FFF2-40B4-BE49-F238E27FC236}">
                <a16:creationId xmlns:a16="http://schemas.microsoft.com/office/drawing/2014/main" id="{15A83535-4CE1-28AB-F9E2-8117131D682F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25463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C200A978-12DB-F2DD-5D4B-28C02FA9AC0B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235566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DA4554DE-47FD-4B67-9E49-8A93C0EFC5E7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233877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9" name="Table 38">
            <a:extLst>
              <a:ext uri="{FF2B5EF4-FFF2-40B4-BE49-F238E27FC236}">
                <a16:creationId xmlns:a16="http://schemas.microsoft.com/office/drawing/2014/main" id="{AFAE1877-0682-ABE3-888C-CAB93D36B9A9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23519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2DB10A31-9297-DD31-303D-6B40080331D6}"/>
              </a:ext>
            </a:extLst>
          </p:cNvPr>
          <p:cNvCxnSpPr/>
          <p:nvPr/>
        </p:nvCxnSpPr>
        <p:spPr>
          <a:xfrm>
            <a:off x="6202230" y="-116840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6F0E0385-78BD-E942-B2B8-6C35ADF4F9C2}"/>
              </a:ext>
            </a:extLst>
          </p:cNvPr>
          <p:cNvCxnSpPr/>
          <p:nvPr/>
        </p:nvCxnSpPr>
        <p:spPr>
          <a:xfrm>
            <a:off x="851408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5CA1B2D4-2208-BF63-5B45-02C93E2DBC7B}"/>
              </a:ext>
            </a:extLst>
          </p:cNvPr>
          <p:cNvCxnSpPr>
            <a:cxnSpLocks/>
          </p:cNvCxnSpPr>
          <p:nvPr/>
        </p:nvCxnSpPr>
        <p:spPr>
          <a:xfrm flipV="1">
            <a:off x="868680" y="-868680"/>
            <a:ext cx="0" cy="823412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7B45C504-1712-3FE8-1158-33CBE6635A6E}"/>
              </a:ext>
            </a:extLst>
          </p:cNvPr>
          <p:cNvCxnSpPr>
            <a:cxnSpLocks/>
          </p:cNvCxnSpPr>
          <p:nvPr/>
        </p:nvCxnSpPr>
        <p:spPr>
          <a:xfrm>
            <a:off x="868680" y="-879718"/>
            <a:ext cx="1859280" cy="11038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pSp>
        <p:nvGrpSpPr>
          <p:cNvPr id="17" name="Group 16">
            <a:extLst>
              <a:ext uri="{FF2B5EF4-FFF2-40B4-BE49-F238E27FC236}">
                <a16:creationId xmlns:a16="http://schemas.microsoft.com/office/drawing/2014/main" id="{12B8893C-7EB5-70BF-8DFE-EF2BAE3DC707}"/>
              </a:ext>
            </a:extLst>
          </p:cNvPr>
          <p:cNvGrpSpPr/>
          <p:nvPr/>
        </p:nvGrpSpPr>
        <p:grpSpPr>
          <a:xfrm>
            <a:off x="6683650" y="101984"/>
            <a:ext cx="3077774" cy="448332"/>
            <a:chOff x="2984984" y="-2167404"/>
            <a:chExt cx="3077774" cy="448332"/>
          </a:xfrm>
        </p:grpSpPr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7B9ECA7A-BE71-B79E-BCEE-E9B8775C25E1}"/>
                </a:ext>
              </a:extLst>
            </p:cNvPr>
            <p:cNvCxnSpPr>
              <a:cxnSpLocks/>
            </p:cNvCxnSpPr>
            <p:nvPr/>
          </p:nvCxnSpPr>
          <p:spPr>
            <a:xfrm>
              <a:off x="2995001" y="-2146741"/>
              <a:ext cx="3067757" cy="0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7E6A45AD-625E-7B30-83E7-C7972365B76B}"/>
                </a:ext>
              </a:extLst>
            </p:cNvPr>
            <p:cNvCxnSpPr>
              <a:cxnSpLocks/>
            </p:cNvCxnSpPr>
            <p:nvPr/>
          </p:nvCxnSpPr>
          <p:spPr>
            <a:xfrm>
              <a:off x="2984984" y="-1737360"/>
              <a:ext cx="3075012" cy="0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A5AFAFC9-101A-2CED-7B02-245861CC7674}"/>
                </a:ext>
              </a:extLst>
            </p:cNvPr>
            <p:cNvCxnSpPr>
              <a:cxnSpLocks/>
            </p:cNvCxnSpPr>
            <p:nvPr/>
          </p:nvCxnSpPr>
          <p:spPr>
            <a:xfrm>
              <a:off x="2995001" y="-2167404"/>
              <a:ext cx="0" cy="448332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3CD547DC-5C39-9824-42A1-233B9FFA45C0}"/>
                </a:ext>
              </a:extLst>
            </p:cNvPr>
            <p:cNvCxnSpPr>
              <a:cxnSpLocks/>
            </p:cNvCxnSpPr>
            <p:nvPr/>
          </p:nvCxnSpPr>
          <p:spPr>
            <a:xfrm>
              <a:off x="6062758" y="-2167404"/>
              <a:ext cx="0" cy="448332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E5E1D0FC-FFC3-A613-D6A6-635CDFB289AE}"/>
              </a:ext>
            </a:extLst>
          </p:cNvPr>
          <p:cNvGrpSpPr/>
          <p:nvPr/>
        </p:nvGrpSpPr>
        <p:grpSpPr>
          <a:xfrm>
            <a:off x="9100148" y="78107"/>
            <a:ext cx="321909" cy="3336004"/>
            <a:chOff x="4983546" y="1152724"/>
            <a:chExt cx="515339" cy="4105076"/>
          </a:xfrm>
        </p:grpSpPr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02B4E3D-72FE-8B1A-951E-5ED4FFB24338}"/>
                </a:ext>
              </a:extLst>
            </p:cNvPr>
            <p:cNvCxnSpPr>
              <a:cxnSpLocks/>
            </p:cNvCxnSpPr>
            <p:nvPr/>
          </p:nvCxnSpPr>
          <p:spPr>
            <a:xfrm>
              <a:off x="4995121" y="5257800"/>
              <a:ext cx="503764" cy="0"/>
            </a:xfrm>
            <a:prstGeom prst="line">
              <a:avLst/>
            </a:prstGeom>
            <a:ln w="57150">
              <a:solidFill>
                <a:schemeClr val="accent5">
                  <a:lumMod val="50000"/>
                </a:schemeClr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5DE708D0-268A-937C-13E1-DF7F8E0780E5}"/>
                </a:ext>
              </a:extLst>
            </p:cNvPr>
            <p:cNvCxnSpPr>
              <a:cxnSpLocks/>
            </p:cNvCxnSpPr>
            <p:nvPr/>
          </p:nvCxnSpPr>
          <p:spPr>
            <a:xfrm>
              <a:off x="4983546" y="1152724"/>
              <a:ext cx="0" cy="4084412"/>
            </a:xfrm>
            <a:prstGeom prst="line">
              <a:avLst/>
            </a:prstGeom>
            <a:ln w="57150">
              <a:solidFill>
                <a:schemeClr val="accent5">
                  <a:lumMod val="50000"/>
                </a:schemeClr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554CF208-0C1F-F676-BDED-7843F8EA07CD}"/>
                </a:ext>
              </a:extLst>
            </p:cNvPr>
            <p:cNvCxnSpPr>
              <a:cxnSpLocks/>
            </p:cNvCxnSpPr>
            <p:nvPr/>
          </p:nvCxnSpPr>
          <p:spPr>
            <a:xfrm>
              <a:off x="5469124" y="1169082"/>
              <a:ext cx="15983" cy="4088718"/>
            </a:xfrm>
            <a:prstGeom prst="line">
              <a:avLst/>
            </a:prstGeom>
            <a:ln w="57150">
              <a:solidFill>
                <a:schemeClr val="accent5">
                  <a:lumMod val="50000"/>
                </a:schemeClr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4EADE3B2-92E1-4058-DB6E-A62EE6A9BA46}"/>
                </a:ext>
              </a:extLst>
            </p:cNvPr>
            <p:cNvCxnSpPr>
              <a:cxnSpLocks/>
            </p:cNvCxnSpPr>
            <p:nvPr/>
          </p:nvCxnSpPr>
          <p:spPr>
            <a:xfrm>
              <a:off x="4995121" y="1169082"/>
              <a:ext cx="503764" cy="0"/>
            </a:xfrm>
            <a:prstGeom prst="line">
              <a:avLst/>
            </a:prstGeom>
            <a:ln w="57150">
              <a:solidFill>
                <a:schemeClr val="accent5">
                  <a:lumMod val="50000"/>
                </a:schemeClr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4173529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4B29AE-89DA-0E6E-9EBD-AE26CC24F9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4857477-FEAF-81E7-7699-C3D395C6FD58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1DA86A9-11C4-B1D7-CC16-466A5CD5B7C4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4E7F6BB7-966E-0090-BB2D-D7D475B97724}"/>
              </a:ext>
            </a:extLst>
          </p:cNvPr>
          <p:cNvSpPr/>
          <p:nvPr/>
        </p:nvSpPr>
        <p:spPr>
          <a:xfrm>
            <a:off x="-2760928" y="-2488557"/>
            <a:ext cx="18375176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0CFB687E-6D63-C99D-8B9B-80D0B7C96FBB}"/>
              </a:ext>
            </a:extLst>
          </p:cNvPr>
          <p:cNvSpPr/>
          <p:nvPr/>
        </p:nvSpPr>
        <p:spPr>
          <a:xfrm>
            <a:off x="-1600200" y="45721"/>
            <a:ext cx="3264164" cy="3464242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4FF0E3-E0AA-1A43-5528-09F0291FCA2C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E4484329-9A70-921C-95BB-023F8B1A06F3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94C3CD72-6D20-7182-8D27-0AF114234E65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2F85BB14-A81C-3BBE-863C-A0F8C712D21D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E5F80B49-0ABA-20F7-333F-EB6922AB61A2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CBFD764D-CEFA-FF19-8E3D-F202A4A898A0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35E6F65B-6A08-EBE4-0C5F-B795056AA32D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A99FC016-0724-923B-6115-1E4B450EDEA1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DE2B4735-BCBA-61A0-FCB7-460D451E2B62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C25B3E43-6A78-5C31-68E0-F7BE89609D1A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BE1B87EA-D8A4-2DDB-4850-FD0E42D9861C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A9F4BA40-1E0C-3827-D5EE-DF473D71385D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7B241250-5E62-657A-0556-C9A98F864E4C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41D5634D-2CDD-E96B-D471-38A1CA87E894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AEBAAF66-2F1B-7D6C-DC59-16F86FC12E47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56B066D6-A136-DBBB-D5FE-30A6AF1A3D4D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57C80A7A-BDB5-C2FA-7DF5-2FD360C583EE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1F09D030-EFF1-07FB-1913-6BB3B65D1C19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9A20A6AA-FCCB-B251-58EC-D20FC7D4A83A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2893B79A-994C-88AA-C45E-E708A80A9605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5CD5B9B1-6831-6916-FBFE-B86371CC74A3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534DDFF9-6808-E8F7-E075-CE45771F3D52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CF66CDCC-F5F5-0B05-9000-8822447C5C54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5900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C9FB440B-DAB2-9B52-A063-D7D516E4A204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59F04BE9-8F77-E01B-BAB4-47E9D79B43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3574467"/>
              </p:ext>
            </p:extLst>
          </p:nvPr>
        </p:nvGraphicFramePr>
        <p:xfrm>
          <a:off x="8736420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EB66E004-8932-B566-B89A-E38F2DBEF1C9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25838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5" name="Table 34">
            <a:extLst>
              <a:ext uri="{FF2B5EF4-FFF2-40B4-BE49-F238E27FC236}">
                <a16:creationId xmlns:a16="http://schemas.microsoft.com/office/drawing/2014/main" id="{82CB9EBE-948D-96B0-66BE-8C78DE7D9425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24149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6" name="Table 35">
            <a:extLst>
              <a:ext uri="{FF2B5EF4-FFF2-40B4-BE49-F238E27FC236}">
                <a16:creationId xmlns:a16="http://schemas.microsoft.com/office/drawing/2014/main" id="{09963956-95CE-C4B0-D310-3D1742611D31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25463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AF5338B1-F554-90E1-B7CE-AE7D833EE57B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235566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B3E12E10-7508-B150-6487-222DAE801A9F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233877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9" name="Table 38">
            <a:extLst>
              <a:ext uri="{FF2B5EF4-FFF2-40B4-BE49-F238E27FC236}">
                <a16:creationId xmlns:a16="http://schemas.microsoft.com/office/drawing/2014/main" id="{8E700C7C-EFE4-ADDB-F496-17BC86B8DAB7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23519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69C7DC90-A580-91CE-F40C-392216415B4C}"/>
              </a:ext>
            </a:extLst>
          </p:cNvPr>
          <p:cNvCxnSpPr/>
          <p:nvPr/>
        </p:nvCxnSpPr>
        <p:spPr>
          <a:xfrm>
            <a:off x="6202230" y="-116840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A95BECCD-C0EE-DBD4-5B81-B74B8ABDD2C8}"/>
              </a:ext>
            </a:extLst>
          </p:cNvPr>
          <p:cNvCxnSpPr/>
          <p:nvPr/>
        </p:nvCxnSpPr>
        <p:spPr>
          <a:xfrm>
            <a:off x="851408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520737D2-3CCD-FAA0-CCEE-B2779750487F}"/>
              </a:ext>
            </a:extLst>
          </p:cNvPr>
          <p:cNvCxnSpPr>
            <a:cxnSpLocks/>
          </p:cNvCxnSpPr>
          <p:nvPr/>
        </p:nvCxnSpPr>
        <p:spPr>
          <a:xfrm flipV="1">
            <a:off x="868680" y="-868680"/>
            <a:ext cx="0" cy="823412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B0243A4F-36F1-D895-8CAD-3437F4A0E68C}"/>
              </a:ext>
            </a:extLst>
          </p:cNvPr>
          <p:cNvCxnSpPr>
            <a:cxnSpLocks/>
          </p:cNvCxnSpPr>
          <p:nvPr/>
        </p:nvCxnSpPr>
        <p:spPr>
          <a:xfrm>
            <a:off x="868680" y="-879718"/>
            <a:ext cx="1859280" cy="11038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B44087B8-40FF-7229-B53F-25EFC7B27300}"/>
              </a:ext>
            </a:extLst>
          </p:cNvPr>
          <p:cNvCxnSpPr/>
          <p:nvPr/>
        </p:nvCxnSpPr>
        <p:spPr>
          <a:xfrm>
            <a:off x="4112744" y="257556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54" name="Straight Arrow Connector 53">
            <a:extLst>
              <a:ext uri="{FF2B5EF4-FFF2-40B4-BE49-F238E27FC236}">
                <a16:creationId xmlns:a16="http://schemas.microsoft.com/office/drawing/2014/main" id="{ED94A418-81AE-F338-ECF0-9552025E1F5D}"/>
              </a:ext>
            </a:extLst>
          </p:cNvPr>
          <p:cNvCxnSpPr/>
          <p:nvPr/>
        </p:nvCxnSpPr>
        <p:spPr>
          <a:xfrm>
            <a:off x="4112744" y="257556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55" name="Table 54">
            <a:extLst>
              <a:ext uri="{FF2B5EF4-FFF2-40B4-BE49-F238E27FC236}">
                <a16:creationId xmlns:a16="http://schemas.microsoft.com/office/drawing/2014/main" id="{96749A58-D705-C7B0-D103-AFA81DB9D8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7149054"/>
              </p:ext>
            </p:extLst>
          </p:nvPr>
        </p:nvGraphicFramePr>
        <p:xfrm>
          <a:off x="2575238" y="3797441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6" name="Table 55">
            <a:extLst>
              <a:ext uri="{FF2B5EF4-FFF2-40B4-BE49-F238E27FC236}">
                <a16:creationId xmlns:a16="http://schemas.microsoft.com/office/drawing/2014/main" id="{FAEDF5B5-5D1A-6ECE-9F2C-648ED587CD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4920247"/>
              </p:ext>
            </p:extLst>
          </p:nvPr>
        </p:nvGraphicFramePr>
        <p:xfrm>
          <a:off x="3600242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7" name="Table 56">
            <a:extLst>
              <a:ext uri="{FF2B5EF4-FFF2-40B4-BE49-F238E27FC236}">
                <a16:creationId xmlns:a16="http://schemas.microsoft.com/office/drawing/2014/main" id="{57253959-AE8A-248F-5D83-6A1BED0BE3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1313512"/>
              </p:ext>
            </p:extLst>
          </p:nvPr>
        </p:nvGraphicFramePr>
        <p:xfrm>
          <a:off x="4625246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8" name="Table 57">
            <a:extLst>
              <a:ext uri="{FF2B5EF4-FFF2-40B4-BE49-F238E27FC236}">
                <a16:creationId xmlns:a16="http://schemas.microsoft.com/office/drawing/2014/main" id="{FD249772-FAE1-8B45-1E3B-752449107D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9056610"/>
              </p:ext>
            </p:extLst>
          </p:nvPr>
        </p:nvGraphicFramePr>
        <p:xfrm>
          <a:off x="2575238" y="48968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9" name="Table 58">
            <a:extLst>
              <a:ext uri="{FF2B5EF4-FFF2-40B4-BE49-F238E27FC236}">
                <a16:creationId xmlns:a16="http://schemas.microsoft.com/office/drawing/2014/main" id="{F327F3A7-25A9-F3B7-F070-5AF81EB8CE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3374430"/>
              </p:ext>
            </p:extLst>
          </p:nvPr>
        </p:nvGraphicFramePr>
        <p:xfrm>
          <a:off x="3600242" y="48799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0" name="Table 59">
            <a:extLst>
              <a:ext uri="{FF2B5EF4-FFF2-40B4-BE49-F238E27FC236}">
                <a16:creationId xmlns:a16="http://schemas.microsoft.com/office/drawing/2014/main" id="{04DB2F63-03CB-F3A2-4C21-BED739107E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2054603"/>
              </p:ext>
            </p:extLst>
          </p:nvPr>
        </p:nvGraphicFramePr>
        <p:xfrm>
          <a:off x="4625246" y="489307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1" name="Table 60">
            <a:extLst>
              <a:ext uri="{FF2B5EF4-FFF2-40B4-BE49-F238E27FC236}">
                <a16:creationId xmlns:a16="http://schemas.microsoft.com/office/drawing/2014/main" id="{4F264C31-E4EB-0016-643B-37F9AE3799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1474836"/>
              </p:ext>
            </p:extLst>
          </p:nvPr>
        </p:nvGraphicFramePr>
        <p:xfrm>
          <a:off x="2575238" y="59941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2" name="Table 61">
            <a:extLst>
              <a:ext uri="{FF2B5EF4-FFF2-40B4-BE49-F238E27FC236}">
                <a16:creationId xmlns:a16="http://schemas.microsoft.com/office/drawing/2014/main" id="{1FB1C11D-F034-B663-6544-C46A62C6BA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6092836"/>
              </p:ext>
            </p:extLst>
          </p:nvPr>
        </p:nvGraphicFramePr>
        <p:xfrm>
          <a:off x="3600242" y="59772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3" name="Table 62">
            <a:extLst>
              <a:ext uri="{FF2B5EF4-FFF2-40B4-BE49-F238E27FC236}">
                <a16:creationId xmlns:a16="http://schemas.microsoft.com/office/drawing/2014/main" id="{958BBFA1-3439-1057-E6B4-E0B02E3419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8513947"/>
              </p:ext>
            </p:extLst>
          </p:nvPr>
        </p:nvGraphicFramePr>
        <p:xfrm>
          <a:off x="4625246" y="59903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7925440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C2BA19-68BA-B219-DA12-B32C8D944A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953AB33-3AA9-D372-20BE-3A985162BA4A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5ECCC1A-C63A-A196-DED9-CC8C65C96C43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BA1704FE-7181-65D5-C3F6-ED3406891E79}"/>
              </a:ext>
            </a:extLst>
          </p:cNvPr>
          <p:cNvSpPr/>
          <p:nvPr/>
        </p:nvSpPr>
        <p:spPr>
          <a:xfrm>
            <a:off x="-2760928" y="-2488557"/>
            <a:ext cx="18375176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4E0F9263-1BE6-D7BB-F9B1-509FC6CCC0A2}"/>
              </a:ext>
            </a:extLst>
          </p:cNvPr>
          <p:cNvSpPr/>
          <p:nvPr/>
        </p:nvSpPr>
        <p:spPr>
          <a:xfrm>
            <a:off x="-1600200" y="45721"/>
            <a:ext cx="3264164" cy="3464242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7D8B06A-0FC3-C687-660E-86CD98460A83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009B55E-6D5D-B6E2-B492-8D00D174AD7F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750B75F9-4EA3-0C19-5F8D-17F6D593A22E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7AB63701-EB8B-E4F8-14C1-A064715E202E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ED18674B-DDF8-F3D3-8B58-B5752035C623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6574184A-67BE-3268-4E7C-734C5FF7DBBF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A358715F-95E8-11C0-45B2-779A01F7FFC7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0EC235FD-EF05-7642-19ED-BACF625FC56E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B71D6061-8F47-6241-7FFF-C4F75FBCA0DA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2755FD56-06A4-5D02-ECBD-1AECB2722221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C1570244-6048-59C4-80EA-E2C892224A5A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FB4A4AB3-57DE-4880-643C-763E4341EB22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4A9ADC30-F908-2B37-F728-82E5F079CA43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487AC186-7B72-5500-9AB2-6A7551B95316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042C46FF-ACC9-667B-2826-D8ECFACB4554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9568E3D0-FFC3-0791-5A70-ECCEBB6917B3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6B31A7DA-96BA-2A59-2E4C-76B5B3D1AD7F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DC51828C-0056-B357-9801-42946E3C739E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215050CB-B02E-8708-269A-B81FBA28BD76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F9E375D7-D149-FD16-8D0F-332E9379C48D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43214304-B099-59C8-51D3-CC8722892221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087352B5-9513-8B30-B841-C8650BE4E87A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090876CA-9471-4F50-BBA8-0A68207750C0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5900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6C8429B6-85F8-0A7C-6417-44BBD735CEFD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35374190-EBB2-DB3C-3CBE-1F7B95C5A890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568320B7-257E-3680-49F0-3372971FB105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25838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5" name="Table 34">
            <a:extLst>
              <a:ext uri="{FF2B5EF4-FFF2-40B4-BE49-F238E27FC236}">
                <a16:creationId xmlns:a16="http://schemas.microsoft.com/office/drawing/2014/main" id="{D4BE34AE-2AB1-A01A-A0F2-EFE7AFD58A86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24149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6" name="Table 35">
            <a:extLst>
              <a:ext uri="{FF2B5EF4-FFF2-40B4-BE49-F238E27FC236}">
                <a16:creationId xmlns:a16="http://schemas.microsoft.com/office/drawing/2014/main" id="{409B7C4C-EF98-2741-5597-ACA0E5E848E7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25463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C7379E2C-04F0-79C9-3B0E-D4AF76669053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235566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5A30BD6F-04B3-91FF-7E42-AA11F29E5B2C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233877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9" name="Table 38">
            <a:extLst>
              <a:ext uri="{FF2B5EF4-FFF2-40B4-BE49-F238E27FC236}">
                <a16:creationId xmlns:a16="http://schemas.microsoft.com/office/drawing/2014/main" id="{79159D80-6478-22AA-FE49-A492349B0502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23519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F04E1B64-2D7C-2F18-D869-FD4CE9E87BE6}"/>
              </a:ext>
            </a:extLst>
          </p:cNvPr>
          <p:cNvCxnSpPr/>
          <p:nvPr/>
        </p:nvCxnSpPr>
        <p:spPr>
          <a:xfrm>
            <a:off x="6202230" y="-116840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4F403958-53AF-7D29-1144-E4CFC55B1921}"/>
              </a:ext>
            </a:extLst>
          </p:cNvPr>
          <p:cNvCxnSpPr/>
          <p:nvPr/>
        </p:nvCxnSpPr>
        <p:spPr>
          <a:xfrm>
            <a:off x="851408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A8615CEE-042F-D0DD-E465-9E5016950FDA}"/>
              </a:ext>
            </a:extLst>
          </p:cNvPr>
          <p:cNvCxnSpPr>
            <a:cxnSpLocks/>
          </p:cNvCxnSpPr>
          <p:nvPr/>
        </p:nvCxnSpPr>
        <p:spPr>
          <a:xfrm flipV="1">
            <a:off x="868680" y="-868680"/>
            <a:ext cx="0" cy="823412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697F4F73-992A-D80B-FCFE-8E32725A5EBC}"/>
              </a:ext>
            </a:extLst>
          </p:cNvPr>
          <p:cNvCxnSpPr>
            <a:cxnSpLocks/>
          </p:cNvCxnSpPr>
          <p:nvPr/>
        </p:nvCxnSpPr>
        <p:spPr>
          <a:xfrm>
            <a:off x="868680" y="-879718"/>
            <a:ext cx="1859280" cy="11038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DE8F66E3-6FF6-B2AB-0D96-B745FAD9AFC0}"/>
              </a:ext>
            </a:extLst>
          </p:cNvPr>
          <p:cNvCxnSpPr/>
          <p:nvPr/>
        </p:nvCxnSpPr>
        <p:spPr>
          <a:xfrm>
            <a:off x="4112744" y="257556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54" name="Straight Arrow Connector 53">
            <a:extLst>
              <a:ext uri="{FF2B5EF4-FFF2-40B4-BE49-F238E27FC236}">
                <a16:creationId xmlns:a16="http://schemas.microsoft.com/office/drawing/2014/main" id="{17323639-B8C7-3C9A-DD0E-9C96C30BFDA5}"/>
              </a:ext>
            </a:extLst>
          </p:cNvPr>
          <p:cNvCxnSpPr/>
          <p:nvPr/>
        </p:nvCxnSpPr>
        <p:spPr>
          <a:xfrm>
            <a:off x="4112744" y="257556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55" name="Table 54">
            <a:extLst>
              <a:ext uri="{FF2B5EF4-FFF2-40B4-BE49-F238E27FC236}">
                <a16:creationId xmlns:a16="http://schemas.microsoft.com/office/drawing/2014/main" id="{557544DE-6FAA-3291-9D8E-854AFB56B3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8652214"/>
              </p:ext>
            </p:extLst>
          </p:nvPr>
        </p:nvGraphicFramePr>
        <p:xfrm>
          <a:off x="2575238" y="3797441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6" name="Table 55">
            <a:extLst>
              <a:ext uri="{FF2B5EF4-FFF2-40B4-BE49-F238E27FC236}">
                <a16:creationId xmlns:a16="http://schemas.microsoft.com/office/drawing/2014/main" id="{60A18309-259A-EA1E-9D17-7031373BF420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7" name="Table 56">
            <a:extLst>
              <a:ext uri="{FF2B5EF4-FFF2-40B4-BE49-F238E27FC236}">
                <a16:creationId xmlns:a16="http://schemas.microsoft.com/office/drawing/2014/main" id="{DB4EAF2C-732D-BEDA-C7DF-13D063748078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8" name="Table 57">
            <a:extLst>
              <a:ext uri="{FF2B5EF4-FFF2-40B4-BE49-F238E27FC236}">
                <a16:creationId xmlns:a16="http://schemas.microsoft.com/office/drawing/2014/main" id="{5099D9C9-8382-DF5E-A6D5-41893CFF0942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48968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9" name="Table 58">
            <a:extLst>
              <a:ext uri="{FF2B5EF4-FFF2-40B4-BE49-F238E27FC236}">
                <a16:creationId xmlns:a16="http://schemas.microsoft.com/office/drawing/2014/main" id="{7B2E721F-AC5B-28CB-E2B7-E00881D8AD71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48799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0" name="Table 59">
            <a:extLst>
              <a:ext uri="{FF2B5EF4-FFF2-40B4-BE49-F238E27FC236}">
                <a16:creationId xmlns:a16="http://schemas.microsoft.com/office/drawing/2014/main" id="{D75FDF19-D009-1558-79AF-29A568790B6F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489307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1" name="Table 60">
            <a:extLst>
              <a:ext uri="{FF2B5EF4-FFF2-40B4-BE49-F238E27FC236}">
                <a16:creationId xmlns:a16="http://schemas.microsoft.com/office/drawing/2014/main" id="{98E8BC65-07AC-EAB4-EE33-97062F88A184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59941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2" name="Table 61">
            <a:extLst>
              <a:ext uri="{FF2B5EF4-FFF2-40B4-BE49-F238E27FC236}">
                <a16:creationId xmlns:a16="http://schemas.microsoft.com/office/drawing/2014/main" id="{720FE6CA-B37D-203E-A6AD-D7BDA81DD1FD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59772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3" name="Table 62">
            <a:extLst>
              <a:ext uri="{FF2B5EF4-FFF2-40B4-BE49-F238E27FC236}">
                <a16:creationId xmlns:a16="http://schemas.microsoft.com/office/drawing/2014/main" id="{F76DCEA6-C5CD-5E44-BD59-DACA49D375CB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59903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1024554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710291-0BC7-D1A6-1908-B15F6F762F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C1F06D6-5305-BC5C-BB4D-4347752BAA86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8842A3F-7F06-E6BB-7BDF-AC664ED58858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F367FB2-7D5E-6278-29A2-D4365E077811}"/>
              </a:ext>
            </a:extLst>
          </p:cNvPr>
          <p:cNvSpPr/>
          <p:nvPr/>
        </p:nvSpPr>
        <p:spPr>
          <a:xfrm>
            <a:off x="-2760928" y="-2488557"/>
            <a:ext cx="18375176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41A31875-6A4F-DE89-4F69-E836A848FE88}"/>
              </a:ext>
            </a:extLst>
          </p:cNvPr>
          <p:cNvSpPr/>
          <p:nvPr/>
        </p:nvSpPr>
        <p:spPr>
          <a:xfrm>
            <a:off x="-1600200" y="45721"/>
            <a:ext cx="3264164" cy="3464242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7051417-DF1B-C90D-105F-C969CBA342DF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37B5D651-47D1-66BC-44C5-06EEF834E3A1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35D18E8B-73D4-01F0-7AF6-4D312FF2B1AD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3222D6B9-8826-5C9D-B27A-618668CA5F10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CF035B81-474E-C4D1-CC18-66A132F6F034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A558FFCA-9472-1DEF-FD43-7500B8FA95C2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65A40BEF-35EA-4EBC-0365-DDC4D94B11A0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8B3E3927-C361-355B-B913-C485399D9292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BE5D9058-592E-1FAD-4BB3-5F9B5FB7FCFE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0EE193AA-D126-A321-42E5-1D54A176D965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16B076D3-4FFC-2309-288A-497BF8E6119D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BF3D6998-9FDF-F2D8-7055-AFCF2B2D59B9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76CBF173-17CF-F10C-FFED-8B72F725BAD7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FD75CCA1-3D45-9011-8725-94E43C594A7B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10B94A8C-625D-0696-B977-C5316AA81AB0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3BCF543F-3AB2-606F-36A4-82528CA26296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5018886F-0B88-A6AF-8387-73A784F6A0DE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A25E5096-8821-9716-EFEB-3FF7B3FC3EEF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79157984-C31D-5562-5DA7-2563063D9B96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3D34FB47-BFF9-B47A-9CA4-7BBFC980BE01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BE5C3265-28C7-1383-D341-5BAC423BD9EB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CD777DB7-C78D-FCA8-BBEB-79FF39958676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9185C3DE-6693-E7AA-F3C4-E0F78708F49D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5900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1FE770BD-D8C4-A9A7-494F-42FEC13DBE66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2C1A3766-3EBB-8C51-5EC4-214CF2AA9A36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F48284B8-C02C-7097-036A-5ED3E79BC72D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25838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5" name="Table 34">
            <a:extLst>
              <a:ext uri="{FF2B5EF4-FFF2-40B4-BE49-F238E27FC236}">
                <a16:creationId xmlns:a16="http://schemas.microsoft.com/office/drawing/2014/main" id="{B92C25D9-CB5C-B4D4-4F6A-CBE429970890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24149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6" name="Table 35">
            <a:extLst>
              <a:ext uri="{FF2B5EF4-FFF2-40B4-BE49-F238E27FC236}">
                <a16:creationId xmlns:a16="http://schemas.microsoft.com/office/drawing/2014/main" id="{00B7E3BD-DDB1-C8AE-C9E0-28D777DBFB5B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25463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70807633-CA9E-2B6E-E6E6-5FBEA912FF4F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235566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96DAEA58-6CE5-F73C-5F9A-70F184F0C3B4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233877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9" name="Table 38">
            <a:extLst>
              <a:ext uri="{FF2B5EF4-FFF2-40B4-BE49-F238E27FC236}">
                <a16:creationId xmlns:a16="http://schemas.microsoft.com/office/drawing/2014/main" id="{69C0B424-193F-B073-7F95-3CAF3EA495ED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23519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B4BA7BA5-3F0A-2C94-A416-F74097553BA2}"/>
              </a:ext>
            </a:extLst>
          </p:cNvPr>
          <p:cNvCxnSpPr/>
          <p:nvPr/>
        </p:nvCxnSpPr>
        <p:spPr>
          <a:xfrm>
            <a:off x="6202230" y="-116840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7400C3CB-962A-80B9-0795-A5F5C71907C5}"/>
              </a:ext>
            </a:extLst>
          </p:cNvPr>
          <p:cNvCxnSpPr/>
          <p:nvPr/>
        </p:nvCxnSpPr>
        <p:spPr>
          <a:xfrm>
            <a:off x="851408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1C6C9D54-159B-451E-FBC5-5167F5D9B3B4}"/>
              </a:ext>
            </a:extLst>
          </p:cNvPr>
          <p:cNvCxnSpPr>
            <a:cxnSpLocks/>
          </p:cNvCxnSpPr>
          <p:nvPr/>
        </p:nvCxnSpPr>
        <p:spPr>
          <a:xfrm flipV="1">
            <a:off x="868680" y="-868680"/>
            <a:ext cx="0" cy="823412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33BE348D-F68C-23FC-05C1-3E8F4F2AA456}"/>
              </a:ext>
            </a:extLst>
          </p:cNvPr>
          <p:cNvCxnSpPr>
            <a:cxnSpLocks/>
          </p:cNvCxnSpPr>
          <p:nvPr/>
        </p:nvCxnSpPr>
        <p:spPr>
          <a:xfrm>
            <a:off x="868680" y="-879718"/>
            <a:ext cx="1859280" cy="11038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D36C36B7-9154-A3D0-29CB-088903124DEE}"/>
              </a:ext>
            </a:extLst>
          </p:cNvPr>
          <p:cNvCxnSpPr/>
          <p:nvPr/>
        </p:nvCxnSpPr>
        <p:spPr>
          <a:xfrm>
            <a:off x="4112744" y="257556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54" name="Straight Arrow Connector 53">
            <a:extLst>
              <a:ext uri="{FF2B5EF4-FFF2-40B4-BE49-F238E27FC236}">
                <a16:creationId xmlns:a16="http://schemas.microsoft.com/office/drawing/2014/main" id="{354E5824-00ED-4284-F825-C8B70B48B4A2}"/>
              </a:ext>
            </a:extLst>
          </p:cNvPr>
          <p:cNvCxnSpPr/>
          <p:nvPr/>
        </p:nvCxnSpPr>
        <p:spPr>
          <a:xfrm>
            <a:off x="4112744" y="257556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55" name="Table 54">
            <a:extLst>
              <a:ext uri="{FF2B5EF4-FFF2-40B4-BE49-F238E27FC236}">
                <a16:creationId xmlns:a16="http://schemas.microsoft.com/office/drawing/2014/main" id="{447F66FD-C6AE-E231-91E1-EB58FA8982B7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3797441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6" name="Table 55">
            <a:extLst>
              <a:ext uri="{FF2B5EF4-FFF2-40B4-BE49-F238E27FC236}">
                <a16:creationId xmlns:a16="http://schemas.microsoft.com/office/drawing/2014/main" id="{CDDAAC8E-CCF5-3CEA-90CC-46E55291513D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7" name="Table 56">
            <a:extLst>
              <a:ext uri="{FF2B5EF4-FFF2-40B4-BE49-F238E27FC236}">
                <a16:creationId xmlns:a16="http://schemas.microsoft.com/office/drawing/2014/main" id="{DAB67500-D6DC-5470-CC75-EE604183F8DF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8" name="Table 57">
            <a:extLst>
              <a:ext uri="{FF2B5EF4-FFF2-40B4-BE49-F238E27FC236}">
                <a16:creationId xmlns:a16="http://schemas.microsoft.com/office/drawing/2014/main" id="{2D10A4EA-0094-D24D-8E37-A3976699DE2F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48968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9" name="Table 58">
            <a:extLst>
              <a:ext uri="{FF2B5EF4-FFF2-40B4-BE49-F238E27FC236}">
                <a16:creationId xmlns:a16="http://schemas.microsoft.com/office/drawing/2014/main" id="{7FFDF86C-12D9-1012-C5A6-0011B971A4B5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48799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0" name="Table 59">
            <a:extLst>
              <a:ext uri="{FF2B5EF4-FFF2-40B4-BE49-F238E27FC236}">
                <a16:creationId xmlns:a16="http://schemas.microsoft.com/office/drawing/2014/main" id="{6FD74D1E-980C-1043-91A0-53DCAD9DDBA3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489307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1" name="Table 60">
            <a:extLst>
              <a:ext uri="{FF2B5EF4-FFF2-40B4-BE49-F238E27FC236}">
                <a16:creationId xmlns:a16="http://schemas.microsoft.com/office/drawing/2014/main" id="{8AD3B27F-84E2-8D7E-0CE5-A72BE135A175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59941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2" name="Table 61">
            <a:extLst>
              <a:ext uri="{FF2B5EF4-FFF2-40B4-BE49-F238E27FC236}">
                <a16:creationId xmlns:a16="http://schemas.microsoft.com/office/drawing/2014/main" id="{836A0F82-8D8F-A7FB-0571-FBD0B642E673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59772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3" name="Table 62">
            <a:extLst>
              <a:ext uri="{FF2B5EF4-FFF2-40B4-BE49-F238E27FC236}">
                <a16:creationId xmlns:a16="http://schemas.microsoft.com/office/drawing/2014/main" id="{0D6F3164-07DF-8E28-5ECC-BE9DEE3C49D1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59903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pSp>
        <p:nvGrpSpPr>
          <p:cNvPr id="17" name="Group 16">
            <a:extLst>
              <a:ext uri="{FF2B5EF4-FFF2-40B4-BE49-F238E27FC236}">
                <a16:creationId xmlns:a16="http://schemas.microsoft.com/office/drawing/2014/main" id="{1B6489B2-64F6-9CA0-808B-FC129680BF9D}"/>
              </a:ext>
            </a:extLst>
          </p:cNvPr>
          <p:cNvGrpSpPr/>
          <p:nvPr/>
        </p:nvGrpSpPr>
        <p:grpSpPr>
          <a:xfrm>
            <a:off x="2572476" y="4490007"/>
            <a:ext cx="3077774" cy="448332"/>
            <a:chOff x="2984984" y="-2167404"/>
            <a:chExt cx="3077774" cy="448332"/>
          </a:xfrm>
        </p:grpSpPr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9B81FEE1-F99B-08C6-B773-EBBD5C7A1466}"/>
                </a:ext>
              </a:extLst>
            </p:cNvPr>
            <p:cNvCxnSpPr>
              <a:cxnSpLocks/>
            </p:cNvCxnSpPr>
            <p:nvPr/>
          </p:nvCxnSpPr>
          <p:spPr>
            <a:xfrm>
              <a:off x="2995001" y="-2146741"/>
              <a:ext cx="3067757" cy="0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05DBDDCE-0ADC-C167-3E2F-14EDB19B2FF8}"/>
                </a:ext>
              </a:extLst>
            </p:cNvPr>
            <p:cNvCxnSpPr>
              <a:cxnSpLocks/>
            </p:cNvCxnSpPr>
            <p:nvPr/>
          </p:nvCxnSpPr>
          <p:spPr>
            <a:xfrm>
              <a:off x="2984984" y="-1737360"/>
              <a:ext cx="3075012" cy="0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641F46A-E2C6-C37F-A582-099C120E0292}"/>
                </a:ext>
              </a:extLst>
            </p:cNvPr>
            <p:cNvCxnSpPr>
              <a:cxnSpLocks/>
            </p:cNvCxnSpPr>
            <p:nvPr/>
          </p:nvCxnSpPr>
          <p:spPr>
            <a:xfrm>
              <a:off x="2995001" y="-2167404"/>
              <a:ext cx="0" cy="448332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A20E0EC1-875E-CB7C-675B-786BB180ECCF}"/>
                </a:ext>
              </a:extLst>
            </p:cNvPr>
            <p:cNvCxnSpPr>
              <a:cxnSpLocks/>
            </p:cNvCxnSpPr>
            <p:nvPr/>
          </p:nvCxnSpPr>
          <p:spPr>
            <a:xfrm>
              <a:off x="6062758" y="-2167404"/>
              <a:ext cx="0" cy="448332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30CBA96D-F589-A1D6-7794-E71528A27E45}"/>
              </a:ext>
            </a:extLst>
          </p:cNvPr>
          <p:cNvGrpSpPr/>
          <p:nvPr/>
        </p:nvGrpSpPr>
        <p:grpSpPr>
          <a:xfrm>
            <a:off x="2578000" y="3773709"/>
            <a:ext cx="321909" cy="3336004"/>
            <a:chOff x="4983546" y="1152724"/>
            <a:chExt cx="515339" cy="4105076"/>
          </a:xfrm>
        </p:grpSpPr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F61AF551-C436-F68C-E29D-13DC4D5190FF}"/>
                </a:ext>
              </a:extLst>
            </p:cNvPr>
            <p:cNvCxnSpPr>
              <a:cxnSpLocks/>
            </p:cNvCxnSpPr>
            <p:nvPr/>
          </p:nvCxnSpPr>
          <p:spPr>
            <a:xfrm>
              <a:off x="4995121" y="5257800"/>
              <a:ext cx="503764" cy="0"/>
            </a:xfrm>
            <a:prstGeom prst="line">
              <a:avLst/>
            </a:prstGeom>
            <a:ln w="57150">
              <a:solidFill>
                <a:schemeClr val="accent5">
                  <a:lumMod val="50000"/>
                </a:schemeClr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44E0E76-CF83-CF03-2AAB-D337D49C7A07}"/>
                </a:ext>
              </a:extLst>
            </p:cNvPr>
            <p:cNvCxnSpPr>
              <a:cxnSpLocks/>
            </p:cNvCxnSpPr>
            <p:nvPr/>
          </p:nvCxnSpPr>
          <p:spPr>
            <a:xfrm>
              <a:off x="4983546" y="1152724"/>
              <a:ext cx="0" cy="4084412"/>
            </a:xfrm>
            <a:prstGeom prst="line">
              <a:avLst/>
            </a:prstGeom>
            <a:ln w="57150">
              <a:solidFill>
                <a:schemeClr val="accent5">
                  <a:lumMod val="50000"/>
                </a:schemeClr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5B2A3B00-75A5-400A-9470-C3B95695DD20}"/>
                </a:ext>
              </a:extLst>
            </p:cNvPr>
            <p:cNvCxnSpPr>
              <a:cxnSpLocks/>
            </p:cNvCxnSpPr>
            <p:nvPr/>
          </p:nvCxnSpPr>
          <p:spPr>
            <a:xfrm>
              <a:off x="5469124" y="1169082"/>
              <a:ext cx="15983" cy="4088718"/>
            </a:xfrm>
            <a:prstGeom prst="line">
              <a:avLst/>
            </a:prstGeom>
            <a:ln w="57150">
              <a:solidFill>
                <a:schemeClr val="accent5">
                  <a:lumMod val="50000"/>
                </a:schemeClr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CA43DAD-B779-3EB3-2F42-3CFEB341C77D}"/>
                </a:ext>
              </a:extLst>
            </p:cNvPr>
            <p:cNvCxnSpPr>
              <a:cxnSpLocks/>
            </p:cNvCxnSpPr>
            <p:nvPr/>
          </p:nvCxnSpPr>
          <p:spPr>
            <a:xfrm>
              <a:off x="4995121" y="1169082"/>
              <a:ext cx="503764" cy="0"/>
            </a:xfrm>
            <a:prstGeom prst="line">
              <a:avLst/>
            </a:prstGeom>
            <a:ln w="57150">
              <a:solidFill>
                <a:schemeClr val="accent5">
                  <a:lumMod val="50000"/>
                </a:schemeClr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62677140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146191-EA42-1B8B-0F01-BC34F92579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9411F36-7EC7-C073-48EB-07074E152FA3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53EF15EA-1196-0364-6F5F-23159A482208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3C33279-8DDA-7419-DFF7-6151097EC2A3}"/>
              </a:ext>
            </a:extLst>
          </p:cNvPr>
          <p:cNvSpPr/>
          <p:nvPr/>
        </p:nvSpPr>
        <p:spPr>
          <a:xfrm>
            <a:off x="-2760928" y="-2488557"/>
            <a:ext cx="18375176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2AC33ABD-3FDA-05A2-96A4-288392485FC0}"/>
              </a:ext>
            </a:extLst>
          </p:cNvPr>
          <p:cNvSpPr/>
          <p:nvPr/>
        </p:nvSpPr>
        <p:spPr>
          <a:xfrm>
            <a:off x="-1600200" y="45721"/>
            <a:ext cx="3264164" cy="3464242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4CA4C3A-6A2B-BA93-7806-87270BEE2104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0E14A737-F4F3-7330-6C8C-4758FB74C08D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F522C3EA-E9C2-BE72-6000-B6166DE5FC49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41B8C78E-1B4B-1E7D-A553-B067C3D33758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7F0E2A3D-EE74-5715-2749-D2875A6E492E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1D44CC6C-0AF8-5E8F-C878-ADBB1DFC5D88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313FE8CF-FF53-ABFA-769B-4AC2BB46C77D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F4E32BBE-BEAF-F1DD-A9CB-890AD19A683B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753705C2-AF20-8D6C-2059-781315F8C845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675ABA90-D734-D550-CB90-6F2F484BD598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17E509D1-3935-3397-B1FF-111C8755EF3F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86765B68-B05A-CA42-F718-084D68AE58F5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F36EA3D0-9690-2B1F-CEC3-FF85F40082E2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67335576-E7C0-656A-52ED-8CE2C5B7D037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91D004AB-D3F8-8914-1CC9-61BCAEE84BE4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70415F92-D55A-BD4F-E4C1-031550DE9556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8551BA4A-4C22-A5D1-BA3C-983A3F283B2D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B7D3AD4E-E49F-2A71-76A9-C297AED5574D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143A277F-D2F7-E7B0-2ABA-3AFEF7E50A13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D236BE6B-7CE9-2068-2551-9E9F6589D908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CDB8A4A-F3F7-B100-7331-956E1722BF2D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03CAAEFA-C5B3-79D1-EA8B-8283D4BD6C14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3BB15D7A-7389-8F67-BC8C-5E517A16E98C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5900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7AC9C8B7-DB61-9391-1C53-E556732BE41B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2A55DC40-04C4-5A4C-0C82-0E924A5CC0BE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CFE6CBD2-77A0-4C52-668A-02AFE71DD701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25838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5" name="Table 34">
            <a:extLst>
              <a:ext uri="{FF2B5EF4-FFF2-40B4-BE49-F238E27FC236}">
                <a16:creationId xmlns:a16="http://schemas.microsoft.com/office/drawing/2014/main" id="{C045339A-9AC3-EFF1-3268-D8523D9F3D8B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24149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6" name="Table 35">
            <a:extLst>
              <a:ext uri="{FF2B5EF4-FFF2-40B4-BE49-F238E27FC236}">
                <a16:creationId xmlns:a16="http://schemas.microsoft.com/office/drawing/2014/main" id="{AFC4B744-2510-0C30-FDBB-6AD331C6160C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25463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94DE472B-8E61-5FDD-EAA9-7B1C848C00FB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235566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ECDBAE3B-0E9A-F27D-4212-79D0645202AC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233877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9" name="Table 38">
            <a:extLst>
              <a:ext uri="{FF2B5EF4-FFF2-40B4-BE49-F238E27FC236}">
                <a16:creationId xmlns:a16="http://schemas.microsoft.com/office/drawing/2014/main" id="{5924B582-C7C9-881F-1619-EC21FD81F9B8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23519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740DEAC5-6F52-8C13-83A3-DEF5F64676A6}"/>
              </a:ext>
            </a:extLst>
          </p:cNvPr>
          <p:cNvCxnSpPr/>
          <p:nvPr/>
        </p:nvCxnSpPr>
        <p:spPr>
          <a:xfrm>
            <a:off x="6202230" y="-116840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DDA40F62-1A20-812D-FA8C-E8EC14E91F44}"/>
              </a:ext>
            </a:extLst>
          </p:cNvPr>
          <p:cNvCxnSpPr/>
          <p:nvPr/>
        </p:nvCxnSpPr>
        <p:spPr>
          <a:xfrm>
            <a:off x="851408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30D2917-0F18-0C89-64BE-85CA04EC93B7}"/>
              </a:ext>
            </a:extLst>
          </p:cNvPr>
          <p:cNvCxnSpPr>
            <a:cxnSpLocks/>
          </p:cNvCxnSpPr>
          <p:nvPr/>
        </p:nvCxnSpPr>
        <p:spPr>
          <a:xfrm flipV="1">
            <a:off x="868680" y="-868680"/>
            <a:ext cx="0" cy="823412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B6818E2A-BCDA-1D5E-1C98-9419D6431A1C}"/>
              </a:ext>
            </a:extLst>
          </p:cNvPr>
          <p:cNvCxnSpPr>
            <a:cxnSpLocks/>
          </p:cNvCxnSpPr>
          <p:nvPr/>
        </p:nvCxnSpPr>
        <p:spPr>
          <a:xfrm>
            <a:off x="868680" y="-879718"/>
            <a:ext cx="1859280" cy="11038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85F61989-3C88-CBFF-C1AB-13BCC98E9D80}"/>
              </a:ext>
            </a:extLst>
          </p:cNvPr>
          <p:cNvCxnSpPr/>
          <p:nvPr/>
        </p:nvCxnSpPr>
        <p:spPr>
          <a:xfrm>
            <a:off x="4112744" y="257556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54" name="Straight Arrow Connector 53">
            <a:extLst>
              <a:ext uri="{FF2B5EF4-FFF2-40B4-BE49-F238E27FC236}">
                <a16:creationId xmlns:a16="http://schemas.microsoft.com/office/drawing/2014/main" id="{575DAA0E-BA02-7FEC-149D-49F5401E99DD}"/>
              </a:ext>
            </a:extLst>
          </p:cNvPr>
          <p:cNvCxnSpPr/>
          <p:nvPr/>
        </p:nvCxnSpPr>
        <p:spPr>
          <a:xfrm>
            <a:off x="4112744" y="257556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55" name="Table 54">
            <a:extLst>
              <a:ext uri="{FF2B5EF4-FFF2-40B4-BE49-F238E27FC236}">
                <a16:creationId xmlns:a16="http://schemas.microsoft.com/office/drawing/2014/main" id="{7AB82DBC-A862-FFEB-F9E5-03DA5AB4567C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3797441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6" name="Table 55">
            <a:extLst>
              <a:ext uri="{FF2B5EF4-FFF2-40B4-BE49-F238E27FC236}">
                <a16:creationId xmlns:a16="http://schemas.microsoft.com/office/drawing/2014/main" id="{B8695E11-E6B1-B539-4C93-309C6025B2C8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7" name="Table 56">
            <a:extLst>
              <a:ext uri="{FF2B5EF4-FFF2-40B4-BE49-F238E27FC236}">
                <a16:creationId xmlns:a16="http://schemas.microsoft.com/office/drawing/2014/main" id="{24F94880-81C1-CB66-5DAC-EB89D8934E7E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8" name="Table 57">
            <a:extLst>
              <a:ext uri="{FF2B5EF4-FFF2-40B4-BE49-F238E27FC236}">
                <a16:creationId xmlns:a16="http://schemas.microsoft.com/office/drawing/2014/main" id="{8455162D-4D64-3F9C-3705-34D7AC0D2C43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48968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9" name="Table 58">
            <a:extLst>
              <a:ext uri="{FF2B5EF4-FFF2-40B4-BE49-F238E27FC236}">
                <a16:creationId xmlns:a16="http://schemas.microsoft.com/office/drawing/2014/main" id="{F1DBF8C3-9744-ABB8-72F5-5471B26AAEA6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48799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0" name="Table 59">
            <a:extLst>
              <a:ext uri="{FF2B5EF4-FFF2-40B4-BE49-F238E27FC236}">
                <a16:creationId xmlns:a16="http://schemas.microsoft.com/office/drawing/2014/main" id="{C2DC8515-A7CB-743A-73FB-DD24E787E40C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489307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1" name="Table 60">
            <a:extLst>
              <a:ext uri="{FF2B5EF4-FFF2-40B4-BE49-F238E27FC236}">
                <a16:creationId xmlns:a16="http://schemas.microsoft.com/office/drawing/2014/main" id="{58E0D8DD-893D-4BB7-BD63-FF22E1BFF407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59941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2" name="Table 61">
            <a:extLst>
              <a:ext uri="{FF2B5EF4-FFF2-40B4-BE49-F238E27FC236}">
                <a16:creationId xmlns:a16="http://schemas.microsoft.com/office/drawing/2014/main" id="{157582B3-9353-739D-7772-CF7BFD0F44B4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59772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3" name="Table 62">
            <a:extLst>
              <a:ext uri="{FF2B5EF4-FFF2-40B4-BE49-F238E27FC236}">
                <a16:creationId xmlns:a16="http://schemas.microsoft.com/office/drawing/2014/main" id="{9722A94E-1466-FA96-AECF-29A37282D1CE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59903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1" name="Table 50">
            <a:extLst>
              <a:ext uri="{FF2B5EF4-FFF2-40B4-BE49-F238E27FC236}">
                <a16:creationId xmlns:a16="http://schemas.microsoft.com/office/drawing/2014/main" id="{73649FFA-B0C3-2B5C-02B6-E4A5674C90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3955533"/>
              </p:ext>
            </p:extLst>
          </p:nvPr>
        </p:nvGraphicFramePr>
        <p:xfrm>
          <a:off x="6541750" y="3827922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2" name="Table 51">
            <a:extLst>
              <a:ext uri="{FF2B5EF4-FFF2-40B4-BE49-F238E27FC236}">
                <a16:creationId xmlns:a16="http://schemas.microsoft.com/office/drawing/2014/main" id="{CD2E8E77-1C14-48B3-C81A-8B6E5B6ED5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5458548"/>
              </p:ext>
            </p:extLst>
          </p:nvPr>
        </p:nvGraphicFramePr>
        <p:xfrm>
          <a:off x="7566754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4" name="Table 63">
            <a:extLst>
              <a:ext uri="{FF2B5EF4-FFF2-40B4-BE49-F238E27FC236}">
                <a16:creationId xmlns:a16="http://schemas.microsoft.com/office/drawing/2014/main" id="{8E734C0A-7C63-8503-8352-5CD9D815BF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6324384"/>
              </p:ext>
            </p:extLst>
          </p:nvPr>
        </p:nvGraphicFramePr>
        <p:xfrm>
          <a:off x="8591758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5" name="Table 64">
            <a:extLst>
              <a:ext uri="{FF2B5EF4-FFF2-40B4-BE49-F238E27FC236}">
                <a16:creationId xmlns:a16="http://schemas.microsoft.com/office/drawing/2014/main" id="{0DDDBD9D-A8C1-66C1-6196-4D8CA6306D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3541661"/>
              </p:ext>
            </p:extLst>
          </p:nvPr>
        </p:nvGraphicFramePr>
        <p:xfrm>
          <a:off x="6541750" y="49273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6" name="Table 65">
            <a:extLst>
              <a:ext uri="{FF2B5EF4-FFF2-40B4-BE49-F238E27FC236}">
                <a16:creationId xmlns:a16="http://schemas.microsoft.com/office/drawing/2014/main" id="{A37B5241-4777-5326-5705-F5F578E7F5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651985"/>
              </p:ext>
            </p:extLst>
          </p:nvPr>
        </p:nvGraphicFramePr>
        <p:xfrm>
          <a:off x="7566754" y="49104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7" name="Table 66">
            <a:extLst>
              <a:ext uri="{FF2B5EF4-FFF2-40B4-BE49-F238E27FC236}">
                <a16:creationId xmlns:a16="http://schemas.microsoft.com/office/drawing/2014/main" id="{9036183E-6035-92D4-724E-99C90E33301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8429100"/>
              </p:ext>
            </p:extLst>
          </p:nvPr>
        </p:nvGraphicFramePr>
        <p:xfrm>
          <a:off x="8591758" y="492355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8" name="Table 67">
            <a:extLst>
              <a:ext uri="{FF2B5EF4-FFF2-40B4-BE49-F238E27FC236}">
                <a16:creationId xmlns:a16="http://schemas.microsoft.com/office/drawing/2014/main" id="{3DE34F9D-0668-6B08-1A3B-5A23D58ADE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101773"/>
              </p:ext>
            </p:extLst>
          </p:nvPr>
        </p:nvGraphicFramePr>
        <p:xfrm>
          <a:off x="6541750" y="602458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9" name="Table 68">
            <a:extLst>
              <a:ext uri="{FF2B5EF4-FFF2-40B4-BE49-F238E27FC236}">
                <a16:creationId xmlns:a16="http://schemas.microsoft.com/office/drawing/2014/main" id="{9F39F726-E0C4-21FA-5BB1-4D7204AAB2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1541077"/>
              </p:ext>
            </p:extLst>
          </p:nvPr>
        </p:nvGraphicFramePr>
        <p:xfrm>
          <a:off x="7566754" y="600769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0" name="Table 69">
            <a:extLst>
              <a:ext uri="{FF2B5EF4-FFF2-40B4-BE49-F238E27FC236}">
                <a16:creationId xmlns:a16="http://schemas.microsoft.com/office/drawing/2014/main" id="{2E7799D2-CA80-32BF-938B-36C72C13BB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560974"/>
              </p:ext>
            </p:extLst>
          </p:nvPr>
        </p:nvGraphicFramePr>
        <p:xfrm>
          <a:off x="8591758" y="602083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71" name="Straight Arrow Connector 70">
            <a:extLst>
              <a:ext uri="{FF2B5EF4-FFF2-40B4-BE49-F238E27FC236}">
                <a16:creationId xmlns:a16="http://schemas.microsoft.com/office/drawing/2014/main" id="{13374487-2D95-4956-FB88-182192D91091}"/>
              </a:ext>
            </a:extLst>
          </p:cNvPr>
          <p:cNvCxnSpPr>
            <a:cxnSpLocks/>
          </p:cNvCxnSpPr>
          <p:nvPr/>
        </p:nvCxnSpPr>
        <p:spPr>
          <a:xfrm>
            <a:off x="5842806" y="5265420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0471453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C78490-944D-6436-DC6B-DC37591414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26B5FD2-9BC6-E6A0-51F6-AEC1A58F6272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C3EDCFE-093E-E8A4-3D88-C0B49259B246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BD4FA02-6B74-22F8-FA6C-7E6BFEA58D8B}"/>
              </a:ext>
            </a:extLst>
          </p:cNvPr>
          <p:cNvSpPr/>
          <p:nvPr/>
        </p:nvSpPr>
        <p:spPr>
          <a:xfrm>
            <a:off x="-2760928" y="-2488557"/>
            <a:ext cx="18375176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5E0F7D98-6028-13C7-71C3-66A89C4DB03F}"/>
              </a:ext>
            </a:extLst>
          </p:cNvPr>
          <p:cNvSpPr/>
          <p:nvPr/>
        </p:nvSpPr>
        <p:spPr>
          <a:xfrm>
            <a:off x="-1600200" y="45721"/>
            <a:ext cx="3264164" cy="3464242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7A5DE04-199D-1684-89C9-0CB964653B66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C5371FAD-F039-6D78-B998-3BF424C9A324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AEA9EEBD-7D43-5F82-3195-7CE0D60CB0CA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4B3EDB4F-E1B4-0B4E-DE4C-F2C0C07EE408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C71A7D08-0391-0F41-52B7-AEA9A341051A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AA09C8F3-204F-3086-F2B9-59ECB544F533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449F912B-734A-5B19-02F7-F44A8A6DB032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835C3BA7-A313-4759-B610-8D009CFB46AB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737EDD96-DB3D-2DEC-B434-C2D4E2C3D755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B0F90F2E-7E8D-86FC-9631-F15135E954F1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A89BEC5D-3CF4-4C16-B420-5F2729315FCF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5014605F-D094-C401-898B-85D553437D42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13839207-FCD6-916C-33CD-ED054F37A2E1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D3102989-CA45-36CE-D6A1-97C0414BFA71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99B80170-71A5-9035-7231-A9AAB34DFB1D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34D1C265-BC1C-C1CF-5E2B-8A8AEFA16D35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E5F8A8F1-955E-7221-8A73-4EC62FECD3A0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986B7311-CC28-22A4-6156-4A5E51603AB6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30984B19-5909-1413-35E2-6EB6B79BDFD5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20717800-A32C-E303-E116-275DC35777BB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DDFB1DA7-7774-B8F7-B9CC-7E879CF34486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FA17E047-937E-54DD-1A07-01CC11950382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598B8C45-6231-7C6C-E678-BA87B004A12E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5900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CE33B753-8528-E899-99C4-19931DCE5065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D691200F-2716-C5A2-A359-7986C34D35AC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DE4E57CA-AE9A-A844-E488-3A4DF76D8AF2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25838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5" name="Table 34">
            <a:extLst>
              <a:ext uri="{FF2B5EF4-FFF2-40B4-BE49-F238E27FC236}">
                <a16:creationId xmlns:a16="http://schemas.microsoft.com/office/drawing/2014/main" id="{E258C11E-FCD5-BBC1-8B15-96B3D415F8A5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24149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6" name="Table 35">
            <a:extLst>
              <a:ext uri="{FF2B5EF4-FFF2-40B4-BE49-F238E27FC236}">
                <a16:creationId xmlns:a16="http://schemas.microsoft.com/office/drawing/2014/main" id="{02009CEC-0FFD-8167-7DBE-5BDB6F9F0E73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25463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DD25BF07-74A9-F5F9-A2F7-3AA856075CF4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235566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7C297CAA-689A-7E2E-7DF9-949ABF7E1478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233877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9" name="Table 38">
            <a:extLst>
              <a:ext uri="{FF2B5EF4-FFF2-40B4-BE49-F238E27FC236}">
                <a16:creationId xmlns:a16="http://schemas.microsoft.com/office/drawing/2014/main" id="{B15397FD-D12F-0EED-0DFE-E1A49F2CE85C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23519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31B009AF-5A39-DCF6-B603-F841E49AD27A}"/>
              </a:ext>
            </a:extLst>
          </p:cNvPr>
          <p:cNvCxnSpPr/>
          <p:nvPr/>
        </p:nvCxnSpPr>
        <p:spPr>
          <a:xfrm>
            <a:off x="6202230" y="-116840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2C249669-A74A-E834-0091-0C1101E8221C}"/>
              </a:ext>
            </a:extLst>
          </p:cNvPr>
          <p:cNvCxnSpPr/>
          <p:nvPr/>
        </p:nvCxnSpPr>
        <p:spPr>
          <a:xfrm>
            <a:off x="851408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5475142C-6874-32B8-0518-A71502A79A1B}"/>
              </a:ext>
            </a:extLst>
          </p:cNvPr>
          <p:cNvCxnSpPr>
            <a:cxnSpLocks/>
          </p:cNvCxnSpPr>
          <p:nvPr/>
        </p:nvCxnSpPr>
        <p:spPr>
          <a:xfrm flipV="1">
            <a:off x="868680" y="-868680"/>
            <a:ext cx="0" cy="823412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C02EC29F-0B9B-EB2F-B1D7-B93226D92427}"/>
              </a:ext>
            </a:extLst>
          </p:cNvPr>
          <p:cNvCxnSpPr>
            <a:cxnSpLocks/>
          </p:cNvCxnSpPr>
          <p:nvPr/>
        </p:nvCxnSpPr>
        <p:spPr>
          <a:xfrm>
            <a:off x="868680" y="-879718"/>
            <a:ext cx="1859280" cy="11038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D9661B75-92DB-C45D-6F98-16062611243C}"/>
              </a:ext>
            </a:extLst>
          </p:cNvPr>
          <p:cNvCxnSpPr/>
          <p:nvPr/>
        </p:nvCxnSpPr>
        <p:spPr>
          <a:xfrm>
            <a:off x="4112744" y="257556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54" name="Straight Arrow Connector 53">
            <a:extLst>
              <a:ext uri="{FF2B5EF4-FFF2-40B4-BE49-F238E27FC236}">
                <a16:creationId xmlns:a16="http://schemas.microsoft.com/office/drawing/2014/main" id="{67C95AD9-75E6-BD9F-4FC9-10C1104A8750}"/>
              </a:ext>
            </a:extLst>
          </p:cNvPr>
          <p:cNvCxnSpPr/>
          <p:nvPr/>
        </p:nvCxnSpPr>
        <p:spPr>
          <a:xfrm>
            <a:off x="4112744" y="257556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55" name="Table 54">
            <a:extLst>
              <a:ext uri="{FF2B5EF4-FFF2-40B4-BE49-F238E27FC236}">
                <a16:creationId xmlns:a16="http://schemas.microsoft.com/office/drawing/2014/main" id="{4740864C-7935-8422-8B67-FEC7FEACF3A7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3797441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6" name="Table 55">
            <a:extLst>
              <a:ext uri="{FF2B5EF4-FFF2-40B4-BE49-F238E27FC236}">
                <a16:creationId xmlns:a16="http://schemas.microsoft.com/office/drawing/2014/main" id="{41EE190F-4DB7-0C4A-ECE4-8179324551CF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7" name="Table 56">
            <a:extLst>
              <a:ext uri="{FF2B5EF4-FFF2-40B4-BE49-F238E27FC236}">
                <a16:creationId xmlns:a16="http://schemas.microsoft.com/office/drawing/2014/main" id="{2920289B-36E9-70BA-B3CB-860BA978749F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8" name="Table 57">
            <a:extLst>
              <a:ext uri="{FF2B5EF4-FFF2-40B4-BE49-F238E27FC236}">
                <a16:creationId xmlns:a16="http://schemas.microsoft.com/office/drawing/2014/main" id="{2A40003E-FAA4-86AF-087C-D70F9DAA4854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48968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9" name="Table 58">
            <a:extLst>
              <a:ext uri="{FF2B5EF4-FFF2-40B4-BE49-F238E27FC236}">
                <a16:creationId xmlns:a16="http://schemas.microsoft.com/office/drawing/2014/main" id="{6DC6247B-4A62-274D-60C2-AC286D34323C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48799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0" name="Table 59">
            <a:extLst>
              <a:ext uri="{FF2B5EF4-FFF2-40B4-BE49-F238E27FC236}">
                <a16:creationId xmlns:a16="http://schemas.microsoft.com/office/drawing/2014/main" id="{F17E1F16-D52E-BBB7-DB9B-CFDCE168C14B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489307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1" name="Table 60">
            <a:extLst>
              <a:ext uri="{FF2B5EF4-FFF2-40B4-BE49-F238E27FC236}">
                <a16:creationId xmlns:a16="http://schemas.microsoft.com/office/drawing/2014/main" id="{DDEF568A-CD1C-9527-9681-AF93F0185269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59941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2" name="Table 61">
            <a:extLst>
              <a:ext uri="{FF2B5EF4-FFF2-40B4-BE49-F238E27FC236}">
                <a16:creationId xmlns:a16="http://schemas.microsoft.com/office/drawing/2014/main" id="{B525E160-93FC-0051-7DB7-48BC9574A58F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59772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3" name="Table 62">
            <a:extLst>
              <a:ext uri="{FF2B5EF4-FFF2-40B4-BE49-F238E27FC236}">
                <a16:creationId xmlns:a16="http://schemas.microsoft.com/office/drawing/2014/main" id="{C4EA9AE8-0792-628D-BF1F-BD83132A4491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59903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1" name="Table 50">
            <a:extLst>
              <a:ext uri="{FF2B5EF4-FFF2-40B4-BE49-F238E27FC236}">
                <a16:creationId xmlns:a16="http://schemas.microsoft.com/office/drawing/2014/main" id="{3E07219D-B81E-FDC8-C149-C0C9C088B9EC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3827922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2" name="Table 51">
            <a:extLst>
              <a:ext uri="{FF2B5EF4-FFF2-40B4-BE49-F238E27FC236}">
                <a16:creationId xmlns:a16="http://schemas.microsoft.com/office/drawing/2014/main" id="{7C95EA28-B1AB-04A4-E643-94384B076BB9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4" name="Table 63">
            <a:extLst>
              <a:ext uri="{FF2B5EF4-FFF2-40B4-BE49-F238E27FC236}">
                <a16:creationId xmlns:a16="http://schemas.microsoft.com/office/drawing/2014/main" id="{04049E23-2311-5BDA-154E-DA792F82A628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5" name="Table 64">
            <a:extLst>
              <a:ext uri="{FF2B5EF4-FFF2-40B4-BE49-F238E27FC236}">
                <a16:creationId xmlns:a16="http://schemas.microsoft.com/office/drawing/2014/main" id="{0EFA2A79-8342-7809-A557-E54D03C5B50B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49273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6" name="Table 65">
            <a:extLst>
              <a:ext uri="{FF2B5EF4-FFF2-40B4-BE49-F238E27FC236}">
                <a16:creationId xmlns:a16="http://schemas.microsoft.com/office/drawing/2014/main" id="{9B58AAD8-2D54-6A36-51BC-608612FE8B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5051925"/>
              </p:ext>
            </p:extLst>
          </p:nvPr>
        </p:nvGraphicFramePr>
        <p:xfrm>
          <a:off x="7566754" y="49104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7" name="Table 66">
            <a:extLst>
              <a:ext uri="{FF2B5EF4-FFF2-40B4-BE49-F238E27FC236}">
                <a16:creationId xmlns:a16="http://schemas.microsoft.com/office/drawing/2014/main" id="{657808A4-BEE3-D86F-582E-208F77602CAD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492355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8" name="Table 67">
            <a:extLst>
              <a:ext uri="{FF2B5EF4-FFF2-40B4-BE49-F238E27FC236}">
                <a16:creationId xmlns:a16="http://schemas.microsoft.com/office/drawing/2014/main" id="{F6E8E9FF-3940-04CE-BB79-6162CE636558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602458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9" name="Table 68">
            <a:extLst>
              <a:ext uri="{FF2B5EF4-FFF2-40B4-BE49-F238E27FC236}">
                <a16:creationId xmlns:a16="http://schemas.microsoft.com/office/drawing/2014/main" id="{66AB64B2-15B7-B1B1-9182-A2CED1934374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600769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0" name="Table 69">
            <a:extLst>
              <a:ext uri="{FF2B5EF4-FFF2-40B4-BE49-F238E27FC236}">
                <a16:creationId xmlns:a16="http://schemas.microsoft.com/office/drawing/2014/main" id="{E9BDA5E7-AA1E-D6B0-6DE3-FD389FFC99B3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602083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71" name="Straight Arrow Connector 70">
            <a:extLst>
              <a:ext uri="{FF2B5EF4-FFF2-40B4-BE49-F238E27FC236}">
                <a16:creationId xmlns:a16="http://schemas.microsoft.com/office/drawing/2014/main" id="{9F384911-77DC-DAD3-B020-90FDF043C209}"/>
              </a:ext>
            </a:extLst>
          </p:cNvPr>
          <p:cNvCxnSpPr>
            <a:cxnSpLocks/>
          </p:cNvCxnSpPr>
          <p:nvPr/>
        </p:nvCxnSpPr>
        <p:spPr>
          <a:xfrm>
            <a:off x="5842806" y="5265420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0921471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81BE23-E7AB-8F2E-1D23-DA0650D79B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E6DA7E8-CE71-16C2-C172-D761349921D0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3E47362E-B40E-3C78-1EE3-26D1F88D0312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273F927-FBA0-26C3-0A06-D022FBDB810A}"/>
              </a:ext>
            </a:extLst>
          </p:cNvPr>
          <p:cNvSpPr/>
          <p:nvPr/>
        </p:nvSpPr>
        <p:spPr>
          <a:xfrm>
            <a:off x="-2760928" y="-2488557"/>
            <a:ext cx="18375176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7249A334-EEC2-25CA-17E8-F8ED87769401}"/>
              </a:ext>
            </a:extLst>
          </p:cNvPr>
          <p:cNvSpPr/>
          <p:nvPr/>
        </p:nvSpPr>
        <p:spPr>
          <a:xfrm>
            <a:off x="-1600200" y="45721"/>
            <a:ext cx="3264164" cy="3464242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62261A1-4200-2A2F-DEA3-AF4DBE04AE56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0A7630E5-C0F2-7ECE-D698-7ED072B582ED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8770F188-CF3B-5C50-090F-9CCBADA5DF61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D09D9B9F-D9CD-9104-CDA4-E1425133CF6E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6B1C4307-FB6C-8D03-5577-99A7F78FE0A1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E0014CFA-3659-77F6-4D34-AF1778514159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03D02541-9860-BFB1-6101-C26CDC3424C0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B7A435F6-FBF4-F677-0C11-79C66AF0260B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30A4E848-4073-9C65-8A55-B5CB14A15067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BB50817A-7E56-CFC2-6711-D16F3E1B1A43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83CCA4AD-06C8-EB69-0985-B7C07DDE643E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904F91EE-CCDE-8A9C-DFFD-FA967A708CDF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B965941F-80B1-C183-A428-8E9E7861A2A4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25A32797-0AF5-A2B4-0758-0B6926C82F97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A49A39F5-47B2-152B-1FD2-8977DF71CE67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4C5057F0-3338-52CF-3EA7-42EC5420DFEB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CDB99CF1-5884-49BF-7719-1D0049F2799E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A230CD76-BF8A-DBBC-68A1-93EE1CE5B827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F9D472EB-1FB4-443E-3B63-EC725FD0C0F7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41CC5DEA-61F9-F3E9-744B-384F6CD83216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4DBEFD50-812B-0E9A-A4EE-F7462EF14BB4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AE09E244-92B8-C08C-FED7-D1804887B46B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BA58B3D1-1D3F-E856-59D2-117A00710A64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5900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CAA24F7B-839E-E88F-0A39-2F8FDB11DAC8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ED906757-7066-C211-9F79-EA3B83C9E8E9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876330AC-C503-0BE2-7711-1F557BEE1714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25838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5" name="Table 34">
            <a:extLst>
              <a:ext uri="{FF2B5EF4-FFF2-40B4-BE49-F238E27FC236}">
                <a16:creationId xmlns:a16="http://schemas.microsoft.com/office/drawing/2014/main" id="{DF57C928-6F33-9FBE-5DB7-F21B59D0A25B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24149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6" name="Table 35">
            <a:extLst>
              <a:ext uri="{FF2B5EF4-FFF2-40B4-BE49-F238E27FC236}">
                <a16:creationId xmlns:a16="http://schemas.microsoft.com/office/drawing/2014/main" id="{AC8417FA-BEAB-BD19-0340-F8E31DD314D1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25463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65CE69AB-5C4E-6358-9AC0-61DA41E0C87A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235566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165D0EA1-6F89-F442-198B-1E3BB34787E2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233877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9" name="Table 38">
            <a:extLst>
              <a:ext uri="{FF2B5EF4-FFF2-40B4-BE49-F238E27FC236}">
                <a16:creationId xmlns:a16="http://schemas.microsoft.com/office/drawing/2014/main" id="{76909FAD-64E5-94A5-D76A-909FB4CB41A7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23519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B4A33296-B7E4-825C-9F43-847D527405D5}"/>
              </a:ext>
            </a:extLst>
          </p:cNvPr>
          <p:cNvCxnSpPr/>
          <p:nvPr/>
        </p:nvCxnSpPr>
        <p:spPr>
          <a:xfrm>
            <a:off x="6202230" y="-116840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C4E43AB5-9957-27E9-061D-88ADC09F5CFA}"/>
              </a:ext>
            </a:extLst>
          </p:cNvPr>
          <p:cNvCxnSpPr/>
          <p:nvPr/>
        </p:nvCxnSpPr>
        <p:spPr>
          <a:xfrm>
            <a:off x="851408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C194A0D-30EF-EA38-3EA6-211AD0182EA0}"/>
              </a:ext>
            </a:extLst>
          </p:cNvPr>
          <p:cNvCxnSpPr>
            <a:cxnSpLocks/>
          </p:cNvCxnSpPr>
          <p:nvPr/>
        </p:nvCxnSpPr>
        <p:spPr>
          <a:xfrm flipV="1">
            <a:off x="868680" y="-868680"/>
            <a:ext cx="0" cy="823412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28E9E0AD-5704-99E1-980B-A40D82038A17}"/>
              </a:ext>
            </a:extLst>
          </p:cNvPr>
          <p:cNvCxnSpPr>
            <a:cxnSpLocks/>
          </p:cNvCxnSpPr>
          <p:nvPr/>
        </p:nvCxnSpPr>
        <p:spPr>
          <a:xfrm>
            <a:off x="868680" y="-879718"/>
            <a:ext cx="1859280" cy="11038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9BEE5500-5D0A-C342-1BC6-527C6AC59D6E}"/>
              </a:ext>
            </a:extLst>
          </p:cNvPr>
          <p:cNvCxnSpPr/>
          <p:nvPr/>
        </p:nvCxnSpPr>
        <p:spPr>
          <a:xfrm>
            <a:off x="4112744" y="257556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54" name="Straight Arrow Connector 53">
            <a:extLst>
              <a:ext uri="{FF2B5EF4-FFF2-40B4-BE49-F238E27FC236}">
                <a16:creationId xmlns:a16="http://schemas.microsoft.com/office/drawing/2014/main" id="{EDAA1E8C-CA53-4C6F-845A-ADA7C367FC0E}"/>
              </a:ext>
            </a:extLst>
          </p:cNvPr>
          <p:cNvCxnSpPr/>
          <p:nvPr/>
        </p:nvCxnSpPr>
        <p:spPr>
          <a:xfrm>
            <a:off x="4112744" y="257556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55" name="Table 54">
            <a:extLst>
              <a:ext uri="{FF2B5EF4-FFF2-40B4-BE49-F238E27FC236}">
                <a16:creationId xmlns:a16="http://schemas.microsoft.com/office/drawing/2014/main" id="{DE4C092F-DD75-5E50-B8CD-D53F6D0DB77E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3797441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6" name="Table 55">
            <a:extLst>
              <a:ext uri="{FF2B5EF4-FFF2-40B4-BE49-F238E27FC236}">
                <a16:creationId xmlns:a16="http://schemas.microsoft.com/office/drawing/2014/main" id="{16DB71E9-04AD-2E04-5981-62A68ED88147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7" name="Table 56">
            <a:extLst>
              <a:ext uri="{FF2B5EF4-FFF2-40B4-BE49-F238E27FC236}">
                <a16:creationId xmlns:a16="http://schemas.microsoft.com/office/drawing/2014/main" id="{2DCA4DD1-265F-CC09-2DDC-10AA3C3A627B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8" name="Table 57">
            <a:extLst>
              <a:ext uri="{FF2B5EF4-FFF2-40B4-BE49-F238E27FC236}">
                <a16:creationId xmlns:a16="http://schemas.microsoft.com/office/drawing/2014/main" id="{28A46119-A46A-FD80-746D-D8ED4E986BCB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48968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9" name="Table 58">
            <a:extLst>
              <a:ext uri="{FF2B5EF4-FFF2-40B4-BE49-F238E27FC236}">
                <a16:creationId xmlns:a16="http://schemas.microsoft.com/office/drawing/2014/main" id="{989C53C8-6F28-B710-40B6-105CD2153C2B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48799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0" name="Table 59">
            <a:extLst>
              <a:ext uri="{FF2B5EF4-FFF2-40B4-BE49-F238E27FC236}">
                <a16:creationId xmlns:a16="http://schemas.microsoft.com/office/drawing/2014/main" id="{134F78F3-68F4-F1C2-BEFA-12C7502213E7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489307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1" name="Table 60">
            <a:extLst>
              <a:ext uri="{FF2B5EF4-FFF2-40B4-BE49-F238E27FC236}">
                <a16:creationId xmlns:a16="http://schemas.microsoft.com/office/drawing/2014/main" id="{6C146629-C32B-8540-964C-0E069D4468DB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59941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2" name="Table 61">
            <a:extLst>
              <a:ext uri="{FF2B5EF4-FFF2-40B4-BE49-F238E27FC236}">
                <a16:creationId xmlns:a16="http://schemas.microsoft.com/office/drawing/2014/main" id="{C3771758-2CBE-01CF-8D8C-0B49F8FFB76D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59772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3" name="Table 62">
            <a:extLst>
              <a:ext uri="{FF2B5EF4-FFF2-40B4-BE49-F238E27FC236}">
                <a16:creationId xmlns:a16="http://schemas.microsoft.com/office/drawing/2014/main" id="{2058CF67-6717-0F85-6FF3-E2328D233416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59903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1" name="Table 50">
            <a:extLst>
              <a:ext uri="{FF2B5EF4-FFF2-40B4-BE49-F238E27FC236}">
                <a16:creationId xmlns:a16="http://schemas.microsoft.com/office/drawing/2014/main" id="{0E80948B-AF63-865F-29EE-158D776231A0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3827922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2" name="Table 51">
            <a:extLst>
              <a:ext uri="{FF2B5EF4-FFF2-40B4-BE49-F238E27FC236}">
                <a16:creationId xmlns:a16="http://schemas.microsoft.com/office/drawing/2014/main" id="{F098E16A-5FEC-2941-F5CB-21879F620948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4" name="Table 63">
            <a:extLst>
              <a:ext uri="{FF2B5EF4-FFF2-40B4-BE49-F238E27FC236}">
                <a16:creationId xmlns:a16="http://schemas.microsoft.com/office/drawing/2014/main" id="{13819F91-0850-C02F-7D48-8D206D379DB6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5" name="Table 64">
            <a:extLst>
              <a:ext uri="{FF2B5EF4-FFF2-40B4-BE49-F238E27FC236}">
                <a16:creationId xmlns:a16="http://schemas.microsoft.com/office/drawing/2014/main" id="{98A137D8-01A3-BAD2-7F1E-B1E4CB6C471F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49273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6" name="Table 65">
            <a:extLst>
              <a:ext uri="{FF2B5EF4-FFF2-40B4-BE49-F238E27FC236}">
                <a16:creationId xmlns:a16="http://schemas.microsoft.com/office/drawing/2014/main" id="{438B0C98-B0F7-F59E-B4E5-F894AB96D864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49104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7" name="Table 66">
            <a:extLst>
              <a:ext uri="{FF2B5EF4-FFF2-40B4-BE49-F238E27FC236}">
                <a16:creationId xmlns:a16="http://schemas.microsoft.com/office/drawing/2014/main" id="{0E62D1C3-B562-6382-A196-4B0E2147CE57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492355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8" name="Table 67">
            <a:extLst>
              <a:ext uri="{FF2B5EF4-FFF2-40B4-BE49-F238E27FC236}">
                <a16:creationId xmlns:a16="http://schemas.microsoft.com/office/drawing/2014/main" id="{7B06C668-A9D1-1FED-4B72-E1DB6E9DD10E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602458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9" name="Table 68">
            <a:extLst>
              <a:ext uri="{FF2B5EF4-FFF2-40B4-BE49-F238E27FC236}">
                <a16:creationId xmlns:a16="http://schemas.microsoft.com/office/drawing/2014/main" id="{E6E22ACD-CFD6-130C-F29B-C489F731E85A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600769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0" name="Table 69">
            <a:extLst>
              <a:ext uri="{FF2B5EF4-FFF2-40B4-BE49-F238E27FC236}">
                <a16:creationId xmlns:a16="http://schemas.microsoft.com/office/drawing/2014/main" id="{8DBC548A-F0B6-5C30-B73A-6987430311E5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602083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71" name="Straight Arrow Connector 70">
            <a:extLst>
              <a:ext uri="{FF2B5EF4-FFF2-40B4-BE49-F238E27FC236}">
                <a16:creationId xmlns:a16="http://schemas.microsoft.com/office/drawing/2014/main" id="{62B95C0A-85BC-9A07-6BA5-55C13B049BC4}"/>
              </a:ext>
            </a:extLst>
          </p:cNvPr>
          <p:cNvCxnSpPr>
            <a:cxnSpLocks/>
          </p:cNvCxnSpPr>
          <p:nvPr/>
        </p:nvCxnSpPr>
        <p:spPr>
          <a:xfrm>
            <a:off x="5842806" y="5265420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pSp>
        <p:nvGrpSpPr>
          <p:cNvPr id="17" name="Group 16">
            <a:extLst>
              <a:ext uri="{FF2B5EF4-FFF2-40B4-BE49-F238E27FC236}">
                <a16:creationId xmlns:a16="http://schemas.microsoft.com/office/drawing/2014/main" id="{97739EF5-6EC2-65CA-281E-00F4CBDA4E9F}"/>
              </a:ext>
            </a:extLst>
          </p:cNvPr>
          <p:cNvGrpSpPr/>
          <p:nvPr/>
        </p:nvGrpSpPr>
        <p:grpSpPr>
          <a:xfrm>
            <a:off x="6538988" y="5602981"/>
            <a:ext cx="3077774" cy="448332"/>
            <a:chOff x="2984984" y="-2167404"/>
            <a:chExt cx="3077774" cy="448332"/>
          </a:xfrm>
        </p:grpSpPr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920E4F4C-CCAD-6727-FF6B-3016BDD3B423}"/>
                </a:ext>
              </a:extLst>
            </p:cNvPr>
            <p:cNvCxnSpPr>
              <a:cxnSpLocks/>
            </p:cNvCxnSpPr>
            <p:nvPr/>
          </p:nvCxnSpPr>
          <p:spPr>
            <a:xfrm>
              <a:off x="2995001" y="-2146741"/>
              <a:ext cx="3067757" cy="0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F4B8FE3-D702-2F65-91ED-2974C1A414E7}"/>
                </a:ext>
              </a:extLst>
            </p:cNvPr>
            <p:cNvCxnSpPr>
              <a:cxnSpLocks/>
            </p:cNvCxnSpPr>
            <p:nvPr/>
          </p:nvCxnSpPr>
          <p:spPr>
            <a:xfrm>
              <a:off x="2984984" y="-1737360"/>
              <a:ext cx="3075012" cy="0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FCF115AB-32CA-AD4F-6198-5681D98D7BE4}"/>
                </a:ext>
              </a:extLst>
            </p:cNvPr>
            <p:cNvCxnSpPr>
              <a:cxnSpLocks/>
            </p:cNvCxnSpPr>
            <p:nvPr/>
          </p:nvCxnSpPr>
          <p:spPr>
            <a:xfrm>
              <a:off x="2995001" y="-2167404"/>
              <a:ext cx="0" cy="448332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FD3AE05-E53B-A108-FF86-3732E79E3819}"/>
                </a:ext>
              </a:extLst>
            </p:cNvPr>
            <p:cNvCxnSpPr>
              <a:cxnSpLocks/>
            </p:cNvCxnSpPr>
            <p:nvPr/>
          </p:nvCxnSpPr>
          <p:spPr>
            <a:xfrm>
              <a:off x="6062758" y="-2167404"/>
              <a:ext cx="0" cy="448332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41253966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06201D-7F21-5C94-BE77-796D55274A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651077C-1235-A8E0-8F77-8F2B046F3F71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5679092A-B985-C5E7-622B-80AF299B94B0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926491D-87AB-1978-76BC-4946E0AF9619}"/>
              </a:ext>
            </a:extLst>
          </p:cNvPr>
          <p:cNvSpPr/>
          <p:nvPr/>
        </p:nvSpPr>
        <p:spPr>
          <a:xfrm>
            <a:off x="-2760928" y="-2488557"/>
            <a:ext cx="18375176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B5BAB180-F902-EB3E-400E-B32C6F5AF3C6}"/>
              </a:ext>
            </a:extLst>
          </p:cNvPr>
          <p:cNvSpPr/>
          <p:nvPr/>
        </p:nvSpPr>
        <p:spPr>
          <a:xfrm>
            <a:off x="-1600200" y="45721"/>
            <a:ext cx="3264164" cy="3464242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664959D-D21E-EF04-E112-E1ECB8DF02AC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CC2804C0-264F-8918-8D2D-1DD7ED8414FE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3B01743C-16A7-2F17-2137-C70847F8409C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885BC148-B3B6-2469-3DAE-F01CE4AE8D20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C132C6D4-5F8F-65FF-C686-CC9E4CC5B885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547B75D8-1C21-DED9-D59A-A2FB317B7ABA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0D358A3B-F05F-003B-BFA7-416A4CBABBCF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3CDFD38D-99B1-838F-0FBC-E984A0E7BA0F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1CD5938C-D3E4-0764-4175-DFC54753FB86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92BAF1A6-7EEB-EBFD-DBF7-717D3F13E3F8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C2C561E3-0440-FB47-C881-0E9E25BF991B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919A17AB-14D6-1B29-106C-D4F457D52332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1478370A-2BFA-DAB7-1F48-E155C45AB7FB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5796FF6E-0E28-27BA-2661-43AD46B4474D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69EA1FF5-1EA9-A4F7-AD9A-9B6BCCE535EF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40696C73-B9AD-FE05-460D-628A5F131650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C73130AB-C847-2955-14A1-41B1345D2A83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D76508D-4ECE-4033-2AA4-4AE1D0B1019E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17EEA936-CFCA-4573-79FA-55CC38545A94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B0CD734A-E9ED-81B2-4098-7346DF19EA60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0B711F38-2F9E-1800-B179-F88CD1B304AD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3AE9FE6D-883A-437D-70C4-728232ADDB10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08A7A62E-C12C-BEDD-99AF-1BEC3E8607EA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5900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5799967C-465F-E61B-415E-D34BCC82EE14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4669325A-CA5B-C216-BBC9-712A1DE535D1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46F80128-47DC-F252-14CF-106133B26163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25838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5" name="Table 34">
            <a:extLst>
              <a:ext uri="{FF2B5EF4-FFF2-40B4-BE49-F238E27FC236}">
                <a16:creationId xmlns:a16="http://schemas.microsoft.com/office/drawing/2014/main" id="{F82E4B05-AA62-68C5-5696-80C4596A79F0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24149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6" name="Table 35">
            <a:extLst>
              <a:ext uri="{FF2B5EF4-FFF2-40B4-BE49-F238E27FC236}">
                <a16:creationId xmlns:a16="http://schemas.microsoft.com/office/drawing/2014/main" id="{58617774-9E13-8055-0EAE-CE75B1575406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25463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7842AEAB-4BCA-4E27-F34E-6F330451A530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235566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A4BC57C6-D032-69F9-3155-0F87962C1271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233877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9" name="Table 38">
            <a:extLst>
              <a:ext uri="{FF2B5EF4-FFF2-40B4-BE49-F238E27FC236}">
                <a16:creationId xmlns:a16="http://schemas.microsoft.com/office/drawing/2014/main" id="{3406767D-1BCB-5BCC-5E0E-205B35250880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23519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82FD5DDE-D58B-814C-0EE9-157C9188B04D}"/>
              </a:ext>
            </a:extLst>
          </p:cNvPr>
          <p:cNvCxnSpPr/>
          <p:nvPr/>
        </p:nvCxnSpPr>
        <p:spPr>
          <a:xfrm>
            <a:off x="6202230" y="-116840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6B7D5FAA-2CD9-C189-0F5A-025EB1F1BA96}"/>
              </a:ext>
            </a:extLst>
          </p:cNvPr>
          <p:cNvCxnSpPr/>
          <p:nvPr/>
        </p:nvCxnSpPr>
        <p:spPr>
          <a:xfrm>
            <a:off x="851408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1DD6FDF-6251-FB46-E904-C99DA63F87CF}"/>
              </a:ext>
            </a:extLst>
          </p:cNvPr>
          <p:cNvCxnSpPr>
            <a:cxnSpLocks/>
          </p:cNvCxnSpPr>
          <p:nvPr/>
        </p:nvCxnSpPr>
        <p:spPr>
          <a:xfrm flipV="1">
            <a:off x="868680" y="-868680"/>
            <a:ext cx="0" cy="823412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EFF6B2EC-8F21-FBA7-5C60-205F02EDD9F5}"/>
              </a:ext>
            </a:extLst>
          </p:cNvPr>
          <p:cNvCxnSpPr>
            <a:cxnSpLocks/>
          </p:cNvCxnSpPr>
          <p:nvPr/>
        </p:nvCxnSpPr>
        <p:spPr>
          <a:xfrm>
            <a:off x="868680" y="-879718"/>
            <a:ext cx="1859280" cy="11038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051F5917-2190-2C59-2130-86DFDBA0A712}"/>
              </a:ext>
            </a:extLst>
          </p:cNvPr>
          <p:cNvCxnSpPr/>
          <p:nvPr/>
        </p:nvCxnSpPr>
        <p:spPr>
          <a:xfrm>
            <a:off x="4112744" y="257556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54" name="Straight Arrow Connector 53">
            <a:extLst>
              <a:ext uri="{FF2B5EF4-FFF2-40B4-BE49-F238E27FC236}">
                <a16:creationId xmlns:a16="http://schemas.microsoft.com/office/drawing/2014/main" id="{94A9D7CC-E750-A5F8-B4D7-CF68F26D53BC}"/>
              </a:ext>
            </a:extLst>
          </p:cNvPr>
          <p:cNvCxnSpPr/>
          <p:nvPr/>
        </p:nvCxnSpPr>
        <p:spPr>
          <a:xfrm>
            <a:off x="4112744" y="257556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55" name="Table 54">
            <a:extLst>
              <a:ext uri="{FF2B5EF4-FFF2-40B4-BE49-F238E27FC236}">
                <a16:creationId xmlns:a16="http://schemas.microsoft.com/office/drawing/2014/main" id="{B638150D-AF1E-210F-DB57-F4E820E4D06C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3797441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6" name="Table 55">
            <a:extLst>
              <a:ext uri="{FF2B5EF4-FFF2-40B4-BE49-F238E27FC236}">
                <a16:creationId xmlns:a16="http://schemas.microsoft.com/office/drawing/2014/main" id="{4057ED4B-6E5F-7D39-A91C-B8E335F704AC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7" name="Table 56">
            <a:extLst>
              <a:ext uri="{FF2B5EF4-FFF2-40B4-BE49-F238E27FC236}">
                <a16:creationId xmlns:a16="http://schemas.microsoft.com/office/drawing/2014/main" id="{D95FE1CA-7353-CB75-E8FB-A9F821B5D674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8" name="Table 57">
            <a:extLst>
              <a:ext uri="{FF2B5EF4-FFF2-40B4-BE49-F238E27FC236}">
                <a16:creationId xmlns:a16="http://schemas.microsoft.com/office/drawing/2014/main" id="{68202C96-00E8-797C-CCB4-C3E274695244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48968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9" name="Table 58">
            <a:extLst>
              <a:ext uri="{FF2B5EF4-FFF2-40B4-BE49-F238E27FC236}">
                <a16:creationId xmlns:a16="http://schemas.microsoft.com/office/drawing/2014/main" id="{4708C0DC-77F1-BDC8-5CCE-962DBF9A8C90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48799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0" name="Table 59">
            <a:extLst>
              <a:ext uri="{FF2B5EF4-FFF2-40B4-BE49-F238E27FC236}">
                <a16:creationId xmlns:a16="http://schemas.microsoft.com/office/drawing/2014/main" id="{CA6DD5DC-9576-A4FD-C679-81B837008750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489307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1" name="Table 60">
            <a:extLst>
              <a:ext uri="{FF2B5EF4-FFF2-40B4-BE49-F238E27FC236}">
                <a16:creationId xmlns:a16="http://schemas.microsoft.com/office/drawing/2014/main" id="{7AE825C0-222C-D9F3-18A9-25986AECF7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2637543"/>
              </p:ext>
            </p:extLst>
          </p:nvPr>
        </p:nvGraphicFramePr>
        <p:xfrm>
          <a:off x="2575238" y="59941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2" name="Table 61">
            <a:extLst>
              <a:ext uri="{FF2B5EF4-FFF2-40B4-BE49-F238E27FC236}">
                <a16:creationId xmlns:a16="http://schemas.microsoft.com/office/drawing/2014/main" id="{0FCC2EDF-ECA8-B758-1BA8-1C1A1D1B73AC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59772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3" name="Table 62">
            <a:extLst>
              <a:ext uri="{FF2B5EF4-FFF2-40B4-BE49-F238E27FC236}">
                <a16:creationId xmlns:a16="http://schemas.microsoft.com/office/drawing/2014/main" id="{5A280B5B-D264-D25B-8DDB-BDA5995AF236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59903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1" name="Table 50">
            <a:extLst>
              <a:ext uri="{FF2B5EF4-FFF2-40B4-BE49-F238E27FC236}">
                <a16:creationId xmlns:a16="http://schemas.microsoft.com/office/drawing/2014/main" id="{F6690A73-C360-AFC2-B769-1AC0DF4D987C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3827922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2" name="Table 51">
            <a:extLst>
              <a:ext uri="{FF2B5EF4-FFF2-40B4-BE49-F238E27FC236}">
                <a16:creationId xmlns:a16="http://schemas.microsoft.com/office/drawing/2014/main" id="{9320BB14-154D-DE85-FE6E-8167DD3C66D4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4" name="Table 63">
            <a:extLst>
              <a:ext uri="{FF2B5EF4-FFF2-40B4-BE49-F238E27FC236}">
                <a16:creationId xmlns:a16="http://schemas.microsoft.com/office/drawing/2014/main" id="{E56033A1-C995-5AB8-9F82-0798868ED4A7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5" name="Table 64">
            <a:extLst>
              <a:ext uri="{FF2B5EF4-FFF2-40B4-BE49-F238E27FC236}">
                <a16:creationId xmlns:a16="http://schemas.microsoft.com/office/drawing/2014/main" id="{7211836F-AB2D-FE7A-1717-DFB9EDF837E0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49273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6" name="Table 65">
            <a:extLst>
              <a:ext uri="{FF2B5EF4-FFF2-40B4-BE49-F238E27FC236}">
                <a16:creationId xmlns:a16="http://schemas.microsoft.com/office/drawing/2014/main" id="{7B599984-8AB9-E0A3-A1CD-82B62DE47798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49104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7" name="Table 66">
            <a:extLst>
              <a:ext uri="{FF2B5EF4-FFF2-40B4-BE49-F238E27FC236}">
                <a16:creationId xmlns:a16="http://schemas.microsoft.com/office/drawing/2014/main" id="{FC6F0135-249F-98CB-E74A-5239685A1C36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492355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8" name="Table 67">
            <a:extLst>
              <a:ext uri="{FF2B5EF4-FFF2-40B4-BE49-F238E27FC236}">
                <a16:creationId xmlns:a16="http://schemas.microsoft.com/office/drawing/2014/main" id="{50E7CDF6-6E54-8615-5FBB-F3E966DEA822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602458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9" name="Table 68">
            <a:extLst>
              <a:ext uri="{FF2B5EF4-FFF2-40B4-BE49-F238E27FC236}">
                <a16:creationId xmlns:a16="http://schemas.microsoft.com/office/drawing/2014/main" id="{448BE100-BDC4-748D-2C38-11E09A13A1B5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600769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0" name="Table 69">
            <a:extLst>
              <a:ext uri="{FF2B5EF4-FFF2-40B4-BE49-F238E27FC236}">
                <a16:creationId xmlns:a16="http://schemas.microsoft.com/office/drawing/2014/main" id="{AC0EBDE1-0D1A-77FE-825F-18D594CD32BE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602083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71" name="Straight Arrow Connector 70">
            <a:extLst>
              <a:ext uri="{FF2B5EF4-FFF2-40B4-BE49-F238E27FC236}">
                <a16:creationId xmlns:a16="http://schemas.microsoft.com/office/drawing/2014/main" id="{980FA5DB-BF4B-8A29-A921-2945B704730B}"/>
              </a:ext>
            </a:extLst>
          </p:cNvPr>
          <p:cNvCxnSpPr>
            <a:cxnSpLocks/>
          </p:cNvCxnSpPr>
          <p:nvPr/>
        </p:nvCxnSpPr>
        <p:spPr>
          <a:xfrm>
            <a:off x="5842806" y="5265420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EAFF9F5-9AE3-2EE6-F59A-AE99676B8E36}"/>
              </a:ext>
            </a:extLst>
          </p:cNvPr>
          <p:cNvGrpSpPr/>
          <p:nvPr/>
        </p:nvGrpSpPr>
        <p:grpSpPr>
          <a:xfrm>
            <a:off x="6538988" y="5602981"/>
            <a:ext cx="3077774" cy="448332"/>
            <a:chOff x="2984984" y="-2167404"/>
            <a:chExt cx="3077774" cy="448332"/>
          </a:xfrm>
        </p:grpSpPr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CB9CA0C-2D2D-9FC0-8AF1-2ABE21BE5F5A}"/>
                </a:ext>
              </a:extLst>
            </p:cNvPr>
            <p:cNvCxnSpPr>
              <a:cxnSpLocks/>
            </p:cNvCxnSpPr>
            <p:nvPr/>
          </p:nvCxnSpPr>
          <p:spPr>
            <a:xfrm>
              <a:off x="2995001" y="-2146741"/>
              <a:ext cx="3067757" cy="0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BAEA236C-AF5D-4851-B039-B3258D942F95}"/>
                </a:ext>
              </a:extLst>
            </p:cNvPr>
            <p:cNvCxnSpPr>
              <a:cxnSpLocks/>
            </p:cNvCxnSpPr>
            <p:nvPr/>
          </p:nvCxnSpPr>
          <p:spPr>
            <a:xfrm>
              <a:off x="2984984" y="-1737360"/>
              <a:ext cx="3075012" cy="0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4B151AC3-A7FF-2DAB-C47F-3DCB1EC49A52}"/>
                </a:ext>
              </a:extLst>
            </p:cNvPr>
            <p:cNvCxnSpPr>
              <a:cxnSpLocks/>
            </p:cNvCxnSpPr>
            <p:nvPr/>
          </p:nvCxnSpPr>
          <p:spPr>
            <a:xfrm>
              <a:off x="2995001" y="-2167404"/>
              <a:ext cx="0" cy="448332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82A0440C-4D04-9404-C782-893F6C066B79}"/>
                </a:ext>
              </a:extLst>
            </p:cNvPr>
            <p:cNvCxnSpPr>
              <a:cxnSpLocks/>
            </p:cNvCxnSpPr>
            <p:nvPr/>
          </p:nvCxnSpPr>
          <p:spPr>
            <a:xfrm>
              <a:off x="6062758" y="-2167404"/>
              <a:ext cx="0" cy="448332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64CE7776-5E20-1AE5-23AC-D61EB55DDD18}"/>
              </a:ext>
            </a:extLst>
          </p:cNvPr>
          <p:cNvGrpSpPr/>
          <p:nvPr/>
        </p:nvGrpSpPr>
        <p:grpSpPr>
          <a:xfrm>
            <a:off x="7902009" y="3752379"/>
            <a:ext cx="321909" cy="3336004"/>
            <a:chOff x="4983546" y="1152724"/>
            <a:chExt cx="515339" cy="4105076"/>
          </a:xfrm>
        </p:grpSpPr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30C3D886-8E4B-130E-369F-8F5E7C9AE892}"/>
                </a:ext>
              </a:extLst>
            </p:cNvPr>
            <p:cNvCxnSpPr>
              <a:cxnSpLocks/>
            </p:cNvCxnSpPr>
            <p:nvPr/>
          </p:nvCxnSpPr>
          <p:spPr>
            <a:xfrm>
              <a:off x="4995121" y="5257800"/>
              <a:ext cx="503764" cy="0"/>
            </a:xfrm>
            <a:prstGeom prst="line">
              <a:avLst/>
            </a:prstGeom>
            <a:ln w="57150">
              <a:solidFill>
                <a:schemeClr val="accent5">
                  <a:lumMod val="50000"/>
                </a:schemeClr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37416C02-5C79-BE98-28C2-CE42D6E9C384}"/>
                </a:ext>
              </a:extLst>
            </p:cNvPr>
            <p:cNvCxnSpPr>
              <a:cxnSpLocks/>
            </p:cNvCxnSpPr>
            <p:nvPr/>
          </p:nvCxnSpPr>
          <p:spPr>
            <a:xfrm>
              <a:off x="4983546" y="1152724"/>
              <a:ext cx="0" cy="4084412"/>
            </a:xfrm>
            <a:prstGeom prst="line">
              <a:avLst/>
            </a:prstGeom>
            <a:ln w="57150">
              <a:solidFill>
                <a:schemeClr val="accent5">
                  <a:lumMod val="50000"/>
                </a:schemeClr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6DC6DF77-06C5-4187-799A-27AF3256A949}"/>
                </a:ext>
              </a:extLst>
            </p:cNvPr>
            <p:cNvCxnSpPr>
              <a:cxnSpLocks/>
            </p:cNvCxnSpPr>
            <p:nvPr/>
          </p:nvCxnSpPr>
          <p:spPr>
            <a:xfrm>
              <a:off x="5469124" y="1169082"/>
              <a:ext cx="15983" cy="4088718"/>
            </a:xfrm>
            <a:prstGeom prst="line">
              <a:avLst/>
            </a:prstGeom>
            <a:ln w="57150">
              <a:solidFill>
                <a:schemeClr val="accent5">
                  <a:lumMod val="50000"/>
                </a:schemeClr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3F1034AC-E950-4AAE-FEB7-0B5874FB4ED1}"/>
                </a:ext>
              </a:extLst>
            </p:cNvPr>
            <p:cNvCxnSpPr>
              <a:cxnSpLocks/>
            </p:cNvCxnSpPr>
            <p:nvPr/>
          </p:nvCxnSpPr>
          <p:spPr>
            <a:xfrm>
              <a:off x="4995121" y="1169082"/>
              <a:ext cx="503764" cy="0"/>
            </a:xfrm>
            <a:prstGeom prst="line">
              <a:avLst/>
            </a:prstGeom>
            <a:ln w="57150">
              <a:solidFill>
                <a:schemeClr val="accent5">
                  <a:lumMod val="50000"/>
                </a:schemeClr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2415976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F0B4D0-E4A9-D769-5861-88505A7E14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5848038-FE74-F3C3-C653-F04CEED818D0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D0A43A4C-AED3-C95F-D154-E3B1715BB317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6E2C6364-4BA3-99C2-6BC7-831FBA32FFA2}"/>
              </a:ext>
            </a:extLst>
          </p:cNvPr>
          <p:cNvSpPr/>
          <p:nvPr/>
        </p:nvSpPr>
        <p:spPr>
          <a:xfrm>
            <a:off x="-2760928" y="-2488557"/>
            <a:ext cx="18375176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DD365754-9701-202B-62A7-7B8BE4582318}"/>
              </a:ext>
            </a:extLst>
          </p:cNvPr>
          <p:cNvSpPr/>
          <p:nvPr/>
        </p:nvSpPr>
        <p:spPr>
          <a:xfrm>
            <a:off x="-1600200" y="45721"/>
            <a:ext cx="3264164" cy="3464242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6EA54A0-3CDB-04F5-0E35-47C755BBE872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446F3CB4-050A-7F81-D97A-0EB71E3D24F9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3CE97C0A-8BF8-4022-FEA1-B3DADA607541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3BEA404E-098F-EDDD-768D-4A5A406E5494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D305B799-13F8-CF2D-22D4-75E2732AF618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C50AF501-CCD5-10B7-3311-753A13A19E06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DDB9CD6F-5202-C508-50F0-B2CA45C4A00D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A5AE200F-322C-D402-3D4A-E99AC74438E8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D7BB08F2-B31B-9D91-DB90-9A067DA9C898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EB12C501-6A54-4D53-FCE5-62EEE5C29920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006BD2E9-2EF0-D598-9EF3-3D51BF10C119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C9047FB1-1C22-EB12-500C-921EF2538448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EF035456-0F6D-C6DF-C8A9-385FD5F1CC92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43F8A023-6AC5-1B78-AB31-BF60C5CD803F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ABB46FA8-0058-1788-98DF-E163904D3FF9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7C2B2AEA-911F-5B04-2E44-61A9F63DE155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E5DBB268-E81F-46E5-14F6-39CC1920EBF9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5D97BFB5-EABA-50CA-48B9-A139D703D8A6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8212BF7F-F71D-3A9A-35CE-C4318FA5A44F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509FB87C-46FE-AD5E-9508-4C209E517B0A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8B9AC4D2-9184-B6E4-DCD2-C8AEAA3B32B3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A2C2A0E8-BBEE-A698-BEB3-706C80A4C662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F4D7A149-F339-AA47-0A7B-81415AF153BA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5900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C374462D-B31A-DA1B-7AE4-9A116685DF4A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EAE499A7-4404-86D9-DFF0-80FA87E05895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CC9C1E1B-6805-C572-F109-9ED20A8D0955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25838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5" name="Table 34">
            <a:extLst>
              <a:ext uri="{FF2B5EF4-FFF2-40B4-BE49-F238E27FC236}">
                <a16:creationId xmlns:a16="http://schemas.microsoft.com/office/drawing/2014/main" id="{8A2DE583-08CE-13CF-9FD4-12D0452DF227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24149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6" name="Table 35">
            <a:extLst>
              <a:ext uri="{FF2B5EF4-FFF2-40B4-BE49-F238E27FC236}">
                <a16:creationId xmlns:a16="http://schemas.microsoft.com/office/drawing/2014/main" id="{F9414DF8-0F7E-0ABC-34D7-F175FAA8090B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25463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2D8353AF-D22E-4498-2A5B-1777EEBDADD8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235566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E6459D7A-2613-958F-8DDB-010C1C72E6E2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233877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9" name="Table 38">
            <a:extLst>
              <a:ext uri="{FF2B5EF4-FFF2-40B4-BE49-F238E27FC236}">
                <a16:creationId xmlns:a16="http://schemas.microsoft.com/office/drawing/2014/main" id="{E3683A29-B6ED-566C-E739-6442A58C6B24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23519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A2EFAB29-EF53-819B-F5C9-6210DDF486D5}"/>
              </a:ext>
            </a:extLst>
          </p:cNvPr>
          <p:cNvCxnSpPr/>
          <p:nvPr/>
        </p:nvCxnSpPr>
        <p:spPr>
          <a:xfrm>
            <a:off x="6202230" y="-116840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38D67A9F-AE22-7581-96EF-DC5FB3497A6A}"/>
              </a:ext>
            </a:extLst>
          </p:cNvPr>
          <p:cNvCxnSpPr/>
          <p:nvPr/>
        </p:nvCxnSpPr>
        <p:spPr>
          <a:xfrm>
            <a:off x="851408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8E6B19CC-878B-6DDD-9DC2-533F4A7CC552}"/>
              </a:ext>
            </a:extLst>
          </p:cNvPr>
          <p:cNvCxnSpPr>
            <a:cxnSpLocks/>
          </p:cNvCxnSpPr>
          <p:nvPr/>
        </p:nvCxnSpPr>
        <p:spPr>
          <a:xfrm flipV="1">
            <a:off x="868680" y="-868680"/>
            <a:ext cx="0" cy="823412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90FC59FD-1134-E484-75FA-05667D90D922}"/>
              </a:ext>
            </a:extLst>
          </p:cNvPr>
          <p:cNvCxnSpPr>
            <a:cxnSpLocks/>
          </p:cNvCxnSpPr>
          <p:nvPr/>
        </p:nvCxnSpPr>
        <p:spPr>
          <a:xfrm>
            <a:off x="868680" y="-879718"/>
            <a:ext cx="1859280" cy="11038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B689DF51-48D7-A7BB-3831-C0E3A22D06B6}"/>
              </a:ext>
            </a:extLst>
          </p:cNvPr>
          <p:cNvCxnSpPr/>
          <p:nvPr/>
        </p:nvCxnSpPr>
        <p:spPr>
          <a:xfrm>
            <a:off x="4112744" y="257556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54" name="Straight Arrow Connector 53">
            <a:extLst>
              <a:ext uri="{FF2B5EF4-FFF2-40B4-BE49-F238E27FC236}">
                <a16:creationId xmlns:a16="http://schemas.microsoft.com/office/drawing/2014/main" id="{43423203-9BFF-CECC-63B8-D710B9595DA7}"/>
              </a:ext>
            </a:extLst>
          </p:cNvPr>
          <p:cNvCxnSpPr/>
          <p:nvPr/>
        </p:nvCxnSpPr>
        <p:spPr>
          <a:xfrm>
            <a:off x="4112744" y="257556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55" name="Table 54">
            <a:extLst>
              <a:ext uri="{FF2B5EF4-FFF2-40B4-BE49-F238E27FC236}">
                <a16:creationId xmlns:a16="http://schemas.microsoft.com/office/drawing/2014/main" id="{85B89E07-0FB3-E691-6568-C8A3438405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5943185"/>
              </p:ext>
            </p:extLst>
          </p:nvPr>
        </p:nvGraphicFramePr>
        <p:xfrm>
          <a:off x="2575238" y="3797441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6" name="Table 55">
            <a:extLst>
              <a:ext uri="{FF2B5EF4-FFF2-40B4-BE49-F238E27FC236}">
                <a16:creationId xmlns:a16="http://schemas.microsoft.com/office/drawing/2014/main" id="{AE30F1DA-44A3-E218-820D-77E46C14382D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7" name="Table 56">
            <a:extLst>
              <a:ext uri="{FF2B5EF4-FFF2-40B4-BE49-F238E27FC236}">
                <a16:creationId xmlns:a16="http://schemas.microsoft.com/office/drawing/2014/main" id="{FCFB0341-61D6-CA51-F8C5-B0380BAF5CDB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8" name="Table 57">
            <a:extLst>
              <a:ext uri="{FF2B5EF4-FFF2-40B4-BE49-F238E27FC236}">
                <a16:creationId xmlns:a16="http://schemas.microsoft.com/office/drawing/2014/main" id="{7E89BC3F-8FA9-61B6-097A-E1763E272285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48968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9" name="Table 58">
            <a:extLst>
              <a:ext uri="{FF2B5EF4-FFF2-40B4-BE49-F238E27FC236}">
                <a16:creationId xmlns:a16="http://schemas.microsoft.com/office/drawing/2014/main" id="{50103E6C-F49B-B526-B648-6C76A317B00B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48799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0" name="Table 59">
            <a:extLst>
              <a:ext uri="{FF2B5EF4-FFF2-40B4-BE49-F238E27FC236}">
                <a16:creationId xmlns:a16="http://schemas.microsoft.com/office/drawing/2014/main" id="{941703AA-05B6-7257-256A-46AC74046E02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489307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1" name="Table 60">
            <a:extLst>
              <a:ext uri="{FF2B5EF4-FFF2-40B4-BE49-F238E27FC236}">
                <a16:creationId xmlns:a16="http://schemas.microsoft.com/office/drawing/2014/main" id="{9384D347-4AEB-2F12-7497-B97E50AC1DE7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59941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2" name="Table 61">
            <a:extLst>
              <a:ext uri="{FF2B5EF4-FFF2-40B4-BE49-F238E27FC236}">
                <a16:creationId xmlns:a16="http://schemas.microsoft.com/office/drawing/2014/main" id="{21048BD0-37C7-D55D-502B-8C25B1C450D9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59772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3" name="Table 62">
            <a:extLst>
              <a:ext uri="{FF2B5EF4-FFF2-40B4-BE49-F238E27FC236}">
                <a16:creationId xmlns:a16="http://schemas.microsoft.com/office/drawing/2014/main" id="{1D776513-21FF-E231-EC82-E1CAE9757771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59903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1" name="Table 50">
            <a:extLst>
              <a:ext uri="{FF2B5EF4-FFF2-40B4-BE49-F238E27FC236}">
                <a16:creationId xmlns:a16="http://schemas.microsoft.com/office/drawing/2014/main" id="{2670A01E-8195-A770-9283-AE7E211F7B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3498901"/>
              </p:ext>
            </p:extLst>
          </p:nvPr>
        </p:nvGraphicFramePr>
        <p:xfrm>
          <a:off x="6541750" y="3827922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2" name="Table 51">
            <a:extLst>
              <a:ext uri="{FF2B5EF4-FFF2-40B4-BE49-F238E27FC236}">
                <a16:creationId xmlns:a16="http://schemas.microsoft.com/office/drawing/2014/main" id="{123FE2B7-C598-B0AC-5429-DF7A997380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6896418"/>
              </p:ext>
            </p:extLst>
          </p:nvPr>
        </p:nvGraphicFramePr>
        <p:xfrm>
          <a:off x="7566754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4" name="Table 63">
            <a:extLst>
              <a:ext uri="{FF2B5EF4-FFF2-40B4-BE49-F238E27FC236}">
                <a16:creationId xmlns:a16="http://schemas.microsoft.com/office/drawing/2014/main" id="{C37F6529-4759-D6BF-CBDB-02BADAC8A0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6023137"/>
              </p:ext>
            </p:extLst>
          </p:nvPr>
        </p:nvGraphicFramePr>
        <p:xfrm>
          <a:off x="8591758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5" name="Table 64">
            <a:extLst>
              <a:ext uri="{FF2B5EF4-FFF2-40B4-BE49-F238E27FC236}">
                <a16:creationId xmlns:a16="http://schemas.microsoft.com/office/drawing/2014/main" id="{F234B86F-6A15-6EEF-26FC-FD6942995F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4281518"/>
              </p:ext>
            </p:extLst>
          </p:nvPr>
        </p:nvGraphicFramePr>
        <p:xfrm>
          <a:off x="6541750" y="49273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6" name="Table 65">
            <a:extLst>
              <a:ext uri="{FF2B5EF4-FFF2-40B4-BE49-F238E27FC236}">
                <a16:creationId xmlns:a16="http://schemas.microsoft.com/office/drawing/2014/main" id="{BFA278B9-C38F-4051-910B-FA6410D696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8141887"/>
              </p:ext>
            </p:extLst>
          </p:nvPr>
        </p:nvGraphicFramePr>
        <p:xfrm>
          <a:off x="7566754" y="49104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7" name="Table 66">
            <a:extLst>
              <a:ext uri="{FF2B5EF4-FFF2-40B4-BE49-F238E27FC236}">
                <a16:creationId xmlns:a16="http://schemas.microsoft.com/office/drawing/2014/main" id="{DF05639D-D564-C39E-D0CA-01430D418C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9467899"/>
              </p:ext>
            </p:extLst>
          </p:nvPr>
        </p:nvGraphicFramePr>
        <p:xfrm>
          <a:off x="8591758" y="492355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8" name="Table 67">
            <a:extLst>
              <a:ext uri="{FF2B5EF4-FFF2-40B4-BE49-F238E27FC236}">
                <a16:creationId xmlns:a16="http://schemas.microsoft.com/office/drawing/2014/main" id="{ECF50F71-DFA2-6065-6ABD-D09DACD06F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5011665"/>
              </p:ext>
            </p:extLst>
          </p:nvPr>
        </p:nvGraphicFramePr>
        <p:xfrm>
          <a:off x="6541750" y="602458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9" name="Table 68">
            <a:extLst>
              <a:ext uri="{FF2B5EF4-FFF2-40B4-BE49-F238E27FC236}">
                <a16:creationId xmlns:a16="http://schemas.microsoft.com/office/drawing/2014/main" id="{98EA2219-A25A-0AF2-9E70-D7865D9038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7131261"/>
              </p:ext>
            </p:extLst>
          </p:nvPr>
        </p:nvGraphicFramePr>
        <p:xfrm>
          <a:off x="7566754" y="600769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0" name="Table 69">
            <a:extLst>
              <a:ext uri="{FF2B5EF4-FFF2-40B4-BE49-F238E27FC236}">
                <a16:creationId xmlns:a16="http://schemas.microsoft.com/office/drawing/2014/main" id="{0A99DB6D-DB16-FC33-37B4-3AAE660C92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1752760"/>
              </p:ext>
            </p:extLst>
          </p:nvPr>
        </p:nvGraphicFramePr>
        <p:xfrm>
          <a:off x="8591758" y="602083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71" name="Straight Arrow Connector 70">
            <a:extLst>
              <a:ext uri="{FF2B5EF4-FFF2-40B4-BE49-F238E27FC236}">
                <a16:creationId xmlns:a16="http://schemas.microsoft.com/office/drawing/2014/main" id="{D7198A54-2245-2158-C4D1-E19F5E460C9E}"/>
              </a:ext>
            </a:extLst>
          </p:cNvPr>
          <p:cNvCxnSpPr>
            <a:cxnSpLocks/>
          </p:cNvCxnSpPr>
          <p:nvPr/>
        </p:nvCxnSpPr>
        <p:spPr>
          <a:xfrm>
            <a:off x="5842806" y="5265420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82" name="Table 81">
            <a:extLst>
              <a:ext uri="{FF2B5EF4-FFF2-40B4-BE49-F238E27FC236}">
                <a16:creationId xmlns:a16="http://schemas.microsoft.com/office/drawing/2014/main" id="{BD5D3468-733C-51E3-48E0-FCE2D7351A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7872859"/>
              </p:ext>
            </p:extLst>
          </p:nvPr>
        </p:nvGraphicFramePr>
        <p:xfrm>
          <a:off x="10389072" y="385840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3" name="Table 82">
            <a:extLst>
              <a:ext uri="{FF2B5EF4-FFF2-40B4-BE49-F238E27FC236}">
                <a16:creationId xmlns:a16="http://schemas.microsoft.com/office/drawing/2014/main" id="{815EF29A-3FB3-2C1E-8F1A-8B3ACFED4C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2387796"/>
              </p:ext>
            </p:extLst>
          </p:nvPr>
        </p:nvGraphicFramePr>
        <p:xfrm>
          <a:off x="11414076" y="385840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4" name="Table 83">
            <a:extLst>
              <a:ext uri="{FF2B5EF4-FFF2-40B4-BE49-F238E27FC236}">
                <a16:creationId xmlns:a16="http://schemas.microsoft.com/office/drawing/2014/main" id="{91F89AF0-B72C-43B2-1A1A-B6D0457D4C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4028097"/>
              </p:ext>
            </p:extLst>
          </p:nvPr>
        </p:nvGraphicFramePr>
        <p:xfrm>
          <a:off x="12439080" y="385840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5" name="Table 84">
            <a:extLst>
              <a:ext uri="{FF2B5EF4-FFF2-40B4-BE49-F238E27FC236}">
                <a16:creationId xmlns:a16="http://schemas.microsoft.com/office/drawing/2014/main" id="{B8842D5F-BEEF-9201-5BA6-54C59D72C6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7327746"/>
              </p:ext>
            </p:extLst>
          </p:nvPr>
        </p:nvGraphicFramePr>
        <p:xfrm>
          <a:off x="10389072" y="495778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6" name="Table 85">
            <a:extLst>
              <a:ext uri="{FF2B5EF4-FFF2-40B4-BE49-F238E27FC236}">
                <a16:creationId xmlns:a16="http://schemas.microsoft.com/office/drawing/2014/main" id="{72C0030F-A921-7C26-D358-63733FC0D0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0834500"/>
              </p:ext>
            </p:extLst>
          </p:nvPr>
        </p:nvGraphicFramePr>
        <p:xfrm>
          <a:off x="11414076" y="494089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7" name="Table 86">
            <a:extLst>
              <a:ext uri="{FF2B5EF4-FFF2-40B4-BE49-F238E27FC236}">
                <a16:creationId xmlns:a16="http://schemas.microsoft.com/office/drawing/2014/main" id="{2D131816-EFBF-0759-7155-72AAC2C783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5515781"/>
              </p:ext>
            </p:extLst>
          </p:nvPr>
        </p:nvGraphicFramePr>
        <p:xfrm>
          <a:off x="12439080" y="49540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8" name="Table 87">
            <a:extLst>
              <a:ext uri="{FF2B5EF4-FFF2-40B4-BE49-F238E27FC236}">
                <a16:creationId xmlns:a16="http://schemas.microsoft.com/office/drawing/2014/main" id="{A91F9267-8ABB-6A93-2818-3A185C4530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1463630"/>
              </p:ext>
            </p:extLst>
          </p:nvPr>
        </p:nvGraphicFramePr>
        <p:xfrm>
          <a:off x="10389072" y="605506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9" name="Table 88">
            <a:extLst>
              <a:ext uri="{FF2B5EF4-FFF2-40B4-BE49-F238E27FC236}">
                <a16:creationId xmlns:a16="http://schemas.microsoft.com/office/drawing/2014/main" id="{3906A5F6-1C2F-7CE8-C127-B96449530C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0108271"/>
              </p:ext>
            </p:extLst>
          </p:nvPr>
        </p:nvGraphicFramePr>
        <p:xfrm>
          <a:off x="11414076" y="603817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0" name="Table 89">
            <a:extLst>
              <a:ext uri="{FF2B5EF4-FFF2-40B4-BE49-F238E27FC236}">
                <a16:creationId xmlns:a16="http://schemas.microsoft.com/office/drawing/2014/main" id="{87548154-BE5C-4B70-AFBA-1065D1F0B5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7044657"/>
              </p:ext>
            </p:extLst>
          </p:nvPr>
        </p:nvGraphicFramePr>
        <p:xfrm>
          <a:off x="12439080" y="605131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91" name="Straight Arrow Connector 90">
            <a:extLst>
              <a:ext uri="{FF2B5EF4-FFF2-40B4-BE49-F238E27FC236}">
                <a16:creationId xmlns:a16="http://schemas.microsoft.com/office/drawing/2014/main" id="{5A561F7A-9934-C3A4-F687-C14115FFB774}"/>
              </a:ext>
            </a:extLst>
          </p:cNvPr>
          <p:cNvCxnSpPr>
            <a:cxnSpLocks/>
          </p:cNvCxnSpPr>
          <p:nvPr/>
        </p:nvCxnSpPr>
        <p:spPr>
          <a:xfrm>
            <a:off x="9762510" y="5434754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9793887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534196-2C7C-F371-382A-7D553F3CED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5ECC535-3D15-CA69-18FA-91B9D5245272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58E786F3-C9F9-A136-ADDC-ACF7F4C1C2C5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04C731E4-2E9B-8906-88D4-01FAEB5B3607}"/>
              </a:ext>
            </a:extLst>
          </p:cNvPr>
          <p:cNvSpPr/>
          <p:nvPr/>
        </p:nvSpPr>
        <p:spPr>
          <a:xfrm>
            <a:off x="-2760928" y="-2488557"/>
            <a:ext cx="18375176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EEBAA24B-0ADC-3CB6-F983-497C0C51EA60}"/>
              </a:ext>
            </a:extLst>
          </p:cNvPr>
          <p:cNvSpPr/>
          <p:nvPr/>
        </p:nvSpPr>
        <p:spPr>
          <a:xfrm>
            <a:off x="-1600200" y="45721"/>
            <a:ext cx="3264164" cy="3464242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9EE761F-C8AD-0177-B2FF-C433D8B9E673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6A652F68-667D-4302-CEC0-589B17B5E46C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25683E4D-C3A9-2FC9-5DEC-BD846986E696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5EABB1A0-13C8-B2A1-0B73-A51FDCA4D62B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8FB880CC-7317-7987-9533-1875E0BF988E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8FDA5EA5-EEB7-1766-D3A7-9F62EE969E06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EEA8B8B0-D135-FBD6-C00F-8F628E0367DB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F4B4E451-2AD7-395C-CA41-8590509D0519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F8E38EB6-66D6-6CA4-76C7-ADBB835C5776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06DF91A1-CD49-0562-01BA-B5E86711D4F4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BC859065-4F9F-4AA9-5B16-C4A7D4D05CA2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87E62269-4BA3-C0A0-BF46-E433ADBCECBD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5C1D9049-30A3-5C8E-25B2-3CA8C94C82C5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6B041209-B219-32B0-4E19-E8B929709DF6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8EA923D4-DB1B-7B07-7A3F-B9DFFE6F88B5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5A5C7E60-6DC0-665C-F6CE-0E11E94E0C6B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F6653AF5-4180-78D2-6620-E4EE59C8A0D7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1A1C86FC-5320-257D-7249-ED78182B521E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E7BE6018-9296-4819-7AAA-083042724B78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50A8FA2C-8344-EEEB-60EB-C89D686FD7F6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D495A826-598D-C5AE-2769-7B6161093E00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47B0B995-04DA-4BC0-4308-E30DBB7B77AB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C01ECA42-6C5E-EB8B-062D-5B0450535C7E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5900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FF4A373E-A8C8-A9BE-89D3-E1A0771E2C8C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17928E7A-7479-5852-20EC-A3D8C4E3CF33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0CA9C130-C520-5252-FC7B-8D9848F3A1F0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25838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5" name="Table 34">
            <a:extLst>
              <a:ext uri="{FF2B5EF4-FFF2-40B4-BE49-F238E27FC236}">
                <a16:creationId xmlns:a16="http://schemas.microsoft.com/office/drawing/2014/main" id="{7F461FD2-6803-DFCD-CE18-823FC972E322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24149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6" name="Table 35">
            <a:extLst>
              <a:ext uri="{FF2B5EF4-FFF2-40B4-BE49-F238E27FC236}">
                <a16:creationId xmlns:a16="http://schemas.microsoft.com/office/drawing/2014/main" id="{5D90EC6D-F565-C1B2-AAB6-A8B0938B25DF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25463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7540E208-5B33-D41F-8770-9E359CA9CA70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235566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82981C12-EFE7-6E6B-AFD2-F14DBCF1235D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233877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9" name="Table 38">
            <a:extLst>
              <a:ext uri="{FF2B5EF4-FFF2-40B4-BE49-F238E27FC236}">
                <a16:creationId xmlns:a16="http://schemas.microsoft.com/office/drawing/2014/main" id="{77642A00-589F-58B7-FE53-AB45F32A4809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23519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049E7F75-6A27-BE9B-4F0C-C61E5DDC9646}"/>
              </a:ext>
            </a:extLst>
          </p:cNvPr>
          <p:cNvCxnSpPr/>
          <p:nvPr/>
        </p:nvCxnSpPr>
        <p:spPr>
          <a:xfrm>
            <a:off x="6202230" y="-116840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1766324A-89C5-C8CB-CE02-9A74A2B0A16B}"/>
              </a:ext>
            </a:extLst>
          </p:cNvPr>
          <p:cNvCxnSpPr/>
          <p:nvPr/>
        </p:nvCxnSpPr>
        <p:spPr>
          <a:xfrm>
            <a:off x="851408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849F6C7D-CA30-BDFA-656A-331A8D72C3E9}"/>
              </a:ext>
            </a:extLst>
          </p:cNvPr>
          <p:cNvCxnSpPr>
            <a:cxnSpLocks/>
          </p:cNvCxnSpPr>
          <p:nvPr/>
        </p:nvCxnSpPr>
        <p:spPr>
          <a:xfrm flipV="1">
            <a:off x="868680" y="-868680"/>
            <a:ext cx="0" cy="823412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0A42EEC8-D2C3-A1DB-75B7-6E52B3D8C7AF}"/>
              </a:ext>
            </a:extLst>
          </p:cNvPr>
          <p:cNvCxnSpPr>
            <a:cxnSpLocks/>
          </p:cNvCxnSpPr>
          <p:nvPr/>
        </p:nvCxnSpPr>
        <p:spPr>
          <a:xfrm>
            <a:off x="868680" y="-879718"/>
            <a:ext cx="1859280" cy="11038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2B5CF7FE-F74C-AC97-A17F-65A7E484D9ED}"/>
              </a:ext>
            </a:extLst>
          </p:cNvPr>
          <p:cNvCxnSpPr/>
          <p:nvPr/>
        </p:nvCxnSpPr>
        <p:spPr>
          <a:xfrm>
            <a:off x="4112744" y="257556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54" name="Straight Arrow Connector 53">
            <a:extLst>
              <a:ext uri="{FF2B5EF4-FFF2-40B4-BE49-F238E27FC236}">
                <a16:creationId xmlns:a16="http://schemas.microsoft.com/office/drawing/2014/main" id="{40EE5A19-730A-C09D-69C4-16607DE63400}"/>
              </a:ext>
            </a:extLst>
          </p:cNvPr>
          <p:cNvCxnSpPr/>
          <p:nvPr/>
        </p:nvCxnSpPr>
        <p:spPr>
          <a:xfrm>
            <a:off x="4112744" y="257556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55" name="Table 54">
            <a:extLst>
              <a:ext uri="{FF2B5EF4-FFF2-40B4-BE49-F238E27FC236}">
                <a16:creationId xmlns:a16="http://schemas.microsoft.com/office/drawing/2014/main" id="{12E0F8F2-227A-5560-9CA5-75C68C77FD5D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3797441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6" name="Table 55">
            <a:extLst>
              <a:ext uri="{FF2B5EF4-FFF2-40B4-BE49-F238E27FC236}">
                <a16:creationId xmlns:a16="http://schemas.microsoft.com/office/drawing/2014/main" id="{62A88606-5AA7-C6A0-FE77-388278B7236A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7" name="Table 56">
            <a:extLst>
              <a:ext uri="{FF2B5EF4-FFF2-40B4-BE49-F238E27FC236}">
                <a16:creationId xmlns:a16="http://schemas.microsoft.com/office/drawing/2014/main" id="{8BDCEF10-C696-8763-999E-C99CACD8DFC9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8" name="Table 57">
            <a:extLst>
              <a:ext uri="{FF2B5EF4-FFF2-40B4-BE49-F238E27FC236}">
                <a16:creationId xmlns:a16="http://schemas.microsoft.com/office/drawing/2014/main" id="{B2E197AA-64E1-415A-B52F-C3C79906E452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48968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9" name="Table 58">
            <a:extLst>
              <a:ext uri="{FF2B5EF4-FFF2-40B4-BE49-F238E27FC236}">
                <a16:creationId xmlns:a16="http://schemas.microsoft.com/office/drawing/2014/main" id="{0DE57C81-8DCC-8A89-8D9F-573F7B856B24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48799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0" name="Table 59">
            <a:extLst>
              <a:ext uri="{FF2B5EF4-FFF2-40B4-BE49-F238E27FC236}">
                <a16:creationId xmlns:a16="http://schemas.microsoft.com/office/drawing/2014/main" id="{59F85F15-B085-FC41-EBFC-384D45CD31E2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489307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1" name="Table 60">
            <a:extLst>
              <a:ext uri="{FF2B5EF4-FFF2-40B4-BE49-F238E27FC236}">
                <a16:creationId xmlns:a16="http://schemas.microsoft.com/office/drawing/2014/main" id="{215F4B01-D635-66CD-BC7E-FAE3B41B3ED1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59941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2" name="Table 61">
            <a:extLst>
              <a:ext uri="{FF2B5EF4-FFF2-40B4-BE49-F238E27FC236}">
                <a16:creationId xmlns:a16="http://schemas.microsoft.com/office/drawing/2014/main" id="{D9418A84-6491-EE79-37AA-ED0C8A6EF3F6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59772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3" name="Table 62">
            <a:extLst>
              <a:ext uri="{FF2B5EF4-FFF2-40B4-BE49-F238E27FC236}">
                <a16:creationId xmlns:a16="http://schemas.microsoft.com/office/drawing/2014/main" id="{A61D4974-2EB3-BE2D-AB2F-CC1B5A1693F5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59903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1" name="Table 50">
            <a:extLst>
              <a:ext uri="{FF2B5EF4-FFF2-40B4-BE49-F238E27FC236}">
                <a16:creationId xmlns:a16="http://schemas.microsoft.com/office/drawing/2014/main" id="{8BAAFF2F-F734-78DD-AC61-E7250EA1514F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3827922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2" name="Table 51">
            <a:extLst>
              <a:ext uri="{FF2B5EF4-FFF2-40B4-BE49-F238E27FC236}">
                <a16:creationId xmlns:a16="http://schemas.microsoft.com/office/drawing/2014/main" id="{6EF6A354-3719-21DA-F8AD-E70585896C8F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4" name="Table 63">
            <a:extLst>
              <a:ext uri="{FF2B5EF4-FFF2-40B4-BE49-F238E27FC236}">
                <a16:creationId xmlns:a16="http://schemas.microsoft.com/office/drawing/2014/main" id="{65014954-24FA-4AB1-A6B6-5A8387E24F30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5" name="Table 64">
            <a:extLst>
              <a:ext uri="{FF2B5EF4-FFF2-40B4-BE49-F238E27FC236}">
                <a16:creationId xmlns:a16="http://schemas.microsoft.com/office/drawing/2014/main" id="{2BEC2331-5C08-80CD-D6AC-D74AAE848C62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49273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6" name="Table 65">
            <a:extLst>
              <a:ext uri="{FF2B5EF4-FFF2-40B4-BE49-F238E27FC236}">
                <a16:creationId xmlns:a16="http://schemas.microsoft.com/office/drawing/2014/main" id="{8A328809-E15A-42A0-6A38-7BB59B4A3D6B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49104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7" name="Table 66">
            <a:extLst>
              <a:ext uri="{FF2B5EF4-FFF2-40B4-BE49-F238E27FC236}">
                <a16:creationId xmlns:a16="http://schemas.microsoft.com/office/drawing/2014/main" id="{FD823CB0-1A15-1C61-8275-078A72342D15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492355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8" name="Table 67">
            <a:extLst>
              <a:ext uri="{FF2B5EF4-FFF2-40B4-BE49-F238E27FC236}">
                <a16:creationId xmlns:a16="http://schemas.microsoft.com/office/drawing/2014/main" id="{999B0D89-5745-CA58-F843-0AE058F5074C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602458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9" name="Table 68">
            <a:extLst>
              <a:ext uri="{FF2B5EF4-FFF2-40B4-BE49-F238E27FC236}">
                <a16:creationId xmlns:a16="http://schemas.microsoft.com/office/drawing/2014/main" id="{0421E7AB-E61C-0F93-530E-2B6DCC070BEB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600769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0" name="Table 69">
            <a:extLst>
              <a:ext uri="{FF2B5EF4-FFF2-40B4-BE49-F238E27FC236}">
                <a16:creationId xmlns:a16="http://schemas.microsoft.com/office/drawing/2014/main" id="{C4FE978D-1D25-5C03-4A90-27E2D44B2E08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602083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71" name="Straight Arrow Connector 70">
            <a:extLst>
              <a:ext uri="{FF2B5EF4-FFF2-40B4-BE49-F238E27FC236}">
                <a16:creationId xmlns:a16="http://schemas.microsoft.com/office/drawing/2014/main" id="{6BB8460A-1287-89E1-9BB6-E63FA8A16FDC}"/>
              </a:ext>
            </a:extLst>
          </p:cNvPr>
          <p:cNvCxnSpPr>
            <a:cxnSpLocks/>
          </p:cNvCxnSpPr>
          <p:nvPr/>
        </p:nvCxnSpPr>
        <p:spPr>
          <a:xfrm>
            <a:off x="5842806" y="5265420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82" name="Table 81">
            <a:extLst>
              <a:ext uri="{FF2B5EF4-FFF2-40B4-BE49-F238E27FC236}">
                <a16:creationId xmlns:a16="http://schemas.microsoft.com/office/drawing/2014/main" id="{7DACA247-ADFE-6772-E60E-44DD7CAABEDE}"/>
              </a:ext>
            </a:extLst>
          </p:cNvPr>
          <p:cNvGraphicFramePr>
            <a:graphicFrameLocks noGrp="1"/>
          </p:cNvGraphicFramePr>
          <p:nvPr/>
        </p:nvGraphicFramePr>
        <p:xfrm>
          <a:off x="10389072" y="385840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3" name="Table 82">
            <a:extLst>
              <a:ext uri="{FF2B5EF4-FFF2-40B4-BE49-F238E27FC236}">
                <a16:creationId xmlns:a16="http://schemas.microsoft.com/office/drawing/2014/main" id="{3AEC3602-B62A-CAFA-ED14-F8F820D3D7B8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385840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4" name="Table 83">
            <a:extLst>
              <a:ext uri="{FF2B5EF4-FFF2-40B4-BE49-F238E27FC236}">
                <a16:creationId xmlns:a16="http://schemas.microsoft.com/office/drawing/2014/main" id="{4E9E5662-4FA6-05EA-17D9-B81929180E0A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385840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5" name="Table 84">
            <a:extLst>
              <a:ext uri="{FF2B5EF4-FFF2-40B4-BE49-F238E27FC236}">
                <a16:creationId xmlns:a16="http://schemas.microsoft.com/office/drawing/2014/main" id="{A480EFE3-572D-1152-BF8D-BCDB36F85B9B}"/>
              </a:ext>
            </a:extLst>
          </p:cNvPr>
          <p:cNvGraphicFramePr>
            <a:graphicFrameLocks noGrp="1"/>
          </p:cNvGraphicFramePr>
          <p:nvPr/>
        </p:nvGraphicFramePr>
        <p:xfrm>
          <a:off x="10389072" y="495778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6" name="Table 85">
            <a:extLst>
              <a:ext uri="{FF2B5EF4-FFF2-40B4-BE49-F238E27FC236}">
                <a16:creationId xmlns:a16="http://schemas.microsoft.com/office/drawing/2014/main" id="{5B6D5D4B-9E7E-BABF-AA63-5DF9CA084AAF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494089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7" name="Table 86">
            <a:extLst>
              <a:ext uri="{FF2B5EF4-FFF2-40B4-BE49-F238E27FC236}">
                <a16:creationId xmlns:a16="http://schemas.microsoft.com/office/drawing/2014/main" id="{A2B07032-628E-51E3-A395-A2F006DB34E9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49540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8" name="Table 87">
            <a:extLst>
              <a:ext uri="{FF2B5EF4-FFF2-40B4-BE49-F238E27FC236}">
                <a16:creationId xmlns:a16="http://schemas.microsoft.com/office/drawing/2014/main" id="{7D5D00B4-7DE1-8FBC-C120-19E276D5C3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1896721"/>
              </p:ext>
            </p:extLst>
          </p:nvPr>
        </p:nvGraphicFramePr>
        <p:xfrm>
          <a:off x="10389072" y="605506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9" name="Table 88">
            <a:extLst>
              <a:ext uri="{FF2B5EF4-FFF2-40B4-BE49-F238E27FC236}">
                <a16:creationId xmlns:a16="http://schemas.microsoft.com/office/drawing/2014/main" id="{179053B9-22F5-5F43-8CF2-EBA63872F90B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603817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0" name="Table 89">
            <a:extLst>
              <a:ext uri="{FF2B5EF4-FFF2-40B4-BE49-F238E27FC236}">
                <a16:creationId xmlns:a16="http://schemas.microsoft.com/office/drawing/2014/main" id="{1EFA145E-1FFC-3BBD-0877-04CA6EE66B81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605131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91" name="Straight Arrow Connector 90">
            <a:extLst>
              <a:ext uri="{FF2B5EF4-FFF2-40B4-BE49-F238E27FC236}">
                <a16:creationId xmlns:a16="http://schemas.microsoft.com/office/drawing/2014/main" id="{A2435B36-5BC7-73B0-8479-0AD956271C1F}"/>
              </a:ext>
            </a:extLst>
          </p:cNvPr>
          <p:cNvCxnSpPr>
            <a:cxnSpLocks/>
          </p:cNvCxnSpPr>
          <p:nvPr/>
        </p:nvCxnSpPr>
        <p:spPr>
          <a:xfrm>
            <a:off x="9762510" y="5434754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77750227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29E9DC-8795-9921-D773-601381CAC7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0143065-F79D-42D5-1688-8683451FE027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6DFDC7C-0B73-4878-E7B7-CD39BBD75F56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9D5AC32B-6311-74D8-524D-E4875D7ED169}"/>
              </a:ext>
            </a:extLst>
          </p:cNvPr>
          <p:cNvSpPr/>
          <p:nvPr/>
        </p:nvSpPr>
        <p:spPr>
          <a:xfrm>
            <a:off x="-2760928" y="-2488557"/>
            <a:ext cx="18375176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D86016BD-2648-240A-8CAB-B1085A76F7DE}"/>
              </a:ext>
            </a:extLst>
          </p:cNvPr>
          <p:cNvSpPr/>
          <p:nvPr/>
        </p:nvSpPr>
        <p:spPr>
          <a:xfrm>
            <a:off x="-1600200" y="45721"/>
            <a:ext cx="3264164" cy="3464242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2C1DCC2-5116-F986-46FD-6C3F5A2E30FE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8B97B579-D014-4FC0-E262-5A7F30EB2690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9FE5F349-6ACA-5924-8FD6-0B4277057BCA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55E756B0-A02D-D3E0-0602-5FA9AA3DCA6B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137963CA-CCDF-A8DF-F85F-FD312BDE5A72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207E1DC5-247E-974F-5AE2-5809B967DF41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B15D1698-E245-4367-015B-E5E97A558DB3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F3207A75-216D-6407-EFAD-2E5281FC0DE3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DAEFE5F0-2A4C-493B-C62E-F448F66D6936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87D1AA46-1CD3-664E-09A9-3648DD4FB854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3F9D683D-08E7-627F-87EF-1680C9FA7248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045A9467-4102-C5BA-2A7C-CC0DD0706A1A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A454ED2E-5176-D040-DB4D-0FC39B89D4A9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BA5E59D0-67F7-FD69-A1C0-DB3C9AED53DB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5C399BFA-F53D-2A0D-072B-0BE21B35501B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661FBE5B-46F9-786C-2C7C-7B68211FED44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B2D3FC96-7F06-4031-068E-44DB477E5E04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228F738F-F2D9-A3E2-47D8-BCBC4CA3DE62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4C042850-3EFC-9F3E-D434-6AEF8BAA34E1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C771D27D-4C18-041F-43AA-5D3C2C3A7D9E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00BC543E-8F5A-EA9C-9951-093F28DDF549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CB195C44-10E5-446B-F518-D599500FC6F9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01A83A26-0A31-8590-4BF2-3876C6B986FD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5900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82C1A362-6BF0-FA7D-CA9E-D6167070A13A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7A550D77-9B24-99F8-6067-7ECB3A43ECEA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30395B79-9842-A75D-B832-73A2606D8DF1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25838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5" name="Table 34">
            <a:extLst>
              <a:ext uri="{FF2B5EF4-FFF2-40B4-BE49-F238E27FC236}">
                <a16:creationId xmlns:a16="http://schemas.microsoft.com/office/drawing/2014/main" id="{9F66D058-D1FD-BCB6-A2B3-3C5FB4BFAA82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24149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6" name="Table 35">
            <a:extLst>
              <a:ext uri="{FF2B5EF4-FFF2-40B4-BE49-F238E27FC236}">
                <a16:creationId xmlns:a16="http://schemas.microsoft.com/office/drawing/2014/main" id="{10FD3ECB-C72A-C978-CCA5-188D5332BB66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25463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A955447E-459D-9332-9FA4-51E129B7BADB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235566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9D85B282-F17E-8EFA-815F-47149FFC1640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233877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9" name="Table 38">
            <a:extLst>
              <a:ext uri="{FF2B5EF4-FFF2-40B4-BE49-F238E27FC236}">
                <a16:creationId xmlns:a16="http://schemas.microsoft.com/office/drawing/2014/main" id="{2384937C-1142-A40A-B6C7-F9B9561DAF9F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23519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8B51DAE9-B95F-6DCD-5000-86DB08AB0C4C}"/>
              </a:ext>
            </a:extLst>
          </p:cNvPr>
          <p:cNvCxnSpPr/>
          <p:nvPr/>
        </p:nvCxnSpPr>
        <p:spPr>
          <a:xfrm>
            <a:off x="6202230" y="-116840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5E0D5C94-8DF7-3E0B-BA1C-5C70B425D801}"/>
              </a:ext>
            </a:extLst>
          </p:cNvPr>
          <p:cNvCxnSpPr/>
          <p:nvPr/>
        </p:nvCxnSpPr>
        <p:spPr>
          <a:xfrm>
            <a:off x="851408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C07EAD5B-8F34-8D72-BB91-655AD159711D}"/>
              </a:ext>
            </a:extLst>
          </p:cNvPr>
          <p:cNvCxnSpPr>
            <a:cxnSpLocks/>
          </p:cNvCxnSpPr>
          <p:nvPr/>
        </p:nvCxnSpPr>
        <p:spPr>
          <a:xfrm flipV="1">
            <a:off x="868680" y="-868680"/>
            <a:ext cx="0" cy="823412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CB97B1BF-DAC7-7094-D314-868E0CDEDA8C}"/>
              </a:ext>
            </a:extLst>
          </p:cNvPr>
          <p:cNvCxnSpPr>
            <a:cxnSpLocks/>
          </p:cNvCxnSpPr>
          <p:nvPr/>
        </p:nvCxnSpPr>
        <p:spPr>
          <a:xfrm>
            <a:off x="868680" y="-879718"/>
            <a:ext cx="1859280" cy="11038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B3D3B858-5720-CFD2-B5D8-B3FB3E122830}"/>
              </a:ext>
            </a:extLst>
          </p:cNvPr>
          <p:cNvCxnSpPr/>
          <p:nvPr/>
        </p:nvCxnSpPr>
        <p:spPr>
          <a:xfrm>
            <a:off x="4112744" y="257556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54" name="Straight Arrow Connector 53">
            <a:extLst>
              <a:ext uri="{FF2B5EF4-FFF2-40B4-BE49-F238E27FC236}">
                <a16:creationId xmlns:a16="http://schemas.microsoft.com/office/drawing/2014/main" id="{FC1BE82E-938F-5E7C-191C-25A19C3F9AB6}"/>
              </a:ext>
            </a:extLst>
          </p:cNvPr>
          <p:cNvCxnSpPr/>
          <p:nvPr/>
        </p:nvCxnSpPr>
        <p:spPr>
          <a:xfrm>
            <a:off x="4112744" y="257556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55" name="Table 54">
            <a:extLst>
              <a:ext uri="{FF2B5EF4-FFF2-40B4-BE49-F238E27FC236}">
                <a16:creationId xmlns:a16="http://schemas.microsoft.com/office/drawing/2014/main" id="{2D8C3878-7D93-0FD9-B9E0-6A57F351AE8B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3797441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6" name="Table 55">
            <a:extLst>
              <a:ext uri="{FF2B5EF4-FFF2-40B4-BE49-F238E27FC236}">
                <a16:creationId xmlns:a16="http://schemas.microsoft.com/office/drawing/2014/main" id="{48BEB10C-1752-8BFF-21E7-0DBA17F0DD02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7" name="Table 56">
            <a:extLst>
              <a:ext uri="{FF2B5EF4-FFF2-40B4-BE49-F238E27FC236}">
                <a16:creationId xmlns:a16="http://schemas.microsoft.com/office/drawing/2014/main" id="{6B503CD3-5590-0462-897D-340BF1F99D4D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8" name="Table 57">
            <a:extLst>
              <a:ext uri="{FF2B5EF4-FFF2-40B4-BE49-F238E27FC236}">
                <a16:creationId xmlns:a16="http://schemas.microsoft.com/office/drawing/2014/main" id="{A392914F-9559-0479-789F-BE20ABAD3FE1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48968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9" name="Table 58">
            <a:extLst>
              <a:ext uri="{FF2B5EF4-FFF2-40B4-BE49-F238E27FC236}">
                <a16:creationId xmlns:a16="http://schemas.microsoft.com/office/drawing/2014/main" id="{FF2D4698-F841-8D46-D010-912C6BD54DC8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48799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0" name="Table 59">
            <a:extLst>
              <a:ext uri="{FF2B5EF4-FFF2-40B4-BE49-F238E27FC236}">
                <a16:creationId xmlns:a16="http://schemas.microsoft.com/office/drawing/2014/main" id="{9E639C27-4B80-5CB8-966C-2A47DE551BB7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489307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1" name="Table 60">
            <a:extLst>
              <a:ext uri="{FF2B5EF4-FFF2-40B4-BE49-F238E27FC236}">
                <a16:creationId xmlns:a16="http://schemas.microsoft.com/office/drawing/2014/main" id="{7E7523FE-4E84-401A-D09B-91B39F987796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59941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2" name="Table 61">
            <a:extLst>
              <a:ext uri="{FF2B5EF4-FFF2-40B4-BE49-F238E27FC236}">
                <a16:creationId xmlns:a16="http://schemas.microsoft.com/office/drawing/2014/main" id="{5624649E-6CBA-7A3B-13A5-46A1C25198A7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59772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3" name="Table 62">
            <a:extLst>
              <a:ext uri="{FF2B5EF4-FFF2-40B4-BE49-F238E27FC236}">
                <a16:creationId xmlns:a16="http://schemas.microsoft.com/office/drawing/2014/main" id="{69FC29B6-6674-9B0B-8A68-E41F776EC105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59903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1" name="Table 50">
            <a:extLst>
              <a:ext uri="{FF2B5EF4-FFF2-40B4-BE49-F238E27FC236}">
                <a16:creationId xmlns:a16="http://schemas.microsoft.com/office/drawing/2014/main" id="{EAFE6E1F-4B86-E2FA-80DE-0847D3E7044C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3827922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2" name="Table 51">
            <a:extLst>
              <a:ext uri="{FF2B5EF4-FFF2-40B4-BE49-F238E27FC236}">
                <a16:creationId xmlns:a16="http://schemas.microsoft.com/office/drawing/2014/main" id="{0FB2459D-944A-0459-53D8-0F651A38415D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4" name="Table 63">
            <a:extLst>
              <a:ext uri="{FF2B5EF4-FFF2-40B4-BE49-F238E27FC236}">
                <a16:creationId xmlns:a16="http://schemas.microsoft.com/office/drawing/2014/main" id="{FCB376BA-79B4-D954-A1E8-E44F03D9A41A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5" name="Table 64">
            <a:extLst>
              <a:ext uri="{FF2B5EF4-FFF2-40B4-BE49-F238E27FC236}">
                <a16:creationId xmlns:a16="http://schemas.microsoft.com/office/drawing/2014/main" id="{7B0B7153-B986-D51C-DE13-394B2E07F740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49273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6" name="Table 65">
            <a:extLst>
              <a:ext uri="{FF2B5EF4-FFF2-40B4-BE49-F238E27FC236}">
                <a16:creationId xmlns:a16="http://schemas.microsoft.com/office/drawing/2014/main" id="{46794E8A-F26D-39D4-90CF-425D36AA5C91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49104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7" name="Table 66">
            <a:extLst>
              <a:ext uri="{FF2B5EF4-FFF2-40B4-BE49-F238E27FC236}">
                <a16:creationId xmlns:a16="http://schemas.microsoft.com/office/drawing/2014/main" id="{C73CDE7E-97D2-E3ED-D03C-9A795A78FE7D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492355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8" name="Table 67">
            <a:extLst>
              <a:ext uri="{FF2B5EF4-FFF2-40B4-BE49-F238E27FC236}">
                <a16:creationId xmlns:a16="http://schemas.microsoft.com/office/drawing/2014/main" id="{CB88CDCB-84C6-D6CB-A231-71B52927EFE1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602458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9" name="Table 68">
            <a:extLst>
              <a:ext uri="{FF2B5EF4-FFF2-40B4-BE49-F238E27FC236}">
                <a16:creationId xmlns:a16="http://schemas.microsoft.com/office/drawing/2014/main" id="{D3EEDCF8-C83B-8620-832E-AF48FD32CDC1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600769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0" name="Table 69">
            <a:extLst>
              <a:ext uri="{FF2B5EF4-FFF2-40B4-BE49-F238E27FC236}">
                <a16:creationId xmlns:a16="http://schemas.microsoft.com/office/drawing/2014/main" id="{5FE8A4D6-79C6-324E-2442-B38A81421EC0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602083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71" name="Straight Arrow Connector 70">
            <a:extLst>
              <a:ext uri="{FF2B5EF4-FFF2-40B4-BE49-F238E27FC236}">
                <a16:creationId xmlns:a16="http://schemas.microsoft.com/office/drawing/2014/main" id="{06DCBEE3-CFA2-CFF1-C254-B47775C21A69}"/>
              </a:ext>
            </a:extLst>
          </p:cNvPr>
          <p:cNvCxnSpPr>
            <a:cxnSpLocks/>
          </p:cNvCxnSpPr>
          <p:nvPr/>
        </p:nvCxnSpPr>
        <p:spPr>
          <a:xfrm>
            <a:off x="5842806" y="5265420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82" name="Table 81">
            <a:extLst>
              <a:ext uri="{FF2B5EF4-FFF2-40B4-BE49-F238E27FC236}">
                <a16:creationId xmlns:a16="http://schemas.microsoft.com/office/drawing/2014/main" id="{59CF3F9D-2AC9-3489-2CF3-81D3258B0F91}"/>
              </a:ext>
            </a:extLst>
          </p:cNvPr>
          <p:cNvGraphicFramePr>
            <a:graphicFrameLocks noGrp="1"/>
          </p:cNvGraphicFramePr>
          <p:nvPr/>
        </p:nvGraphicFramePr>
        <p:xfrm>
          <a:off x="10389072" y="385840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3" name="Table 82">
            <a:extLst>
              <a:ext uri="{FF2B5EF4-FFF2-40B4-BE49-F238E27FC236}">
                <a16:creationId xmlns:a16="http://schemas.microsoft.com/office/drawing/2014/main" id="{E37269FF-6110-41C1-9F09-CAD48B1F41CC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385840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4" name="Table 83">
            <a:extLst>
              <a:ext uri="{FF2B5EF4-FFF2-40B4-BE49-F238E27FC236}">
                <a16:creationId xmlns:a16="http://schemas.microsoft.com/office/drawing/2014/main" id="{C01216E9-B02D-0879-78C3-924718914219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385840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5" name="Table 84">
            <a:extLst>
              <a:ext uri="{FF2B5EF4-FFF2-40B4-BE49-F238E27FC236}">
                <a16:creationId xmlns:a16="http://schemas.microsoft.com/office/drawing/2014/main" id="{8F571887-5098-FBD3-15B0-79DCA3CA3D72}"/>
              </a:ext>
            </a:extLst>
          </p:cNvPr>
          <p:cNvGraphicFramePr>
            <a:graphicFrameLocks noGrp="1"/>
          </p:cNvGraphicFramePr>
          <p:nvPr/>
        </p:nvGraphicFramePr>
        <p:xfrm>
          <a:off x="10389072" y="495778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6" name="Table 85">
            <a:extLst>
              <a:ext uri="{FF2B5EF4-FFF2-40B4-BE49-F238E27FC236}">
                <a16:creationId xmlns:a16="http://schemas.microsoft.com/office/drawing/2014/main" id="{684083A4-1C2E-ACA5-EEA1-B6611C3A5BDB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494089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7" name="Table 86">
            <a:extLst>
              <a:ext uri="{FF2B5EF4-FFF2-40B4-BE49-F238E27FC236}">
                <a16:creationId xmlns:a16="http://schemas.microsoft.com/office/drawing/2014/main" id="{731B4B8F-5380-3CC5-69B1-6981416E3586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49540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8" name="Table 87">
            <a:extLst>
              <a:ext uri="{FF2B5EF4-FFF2-40B4-BE49-F238E27FC236}">
                <a16:creationId xmlns:a16="http://schemas.microsoft.com/office/drawing/2014/main" id="{A3A108B3-B33E-F78A-24C4-643CC593C228}"/>
              </a:ext>
            </a:extLst>
          </p:cNvPr>
          <p:cNvGraphicFramePr>
            <a:graphicFrameLocks noGrp="1"/>
          </p:cNvGraphicFramePr>
          <p:nvPr/>
        </p:nvGraphicFramePr>
        <p:xfrm>
          <a:off x="10389072" y="605506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9" name="Table 88">
            <a:extLst>
              <a:ext uri="{FF2B5EF4-FFF2-40B4-BE49-F238E27FC236}">
                <a16:creationId xmlns:a16="http://schemas.microsoft.com/office/drawing/2014/main" id="{2B5F82C9-7F06-395C-4A65-75082A219FE3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603817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0" name="Table 89">
            <a:extLst>
              <a:ext uri="{FF2B5EF4-FFF2-40B4-BE49-F238E27FC236}">
                <a16:creationId xmlns:a16="http://schemas.microsoft.com/office/drawing/2014/main" id="{1735B920-9915-D037-1789-945FDC0FF3B9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605131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91" name="Straight Arrow Connector 90">
            <a:extLst>
              <a:ext uri="{FF2B5EF4-FFF2-40B4-BE49-F238E27FC236}">
                <a16:creationId xmlns:a16="http://schemas.microsoft.com/office/drawing/2014/main" id="{F6F4850E-B099-EF92-868B-680436E785D0}"/>
              </a:ext>
            </a:extLst>
          </p:cNvPr>
          <p:cNvCxnSpPr>
            <a:cxnSpLocks/>
          </p:cNvCxnSpPr>
          <p:nvPr/>
        </p:nvCxnSpPr>
        <p:spPr>
          <a:xfrm>
            <a:off x="9762510" y="5434754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pSp>
        <p:nvGrpSpPr>
          <p:cNvPr id="17" name="Group 16">
            <a:extLst>
              <a:ext uri="{FF2B5EF4-FFF2-40B4-BE49-F238E27FC236}">
                <a16:creationId xmlns:a16="http://schemas.microsoft.com/office/drawing/2014/main" id="{F3F2E815-2B1F-CF7A-630B-703D63E1A548}"/>
              </a:ext>
            </a:extLst>
          </p:cNvPr>
          <p:cNvGrpSpPr/>
          <p:nvPr/>
        </p:nvGrpSpPr>
        <p:grpSpPr>
          <a:xfrm>
            <a:off x="10386310" y="6007693"/>
            <a:ext cx="3077774" cy="448332"/>
            <a:chOff x="2984984" y="-2167404"/>
            <a:chExt cx="3077774" cy="448332"/>
          </a:xfrm>
        </p:grpSpPr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A27D21AC-0AF9-C57E-017B-EC648A9C4495}"/>
                </a:ext>
              </a:extLst>
            </p:cNvPr>
            <p:cNvCxnSpPr>
              <a:cxnSpLocks/>
            </p:cNvCxnSpPr>
            <p:nvPr/>
          </p:nvCxnSpPr>
          <p:spPr>
            <a:xfrm>
              <a:off x="2995001" y="-2146741"/>
              <a:ext cx="3067757" cy="0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65EAE01-19A9-426B-A89E-422FAC7C4B48}"/>
                </a:ext>
              </a:extLst>
            </p:cNvPr>
            <p:cNvCxnSpPr>
              <a:cxnSpLocks/>
            </p:cNvCxnSpPr>
            <p:nvPr/>
          </p:nvCxnSpPr>
          <p:spPr>
            <a:xfrm>
              <a:off x="2984984" y="-1737360"/>
              <a:ext cx="3075012" cy="0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89DD773E-340E-C4B6-3AE5-FEC524D6072D}"/>
                </a:ext>
              </a:extLst>
            </p:cNvPr>
            <p:cNvCxnSpPr>
              <a:cxnSpLocks/>
            </p:cNvCxnSpPr>
            <p:nvPr/>
          </p:nvCxnSpPr>
          <p:spPr>
            <a:xfrm>
              <a:off x="2995001" y="-2167404"/>
              <a:ext cx="0" cy="448332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1825C4E4-F3D3-DDE2-17C5-A9D8224C2149}"/>
                </a:ext>
              </a:extLst>
            </p:cNvPr>
            <p:cNvCxnSpPr>
              <a:cxnSpLocks/>
            </p:cNvCxnSpPr>
            <p:nvPr/>
          </p:nvCxnSpPr>
          <p:spPr>
            <a:xfrm>
              <a:off x="6062758" y="-2167404"/>
              <a:ext cx="0" cy="448332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1776506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8803ED-10E3-AECC-F457-3DE5AAE07C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8BBB3FC-269B-C542-C8C3-BAB64EA055B4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8D8CCCB-5B15-259D-2018-D1651B57CF43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1C1A0F55-4CAC-C2AB-F12F-56A0F1240ABB}"/>
              </a:ext>
            </a:extLst>
          </p:cNvPr>
          <p:cNvSpPr/>
          <p:nvPr/>
        </p:nvSpPr>
        <p:spPr>
          <a:xfrm>
            <a:off x="-2760928" y="-2488557"/>
            <a:ext cx="18375176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FEA6A898-A20D-4D71-BE19-36142D1A9C40}"/>
              </a:ext>
            </a:extLst>
          </p:cNvPr>
          <p:cNvSpPr/>
          <p:nvPr/>
        </p:nvSpPr>
        <p:spPr>
          <a:xfrm>
            <a:off x="-1600200" y="45721"/>
            <a:ext cx="3264164" cy="3464242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B56B710-B15F-C527-9F84-C3F843CC9366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D37B91FB-DA3F-7B49-E420-9292B17E6202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9D1E0FE0-5088-F3D2-FDF3-E5C700E218A6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F9DF0444-066E-CA85-E8CE-46DF5A872D07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F984EEA3-BFE2-523B-30FA-EC175225BC1C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EC64D3C1-5ADB-4FC4-BD95-75CAFD8505BA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99F87D03-1A46-FB2D-428F-84CCDA60C3B1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2F4AB7C1-C46B-6CF0-A9C8-45B872511D0E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77684508-D6D3-BBC1-9C23-8C19854FF4C4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6F30F736-FA84-EAE0-A5DC-234AE613A72D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91775771-BD56-CC0B-BA51-525C0B92E972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E53692FF-CEED-3F49-6CE5-E8BAF63AE991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8E86A26D-BCAF-C9BC-A037-CF12E02220D3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41866D3F-DCAC-D1BB-7744-755945698523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4A0C7063-629F-A85B-1891-032B49EEF7DA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362B90C6-DE0C-1CEF-E2CC-2CF46096BE81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4BF4CFA7-C217-625C-C833-CE146C756E53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1630D162-5795-D62B-B5D0-B0C62B26D0D7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11FDEBF2-C409-1FDC-FA8E-FACD838F7331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CD4E33C1-37B7-50D2-9EBA-96135DCBB54E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7ACF0144-DCB3-F70E-BC8D-901B37132145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BCC3F1D7-7831-0C55-795D-57AD51C26FA1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00797B03-CE68-C3A3-D289-5988E99B767C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5900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5CD0434C-0441-611B-8238-002802677D03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6FBB7782-2507-8A03-D847-3551434E3B13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C430B19B-825F-402F-50C1-3EECC302198A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25838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5" name="Table 34">
            <a:extLst>
              <a:ext uri="{FF2B5EF4-FFF2-40B4-BE49-F238E27FC236}">
                <a16:creationId xmlns:a16="http://schemas.microsoft.com/office/drawing/2014/main" id="{F873A35B-AF68-AB03-8C63-93204BF92F85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24149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6" name="Table 35">
            <a:extLst>
              <a:ext uri="{FF2B5EF4-FFF2-40B4-BE49-F238E27FC236}">
                <a16:creationId xmlns:a16="http://schemas.microsoft.com/office/drawing/2014/main" id="{0A6D6740-ADB5-B342-E745-78D9865B81FE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25463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1505CC34-1E41-FE6C-4EF7-FD34D04F09AA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235566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3CC1825D-A626-B5A4-DB57-C8277A905F57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233877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9" name="Table 38">
            <a:extLst>
              <a:ext uri="{FF2B5EF4-FFF2-40B4-BE49-F238E27FC236}">
                <a16:creationId xmlns:a16="http://schemas.microsoft.com/office/drawing/2014/main" id="{821DAD5B-1A10-2BEF-E308-2D6B44D68E75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23519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EBD8158F-E68E-307A-F966-D6A71F09A6A5}"/>
              </a:ext>
            </a:extLst>
          </p:cNvPr>
          <p:cNvCxnSpPr/>
          <p:nvPr/>
        </p:nvCxnSpPr>
        <p:spPr>
          <a:xfrm>
            <a:off x="6202230" y="-116840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FFE9EA43-ECA9-FB52-23E8-A6C8840D93A1}"/>
              </a:ext>
            </a:extLst>
          </p:cNvPr>
          <p:cNvCxnSpPr/>
          <p:nvPr/>
        </p:nvCxnSpPr>
        <p:spPr>
          <a:xfrm>
            <a:off x="851408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6904EBBE-76EA-4336-DCD9-85CA57B16150}"/>
              </a:ext>
            </a:extLst>
          </p:cNvPr>
          <p:cNvCxnSpPr>
            <a:cxnSpLocks/>
          </p:cNvCxnSpPr>
          <p:nvPr/>
        </p:nvCxnSpPr>
        <p:spPr>
          <a:xfrm flipV="1">
            <a:off x="868680" y="-868680"/>
            <a:ext cx="0" cy="823412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F42EAD96-9BE9-443B-7166-A84BA8A5A37E}"/>
              </a:ext>
            </a:extLst>
          </p:cNvPr>
          <p:cNvCxnSpPr>
            <a:cxnSpLocks/>
          </p:cNvCxnSpPr>
          <p:nvPr/>
        </p:nvCxnSpPr>
        <p:spPr>
          <a:xfrm>
            <a:off x="868680" y="-879718"/>
            <a:ext cx="1859280" cy="11038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D7C485CA-A7CF-829A-C94D-A7007A7813AA}"/>
              </a:ext>
            </a:extLst>
          </p:cNvPr>
          <p:cNvCxnSpPr/>
          <p:nvPr/>
        </p:nvCxnSpPr>
        <p:spPr>
          <a:xfrm>
            <a:off x="4112744" y="257556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54" name="Straight Arrow Connector 53">
            <a:extLst>
              <a:ext uri="{FF2B5EF4-FFF2-40B4-BE49-F238E27FC236}">
                <a16:creationId xmlns:a16="http://schemas.microsoft.com/office/drawing/2014/main" id="{E3669E0D-5A85-904C-F7A5-CDF99FECA23E}"/>
              </a:ext>
            </a:extLst>
          </p:cNvPr>
          <p:cNvCxnSpPr/>
          <p:nvPr/>
        </p:nvCxnSpPr>
        <p:spPr>
          <a:xfrm>
            <a:off x="4112744" y="257556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55" name="Table 54">
            <a:extLst>
              <a:ext uri="{FF2B5EF4-FFF2-40B4-BE49-F238E27FC236}">
                <a16:creationId xmlns:a16="http://schemas.microsoft.com/office/drawing/2014/main" id="{46AA9036-A04D-4406-D1D2-BD792C526805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3797441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6" name="Table 55">
            <a:extLst>
              <a:ext uri="{FF2B5EF4-FFF2-40B4-BE49-F238E27FC236}">
                <a16:creationId xmlns:a16="http://schemas.microsoft.com/office/drawing/2014/main" id="{37DE4DA1-28C5-4D3C-011F-74D09165576A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7" name="Table 56">
            <a:extLst>
              <a:ext uri="{FF2B5EF4-FFF2-40B4-BE49-F238E27FC236}">
                <a16:creationId xmlns:a16="http://schemas.microsoft.com/office/drawing/2014/main" id="{409E516F-C98D-A1E9-B9E1-F1EF5A3F08B8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8" name="Table 57">
            <a:extLst>
              <a:ext uri="{FF2B5EF4-FFF2-40B4-BE49-F238E27FC236}">
                <a16:creationId xmlns:a16="http://schemas.microsoft.com/office/drawing/2014/main" id="{2C70AF8B-8728-8F89-660F-67001BE9498F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48968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9" name="Table 58">
            <a:extLst>
              <a:ext uri="{FF2B5EF4-FFF2-40B4-BE49-F238E27FC236}">
                <a16:creationId xmlns:a16="http://schemas.microsoft.com/office/drawing/2014/main" id="{C943E635-AE17-CBC2-32E3-0C1445F0C6E8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48799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0" name="Table 59">
            <a:extLst>
              <a:ext uri="{FF2B5EF4-FFF2-40B4-BE49-F238E27FC236}">
                <a16:creationId xmlns:a16="http://schemas.microsoft.com/office/drawing/2014/main" id="{E1D826DF-7412-D45F-9192-1532EEB64D4F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489307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1" name="Table 60">
            <a:extLst>
              <a:ext uri="{FF2B5EF4-FFF2-40B4-BE49-F238E27FC236}">
                <a16:creationId xmlns:a16="http://schemas.microsoft.com/office/drawing/2014/main" id="{99EE725E-4275-2CA9-410C-0F77C41D7842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59941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2" name="Table 61">
            <a:extLst>
              <a:ext uri="{FF2B5EF4-FFF2-40B4-BE49-F238E27FC236}">
                <a16:creationId xmlns:a16="http://schemas.microsoft.com/office/drawing/2014/main" id="{D753B855-487B-1FE4-DFD0-7558ED9FE468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59772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3" name="Table 62">
            <a:extLst>
              <a:ext uri="{FF2B5EF4-FFF2-40B4-BE49-F238E27FC236}">
                <a16:creationId xmlns:a16="http://schemas.microsoft.com/office/drawing/2014/main" id="{D9DD0738-BC06-87DA-8C47-36406516D1A4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59903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1" name="Table 50">
            <a:extLst>
              <a:ext uri="{FF2B5EF4-FFF2-40B4-BE49-F238E27FC236}">
                <a16:creationId xmlns:a16="http://schemas.microsoft.com/office/drawing/2014/main" id="{3905393B-790D-7786-4520-E99D18F94BC1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3827922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2" name="Table 51">
            <a:extLst>
              <a:ext uri="{FF2B5EF4-FFF2-40B4-BE49-F238E27FC236}">
                <a16:creationId xmlns:a16="http://schemas.microsoft.com/office/drawing/2014/main" id="{2A0C1F73-1863-E817-2BB0-135D29457B2C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4" name="Table 63">
            <a:extLst>
              <a:ext uri="{FF2B5EF4-FFF2-40B4-BE49-F238E27FC236}">
                <a16:creationId xmlns:a16="http://schemas.microsoft.com/office/drawing/2014/main" id="{CEC4798D-30E7-B0E8-907E-74CEDD865742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5" name="Table 64">
            <a:extLst>
              <a:ext uri="{FF2B5EF4-FFF2-40B4-BE49-F238E27FC236}">
                <a16:creationId xmlns:a16="http://schemas.microsoft.com/office/drawing/2014/main" id="{B39D5FE8-10B8-BCA6-98FD-403D3DCE3F27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49273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6" name="Table 65">
            <a:extLst>
              <a:ext uri="{FF2B5EF4-FFF2-40B4-BE49-F238E27FC236}">
                <a16:creationId xmlns:a16="http://schemas.microsoft.com/office/drawing/2014/main" id="{0DA8540F-28AE-3232-9B9E-23A5F728D1A4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49104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7" name="Table 66">
            <a:extLst>
              <a:ext uri="{FF2B5EF4-FFF2-40B4-BE49-F238E27FC236}">
                <a16:creationId xmlns:a16="http://schemas.microsoft.com/office/drawing/2014/main" id="{E6F899A0-3FCF-1635-B59B-E6022354B1B9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492355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8" name="Table 67">
            <a:extLst>
              <a:ext uri="{FF2B5EF4-FFF2-40B4-BE49-F238E27FC236}">
                <a16:creationId xmlns:a16="http://schemas.microsoft.com/office/drawing/2014/main" id="{2D36E781-0FA5-4CC4-3986-8E794B350EC4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602458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9" name="Table 68">
            <a:extLst>
              <a:ext uri="{FF2B5EF4-FFF2-40B4-BE49-F238E27FC236}">
                <a16:creationId xmlns:a16="http://schemas.microsoft.com/office/drawing/2014/main" id="{C20AEDA3-63E4-36D9-A40D-70407F1CDFFC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600769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0" name="Table 69">
            <a:extLst>
              <a:ext uri="{FF2B5EF4-FFF2-40B4-BE49-F238E27FC236}">
                <a16:creationId xmlns:a16="http://schemas.microsoft.com/office/drawing/2014/main" id="{08607CE0-99E2-52F6-BA96-A368247EFDDB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602083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71" name="Straight Arrow Connector 70">
            <a:extLst>
              <a:ext uri="{FF2B5EF4-FFF2-40B4-BE49-F238E27FC236}">
                <a16:creationId xmlns:a16="http://schemas.microsoft.com/office/drawing/2014/main" id="{391F8FA2-2686-8AA6-6545-B2271636E5A2}"/>
              </a:ext>
            </a:extLst>
          </p:cNvPr>
          <p:cNvCxnSpPr>
            <a:cxnSpLocks/>
          </p:cNvCxnSpPr>
          <p:nvPr/>
        </p:nvCxnSpPr>
        <p:spPr>
          <a:xfrm>
            <a:off x="5842806" y="5265420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82" name="Table 81">
            <a:extLst>
              <a:ext uri="{FF2B5EF4-FFF2-40B4-BE49-F238E27FC236}">
                <a16:creationId xmlns:a16="http://schemas.microsoft.com/office/drawing/2014/main" id="{7F1CE3F4-F74A-0C7C-EB0E-6A840F163A90}"/>
              </a:ext>
            </a:extLst>
          </p:cNvPr>
          <p:cNvGraphicFramePr>
            <a:graphicFrameLocks noGrp="1"/>
          </p:cNvGraphicFramePr>
          <p:nvPr/>
        </p:nvGraphicFramePr>
        <p:xfrm>
          <a:off x="10389072" y="385840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3" name="Table 82">
            <a:extLst>
              <a:ext uri="{FF2B5EF4-FFF2-40B4-BE49-F238E27FC236}">
                <a16:creationId xmlns:a16="http://schemas.microsoft.com/office/drawing/2014/main" id="{ADF6080B-6356-784B-348B-89DFA09170A8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385840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4" name="Table 83">
            <a:extLst>
              <a:ext uri="{FF2B5EF4-FFF2-40B4-BE49-F238E27FC236}">
                <a16:creationId xmlns:a16="http://schemas.microsoft.com/office/drawing/2014/main" id="{B39E1BCA-4003-A675-D5AA-3FF5DFFEC67D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385840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5" name="Table 84">
            <a:extLst>
              <a:ext uri="{FF2B5EF4-FFF2-40B4-BE49-F238E27FC236}">
                <a16:creationId xmlns:a16="http://schemas.microsoft.com/office/drawing/2014/main" id="{8AAD5D3A-807B-3F3F-F195-3B745D5D0EBD}"/>
              </a:ext>
            </a:extLst>
          </p:cNvPr>
          <p:cNvGraphicFramePr>
            <a:graphicFrameLocks noGrp="1"/>
          </p:cNvGraphicFramePr>
          <p:nvPr/>
        </p:nvGraphicFramePr>
        <p:xfrm>
          <a:off x="10389072" y="495778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6" name="Table 85">
            <a:extLst>
              <a:ext uri="{FF2B5EF4-FFF2-40B4-BE49-F238E27FC236}">
                <a16:creationId xmlns:a16="http://schemas.microsoft.com/office/drawing/2014/main" id="{DBBD40FD-991D-8AD2-E755-4F4AF846A143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494089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7" name="Table 86">
            <a:extLst>
              <a:ext uri="{FF2B5EF4-FFF2-40B4-BE49-F238E27FC236}">
                <a16:creationId xmlns:a16="http://schemas.microsoft.com/office/drawing/2014/main" id="{2458CFD4-46BA-5120-BB5B-712A8987DF59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49540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8" name="Table 87">
            <a:extLst>
              <a:ext uri="{FF2B5EF4-FFF2-40B4-BE49-F238E27FC236}">
                <a16:creationId xmlns:a16="http://schemas.microsoft.com/office/drawing/2014/main" id="{26F93E94-FC74-11ED-DD2B-01513B13EC7C}"/>
              </a:ext>
            </a:extLst>
          </p:cNvPr>
          <p:cNvGraphicFramePr>
            <a:graphicFrameLocks noGrp="1"/>
          </p:cNvGraphicFramePr>
          <p:nvPr/>
        </p:nvGraphicFramePr>
        <p:xfrm>
          <a:off x="10389072" y="605506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9" name="Table 88">
            <a:extLst>
              <a:ext uri="{FF2B5EF4-FFF2-40B4-BE49-F238E27FC236}">
                <a16:creationId xmlns:a16="http://schemas.microsoft.com/office/drawing/2014/main" id="{03CD2062-5A88-F240-637C-FAC45368A695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603817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0" name="Table 89">
            <a:extLst>
              <a:ext uri="{FF2B5EF4-FFF2-40B4-BE49-F238E27FC236}">
                <a16:creationId xmlns:a16="http://schemas.microsoft.com/office/drawing/2014/main" id="{02463326-60C6-6F6A-F3BE-D0CCA90EB998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605131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91" name="Straight Arrow Connector 90">
            <a:extLst>
              <a:ext uri="{FF2B5EF4-FFF2-40B4-BE49-F238E27FC236}">
                <a16:creationId xmlns:a16="http://schemas.microsoft.com/office/drawing/2014/main" id="{492BDD9C-143F-DDEA-5233-22103D159137}"/>
              </a:ext>
            </a:extLst>
          </p:cNvPr>
          <p:cNvCxnSpPr>
            <a:cxnSpLocks/>
          </p:cNvCxnSpPr>
          <p:nvPr/>
        </p:nvCxnSpPr>
        <p:spPr>
          <a:xfrm>
            <a:off x="9762510" y="5434754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3B578D9-8ABE-AA59-E59E-715C4B0C3E37}"/>
              </a:ext>
            </a:extLst>
          </p:cNvPr>
          <p:cNvGrpSpPr/>
          <p:nvPr/>
        </p:nvGrpSpPr>
        <p:grpSpPr>
          <a:xfrm>
            <a:off x="10386310" y="6007693"/>
            <a:ext cx="3077774" cy="448332"/>
            <a:chOff x="2984984" y="-2167404"/>
            <a:chExt cx="3077774" cy="448332"/>
          </a:xfrm>
        </p:grpSpPr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5E0D4E3-AC36-80FF-21F5-D2963725044F}"/>
                </a:ext>
              </a:extLst>
            </p:cNvPr>
            <p:cNvCxnSpPr>
              <a:cxnSpLocks/>
            </p:cNvCxnSpPr>
            <p:nvPr/>
          </p:nvCxnSpPr>
          <p:spPr>
            <a:xfrm>
              <a:off x="2995001" y="-2146741"/>
              <a:ext cx="3067757" cy="0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08311596-A6CD-A974-BBE9-14372E5C43FE}"/>
                </a:ext>
              </a:extLst>
            </p:cNvPr>
            <p:cNvCxnSpPr>
              <a:cxnSpLocks/>
            </p:cNvCxnSpPr>
            <p:nvPr/>
          </p:nvCxnSpPr>
          <p:spPr>
            <a:xfrm>
              <a:off x="2984984" y="-1737360"/>
              <a:ext cx="3075012" cy="0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D0EA54FA-FE2A-BB6C-A49A-FFF758940B80}"/>
                </a:ext>
              </a:extLst>
            </p:cNvPr>
            <p:cNvCxnSpPr>
              <a:cxnSpLocks/>
            </p:cNvCxnSpPr>
            <p:nvPr/>
          </p:nvCxnSpPr>
          <p:spPr>
            <a:xfrm>
              <a:off x="2995001" y="-2167404"/>
              <a:ext cx="0" cy="448332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A42623-373F-CC7B-C685-D86AC41B7F3B}"/>
                </a:ext>
              </a:extLst>
            </p:cNvPr>
            <p:cNvCxnSpPr>
              <a:cxnSpLocks/>
            </p:cNvCxnSpPr>
            <p:nvPr/>
          </p:nvCxnSpPr>
          <p:spPr>
            <a:xfrm>
              <a:off x="6062758" y="-2167404"/>
              <a:ext cx="0" cy="448332"/>
            </a:xfrm>
            <a:prstGeom prst="line">
              <a:avLst/>
            </a:prstGeom>
            <a:ln w="57150">
              <a:solidFill>
                <a:srgbClr val="FFC0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433901F6-1A20-B389-81B9-E9751644D004}"/>
              </a:ext>
            </a:extLst>
          </p:cNvPr>
          <p:cNvGrpSpPr/>
          <p:nvPr/>
        </p:nvGrpSpPr>
        <p:grpSpPr>
          <a:xfrm>
            <a:off x="11070676" y="3834671"/>
            <a:ext cx="321909" cy="3336004"/>
            <a:chOff x="4983546" y="1152724"/>
            <a:chExt cx="515339" cy="4105076"/>
          </a:xfrm>
        </p:grpSpPr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F361F216-3591-E56C-7D57-A2155F18EC46}"/>
                </a:ext>
              </a:extLst>
            </p:cNvPr>
            <p:cNvCxnSpPr>
              <a:cxnSpLocks/>
            </p:cNvCxnSpPr>
            <p:nvPr/>
          </p:nvCxnSpPr>
          <p:spPr>
            <a:xfrm>
              <a:off x="4995121" y="5257800"/>
              <a:ext cx="503764" cy="0"/>
            </a:xfrm>
            <a:prstGeom prst="line">
              <a:avLst/>
            </a:prstGeom>
            <a:ln w="57150">
              <a:solidFill>
                <a:schemeClr val="accent5">
                  <a:lumMod val="50000"/>
                </a:schemeClr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2DEC43ED-D761-8058-235E-63D96CE4C0E5}"/>
                </a:ext>
              </a:extLst>
            </p:cNvPr>
            <p:cNvCxnSpPr>
              <a:cxnSpLocks/>
            </p:cNvCxnSpPr>
            <p:nvPr/>
          </p:nvCxnSpPr>
          <p:spPr>
            <a:xfrm>
              <a:off x="4983546" y="1152724"/>
              <a:ext cx="0" cy="4084412"/>
            </a:xfrm>
            <a:prstGeom prst="line">
              <a:avLst/>
            </a:prstGeom>
            <a:ln w="57150">
              <a:solidFill>
                <a:schemeClr val="accent5">
                  <a:lumMod val="50000"/>
                </a:schemeClr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6DF0469B-F50F-9137-403F-07EC7DA6997A}"/>
                </a:ext>
              </a:extLst>
            </p:cNvPr>
            <p:cNvCxnSpPr>
              <a:cxnSpLocks/>
            </p:cNvCxnSpPr>
            <p:nvPr/>
          </p:nvCxnSpPr>
          <p:spPr>
            <a:xfrm>
              <a:off x="5469124" y="1169082"/>
              <a:ext cx="15983" cy="4088718"/>
            </a:xfrm>
            <a:prstGeom prst="line">
              <a:avLst/>
            </a:prstGeom>
            <a:ln w="57150">
              <a:solidFill>
                <a:schemeClr val="accent5">
                  <a:lumMod val="50000"/>
                </a:schemeClr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4BA2A122-93AA-BA4A-DF9D-B0F2DE33B8F1}"/>
                </a:ext>
              </a:extLst>
            </p:cNvPr>
            <p:cNvCxnSpPr>
              <a:cxnSpLocks/>
            </p:cNvCxnSpPr>
            <p:nvPr/>
          </p:nvCxnSpPr>
          <p:spPr>
            <a:xfrm>
              <a:off x="4995121" y="1169082"/>
              <a:ext cx="503764" cy="0"/>
            </a:xfrm>
            <a:prstGeom prst="line">
              <a:avLst/>
            </a:prstGeom>
            <a:ln w="57150">
              <a:solidFill>
                <a:schemeClr val="accent5">
                  <a:lumMod val="50000"/>
                </a:schemeClr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5772357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00088E-3612-E9B8-65A7-5A155E45A5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2446CC1-B4F7-CC99-5AF6-C2B5BB5973BD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A8D9B2C1-0915-23A9-35D4-13942AE9F7B1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1A39307C-D1F2-4B77-D086-D617133E97CD}"/>
              </a:ext>
            </a:extLst>
          </p:cNvPr>
          <p:cNvSpPr/>
          <p:nvPr/>
        </p:nvSpPr>
        <p:spPr>
          <a:xfrm>
            <a:off x="-2760928" y="-2488557"/>
            <a:ext cx="20866048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733106E0-96C9-6B4B-712C-4E018EDCF786}"/>
              </a:ext>
            </a:extLst>
          </p:cNvPr>
          <p:cNvSpPr/>
          <p:nvPr/>
        </p:nvSpPr>
        <p:spPr>
          <a:xfrm>
            <a:off x="-1600200" y="45721"/>
            <a:ext cx="3264164" cy="3464242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4BFA360-1D52-FF50-D0E5-DEE732492BBD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6C0215DA-BD70-0C58-0F73-BED45F67B148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741413A2-338D-19BC-9B31-B35E3163D2B3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9C4BAC07-AAFF-E615-4FB2-204C02B6E315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3A66BAB3-2957-CF01-BEBF-1106AF9EDA5A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A4B641F9-0903-D789-478F-3A0C29436D93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436F7BD1-27F5-D327-A8BB-CB25D429F9C2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733E758D-B67C-1725-EF41-A70DBBF025B2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232F2018-2603-5DD0-35C3-9F5951D95FD3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65EB5F2A-8AB7-F3B0-128B-6AC0BC834035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CD79103B-6D95-5F14-51B5-BD4C2D83ED24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D516738A-75B5-B9C6-45C8-FCA32645A37A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71AB2E4F-7DF4-18F2-891A-0D33C4DF1B98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6CD11141-8332-DA2A-CFCB-A1ECE0B4BF40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3AAB4DAA-8622-AAEC-BC3F-219F9D20E9FB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6376A438-F83C-891B-8881-C21170C7FBFA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B113D9C5-20B4-FECD-64A9-314257A0BDB9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9744103E-9B61-B8F6-5414-1BFA01F28731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FE9FD8D1-1DA6-05A3-C895-1CF080E8228C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8B907F59-A43E-4DA2-7CE0-29B15224A0B1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005EA419-4706-2EDC-812E-447A9ACC289A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FB930E23-EF01-0810-C9B8-C5848E33161E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E0E89620-9A5E-D7A3-5732-B34BC8DA7154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5900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50F27C1C-20E0-3574-CB67-9D496CB4C7F8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ACFCA43C-8B18-AF22-E4AC-87368A840B85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3E12546D-01AB-BC3B-9BA4-B510EFB22A74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25838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5" name="Table 34">
            <a:extLst>
              <a:ext uri="{FF2B5EF4-FFF2-40B4-BE49-F238E27FC236}">
                <a16:creationId xmlns:a16="http://schemas.microsoft.com/office/drawing/2014/main" id="{3BFE3BA3-38D6-5ED5-5FDF-A69CA8C4DA2D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24149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6" name="Table 35">
            <a:extLst>
              <a:ext uri="{FF2B5EF4-FFF2-40B4-BE49-F238E27FC236}">
                <a16:creationId xmlns:a16="http://schemas.microsoft.com/office/drawing/2014/main" id="{0B442FDC-82A2-86A1-4EB8-D23B23A6D237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25463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B44337BA-F160-0D76-B298-F96EDE68B3A3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235566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731605D3-59E6-7348-C67C-846453B2B9F6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233877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9" name="Table 38">
            <a:extLst>
              <a:ext uri="{FF2B5EF4-FFF2-40B4-BE49-F238E27FC236}">
                <a16:creationId xmlns:a16="http://schemas.microsoft.com/office/drawing/2014/main" id="{F80C0A08-A5F9-DFE7-EACA-0AD598E8F66D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23519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7E11AB3D-9734-5188-BEAF-9E338B75C141}"/>
              </a:ext>
            </a:extLst>
          </p:cNvPr>
          <p:cNvCxnSpPr/>
          <p:nvPr/>
        </p:nvCxnSpPr>
        <p:spPr>
          <a:xfrm>
            <a:off x="6202230" y="-116840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598CE2CA-0C29-C38E-8FAB-06F1B1D54582}"/>
              </a:ext>
            </a:extLst>
          </p:cNvPr>
          <p:cNvCxnSpPr/>
          <p:nvPr/>
        </p:nvCxnSpPr>
        <p:spPr>
          <a:xfrm>
            <a:off x="851408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0B03557E-0E22-E416-32A5-96869546AC84}"/>
              </a:ext>
            </a:extLst>
          </p:cNvPr>
          <p:cNvCxnSpPr>
            <a:cxnSpLocks/>
          </p:cNvCxnSpPr>
          <p:nvPr/>
        </p:nvCxnSpPr>
        <p:spPr>
          <a:xfrm flipV="1">
            <a:off x="868680" y="-868680"/>
            <a:ext cx="0" cy="823412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E1BD98AB-4C83-D4D8-A956-FA810E536B1F}"/>
              </a:ext>
            </a:extLst>
          </p:cNvPr>
          <p:cNvCxnSpPr>
            <a:cxnSpLocks/>
          </p:cNvCxnSpPr>
          <p:nvPr/>
        </p:nvCxnSpPr>
        <p:spPr>
          <a:xfrm>
            <a:off x="868680" y="-879718"/>
            <a:ext cx="1859280" cy="11038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A3084C7C-969C-E732-8783-5E09A9FC66B9}"/>
              </a:ext>
            </a:extLst>
          </p:cNvPr>
          <p:cNvCxnSpPr/>
          <p:nvPr/>
        </p:nvCxnSpPr>
        <p:spPr>
          <a:xfrm>
            <a:off x="4112744" y="257556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54" name="Straight Arrow Connector 53">
            <a:extLst>
              <a:ext uri="{FF2B5EF4-FFF2-40B4-BE49-F238E27FC236}">
                <a16:creationId xmlns:a16="http://schemas.microsoft.com/office/drawing/2014/main" id="{8C2A4C39-D857-1A14-6830-5D3A9A0306CC}"/>
              </a:ext>
            </a:extLst>
          </p:cNvPr>
          <p:cNvCxnSpPr/>
          <p:nvPr/>
        </p:nvCxnSpPr>
        <p:spPr>
          <a:xfrm>
            <a:off x="4112744" y="257556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55" name="Table 54">
            <a:extLst>
              <a:ext uri="{FF2B5EF4-FFF2-40B4-BE49-F238E27FC236}">
                <a16:creationId xmlns:a16="http://schemas.microsoft.com/office/drawing/2014/main" id="{1AC644DB-827B-B0BC-285D-FC3DAC361E9B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3797441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6" name="Table 55">
            <a:extLst>
              <a:ext uri="{FF2B5EF4-FFF2-40B4-BE49-F238E27FC236}">
                <a16:creationId xmlns:a16="http://schemas.microsoft.com/office/drawing/2014/main" id="{EEB1C60E-3505-B5DE-C6A4-1B1E3AEE0618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7" name="Table 56">
            <a:extLst>
              <a:ext uri="{FF2B5EF4-FFF2-40B4-BE49-F238E27FC236}">
                <a16:creationId xmlns:a16="http://schemas.microsoft.com/office/drawing/2014/main" id="{D8865890-A43F-956A-DC95-672C9A4131EE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8" name="Table 57">
            <a:extLst>
              <a:ext uri="{FF2B5EF4-FFF2-40B4-BE49-F238E27FC236}">
                <a16:creationId xmlns:a16="http://schemas.microsoft.com/office/drawing/2014/main" id="{678E4124-8835-72E0-3B72-E8E8CBE0E6D0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48968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9" name="Table 58">
            <a:extLst>
              <a:ext uri="{FF2B5EF4-FFF2-40B4-BE49-F238E27FC236}">
                <a16:creationId xmlns:a16="http://schemas.microsoft.com/office/drawing/2014/main" id="{EBA8420A-F43C-1E2A-A9B1-0A29FF637125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48799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0" name="Table 59">
            <a:extLst>
              <a:ext uri="{FF2B5EF4-FFF2-40B4-BE49-F238E27FC236}">
                <a16:creationId xmlns:a16="http://schemas.microsoft.com/office/drawing/2014/main" id="{4D083FB3-F7FA-9ACD-732F-970D4907F6FE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489307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1" name="Table 60">
            <a:extLst>
              <a:ext uri="{FF2B5EF4-FFF2-40B4-BE49-F238E27FC236}">
                <a16:creationId xmlns:a16="http://schemas.microsoft.com/office/drawing/2014/main" id="{ED7CD7C7-3748-19F3-BFA2-6FD8CEC21B81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59941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2" name="Table 61">
            <a:extLst>
              <a:ext uri="{FF2B5EF4-FFF2-40B4-BE49-F238E27FC236}">
                <a16:creationId xmlns:a16="http://schemas.microsoft.com/office/drawing/2014/main" id="{08F27934-C4F8-3DC6-1E4D-125A21FFEE0D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59772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3" name="Table 62">
            <a:extLst>
              <a:ext uri="{FF2B5EF4-FFF2-40B4-BE49-F238E27FC236}">
                <a16:creationId xmlns:a16="http://schemas.microsoft.com/office/drawing/2014/main" id="{BC12DE3B-BDA7-5DFD-AE81-44DDDB7E3F0D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59903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1" name="Table 50">
            <a:extLst>
              <a:ext uri="{FF2B5EF4-FFF2-40B4-BE49-F238E27FC236}">
                <a16:creationId xmlns:a16="http://schemas.microsoft.com/office/drawing/2014/main" id="{F32EFA8D-BB6C-8B46-4088-604359B2CD6D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3827922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2" name="Table 51">
            <a:extLst>
              <a:ext uri="{FF2B5EF4-FFF2-40B4-BE49-F238E27FC236}">
                <a16:creationId xmlns:a16="http://schemas.microsoft.com/office/drawing/2014/main" id="{4983705B-AF80-79B2-E8E4-654EA3396292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4" name="Table 63">
            <a:extLst>
              <a:ext uri="{FF2B5EF4-FFF2-40B4-BE49-F238E27FC236}">
                <a16:creationId xmlns:a16="http://schemas.microsoft.com/office/drawing/2014/main" id="{6856BE7E-47B8-1DA8-593B-F6545E6E61F4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5" name="Table 64">
            <a:extLst>
              <a:ext uri="{FF2B5EF4-FFF2-40B4-BE49-F238E27FC236}">
                <a16:creationId xmlns:a16="http://schemas.microsoft.com/office/drawing/2014/main" id="{36AAAC61-4442-C784-D3F5-F0638AE7456E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49273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6" name="Table 65">
            <a:extLst>
              <a:ext uri="{FF2B5EF4-FFF2-40B4-BE49-F238E27FC236}">
                <a16:creationId xmlns:a16="http://schemas.microsoft.com/office/drawing/2014/main" id="{EF452898-9E8E-8EBF-5ECD-1010913ED357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49104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7" name="Table 66">
            <a:extLst>
              <a:ext uri="{FF2B5EF4-FFF2-40B4-BE49-F238E27FC236}">
                <a16:creationId xmlns:a16="http://schemas.microsoft.com/office/drawing/2014/main" id="{6B391732-6399-D50F-08D5-1F2293D1F53A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492355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8" name="Table 67">
            <a:extLst>
              <a:ext uri="{FF2B5EF4-FFF2-40B4-BE49-F238E27FC236}">
                <a16:creationId xmlns:a16="http://schemas.microsoft.com/office/drawing/2014/main" id="{3483CB8B-13A2-8D7C-254C-2E048B50EE8C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602458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9" name="Table 68">
            <a:extLst>
              <a:ext uri="{FF2B5EF4-FFF2-40B4-BE49-F238E27FC236}">
                <a16:creationId xmlns:a16="http://schemas.microsoft.com/office/drawing/2014/main" id="{AE7CD986-9B1F-D21E-6B72-BC1C4BF529F5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600769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0" name="Table 69">
            <a:extLst>
              <a:ext uri="{FF2B5EF4-FFF2-40B4-BE49-F238E27FC236}">
                <a16:creationId xmlns:a16="http://schemas.microsoft.com/office/drawing/2014/main" id="{60101C49-B3C0-7DB7-CD8B-D9FCE4F1F19D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602083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71" name="Straight Arrow Connector 70">
            <a:extLst>
              <a:ext uri="{FF2B5EF4-FFF2-40B4-BE49-F238E27FC236}">
                <a16:creationId xmlns:a16="http://schemas.microsoft.com/office/drawing/2014/main" id="{C4C10BCB-9140-8E5C-8BE9-7293D3F88003}"/>
              </a:ext>
            </a:extLst>
          </p:cNvPr>
          <p:cNvCxnSpPr>
            <a:cxnSpLocks/>
          </p:cNvCxnSpPr>
          <p:nvPr/>
        </p:nvCxnSpPr>
        <p:spPr>
          <a:xfrm>
            <a:off x="5842806" y="5265420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82" name="Table 81">
            <a:extLst>
              <a:ext uri="{FF2B5EF4-FFF2-40B4-BE49-F238E27FC236}">
                <a16:creationId xmlns:a16="http://schemas.microsoft.com/office/drawing/2014/main" id="{F35D2BE6-D54C-64F9-3ED4-6F737F02DC6E}"/>
              </a:ext>
            </a:extLst>
          </p:cNvPr>
          <p:cNvGraphicFramePr>
            <a:graphicFrameLocks noGrp="1"/>
          </p:cNvGraphicFramePr>
          <p:nvPr/>
        </p:nvGraphicFramePr>
        <p:xfrm>
          <a:off x="10389072" y="385840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3" name="Table 82">
            <a:extLst>
              <a:ext uri="{FF2B5EF4-FFF2-40B4-BE49-F238E27FC236}">
                <a16:creationId xmlns:a16="http://schemas.microsoft.com/office/drawing/2014/main" id="{85A66C14-9F7E-DA10-9C25-EEAD55A529E7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385840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4" name="Table 83">
            <a:extLst>
              <a:ext uri="{FF2B5EF4-FFF2-40B4-BE49-F238E27FC236}">
                <a16:creationId xmlns:a16="http://schemas.microsoft.com/office/drawing/2014/main" id="{14591ADD-8935-EA92-28EB-A58A6C7159CC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385840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5" name="Table 84">
            <a:extLst>
              <a:ext uri="{FF2B5EF4-FFF2-40B4-BE49-F238E27FC236}">
                <a16:creationId xmlns:a16="http://schemas.microsoft.com/office/drawing/2014/main" id="{88D7F14D-AC4C-20F4-A8D1-41D83A606E6E}"/>
              </a:ext>
            </a:extLst>
          </p:cNvPr>
          <p:cNvGraphicFramePr>
            <a:graphicFrameLocks noGrp="1"/>
          </p:cNvGraphicFramePr>
          <p:nvPr/>
        </p:nvGraphicFramePr>
        <p:xfrm>
          <a:off x="10389072" y="495778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6" name="Table 85">
            <a:extLst>
              <a:ext uri="{FF2B5EF4-FFF2-40B4-BE49-F238E27FC236}">
                <a16:creationId xmlns:a16="http://schemas.microsoft.com/office/drawing/2014/main" id="{25CE0F54-CB0C-1AF9-7D1A-DB660FB4E39A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494089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7" name="Table 86">
            <a:extLst>
              <a:ext uri="{FF2B5EF4-FFF2-40B4-BE49-F238E27FC236}">
                <a16:creationId xmlns:a16="http://schemas.microsoft.com/office/drawing/2014/main" id="{94C410E8-32F3-0188-97BD-FC2D9EC4C2FB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49540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8" name="Table 87">
            <a:extLst>
              <a:ext uri="{FF2B5EF4-FFF2-40B4-BE49-F238E27FC236}">
                <a16:creationId xmlns:a16="http://schemas.microsoft.com/office/drawing/2014/main" id="{D4256CC9-3B50-A735-B2CD-AF38D533B7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2903953"/>
              </p:ext>
            </p:extLst>
          </p:nvPr>
        </p:nvGraphicFramePr>
        <p:xfrm>
          <a:off x="10389072" y="605506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9" name="Table 88">
            <a:extLst>
              <a:ext uri="{FF2B5EF4-FFF2-40B4-BE49-F238E27FC236}">
                <a16:creationId xmlns:a16="http://schemas.microsoft.com/office/drawing/2014/main" id="{466FC872-77B5-F569-A3AF-77AA857D5FD4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603817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0" name="Table 89">
            <a:extLst>
              <a:ext uri="{FF2B5EF4-FFF2-40B4-BE49-F238E27FC236}">
                <a16:creationId xmlns:a16="http://schemas.microsoft.com/office/drawing/2014/main" id="{E6A8F95D-FE71-7133-3363-0D3A7714D335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605131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91" name="Straight Arrow Connector 90">
            <a:extLst>
              <a:ext uri="{FF2B5EF4-FFF2-40B4-BE49-F238E27FC236}">
                <a16:creationId xmlns:a16="http://schemas.microsoft.com/office/drawing/2014/main" id="{EB02528E-2CED-C07C-06C0-B877599674F0}"/>
              </a:ext>
            </a:extLst>
          </p:cNvPr>
          <p:cNvCxnSpPr>
            <a:cxnSpLocks/>
          </p:cNvCxnSpPr>
          <p:nvPr/>
        </p:nvCxnSpPr>
        <p:spPr>
          <a:xfrm>
            <a:off x="9762510" y="5434754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72" name="Table 71">
            <a:extLst>
              <a:ext uri="{FF2B5EF4-FFF2-40B4-BE49-F238E27FC236}">
                <a16:creationId xmlns:a16="http://schemas.microsoft.com/office/drawing/2014/main" id="{E09A8F80-23C6-38C2-4452-5610825039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9018842"/>
              </p:ext>
            </p:extLst>
          </p:nvPr>
        </p:nvGraphicFramePr>
        <p:xfrm>
          <a:off x="14236394" y="388888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3" name="Table 72">
            <a:extLst>
              <a:ext uri="{FF2B5EF4-FFF2-40B4-BE49-F238E27FC236}">
                <a16:creationId xmlns:a16="http://schemas.microsoft.com/office/drawing/2014/main" id="{5A17E9A8-802D-4B68-6DD4-15A2AF904A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2213091"/>
              </p:ext>
            </p:extLst>
          </p:nvPr>
        </p:nvGraphicFramePr>
        <p:xfrm>
          <a:off x="15261398" y="38888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4" name="Table 73">
            <a:extLst>
              <a:ext uri="{FF2B5EF4-FFF2-40B4-BE49-F238E27FC236}">
                <a16:creationId xmlns:a16="http://schemas.microsoft.com/office/drawing/2014/main" id="{E6F4F68F-E8FD-C2C8-56E1-969BD149B2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0970809"/>
              </p:ext>
            </p:extLst>
          </p:nvPr>
        </p:nvGraphicFramePr>
        <p:xfrm>
          <a:off x="16286402" y="38888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5" name="Table 74">
            <a:extLst>
              <a:ext uri="{FF2B5EF4-FFF2-40B4-BE49-F238E27FC236}">
                <a16:creationId xmlns:a16="http://schemas.microsoft.com/office/drawing/2014/main" id="{A38B73CA-0198-CB1F-2730-83A7F306E2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4824395"/>
              </p:ext>
            </p:extLst>
          </p:nvPr>
        </p:nvGraphicFramePr>
        <p:xfrm>
          <a:off x="14236394" y="498826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6" name="Table 75">
            <a:extLst>
              <a:ext uri="{FF2B5EF4-FFF2-40B4-BE49-F238E27FC236}">
                <a16:creationId xmlns:a16="http://schemas.microsoft.com/office/drawing/2014/main" id="{7273B17B-F123-4594-8D21-33F54FE0BC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5457625"/>
              </p:ext>
            </p:extLst>
          </p:nvPr>
        </p:nvGraphicFramePr>
        <p:xfrm>
          <a:off x="15261398" y="497137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7" name="Table 76">
            <a:extLst>
              <a:ext uri="{FF2B5EF4-FFF2-40B4-BE49-F238E27FC236}">
                <a16:creationId xmlns:a16="http://schemas.microsoft.com/office/drawing/2014/main" id="{580B3543-A774-E9EF-6BEB-0CC0FC8C42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4870980"/>
              </p:ext>
            </p:extLst>
          </p:nvPr>
        </p:nvGraphicFramePr>
        <p:xfrm>
          <a:off x="16286402" y="49845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8" name="Table 77">
            <a:extLst>
              <a:ext uri="{FF2B5EF4-FFF2-40B4-BE49-F238E27FC236}">
                <a16:creationId xmlns:a16="http://schemas.microsoft.com/office/drawing/2014/main" id="{B3D25052-7FE8-FF7A-3F37-9CBF7B1087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4551227"/>
              </p:ext>
            </p:extLst>
          </p:nvPr>
        </p:nvGraphicFramePr>
        <p:xfrm>
          <a:off x="14236394" y="608554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9" name="Table 78">
            <a:extLst>
              <a:ext uri="{FF2B5EF4-FFF2-40B4-BE49-F238E27FC236}">
                <a16:creationId xmlns:a16="http://schemas.microsoft.com/office/drawing/2014/main" id="{11AF8658-BBF4-30FD-95D4-D4799A97F3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5927561"/>
              </p:ext>
            </p:extLst>
          </p:nvPr>
        </p:nvGraphicFramePr>
        <p:xfrm>
          <a:off x="15261398" y="606865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0" name="Table 79">
            <a:extLst>
              <a:ext uri="{FF2B5EF4-FFF2-40B4-BE49-F238E27FC236}">
                <a16:creationId xmlns:a16="http://schemas.microsoft.com/office/drawing/2014/main" id="{21F1AD2C-75F8-2FFE-77FB-4FEA247D5A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6734864"/>
              </p:ext>
            </p:extLst>
          </p:nvPr>
        </p:nvGraphicFramePr>
        <p:xfrm>
          <a:off x="16286402" y="60817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81" name="Straight Arrow Connector 80">
            <a:extLst>
              <a:ext uri="{FF2B5EF4-FFF2-40B4-BE49-F238E27FC236}">
                <a16:creationId xmlns:a16="http://schemas.microsoft.com/office/drawing/2014/main" id="{0B82ED24-8FE0-01EF-278B-1AF306B81C73}"/>
              </a:ext>
            </a:extLst>
          </p:cNvPr>
          <p:cNvCxnSpPr>
            <a:cxnSpLocks/>
          </p:cNvCxnSpPr>
          <p:nvPr/>
        </p:nvCxnSpPr>
        <p:spPr>
          <a:xfrm>
            <a:off x="13572510" y="5413588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90486189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B1AAD2-1D44-B663-A13A-56628F7B3C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6789788-9F5B-4A74-2ABD-D119EFC07A44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C06887D-ADC1-2B57-792D-CC86025B3BF0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BB221019-902D-872D-74A3-A9A6B7E9060F}"/>
              </a:ext>
            </a:extLst>
          </p:cNvPr>
          <p:cNvSpPr/>
          <p:nvPr/>
        </p:nvSpPr>
        <p:spPr>
          <a:xfrm>
            <a:off x="-2760928" y="-2488557"/>
            <a:ext cx="20866048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251E53B8-330A-7F3A-487C-F51BCA582EBB}"/>
              </a:ext>
            </a:extLst>
          </p:cNvPr>
          <p:cNvSpPr/>
          <p:nvPr/>
        </p:nvSpPr>
        <p:spPr>
          <a:xfrm>
            <a:off x="-1600200" y="45721"/>
            <a:ext cx="3264164" cy="3464242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30AAA9F-93CF-5B0C-3A78-CB330CB484D8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61B1FF6A-2DCD-3932-673C-B9701D74A9F3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1221769F-4591-A729-92ED-399EA6B4787B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1D6544B7-B0A6-9998-C72E-C492CA0BA7F0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11E8D0C1-4502-C2C5-E264-CA1387891F11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54C80868-2601-4A0D-1898-66D52AB14218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7CFA7A65-6205-F881-6A00-A15F2FD35C15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98452FF6-A9D3-346B-9F19-1C4E0E838369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B13D1D65-0D20-B53C-7D01-0E9D8158B65F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22826C69-948F-EAE6-2619-B8C443895A17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4BACFC0E-3E52-9920-78B0-390BEBF8F92E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A095DEA2-96AE-4CFA-1ED4-51C7C0FC401E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867BF6B4-6DF2-FDD4-286B-FC5091DF6D30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974D3EA7-9FE8-C23E-EC36-5E5C0C556389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29FAEEE7-8632-C073-4C38-1F1F1CC095BC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0CCC1427-9369-4686-56F6-B78FAE4FF918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E3A10C69-8722-E4B6-E217-AB3A2EDFD5C5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F7471673-55FB-E155-188D-52FF27804430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8A1695F0-9D8D-1884-F570-4767D4F13F8F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3494B9F1-647A-2FAC-6ECB-62F5E7565878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F38ED64-E2BF-F553-55BB-DB1B4523B81A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40E37D43-9834-3CC0-1494-839584A929E3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702E3973-DDC3-4E03-01CE-99F6B33076EF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5900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3BBAC410-8998-6A99-C4BB-E86D7E2DB472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B57444C3-45EA-D4A9-6960-0EE6C85F01BE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666D5B72-3596-4A9A-87CF-C246C1EEE8A5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25838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5" name="Table 34">
            <a:extLst>
              <a:ext uri="{FF2B5EF4-FFF2-40B4-BE49-F238E27FC236}">
                <a16:creationId xmlns:a16="http://schemas.microsoft.com/office/drawing/2014/main" id="{590A355F-E43A-E41F-4931-D18673435B02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24149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6" name="Table 35">
            <a:extLst>
              <a:ext uri="{FF2B5EF4-FFF2-40B4-BE49-F238E27FC236}">
                <a16:creationId xmlns:a16="http://schemas.microsoft.com/office/drawing/2014/main" id="{FFE87CCC-2E1A-56C8-85CD-061F38AAE76A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25463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FADEB2C3-BC45-D219-90EC-8EB24F9C8A71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235566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2685B829-06AE-81A1-8388-065F860C8E0E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233877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9" name="Table 38">
            <a:extLst>
              <a:ext uri="{FF2B5EF4-FFF2-40B4-BE49-F238E27FC236}">
                <a16:creationId xmlns:a16="http://schemas.microsoft.com/office/drawing/2014/main" id="{0B1F990A-428F-3BBE-CC11-6594704CC1B0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23519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E1999DA4-3165-8FA6-3B8F-74C33166B427}"/>
              </a:ext>
            </a:extLst>
          </p:cNvPr>
          <p:cNvCxnSpPr/>
          <p:nvPr/>
        </p:nvCxnSpPr>
        <p:spPr>
          <a:xfrm>
            <a:off x="6202230" y="-116840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8A35B468-442E-FBD5-645C-4C4F3B697779}"/>
              </a:ext>
            </a:extLst>
          </p:cNvPr>
          <p:cNvCxnSpPr/>
          <p:nvPr/>
        </p:nvCxnSpPr>
        <p:spPr>
          <a:xfrm>
            <a:off x="851408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663CEE96-9587-0CA9-5290-7D43CE9F7AC1}"/>
              </a:ext>
            </a:extLst>
          </p:cNvPr>
          <p:cNvCxnSpPr>
            <a:cxnSpLocks/>
          </p:cNvCxnSpPr>
          <p:nvPr/>
        </p:nvCxnSpPr>
        <p:spPr>
          <a:xfrm flipV="1">
            <a:off x="868680" y="-868680"/>
            <a:ext cx="0" cy="823412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66E1180A-2FBB-436F-4DA9-B252449F4FC0}"/>
              </a:ext>
            </a:extLst>
          </p:cNvPr>
          <p:cNvCxnSpPr>
            <a:cxnSpLocks/>
          </p:cNvCxnSpPr>
          <p:nvPr/>
        </p:nvCxnSpPr>
        <p:spPr>
          <a:xfrm>
            <a:off x="868680" y="-879718"/>
            <a:ext cx="1859280" cy="11038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B0BB4698-1B0C-B3EA-6D63-33EB35D27421}"/>
              </a:ext>
            </a:extLst>
          </p:cNvPr>
          <p:cNvCxnSpPr/>
          <p:nvPr/>
        </p:nvCxnSpPr>
        <p:spPr>
          <a:xfrm>
            <a:off x="4112744" y="257556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54" name="Straight Arrow Connector 53">
            <a:extLst>
              <a:ext uri="{FF2B5EF4-FFF2-40B4-BE49-F238E27FC236}">
                <a16:creationId xmlns:a16="http://schemas.microsoft.com/office/drawing/2014/main" id="{83A7AEDE-2C28-71B5-3A4B-FD875FF531FE}"/>
              </a:ext>
            </a:extLst>
          </p:cNvPr>
          <p:cNvCxnSpPr/>
          <p:nvPr/>
        </p:nvCxnSpPr>
        <p:spPr>
          <a:xfrm>
            <a:off x="4112744" y="257556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55" name="Table 54">
            <a:extLst>
              <a:ext uri="{FF2B5EF4-FFF2-40B4-BE49-F238E27FC236}">
                <a16:creationId xmlns:a16="http://schemas.microsoft.com/office/drawing/2014/main" id="{2B82BBF7-F1AD-F35E-2AC6-0C05122B5648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3797441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6" name="Table 55">
            <a:extLst>
              <a:ext uri="{FF2B5EF4-FFF2-40B4-BE49-F238E27FC236}">
                <a16:creationId xmlns:a16="http://schemas.microsoft.com/office/drawing/2014/main" id="{26B48C62-8CC1-220A-9AE4-20CE0A42EBE1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7" name="Table 56">
            <a:extLst>
              <a:ext uri="{FF2B5EF4-FFF2-40B4-BE49-F238E27FC236}">
                <a16:creationId xmlns:a16="http://schemas.microsoft.com/office/drawing/2014/main" id="{9A62A0F5-005E-6EDB-1632-6A9719A82B44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8" name="Table 57">
            <a:extLst>
              <a:ext uri="{FF2B5EF4-FFF2-40B4-BE49-F238E27FC236}">
                <a16:creationId xmlns:a16="http://schemas.microsoft.com/office/drawing/2014/main" id="{0D4F79C5-E50C-0F95-DFDA-515B13A7F599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48968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9" name="Table 58">
            <a:extLst>
              <a:ext uri="{FF2B5EF4-FFF2-40B4-BE49-F238E27FC236}">
                <a16:creationId xmlns:a16="http://schemas.microsoft.com/office/drawing/2014/main" id="{E6344CB1-949A-12AD-99F1-4DA7059DCD55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48799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0" name="Table 59">
            <a:extLst>
              <a:ext uri="{FF2B5EF4-FFF2-40B4-BE49-F238E27FC236}">
                <a16:creationId xmlns:a16="http://schemas.microsoft.com/office/drawing/2014/main" id="{883C9540-BA0C-FD55-B629-B553B9B18B72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489307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1" name="Table 60">
            <a:extLst>
              <a:ext uri="{FF2B5EF4-FFF2-40B4-BE49-F238E27FC236}">
                <a16:creationId xmlns:a16="http://schemas.microsoft.com/office/drawing/2014/main" id="{56BB8B09-97BA-B4E2-D8A3-430FCC9E98A5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59941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2" name="Table 61">
            <a:extLst>
              <a:ext uri="{FF2B5EF4-FFF2-40B4-BE49-F238E27FC236}">
                <a16:creationId xmlns:a16="http://schemas.microsoft.com/office/drawing/2014/main" id="{21208B2D-8CBF-16D3-B15C-E82D902FF013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59772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3" name="Table 62">
            <a:extLst>
              <a:ext uri="{FF2B5EF4-FFF2-40B4-BE49-F238E27FC236}">
                <a16:creationId xmlns:a16="http://schemas.microsoft.com/office/drawing/2014/main" id="{EED34D24-2D43-632C-1815-589CAABC4C3B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59903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1" name="Table 50">
            <a:extLst>
              <a:ext uri="{FF2B5EF4-FFF2-40B4-BE49-F238E27FC236}">
                <a16:creationId xmlns:a16="http://schemas.microsoft.com/office/drawing/2014/main" id="{CF7553EE-730B-C004-6D6B-98CD496140F6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3827922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2" name="Table 51">
            <a:extLst>
              <a:ext uri="{FF2B5EF4-FFF2-40B4-BE49-F238E27FC236}">
                <a16:creationId xmlns:a16="http://schemas.microsoft.com/office/drawing/2014/main" id="{1654628C-0D16-6F90-F408-E91B730BF222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4" name="Table 63">
            <a:extLst>
              <a:ext uri="{FF2B5EF4-FFF2-40B4-BE49-F238E27FC236}">
                <a16:creationId xmlns:a16="http://schemas.microsoft.com/office/drawing/2014/main" id="{02287A2E-2F05-123A-3848-E78CDF08262C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5" name="Table 64">
            <a:extLst>
              <a:ext uri="{FF2B5EF4-FFF2-40B4-BE49-F238E27FC236}">
                <a16:creationId xmlns:a16="http://schemas.microsoft.com/office/drawing/2014/main" id="{46A97F16-5EDC-FC2F-A7AC-8FE7D85F6AAD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49273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6" name="Table 65">
            <a:extLst>
              <a:ext uri="{FF2B5EF4-FFF2-40B4-BE49-F238E27FC236}">
                <a16:creationId xmlns:a16="http://schemas.microsoft.com/office/drawing/2014/main" id="{3D1DAB06-1A44-38BB-2812-5D77BCB67CA9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49104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7" name="Table 66">
            <a:extLst>
              <a:ext uri="{FF2B5EF4-FFF2-40B4-BE49-F238E27FC236}">
                <a16:creationId xmlns:a16="http://schemas.microsoft.com/office/drawing/2014/main" id="{127300EE-CC4D-E4C7-A8C2-6F7EAD3FDFCD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492355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8" name="Table 67">
            <a:extLst>
              <a:ext uri="{FF2B5EF4-FFF2-40B4-BE49-F238E27FC236}">
                <a16:creationId xmlns:a16="http://schemas.microsoft.com/office/drawing/2014/main" id="{586AEAE8-AF60-5395-B61C-3A8D4687DEC6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602458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9" name="Table 68">
            <a:extLst>
              <a:ext uri="{FF2B5EF4-FFF2-40B4-BE49-F238E27FC236}">
                <a16:creationId xmlns:a16="http://schemas.microsoft.com/office/drawing/2014/main" id="{46377957-CBBB-F9AA-FDE4-FE35E7280A01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600769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0" name="Table 69">
            <a:extLst>
              <a:ext uri="{FF2B5EF4-FFF2-40B4-BE49-F238E27FC236}">
                <a16:creationId xmlns:a16="http://schemas.microsoft.com/office/drawing/2014/main" id="{4E3B5506-2215-4900-5D96-9E50832F2981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602083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71" name="Straight Arrow Connector 70">
            <a:extLst>
              <a:ext uri="{FF2B5EF4-FFF2-40B4-BE49-F238E27FC236}">
                <a16:creationId xmlns:a16="http://schemas.microsoft.com/office/drawing/2014/main" id="{8280A273-A9B6-937F-546B-33A83DA8034F}"/>
              </a:ext>
            </a:extLst>
          </p:cNvPr>
          <p:cNvCxnSpPr>
            <a:cxnSpLocks/>
          </p:cNvCxnSpPr>
          <p:nvPr/>
        </p:nvCxnSpPr>
        <p:spPr>
          <a:xfrm>
            <a:off x="5842806" y="5265420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82" name="Table 81">
            <a:extLst>
              <a:ext uri="{FF2B5EF4-FFF2-40B4-BE49-F238E27FC236}">
                <a16:creationId xmlns:a16="http://schemas.microsoft.com/office/drawing/2014/main" id="{E5D7A1AC-26C3-7C95-4397-095CE3B7F79B}"/>
              </a:ext>
            </a:extLst>
          </p:cNvPr>
          <p:cNvGraphicFramePr>
            <a:graphicFrameLocks noGrp="1"/>
          </p:cNvGraphicFramePr>
          <p:nvPr/>
        </p:nvGraphicFramePr>
        <p:xfrm>
          <a:off x="10389072" y="385840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3" name="Table 82">
            <a:extLst>
              <a:ext uri="{FF2B5EF4-FFF2-40B4-BE49-F238E27FC236}">
                <a16:creationId xmlns:a16="http://schemas.microsoft.com/office/drawing/2014/main" id="{6E56A028-AC34-55FA-8E81-924F1274BEBF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385840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4" name="Table 83">
            <a:extLst>
              <a:ext uri="{FF2B5EF4-FFF2-40B4-BE49-F238E27FC236}">
                <a16:creationId xmlns:a16="http://schemas.microsoft.com/office/drawing/2014/main" id="{69104BA1-6A30-92B5-683B-41BE5B477FEF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385840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5" name="Table 84">
            <a:extLst>
              <a:ext uri="{FF2B5EF4-FFF2-40B4-BE49-F238E27FC236}">
                <a16:creationId xmlns:a16="http://schemas.microsoft.com/office/drawing/2014/main" id="{2AF3C41C-BD2D-6B39-1544-796A24FC1855}"/>
              </a:ext>
            </a:extLst>
          </p:cNvPr>
          <p:cNvGraphicFramePr>
            <a:graphicFrameLocks noGrp="1"/>
          </p:cNvGraphicFramePr>
          <p:nvPr/>
        </p:nvGraphicFramePr>
        <p:xfrm>
          <a:off x="10389072" y="495778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6" name="Table 85">
            <a:extLst>
              <a:ext uri="{FF2B5EF4-FFF2-40B4-BE49-F238E27FC236}">
                <a16:creationId xmlns:a16="http://schemas.microsoft.com/office/drawing/2014/main" id="{86200E65-46A5-AD2E-7AF6-F805D08D6538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494089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7" name="Table 86">
            <a:extLst>
              <a:ext uri="{FF2B5EF4-FFF2-40B4-BE49-F238E27FC236}">
                <a16:creationId xmlns:a16="http://schemas.microsoft.com/office/drawing/2014/main" id="{D3DD957E-0327-CEA1-79F2-65FA4958F8C3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49540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8" name="Table 87">
            <a:extLst>
              <a:ext uri="{FF2B5EF4-FFF2-40B4-BE49-F238E27FC236}">
                <a16:creationId xmlns:a16="http://schemas.microsoft.com/office/drawing/2014/main" id="{7B5E56A2-6DF0-9E13-DE2B-511DB5974314}"/>
              </a:ext>
            </a:extLst>
          </p:cNvPr>
          <p:cNvGraphicFramePr>
            <a:graphicFrameLocks noGrp="1"/>
          </p:cNvGraphicFramePr>
          <p:nvPr/>
        </p:nvGraphicFramePr>
        <p:xfrm>
          <a:off x="10389072" y="605506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9" name="Table 88">
            <a:extLst>
              <a:ext uri="{FF2B5EF4-FFF2-40B4-BE49-F238E27FC236}">
                <a16:creationId xmlns:a16="http://schemas.microsoft.com/office/drawing/2014/main" id="{7ED40688-22D0-31D2-A8B6-C680891013F1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603817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0" name="Table 89">
            <a:extLst>
              <a:ext uri="{FF2B5EF4-FFF2-40B4-BE49-F238E27FC236}">
                <a16:creationId xmlns:a16="http://schemas.microsoft.com/office/drawing/2014/main" id="{8F3AA01A-2403-5AF1-85C7-183F49288569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605131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91" name="Straight Arrow Connector 90">
            <a:extLst>
              <a:ext uri="{FF2B5EF4-FFF2-40B4-BE49-F238E27FC236}">
                <a16:creationId xmlns:a16="http://schemas.microsoft.com/office/drawing/2014/main" id="{C4BBE3E7-11B0-779E-BD3E-9B08B710A42E}"/>
              </a:ext>
            </a:extLst>
          </p:cNvPr>
          <p:cNvCxnSpPr>
            <a:cxnSpLocks/>
          </p:cNvCxnSpPr>
          <p:nvPr/>
        </p:nvCxnSpPr>
        <p:spPr>
          <a:xfrm>
            <a:off x="9762510" y="5434754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72" name="Table 71">
            <a:extLst>
              <a:ext uri="{FF2B5EF4-FFF2-40B4-BE49-F238E27FC236}">
                <a16:creationId xmlns:a16="http://schemas.microsoft.com/office/drawing/2014/main" id="{2D4671F2-3237-F7F2-C9C6-9ABE382960B4}"/>
              </a:ext>
            </a:extLst>
          </p:cNvPr>
          <p:cNvGraphicFramePr>
            <a:graphicFrameLocks noGrp="1"/>
          </p:cNvGraphicFramePr>
          <p:nvPr/>
        </p:nvGraphicFramePr>
        <p:xfrm>
          <a:off x="14236394" y="388888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3" name="Table 72">
            <a:extLst>
              <a:ext uri="{FF2B5EF4-FFF2-40B4-BE49-F238E27FC236}">
                <a16:creationId xmlns:a16="http://schemas.microsoft.com/office/drawing/2014/main" id="{9B575079-A6F5-E734-29BE-94CCD84F2C5A}"/>
              </a:ext>
            </a:extLst>
          </p:cNvPr>
          <p:cNvGraphicFramePr>
            <a:graphicFrameLocks noGrp="1"/>
          </p:cNvGraphicFramePr>
          <p:nvPr/>
        </p:nvGraphicFramePr>
        <p:xfrm>
          <a:off x="15261398" y="38888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4" name="Table 73">
            <a:extLst>
              <a:ext uri="{FF2B5EF4-FFF2-40B4-BE49-F238E27FC236}">
                <a16:creationId xmlns:a16="http://schemas.microsoft.com/office/drawing/2014/main" id="{5268290E-A36E-1ECA-F8D4-991BA25930A9}"/>
              </a:ext>
            </a:extLst>
          </p:cNvPr>
          <p:cNvGraphicFramePr>
            <a:graphicFrameLocks noGrp="1"/>
          </p:cNvGraphicFramePr>
          <p:nvPr/>
        </p:nvGraphicFramePr>
        <p:xfrm>
          <a:off x="16286402" y="38888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5" name="Table 74">
            <a:extLst>
              <a:ext uri="{FF2B5EF4-FFF2-40B4-BE49-F238E27FC236}">
                <a16:creationId xmlns:a16="http://schemas.microsoft.com/office/drawing/2014/main" id="{8DEE3C26-6955-172E-38AC-9776425680E8}"/>
              </a:ext>
            </a:extLst>
          </p:cNvPr>
          <p:cNvGraphicFramePr>
            <a:graphicFrameLocks noGrp="1"/>
          </p:cNvGraphicFramePr>
          <p:nvPr/>
        </p:nvGraphicFramePr>
        <p:xfrm>
          <a:off x="14236394" y="498826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6" name="Table 75">
            <a:extLst>
              <a:ext uri="{FF2B5EF4-FFF2-40B4-BE49-F238E27FC236}">
                <a16:creationId xmlns:a16="http://schemas.microsoft.com/office/drawing/2014/main" id="{B7A83AEE-DFB9-5580-E64C-344316CA6F16}"/>
              </a:ext>
            </a:extLst>
          </p:cNvPr>
          <p:cNvGraphicFramePr>
            <a:graphicFrameLocks noGrp="1"/>
          </p:cNvGraphicFramePr>
          <p:nvPr/>
        </p:nvGraphicFramePr>
        <p:xfrm>
          <a:off x="15261398" y="497137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7" name="Table 76">
            <a:extLst>
              <a:ext uri="{FF2B5EF4-FFF2-40B4-BE49-F238E27FC236}">
                <a16:creationId xmlns:a16="http://schemas.microsoft.com/office/drawing/2014/main" id="{694F542A-F14D-2C6F-4738-0AC10959EC9E}"/>
              </a:ext>
            </a:extLst>
          </p:cNvPr>
          <p:cNvGraphicFramePr>
            <a:graphicFrameLocks noGrp="1"/>
          </p:cNvGraphicFramePr>
          <p:nvPr/>
        </p:nvGraphicFramePr>
        <p:xfrm>
          <a:off x="16286402" y="49845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8" name="Table 77">
            <a:extLst>
              <a:ext uri="{FF2B5EF4-FFF2-40B4-BE49-F238E27FC236}">
                <a16:creationId xmlns:a16="http://schemas.microsoft.com/office/drawing/2014/main" id="{672E2ACF-B551-D96D-0ECA-FD52B234D1E4}"/>
              </a:ext>
            </a:extLst>
          </p:cNvPr>
          <p:cNvGraphicFramePr>
            <a:graphicFrameLocks noGrp="1"/>
          </p:cNvGraphicFramePr>
          <p:nvPr/>
        </p:nvGraphicFramePr>
        <p:xfrm>
          <a:off x="14236394" y="608554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9" name="Table 78">
            <a:extLst>
              <a:ext uri="{FF2B5EF4-FFF2-40B4-BE49-F238E27FC236}">
                <a16:creationId xmlns:a16="http://schemas.microsoft.com/office/drawing/2014/main" id="{CDBCC543-A7EB-EB32-C00F-218FE1621ACE}"/>
              </a:ext>
            </a:extLst>
          </p:cNvPr>
          <p:cNvGraphicFramePr>
            <a:graphicFrameLocks noGrp="1"/>
          </p:cNvGraphicFramePr>
          <p:nvPr/>
        </p:nvGraphicFramePr>
        <p:xfrm>
          <a:off x="15261398" y="606865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0" name="Table 79">
            <a:extLst>
              <a:ext uri="{FF2B5EF4-FFF2-40B4-BE49-F238E27FC236}">
                <a16:creationId xmlns:a16="http://schemas.microsoft.com/office/drawing/2014/main" id="{9B6F567A-7FC9-4A75-5CC4-9CD485E291B8}"/>
              </a:ext>
            </a:extLst>
          </p:cNvPr>
          <p:cNvGraphicFramePr>
            <a:graphicFrameLocks noGrp="1"/>
          </p:cNvGraphicFramePr>
          <p:nvPr/>
        </p:nvGraphicFramePr>
        <p:xfrm>
          <a:off x="16286402" y="60817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81" name="Straight Arrow Connector 80">
            <a:extLst>
              <a:ext uri="{FF2B5EF4-FFF2-40B4-BE49-F238E27FC236}">
                <a16:creationId xmlns:a16="http://schemas.microsoft.com/office/drawing/2014/main" id="{94D8A84F-559D-56D2-8A09-F19502D65A8F}"/>
              </a:ext>
            </a:extLst>
          </p:cNvPr>
          <p:cNvCxnSpPr>
            <a:cxnSpLocks/>
          </p:cNvCxnSpPr>
          <p:nvPr/>
        </p:nvCxnSpPr>
        <p:spPr>
          <a:xfrm>
            <a:off x="13572510" y="5413588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E5243467-21B3-1AB2-0AA0-017E1F953E84}"/>
              </a:ext>
            </a:extLst>
          </p:cNvPr>
          <p:cNvCxnSpPr>
            <a:cxnSpLocks/>
          </p:cNvCxnSpPr>
          <p:nvPr/>
        </p:nvCxnSpPr>
        <p:spPr>
          <a:xfrm>
            <a:off x="13464084" y="7993118"/>
            <a:ext cx="2270280" cy="0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C794D95C-284B-0C4D-316F-28C4E74AC5AC}"/>
              </a:ext>
            </a:extLst>
          </p:cNvPr>
          <p:cNvCxnSpPr>
            <a:cxnSpLocks/>
          </p:cNvCxnSpPr>
          <p:nvPr/>
        </p:nvCxnSpPr>
        <p:spPr>
          <a:xfrm flipV="1">
            <a:off x="15839422" y="7299434"/>
            <a:ext cx="0" cy="641131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DBEBBADF-A71F-6D3F-3C11-6A5AA83621B5}"/>
              </a:ext>
            </a:extLst>
          </p:cNvPr>
          <p:cNvCxnSpPr>
            <a:cxnSpLocks/>
          </p:cNvCxnSpPr>
          <p:nvPr/>
        </p:nvCxnSpPr>
        <p:spPr>
          <a:xfrm flipV="1">
            <a:off x="13327450" y="7294179"/>
            <a:ext cx="0" cy="641131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7B3DF07B-F892-9609-9B66-ACBB290C7FDC}"/>
              </a:ext>
            </a:extLst>
          </p:cNvPr>
          <p:cNvSpPr txBox="1"/>
          <p:nvPr/>
        </p:nvSpPr>
        <p:spPr>
          <a:xfrm>
            <a:off x="13944845" y="8040160"/>
            <a:ext cx="171844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4800" b="1" dirty="0">
                <a:solidFill>
                  <a:schemeClr val="accent6"/>
                </a:solidFill>
              </a:rPr>
              <a:t>True</a:t>
            </a:r>
          </a:p>
        </p:txBody>
      </p:sp>
    </p:spTree>
    <p:extLst>
      <p:ext uri="{BB962C8B-B14F-4D97-AF65-F5344CB8AC3E}">
        <p14:creationId xmlns:p14="http://schemas.microsoft.com/office/powerpoint/2010/main" val="27785882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469C34-2B98-A889-300A-8AFFFBE7D6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E93ED27-686C-D2F8-5F54-7B371B5B44CB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D4200196-8802-9160-C27A-AC0779388841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25507AC-B07D-786E-BDA9-699810C54C32}"/>
              </a:ext>
            </a:extLst>
          </p:cNvPr>
          <p:cNvSpPr/>
          <p:nvPr/>
        </p:nvSpPr>
        <p:spPr>
          <a:xfrm>
            <a:off x="-2760928" y="-2488557"/>
            <a:ext cx="20866048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C90B2148-BA71-ADBE-57AC-54F76AC238B2}"/>
              </a:ext>
            </a:extLst>
          </p:cNvPr>
          <p:cNvSpPr/>
          <p:nvPr/>
        </p:nvSpPr>
        <p:spPr>
          <a:xfrm>
            <a:off x="-1600200" y="45721"/>
            <a:ext cx="3264164" cy="3464242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3664345-B514-B934-6C2A-2ED86E64EEFC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DF87BD5-59B3-59E9-9927-A805C9FF94EC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D01DA48E-6820-A77B-8689-1190807C19EC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6DE6764D-365A-CA05-89F3-5275C2D14DEE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59CC05AC-4567-8F41-B84B-9DA426F479A0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E06B18DC-33F3-D772-0D56-CCCD766F9D60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1FDADC67-9275-574F-6AB8-D996F3A6F7DB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8B7CBE63-57AB-24D8-393A-916D3C8C7E64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1E8A40EB-C238-75A4-4F5A-EFDB13182D6F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A3D0B3DB-3EB7-ECDB-34D1-A62F187134AD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538AC8C5-F39A-B9AD-4A53-8352A023E985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37E7E75E-5463-810B-4260-1A6B12C10619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8208E378-1067-D79B-3FBF-22A6106E9183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A41B0CFF-4518-B179-C8B5-611AE20B7A0C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639DCC6A-31EE-B552-EEEB-835D54707239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751746FE-1F3C-3D0A-521C-BBAB7E43C628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D82C3748-C203-5ACA-235E-BED98013AD6D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5425D3A9-E6DB-1688-986E-D930946C5B39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30DE6210-7FAC-D9B6-D21A-106CF4B47DA5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7ADA2635-A1C7-3398-4486-6DC740E7CDD3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CBBD95BD-7ED2-122D-456D-466B24AB9DAA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2C852157-4CEB-250B-FC18-82D68DDF456C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1A0E5476-1333-8A4C-77D1-D5C7B32E371C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5900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AA064F6B-AC18-7ED3-933F-19BF5FE67C58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5FB43DC8-D206-B085-5CA1-C6317C18A291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7EEACAC6-67CA-C69F-28B2-49B1C5E873D6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25838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5" name="Table 34">
            <a:extLst>
              <a:ext uri="{FF2B5EF4-FFF2-40B4-BE49-F238E27FC236}">
                <a16:creationId xmlns:a16="http://schemas.microsoft.com/office/drawing/2014/main" id="{71F2197C-E3FB-3E32-BF8F-6C374A9FA4CD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24149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6" name="Table 35">
            <a:extLst>
              <a:ext uri="{FF2B5EF4-FFF2-40B4-BE49-F238E27FC236}">
                <a16:creationId xmlns:a16="http://schemas.microsoft.com/office/drawing/2014/main" id="{CD80DCF9-8873-E182-F04E-FF13BD86C9BD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25463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72D19CD3-8719-DD44-8CB7-1BC1FDB7321B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235566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E43887B4-BD85-DB9F-C735-D25777EE81A8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233877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9" name="Table 38">
            <a:extLst>
              <a:ext uri="{FF2B5EF4-FFF2-40B4-BE49-F238E27FC236}">
                <a16:creationId xmlns:a16="http://schemas.microsoft.com/office/drawing/2014/main" id="{C38B9A75-65EB-F518-F0EB-2B7FD860949E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23519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B1F1B8BA-1751-B7D1-AA6E-E25D0B577432}"/>
              </a:ext>
            </a:extLst>
          </p:cNvPr>
          <p:cNvCxnSpPr/>
          <p:nvPr/>
        </p:nvCxnSpPr>
        <p:spPr>
          <a:xfrm>
            <a:off x="6202230" y="-116840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F1A48902-89FD-03B3-ADDF-7E15998CC3C1}"/>
              </a:ext>
            </a:extLst>
          </p:cNvPr>
          <p:cNvCxnSpPr/>
          <p:nvPr/>
        </p:nvCxnSpPr>
        <p:spPr>
          <a:xfrm>
            <a:off x="851408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51CBD2C4-EA23-5E50-496A-1188F6468C8E}"/>
              </a:ext>
            </a:extLst>
          </p:cNvPr>
          <p:cNvCxnSpPr>
            <a:cxnSpLocks/>
          </p:cNvCxnSpPr>
          <p:nvPr/>
        </p:nvCxnSpPr>
        <p:spPr>
          <a:xfrm flipV="1">
            <a:off x="868680" y="-868680"/>
            <a:ext cx="0" cy="823412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08013CAC-7496-1FA1-8477-1821138EDC66}"/>
              </a:ext>
            </a:extLst>
          </p:cNvPr>
          <p:cNvCxnSpPr>
            <a:cxnSpLocks/>
          </p:cNvCxnSpPr>
          <p:nvPr/>
        </p:nvCxnSpPr>
        <p:spPr>
          <a:xfrm>
            <a:off x="868680" y="-879718"/>
            <a:ext cx="1859280" cy="11038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2442A2E4-CD45-C552-ED67-DD458BC33CB3}"/>
              </a:ext>
            </a:extLst>
          </p:cNvPr>
          <p:cNvCxnSpPr/>
          <p:nvPr/>
        </p:nvCxnSpPr>
        <p:spPr>
          <a:xfrm>
            <a:off x="4112744" y="257556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54" name="Straight Arrow Connector 53">
            <a:extLst>
              <a:ext uri="{FF2B5EF4-FFF2-40B4-BE49-F238E27FC236}">
                <a16:creationId xmlns:a16="http://schemas.microsoft.com/office/drawing/2014/main" id="{448674EE-067F-8FF9-8559-C68F66A54C76}"/>
              </a:ext>
            </a:extLst>
          </p:cNvPr>
          <p:cNvCxnSpPr/>
          <p:nvPr/>
        </p:nvCxnSpPr>
        <p:spPr>
          <a:xfrm>
            <a:off x="4112744" y="257556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55" name="Table 54">
            <a:extLst>
              <a:ext uri="{FF2B5EF4-FFF2-40B4-BE49-F238E27FC236}">
                <a16:creationId xmlns:a16="http://schemas.microsoft.com/office/drawing/2014/main" id="{975D318C-25E9-0B96-5AA3-65382A65810F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3797441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6" name="Table 55">
            <a:extLst>
              <a:ext uri="{FF2B5EF4-FFF2-40B4-BE49-F238E27FC236}">
                <a16:creationId xmlns:a16="http://schemas.microsoft.com/office/drawing/2014/main" id="{01AB1CAB-7CF7-1C64-8732-CC6025B4769E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7" name="Table 56">
            <a:extLst>
              <a:ext uri="{FF2B5EF4-FFF2-40B4-BE49-F238E27FC236}">
                <a16:creationId xmlns:a16="http://schemas.microsoft.com/office/drawing/2014/main" id="{920383B4-1D29-411E-A22C-96E70621A570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8" name="Table 57">
            <a:extLst>
              <a:ext uri="{FF2B5EF4-FFF2-40B4-BE49-F238E27FC236}">
                <a16:creationId xmlns:a16="http://schemas.microsoft.com/office/drawing/2014/main" id="{C99BEF1F-4274-F906-99C9-E026D5FE75DA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48968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9" name="Table 58">
            <a:extLst>
              <a:ext uri="{FF2B5EF4-FFF2-40B4-BE49-F238E27FC236}">
                <a16:creationId xmlns:a16="http://schemas.microsoft.com/office/drawing/2014/main" id="{1A813D20-CCE6-188B-8137-C7463526383C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48799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0" name="Table 59">
            <a:extLst>
              <a:ext uri="{FF2B5EF4-FFF2-40B4-BE49-F238E27FC236}">
                <a16:creationId xmlns:a16="http://schemas.microsoft.com/office/drawing/2014/main" id="{DFEAD7E2-EE21-FC7C-5A3C-65A07613C6EF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489307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1" name="Table 60">
            <a:extLst>
              <a:ext uri="{FF2B5EF4-FFF2-40B4-BE49-F238E27FC236}">
                <a16:creationId xmlns:a16="http://schemas.microsoft.com/office/drawing/2014/main" id="{1F9F158E-35B3-7CA7-EF42-3BB0E47D2765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59941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2" name="Table 61">
            <a:extLst>
              <a:ext uri="{FF2B5EF4-FFF2-40B4-BE49-F238E27FC236}">
                <a16:creationId xmlns:a16="http://schemas.microsoft.com/office/drawing/2014/main" id="{04BB702E-FB03-BB56-A59B-A5003FAADBE5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59772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3" name="Table 62">
            <a:extLst>
              <a:ext uri="{FF2B5EF4-FFF2-40B4-BE49-F238E27FC236}">
                <a16:creationId xmlns:a16="http://schemas.microsoft.com/office/drawing/2014/main" id="{ED4CAD2C-5DF6-C3A3-C4E5-7B4AC7E17F54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59903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1" name="Table 50">
            <a:extLst>
              <a:ext uri="{FF2B5EF4-FFF2-40B4-BE49-F238E27FC236}">
                <a16:creationId xmlns:a16="http://schemas.microsoft.com/office/drawing/2014/main" id="{287E6151-21FA-24B7-9A51-799E485E0E78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3827922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2" name="Table 51">
            <a:extLst>
              <a:ext uri="{FF2B5EF4-FFF2-40B4-BE49-F238E27FC236}">
                <a16:creationId xmlns:a16="http://schemas.microsoft.com/office/drawing/2014/main" id="{92EBF4A6-9C43-9076-DE68-AABE98B78E03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4" name="Table 63">
            <a:extLst>
              <a:ext uri="{FF2B5EF4-FFF2-40B4-BE49-F238E27FC236}">
                <a16:creationId xmlns:a16="http://schemas.microsoft.com/office/drawing/2014/main" id="{86AD5D7B-7CF0-88A0-5A69-87639B45E1E5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5" name="Table 64">
            <a:extLst>
              <a:ext uri="{FF2B5EF4-FFF2-40B4-BE49-F238E27FC236}">
                <a16:creationId xmlns:a16="http://schemas.microsoft.com/office/drawing/2014/main" id="{DF9CAEDD-E465-BE7C-0EE0-5E555F6F89E3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49273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6" name="Table 65">
            <a:extLst>
              <a:ext uri="{FF2B5EF4-FFF2-40B4-BE49-F238E27FC236}">
                <a16:creationId xmlns:a16="http://schemas.microsoft.com/office/drawing/2014/main" id="{75C813D8-6A1B-43A1-6F81-C324C5B5DBD7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49104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7" name="Table 66">
            <a:extLst>
              <a:ext uri="{FF2B5EF4-FFF2-40B4-BE49-F238E27FC236}">
                <a16:creationId xmlns:a16="http://schemas.microsoft.com/office/drawing/2014/main" id="{F8D16859-8EA8-EE27-0519-88B0C7F85ACF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492355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8" name="Table 67">
            <a:extLst>
              <a:ext uri="{FF2B5EF4-FFF2-40B4-BE49-F238E27FC236}">
                <a16:creationId xmlns:a16="http://schemas.microsoft.com/office/drawing/2014/main" id="{0BAEEB27-AA6C-FFA6-31C6-0CDA8410873C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602458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9" name="Table 68">
            <a:extLst>
              <a:ext uri="{FF2B5EF4-FFF2-40B4-BE49-F238E27FC236}">
                <a16:creationId xmlns:a16="http://schemas.microsoft.com/office/drawing/2014/main" id="{B21AE4FC-9FA0-852A-319B-FFCCBDE35854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600769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0" name="Table 69">
            <a:extLst>
              <a:ext uri="{FF2B5EF4-FFF2-40B4-BE49-F238E27FC236}">
                <a16:creationId xmlns:a16="http://schemas.microsoft.com/office/drawing/2014/main" id="{AEE524E0-4E63-4B29-91A9-D37A154E328F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602083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71" name="Straight Arrow Connector 70">
            <a:extLst>
              <a:ext uri="{FF2B5EF4-FFF2-40B4-BE49-F238E27FC236}">
                <a16:creationId xmlns:a16="http://schemas.microsoft.com/office/drawing/2014/main" id="{13618B40-CFBF-CB52-6705-BF6D5ED64B06}"/>
              </a:ext>
            </a:extLst>
          </p:cNvPr>
          <p:cNvCxnSpPr>
            <a:cxnSpLocks/>
          </p:cNvCxnSpPr>
          <p:nvPr/>
        </p:nvCxnSpPr>
        <p:spPr>
          <a:xfrm>
            <a:off x="5842806" y="5265420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82" name="Table 81">
            <a:extLst>
              <a:ext uri="{FF2B5EF4-FFF2-40B4-BE49-F238E27FC236}">
                <a16:creationId xmlns:a16="http://schemas.microsoft.com/office/drawing/2014/main" id="{40A52BD7-C8E9-C531-C03C-BA897CAD703B}"/>
              </a:ext>
            </a:extLst>
          </p:cNvPr>
          <p:cNvGraphicFramePr>
            <a:graphicFrameLocks noGrp="1"/>
          </p:cNvGraphicFramePr>
          <p:nvPr/>
        </p:nvGraphicFramePr>
        <p:xfrm>
          <a:off x="10389072" y="385840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3" name="Table 82">
            <a:extLst>
              <a:ext uri="{FF2B5EF4-FFF2-40B4-BE49-F238E27FC236}">
                <a16:creationId xmlns:a16="http://schemas.microsoft.com/office/drawing/2014/main" id="{B5FABECD-3FED-E5B9-B621-0EB71820479B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385840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4" name="Table 83">
            <a:extLst>
              <a:ext uri="{FF2B5EF4-FFF2-40B4-BE49-F238E27FC236}">
                <a16:creationId xmlns:a16="http://schemas.microsoft.com/office/drawing/2014/main" id="{75E9365D-80EB-638F-4B6B-09C7D55D79B6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385840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5" name="Table 84">
            <a:extLst>
              <a:ext uri="{FF2B5EF4-FFF2-40B4-BE49-F238E27FC236}">
                <a16:creationId xmlns:a16="http://schemas.microsoft.com/office/drawing/2014/main" id="{12E87893-EA39-FE52-3FB7-C57F36B394B0}"/>
              </a:ext>
            </a:extLst>
          </p:cNvPr>
          <p:cNvGraphicFramePr>
            <a:graphicFrameLocks noGrp="1"/>
          </p:cNvGraphicFramePr>
          <p:nvPr/>
        </p:nvGraphicFramePr>
        <p:xfrm>
          <a:off x="10389072" y="495778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6" name="Table 85">
            <a:extLst>
              <a:ext uri="{FF2B5EF4-FFF2-40B4-BE49-F238E27FC236}">
                <a16:creationId xmlns:a16="http://schemas.microsoft.com/office/drawing/2014/main" id="{3A5AC67F-22FC-0160-B063-40229E4D7C33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494089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7" name="Table 86">
            <a:extLst>
              <a:ext uri="{FF2B5EF4-FFF2-40B4-BE49-F238E27FC236}">
                <a16:creationId xmlns:a16="http://schemas.microsoft.com/office/drawing/2014/main" id="{5FA92F6D-B1B4-A872-CB4F-2006E6BBD5BF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49540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8" name="Table 87">
            <a:extLst>
              <a:ext uri="{FF2B5EF4-FFF2-40B4-BE49-F238E27FC236}">
                <a16:creationId xmlns:a16="http://schemas.microsoft.com/office/drawing/2014/main" id="{3898A8FD-AFEB-DE43-8AA2-E6DA1F93F035}"/>
              </a:ext>
            </a:extLst>
          </p:cNvPr>
          <p:cNvGraphicFramePr>
            <a:graphicFrameLocks noGrp="1"/>
          </p:cNvGraphicFramePr>
          <p:nvPr/>
        </p:nvGraphicFramePr>
        <p:xfrm>
          <a:off x="10389072" y="605506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9" name="Table 88">
            <a:extLst>
              <a:ext uri="{FF2B5EF4-FFF2-40B4-BE49-F238E27FC236}">
                <a16:creationId xmlns:a16="http://schemas.microsoft.com/office/drawing/2014/main" id="{6BC7FC50-62F0-619F-55B5-B3232FDAEFB9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603817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0" name="Table 89">
            <a:extLst>
              <a:ext uri="{FF2B5EF4-FFF2-40B4-BE49-F238E27FC236}">
                <a16:creationId xmlns:a16="http://schemas.microsoft.com/office/drawing/2014/main" id="{270E55E6-1E2F-9B96-BFC6-CE540171C514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605131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91" name="Straight Arrow Connector 90">
            <a:extLst>
              <a:ext uri="{FF2B5EF4-FFF2-40B4-BE49-F238E27FC236}">
                <a16:creationId xmlns:a16="http://schemas.microsoft.com/office/drawing/2014/main" id="{565737CB-B220-68B4-0207-C200578A6C92}"/>
              </a:ext>
            </a:extLst>
          </p:cNvPr>
          <p:cNvCxnSpPr>
            <a:cxnSpLocks/>
          </p:cNvCxnSpPr>
          <p:nvPr/>
        </p:nvCxnSpPr>
        <p:spPr>
          <a:xfrm>
            <a:off x="9762510" y="5434754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72" name="Table 71">
            <a:extLst>
              <a:ext uri="{FF2B5EF4-FFF2-40B4-BE49-F238E27FC236}">
                <a16:creationId xmlns:a16="http://schemas.microsoft.com/office/drawing/2014/main" id="{7E82D712-1587-EF44-5531-4FF1C305E616}"/>
              </a:ext>
            </a:extLst>
          </p:cNvPr>
          <p:cNvGraphicFramePr>
            <a:graphicFrameLocks noGrp="1"/>
          </p:cNvGraphicFramePr>
          <p:nvPr/>
        </p:nvGraphicFramePr>
        <p:xfrm>
          <a:off x="14236394" y="388888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3" name="Table 72">
            <a:extLst>
              <a:ext uri="{FF2B5EF4-FFF2-40B4-BE49-F238E27FC236}">
                <a16:creationId xmlns:a16="http://schemas.microsoft.com/office/drawing/2014/main" id="{0A8DF2BA-37E8-6ED3-80E6-1DBB384F9525}"/>
              </a:ext>
            </a:extLst>
          </p:cNvPr>
          <p:cNvGraphicFramePr>
            <a:graphicFrameLocks noGrp="1"/>
          </p:cNvGraphicFramePr>
          <p:nvPr/>
        </p:nvGraphicFramePr>
        <p:xfrm>
          <a:off x="15261398" y="38888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4" name="Table 73">
            <a:extLst>
              <a:ext uri="{FF2B5EF4-FFF2-40B4-BE49-F238E27FC236}">
                <a16:creationId xmlns:a16="http://schemas.microsoft.com/office/drawing/2014/main" id="{90DCDB87-2667-A38D-82FC-095E32B9D3A4}"/>
              </a:ext>
            </a:extLst>
          </p:cNvPr>
          <p:cNvGraphicFramePr>
            <a:graphicFrameLocks noGrp="1"/>
          </p:cNvGraphicFramePr>
          <p:nvPr/>
        </p:nvGraphicFramePr>
        <p:xfrm>
          <a:off x="16286402" y="38888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5" name="Table 74">
            <a:extLst>
              <a:ext uri="{FF2B5EF4-FFF2-40B4-BE49-F238E27FC236}">
                <a16:creationId xmlns:a16="http://schemas.microsoft.com/office/drawing/2014/main" id="{1C274F8B-468C-3FE9-D90F-4B179956139D}"/>
              </a:ext>
            </a:extLst>
          </p:cNvPr>
          <p:cNvGraphicFramePr>
            <a:graphicFrameLocks noGrp="1"/>
          </p:cNvGraphicFramePr>
          <p:nvPr/>
        </p:nvGraphicFramePr>
        <p:xfrm>
          <a:off x="14236394" y="498826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6" name="Table 75">
            <a:extLst>
              <a:ext uri="{FF2B5EF4-FFF2-40B4-BE49-F238E27FC236}">
                <a16:creationId xmlns:a16="http://schemas.microsoft.com/office/drawing/2014/main" id="{FFBB565D-8C9D-371E-E2EA-E136B8408545}"/>
              </a:ext>
            </a:extLst>
          </p:cNvPr>
          <p:cNvGraphicFramePr>
            <a:graphicFrameLocks noGrp="1"/>
          </p:cNvGraphicFramePr>
          <p:nvPr/>
        </p:nvGraphicFramePr>
        <p:xfrm>
          <a:off x="15261398" y="497137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7" name="Table 76">
            <a:extLst>
              <a:ext uri="{FF2B5EF4-FFF2-40B4-BE49-F238E27FC236}">
                <a16:creationId xmlns:a16="http://schemas.microsoft.com/office/drawing/2014/main" id="{8CF1B08F-D12C-F0FC-59EB-2B3BDEDE2F6E}"/>
              </a:ext>
            </a:extLst>
          </p:cNvPr>
          <p:cNvGraphicFramePr>
            <a:graphicFrameLocks noGrp="1"/>
          </p:cNvGraphicFramePr>
          <p:nvPr/>
        </p:nvGraphicFramePr>
        <p:xfrm>
          <a:off x="16286402" y="49845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8" name="Table 77">
            <a:extLst>
              <a:ext uri="{FF2B5EF4-FFF2-40B4-BE49-F238E27FC236}">
                <a16:creationId xmlns:a16="http://schemas.microsoft.com/office/drawing/2014/main" id="{C1154FD0-FB64-0E42-D815-51F6E4672752}"/>
              </a:ext>
            </a:extLst>
          </p:cNvPr>
          <p:cNvGraphicFramePr>
            <a:graphicFrameLocks noGrp="1"/>
          </p:cNvGraphicFramePr>
          <p:nvPr/>
        </p:nvGraphicFramePr>
        <p:xfrm>
          <a:off x="14236394" y="608554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9" name="Table 78">
            <a:extLst>
              <a:ext uri="{FF2B5EF4-FFF2-40B4-BE49-F238E27FC236}">
                <a16:creationId xmlns:a16="http://schemas.microsoft.com/office/drawing/2014/main" id="{E58CB1C8-606F-2917-FD2E-F2BDDF8BABAE}"/>
              </a:ext>
            </a:extLst>
          </p:cNvPr>
          <p:cNvGraphicFramePr>
            <a:graphicFrameLocks noGrp="1"/>
          </p:cNvGraphicFramePr>
          <p:nvPr/>
        </p:nvGraphicFramePr>
        <p:xfrm>
          <a:off x="15261398" y="606865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0" name="Table 79">
            <a:extLst>
              <a:ext uri="{FF2B5EF4-FFF2-40B4-BE49-F238E27FC236}">
                <a16:creationId xmlns:a16="http://schemas.microsoft.com/office/drawing/2014/main" id="{EBB90F3A-D0E9-3D4C-BE33-C5E60C9754BA}"/>
              </a:ext>
            </a:extLst>
          </p:cNvPr>
          <p:cNvGraphicFramePr>
            <a:graphicFrameLocks noGrp="1"/>
          </p:cNvGraphicFramePr>
          <p:nvPr/>
        </p:nvGraphicFramePr>
        <p:xfrm>
          <a:off x="16286402" y="60817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81" name="Straight Arrow Connector 80">
            <a:extLst>
              <a:ext uri="{FF2B5EF4-FFF2-40B4-BE49-F238E27FC236}">
                <a16:creationId xmlns:a16="http://schemas.microsoft.com/office/drawing/2014/main" id="{34287915-3787-92F0-F018-4713AD4E304D}"/>
              </a:ext>
            </a:extLst>
          </p:cNvPr>
          <p:cNvCxnSpPr>
            <a:cxnSpLocks/>
          </p:cNvCxnSpPr>
          <p:nvPr/>
        </p:nvCxnSpPr>
        <p:spPr>
          <a:xfrm>
            <a:off x="13572510" y="5413588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5DBA8A8B-1B29-FD0C-09E5-2276C2485E5D}"/>
              </a:ext>
            </a:extLst>
          </p:cNvPr>
          <p:cNvCxnSpPr>
            <a:cxnSpLocks/>
          </p:cNvCxnSpPr>
          <p:nvPr/>
        </p:nvCxnSpPr>
        <p:spPr>
          <a:xfrm>
            <a:off x="13464084" y="7993118"/>
            <a:ext cx="2270280" cy="0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F8CA630D-3CB6-8977-69FE-3479E1DD9B1C}"/>
              </a:ext>
            </a:extLst>
          </p:cNvPr>
          <p:cNvCxnSpPr>
            <a:cxnSpLocks/>
          </p:cNvCxnSpPr>
          <p:nvPr/>
        </p:nvCxnSpPr>
        <p:spPr>
          <a:xfrm flipV="1">
            <a:off x="15839422" y="7299434"/>
            <a:ext cx="0" cy="641131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01F264F0-8DAF-BE9C-1A0F-9B7EC4834EAC}"/>
              </a:ext>
            </a:extLst>
          </p:cNvPr>
          <p:cNvCxnSpPr>
            <a:cxnSpLocks/>
          </p:cNvCxnSpPr>
          <p:nvPr/>
        </p:nvCxnSpPr>
        <p:spPr>
          <a:xfrm flipV="1">
            <a:off x="13327450" y="7294179"/>
            <a:ext cx="0" cy="641131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1763F9CB-9326-CDE2-E0D7-D5AE5D3C64D3}"/>
              </a:ext>
            </a:extLst>
          </p:cNvPr>
          <p:cNvSpPr txBox="1"/>
          <p:nvPr/>
        </p:nvSpPr>
        <p:spPr>
          <a:xfrm>
            <a:off x="13944845" y="8040160"/>
            <a:ext cx="171844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4800" b="1" dirty="0">
                <a:solidFill>
                  <a:schemeClr val="accent6"/>
                </a:solidFill>
              </a:rPr>
              <a:t>True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3AFEA24A-D172-42C3-2F77-472A780BE5E4}"/>
              </a:ext>
            </a:extLst>
          </p:cNvPr>
          <p:cNvCxnSpPr>
            <a:cxnSpLocks/>
          </p:cNvCxnSpPr>
          <p:nvPr/>
        </p:nvCxnSpPr>
        <p:spPr>
          <a:xfrm>
            <a:off x="8736420" y="8050925"/>
            <a:ext cx="2270280" cy="0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A4B8038E-3451-C438-46B5-74459CB4B8B7}"/>
              </a:ext>
            </a:extLst>
          </p:cNvPr>
          <p:cNvCxnSpPr>
            <a:cxnSpLocks/>
          </p:cNvCxnSpPr>
          <p:nvPr/>
        </p:nvCxnSpPr>
        <p:spPr>
          <a:xfrm flipV="1">
            <a:off x="11020429" y="7304689"/>
            <a:ext cx="0" cy="641131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8764A0B6-DFDD-5CF3-0DBD-CA8BCE10A0FA}"/>
              </a:ext>
            </a:extLst>
          </p:cNvPr>
          <p:cNvCxnSpPr>
            <a:cxnSpLocks/>
          </p:cNvCxnSpPr>
          <p:nvPr/>
        </p:nvCxnSpPr>
        <p:spPr>
          <a:xfrm flipV="1">
            <a:off x="8597346" y="7294179"/>
            <a:ext cx="0" cy="641131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CD95425A-5298-02C4-E9F0-4F3259DFF27C}"/>
              </a:ext>
            </a:extLst>
          </p:cNvPr>
          <p:cNvSpPr txBox="1"/>
          <p:nvPr/>
        </p:nvSpPr>
        <p:spPr>
          <a:xfrm>
            <a:off x="9248922" y="8141345"/>
            <a:ext cx="171844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4800" b="1" dirty="0">
                <a:solidFill>
                  <a:schemeClr val="accent6"/>
                </a:solidFill>
              </a:rPr>
              <a:t>True</a:t>
            </a:r>
          </a:p>
        </p:txBody>
      </p:sp>
    </p:spTree>
    <p:extLst>
      <p:ext uri="{BB962C8B-B14F-4D97-AF65-F5344CB8AC3E}">
        <p14:creationId xmlns:p14="http://schemas.microsoft.com/office/powerpoint/2010/main" val="4291441683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C29B2F-74FC-3AEF-9D38-F045CD03AB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0743221-CA20-4597-08C5-61CD9B647B0A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FA9B014-3B82-D772-4FA2-43467E91B422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8749BB1F-693A-027B-7520-3E209431F6EB}"/>
              </a:ext>
            </a:extLst>
          </p:cNvPr>
          <p:cNvSpPr/>
          <p:nvPr/>
        </p:nvSpPr>
        <p:spPr>
          <a:xfrm>
            <a:off x="-2760928" y="-2488557"/>
            <a:ext cx="20866048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782F6F48-7B81-CD3A-652D-CAA39F2A42B2}"/>
              </a:ext>
            </a:extLst>
          </p:cNvPr>
          <p:cNvSpPr/>
          <p:nvPr/>
        </p:nvSpPr>
        <p:spPr>
          <a:xfrm>
            <a:off x="-1600200" y="45721"/>
            <a:ext cx="3264164" cy="3464242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2681E21-A16C-13A8-721B-668A76879748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D4426845-6546-DB28-9FBC-E72720E03623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9FCD2A0B-4E72-A66E-674E-32780BF0BB3B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74B40B80-33DE-0A63-DDA6-2F8756B8B930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AD02A51E-09DB-4FEB-BC34-E3766E60E4AC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23CCA93D-886A-F11C-7DAF-688E1BA4F8E6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5DA4C957-437C-8521-5E75-9938353767FF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9CB0996E-A35F-8158-ACD7-E40B7787EBA9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A4D709AB-1B24-533B-2B3F-AF879C7227DE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D20D008E-0193-41A8-7BF1-08DB7494CA1C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F35791B4-8EF6-5A99-CA11-CD476397682B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2D64C877-6990-3022-121A-9B491406F082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C1AE1A91-BBF5-1C35-3A2F-C12E01CCA9F3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F4A956EA-D2C1-D24A-BFFF-3B67AEC4324D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D168567E-0E1A-D3D9-B331-0FEA75BA6679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6EE5B296-8367-0C39-FF47-E85ACC47A14D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220A9F61-E25D-033E-004F-F89BF398F014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F5E3CD09-0D75-F6B2-5CB4-859431F02186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BAFDE9AB-4C58-28F5-56F8-F25BC0549DBC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520C9A05-7AB8-40FC-2BA8-2CE890835E38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F304871F-AE33-22EA-BE36-18BE3E72D4E0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7B89F616-3504-4EDA-3365-A5D10E521C2E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2E26FB0E-66C1-F59A-3C92-2ED811B09DF7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5900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15483192-BBF6-32EB-1C35-381A12B06C81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63733EAA-9D57-DE47-BD28-45BFB56EA6CF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436FD52C-1080-A8D5-6996-3509E278B6CD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25838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5" name="Table 34">
            <a:extLst>
              <a:ext uri="{FF2B5EF4-FFF2-40B4-BE49-F238E27FC236}">
                <a16:creationId xmlns:a16="http://schemas.microsoft.com/office/drawing/2014/main" id="{2C69CFDE-56CC-EE1D-2963-3DB25F21A78F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24149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6" name="Table 35">
            <a:extLst>
              <a:ext uri="{FF2B5EF4-FFF2-40B4-BE49-F238E27FC236}">
                <a16:creationId xmlns:a16="http://schemas.microsoft.com/office/drawing/2014/main" id="{19318F76-629F-29A2-A5AF-335FCB5DF47E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25463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59052311-9BBF-077F-57BB-6E324AFFA53C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235566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E2B202E3-E617-A9BB-29A2-9F331C260721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233877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9" name="Table 38">
            <a:extLst>
              <a:ext uri="{FF2B5EF4-FFF2-40B4-BE49-F238E27FC236}">
                <a16:creationId xmlns:a16="http://schemas.microsoft.com/office/drawing/2014/main" id="{20E060F8-FD4D-A286-091B-92B9D44A6083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23519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DDE26F27-D0E8-A840-2D2F-4C32BC284BCE}"/>
              </a:ext>
            </a:extLst>
          </p:cNvPr>
          <p:cNvCxnSpPr/>
          <p:nvPr/>
        </p:nvCxnSpPr>
        <p:spPr>
          <a:xfrm>
            <a:off x="6202230" y="-116840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F42D88D4-C3ED-9E1B-2998-29D70996CFD2}"/>
              </a:ext>
            </a:extLst>
          </p:cNvPr>
          <p:cNvCxnSpPr/>
          <p:nvPr/>
        </p:nvCxnSpPr>
        <p:spPr>
          <a:xfrm>
            <a:off x="851408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A627B78C-E5BF-29DC-620B-5BB471107CA3}"/>
              </a:ext>
            </a:extLst>
          </p:cNvPr>
          <p:cNvCxnSpPr>
            <a:cxnSpLocks/>
          </p:cNvCxnSpPr>
          <p:nvPr/>
        </p:nvCxnSpPr>
        <p:spPr>
          <a:xfrm flipV="1">
            <a:off x="868680" y="-868680"/>
            <a:ext cx="0" cy="823412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DC838FB5-C984-530D-4BE4-48A0804B50D7}"/>
              </a:ext>
            </a:extLst>
          </p:cNvPr>
          <p:cNvCxnSpPr>
            <a:cxnSpLocks/>
          </p:cNvCxnSpPr>
          <p:nvPr/>
        </p:nvCxnSpPr>
        <p:spPr>
          <a:xfrm>
            <a:off x="868680" y="-879718"/>
            <a:ext cx="1859280" cy="11038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4A9AC071-50A6-DFDA-AB80-9F7F64F87F40}"/>
              </a:ext>
            </a:extLst>
          </p:cNvPr>
          <p:cNvCxnSpPr/>
          <p:nvPr/>
        </p:nvCxnSpPr>
        <p:spPr>
          <a:xfrm>
            <a:off x="4112744" y="257556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54" name="Straight Arrow Connector 53">
            <a:extLst>
              <a:ext uri="{FF2B5EF4-FFF2-40B4-BE49-F238E27FC236}">
                <a16:creationId xmlns:a16="http://schemas.microsoft.com/office/drawing/2014/main" id="{371A1ADF-7FBD-A469-D8B8-CF4EDA4474B6}"/>
              </a:ext>
            </a:extLst>
          </p:cNvPr>
          <p:cNvCxnSpPr/>
          <p:nvPr/>
        </p:nvCxnSpPr>
        <p:spPr>
          <a:xfrm>
            <a:off x="4112744" y="257556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55" name="Table 54">
            <a:extLst>
              <a:ext uri="{FF2B5EF4-FFF2-40B4-BE49-F238E27FC236}">
                <a16:creationId xmlns:a16="http://schemas.microsoft.com/office/drawing/2014/main" id="{88BB4802-C7A3-4AA7-8DCA-436C2790792B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3797441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6" name="Table 55">
            <a:extLst>
              <a:ext uri="{FF2B5EF4-FFF2-40B4-BE49-F238E27FC236}">
                <a16:creationId xmlns:a16="http://schemas.microsoft.com/office/drawing/2014/main" id="{3C0FD660-4574-096F-37F9-C3220A10F9EE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7" name="Table 56">
            <a:extLst>
              <a:ext uri="{FF2B5EF4-FFF2-40B4-BE49-F238E27FC236}">
                <a16:creationId xmlns:a16="http://schemas.microsoft.com/office/drawing/2014/main" id="{608A832D-52B2-34B7-F11D-45752CBECFAA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8" name="Table 57">
            <a:extLst>
              <a:ext uri="{FF2B5EF4-FFF2-40B4-BE49-F238E27FC236}">
                <a16:creationId xmlns:a16="http://schemas.microsoft.com/office/drawing/2014/main" id="{0BC6BCBB-BE2D-6320-1E9D-855D25AA12E5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48968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9" name="Table 58">
            <a:extLst>
              <a:ext uri="{FF2B5EF4-FFF2-40B4-BE49-F238E27FC236}">
                <a16:creationId xmlns:a16="http://schemas.microsoft.com/office/drawing/2014/main" id="{8FB908D3-F25A-3DED-BC14-7FE28B368535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48799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0" name="Table 59">
            <a:extLst>
              <a:ext uri="{FF2B5EF4-FFF2-40B4-BE49-F238E27FC236}">
                <a16:creationId xmlns:a16="http://schemas.microsoft.com/office/drawing/2014/main" id="{3596B378-1168-80CF-F774-3851B7A87907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489307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1" name="Table 60">
            <a:extLst>
              <a:ext uri="{FF2B5EF4-FFF2-40B4-BE49-F238E27FC236}">
                <a16:creationId xmlns:a16="http://schemas.microsoft.com/office/drawing/2014/main" id="{B242B31E-03FA-8B34-4125-C85A9845176C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59941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2" name="Table 61">
            <a:extLst>
              <a:ext uri="{FF2B5EF4-FFF2-40B4-BE49-F238E27FC236}">
                <a16:creationId xmlns:a16="http://schemas.microsoft.com/office/drawing/2014/main" id="{35542CEC-A254-56F1-0605-5F716781C26B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59772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3" name="Table 62">
            <a:extLst>
              <a:ext uri="{FF2B5EF4-FFF2-40B4-BE49-F238E27FC236}">
                <a16:creationId xmlns:a16="http://schemas.microsoft.com/office/drawing/2014/main" id="{CD3BDE5C-11AD-5DB9-227B-CCCA95CAC67B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59903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1" name="Table 50">
            <a:extLst>
              <a:ext uri="{FF2B5EF4-FFF2-40B4-BE49-F238E27FC236}">
                <a16:creationId xmlns:a16="http://schemas.microsoft.com/office/drawing/2014/main" id="{69F21734-6E87-7CF0-AD47-95F308856B77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3827922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2" name="Table 51">
            <a:extLst>
              <a:ext uri="{FF2B5EF4-FFF2-40B4-BE49-F238E27FC236}">
                <a16:creationId xmlns:a16="http://schemas.microsoft.com/office/drawing/2014/main" id="{44190CA7-47FB-795B-780B-57A33CC581FB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4" name="Table 63">
            <a:extLst>
              <a:ext uri="{FF2B5EF4-FFF2-40B4-BE49-F238E27FC236}">
                <a16:creationId xmlns:a16="http://schemas.microsoft.com/office/drawing/2014/main" id="{3EFC6B1B-079C-5D82-2B16-2A55AAC4CABF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5" name="Table 64">
            <a:extLst>
              <a:ext uri="{FF2B5EF4-FFF2-40B4-BE49-F238E27FC236}">
                <a16:creationId xmlns:a16="http://schemas.microsoft.com/office/drawing/2014/main" id="{6F97745F-3448-87AD-0F2D-63818445536F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49273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6" name="Table 65">
            <a:extLst>
              <a:ext uri="{FF2B5EF4-FFF2-40B4-BE49-F238E27FC236}">
                <a16:creationId xmlns:a16="http://schemas.microsoft.com/office/drawing/2014/main" id="{6E76CAAC-BD9A-A891-D554-C03B415C29F6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49104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7" name="Table 66">
            <a:extLst>
              <a:ext uri="{FF2B5EF4-FFF2-40B4-BE49-F238E27FC236}">
                <a16:creationId xmlns:a16="http://schemas.microsoft.com/office/drawing/2014/main" id="{494A1B58-CA73-C3F8-BE4A-59C7AE3CBDD7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492355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8" name="Table 67">
            <a:extLst>
              <a:ext uri="{FF2B5EF4-FFF2-40B4-BE49-F238E27FC236}">
                <a16:creationId xmlns:a16="http://schemas.microsoft.com/office/drawing/2014/main" id="{57CA643C-D4CB-E97A-D679-C06E0838C289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602458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9" name="Table 68">
            <a:extLst>
              <a:ext uri="{FF2B5EF4-FFF2-40B4-BE49-F238E27FC236}">
                <a16:creationId xmlns:a16="http://schemas.microsoft.com/office/drawing/2014/main" id="{8821A5F6-A140-352F-9FE2-43FCF2053A23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600769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0" name="Table 69">
            <a:extLst>
              <a:ext uri="{FF2B5EF4-FFF2-40B4-BE49-F238E27FC236}">
                <a16:creationId xmlns:a16="http://schemas.microsoft.com/office/drawing/2014/main" id="{CD66D052-9C07-6184-3DA4-EA5503C4AD30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602083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71" name="Straight Arrow Connector 70">
            <a:extLst>
              <a:ext uri="{FF2B5EF4-FFF2-40B4-BE49-F238E27FC236}">
                <a16:creationId xmlns:a16="http://schemas.microsoft.com/office/drawing/2014/main" id="{9B329545-A4D6-B221-0E88-C63092A63023}"/>
              </a:ext>
            </a:extLst>
          </p:cNvPr>
          <p:cNvCxnSpPr>
            <a:cxnSpLocks/>
          </p:cNvCxnSpPr>
          <p:nvPr/>
        </p:nvCxnSpPr>
        <p:spPr>
          <a:xfrm>
            <a:off x="5842806" y="5265420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82" name="Table 81">
            <a:extLst>
              <a:ext uri="{FF2B5EF4-FFF2-40B4-BE49-F238E27FC236}">
                <a16:creationId xmlns:a16="http://schemas.microsoft.com/office/drawing/2014/main" id="{60C1FE11-0091-651E-1819-DE868AD7517A}"/>
              </a:ext>
            </a:extLst>
          </p:cNvPr>
          <p:cNvGraphicFramePr>
            <a:graphicFrameLocks noGrp="1"/>
          </p:cNvGraphicFramePr>
          <p:nvPr/>
        </p:nvGraphicFramePr>
        <p:xfrm>
          <a:off x="10389072" y="385840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3" name="Table 82">
            <a:extLst>
              <a:ext uri="{FF2B5EF4-FFF2-40B4-BE49-F238E27FC236}">
                <a16:creationId xmlns:a16="http://schemas.microsoft.com/office/drawing/2014/main" id="{9C150D59-EACD-6768-91EA-F3E9D73A3CE5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385840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4" name="Table 83">
            <a:extLst>
              <a:ext uri="{FF2B5EF4-FFF2-40B4-BE49-F238E27FC236}">
                <a16:creationId xmlns:a16="http://schemas.microsoft.com/office/drawing/2014/main" id="{3562F046-0D19-4C8A-4929-1E759E27E9AE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385840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5" name="Table 84">
            <a:extLst>
              <a:ext uri="{FF2B5EF4-FFF2-40B4-BE49-F238E27FC236}">
                <a16:creationId xmlns:a16="http://schemas.microsoft.com/office/drawing/2014/main" id="{C0EBE2D7-F1DB-7237-52DB-0AE757152E95}"/>
              </a:ext>
            </a:extLst>
          </p:cNvPr>
          <p:cNvGraphicFramePr>
            <a:graphicFrameLocks noGrp="1"/>
          </p:cNvGraphicFramePr>
          <p:nvPr/>
        </p:nvGraphicFramePr>
        <p:xfrm>
          <a:off x="10389072" y="495778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6" name="Table 85">
            <a:extLst>
              <a:ext uri="{FF2B5EF4-FFF2-40B4-BE49-F238E27FC236}">
                <a16:creationId xmlns:a16="http://schemas.microsoft.com/office/drawing/2014/main" id="{6F6E36DD-1841-399C-2803-5AAFEF37A6AF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494089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7" name="Table 86">
            <a:extLst>
              <a:ext uri="{FF2B5EF4-FFF2-40B4-BE49-F238E27FC236}">
                <a16:creationId xmlns:a16="http://schemas.microsoft.com/office/drawing/2014/main" id="{89B6FAD3-5A1C-BCDD-D35C-D804D6B74155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49540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8" name="Table 87">
            <a:extLst>
              <a:ext uri="{FF2B5EF4-FFF2-40B4-BE49-F238E27FC236}">
                <a16:creationId xmlns:a16="http://schemas.microsoft.com/office/drawing/2014/main" id="{A15EB9C6-73CA-932D-DC07-98A25F155D0A}"/>
              </a:ext>
            </a:extLst>
          </p:cNvPr>
          <p:cNvGraphicFramePr>
            <a:graphicFrameLocks noGrp="1"/>
          </p:cNvGraphicFramePr>
          <p:nvPr/>
        </p:nvGraphicFramePr>
        <p:xfrm>
          <a:off x="10389072" y="605506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9" name="Table 88">
            <a:extLst>
              <a:ext uri="{FF2B5EF4-FFF2-40B4-BE49-F238E27FC236}">
                <a16:creationId xmlns:a16="http://schemas.microsoft.com/office/drawing/2014/main" id="{D8CBB25A-5B37-0758-F3D5-64CE7660222A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603817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0" name="Table 89">
            <a:extLst>
              <a:ext uri="{FF2B5EF4-FFF2-40B4-BE49-F238E27FC236}">
                <a16:creationId xmlns:a16="http://schemas.microsoft.com/office/drawing/2014/main" id="{E0B8D06A-0C0A-3E6F-6B44-DC385326EB36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605131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91" name="Straight Arrow Connector 90">
            <a:extLst>
              <a:ext uri="{FF2B5EF4-FFF2-40B4-BE49-F238E27FC236}">
                <a16:creationId xmlns:a16="http://schemas.microsoft.com/office/drawing/2014/main" id="{0E19CD2A-EFC4-2DC9-D4B4-0307C24F8310}"/>
              </a:ext>
            </a:extLst>
          </p:cNvPr>
          <p:cNvCxnSpPr>
            <a:cxnSpLocks/>
          </p:cNvCxnSpPr>
          <p:nvPr/>
        </p:nvCxnSpPr>
        <p:spPr>
          <a:xfrm>
            <a:off x="9762510" y="5434754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72" name="Table 71">
            <a:extLst>
              <a:ext uri="{FF2B5EF4-FFF2-40B4-BE49-F238E27FC236}">
                <a16:creationId xmlns:a16="http://schemas.microsoft.com/office/drawing/2014/main" id="{18319EF1-9A6C-65D8-CF42-D8FA6DA1D9E9}"/>
              </a:ext>
            </a:extLst>
          </p:cNvPr>
          <p:cNvGraphicFramePr>
            <a:graphicFrameLocks noGrp="1"/>
          </p:cNvGraphicFramePr>
          <p:nvPr/>
        </p:nvGraphicFramePr>
        <p:xfrm>
          <a:off x="14236394" y="388888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3" name="Table 72">
            <a:extLst>
              <a:ext uri="{FF2B5EF4-FFF2-40B4-BE49-F238E27FC236}">
                <a16:creationId xmlns:a16="http://schemas.microsoft.com/office/drawing/2014/main" id="{845C2428-87BE-6731-3609-6A8BB68B2AC0}"/>
              </a:ext>
            </a:extLst>
          </p:cNvPr>
          <p:cNvGraphicFramePr>
            <a:graphicFrameLocks noGrp="1"/>
          </p:cNvGraphicFramePr>
          <p:nvPr/>
        </p:nvGraphicFramePr>
        <p:xfrm>
          <a:off x="15261398" y="38888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4" name="Table 73">
            <a:extLst>
              <a:ext uri="{FF2B5EF4-FFF2-40B4-BE49-F238E27FC236}">
                <a16:creationId xmlns:a16="http://schemas.microsoft.com/office/drawing/2014/main" id="{18876B8D-B7C0-B4C1-2FB6-59535E5EE501}"/>
              </a:ext>
            </a:extLst>
          </p:cNvPr>
          <p:cNvGraphicFramePr>
            <a:graphicFrameLocks noGrp="1"/>
          </p:cNvGraphicFramePr>
          <p:nvPr/>
        </p:nvGraphicFramePr>
        <p:xfrm>
          <a:off x="16286402" y="38888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5" name="Table 74">
            <a:extLst>
              <a:ext uri="{FF2B5EF4-FFF2-40B4-BE49-F238E27FC236}">
                <a16:creationId xmlns:a16="http://schemas.microsoft.com/office/drawing/2014/main" id="{7C7098FB-E050-189B-F166-6F6BBEFACF41}"/>
              </a:ext>
            </a:extLst>
          </p:cNvPr>
          <p:cNvGraphicFramePr>
            <a:graphicFrameLocks noGrp="1"/>
          </p:cNvGraphicFramePr>
          <p:nvPr/>
        </p:nvGraphicFramePr>
        <p:xfrm>
          <a:off x="14236394" y="498826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6" name="Table 75">
            <a:extLst>
              <a:ext uri="{FF2B5EF4-FFF2-40B4-BE49-F238E27FC236}">
                <a16:creationId xmlns:a16="http://schemas.microsoft.com/office/drawing/2014/main" id="{535EEC4E-53FA-38DA-5D81-4626F12D1E2C}"/>
              </a:ext>
            </a:extLst>
          </p:cNvPr>
          <p:cNvGraphicFramePr>
            <a:graphicFrameLocks noGrp="1"/>
          </p:cNvGraphicFramePr>
          <p:nvPr/>
        </p:nvGraphicFramePr>
        <p:xfrm>
          <a:off x="15261398" y="497137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7" name="Table 76">
            <a:extLst>
              <a:ext uri="{FF2B5EF4-FFF2-40B4-BE49-F238E27FC236}">
                <a16:creationId xmlns:a16="http://schemas.microsoft.com/office/drawing/2014/main" id="{237C1FCD-231A-2289-B921-D9C46B36AF73}"/>
              </a:ext>
            </a:extLst>
          </p:cNvPr>
          <p:cNvGraphicFramePr>
            <a:graphicFrameLocks noGrp="1"/>
          </p:cNvGraphicFramePr>
          <p:nvPr/>
        </p:nvGraphicFramePr>
        <p:xfrm>
          <a:off x="16286402" y="49845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8" name="Table 77">
            <a:extLst>
              <a:ext uri="{FF2B5EF4-FFF2-40B4-BE49-F238E27FC236}">
                <a16:creationId xmlns:a16="http://schemas.microsoft.com/office/drawing/2014/main" id="{D75718AA-909F-36EC-BD50-89B88189E240}"/>
              </a:ext>
            </a:extLst>
          </p:cNvPr>
          <p:cNvGraphicFramePr>
            <a:graphicFrameLocks noGrp="1"/>
          </p:cNvGraphicFramePr>
          <p:nvPr/>
        </p:nvGraphicFramePr>
        <p:xfrm>
          <a:off x="14236394" y="608554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9" name="Table 78">
            <a:extLst>
              <a:ext uri="{FF2B5EF4-FFF2-40B4-BE49-F238E27FC236}">
                <a16:creationId xmlns:a16="http://schemas.microsoft.com/office/drawing/2014/main" id="{206B3AEA-BDF7-6346-31CE-D51A32F35398}"/>
              </a:ext>
            </a:extLst>
          </p:cNvPr>
          <p:cNvGraphicFramePr>
            <a:graphicFrameLocks noGrp="1"/>
          </p:cNvGraphicFramePr>
          <p:nvPr/>
        </p:nvGraphicFramePr>
        <p:xfrm>
          <a:off x="15261398" y="606865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0" name="Table 79">
            <a:extLst>
              <a:ext uri="{FF2B5EF4-FFF2-40B4-BE49-F238E27FC236}">
                <a16:creationId xmlns:a16="http://schemas.microsoft.com/office/drawing/2014/main" id="{74C349CF-E716-E466-286B-EE9624D6E25C}"/>
              </a:ext>
            </a:extLst>
          </p:cNvPr>
          <p:cNvGraphicFramePr>
            <a:graphicFrameLocks noGrp="1"/>
          </p:cNvGraphicFramePr>
          <p:nvPr/>
        </p:nvGraphicFramePr>
        <p:xfrm>
          <a:off x="16286402" y="60817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81" name="Straight Arrow Connector 80">
            <a:extLst>
              <a:ext uri="{FF2B5EF4-FFF2-40B4-BE49-F238E27FC236}">
                <a16:creationId xmlns:a16="http://schemas.microsoft.com/office/drawing/2014/main" id="{7950E278-3FD0-73A8-E690-3CFBA3135DE0}"/>
              </a:ext>
            </a:extLst>
          </p:cNvPr>
          <p:cNvCxnSpPr>
            <a:cxnSpLocks/>
          </p:cNvCxnSpPr>
          <p:nvPr/>
        </p:nvCxnSpPr>
        <p:spPr>
          <a:xfrm>
            <a:off x="13572510" y="5413588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04B93361-999F-7636-9869-FBDEF4644979}"/>
              </a:ext>
            </a:extLst>
          </p:cNvPr>
          <p:cNvCxnSpPr>
            <a:cxnSpLocks/>
          </p:cNvCxnSpPr>
          <p:nvPr/>
        </p:nvCxnSpPr>
        <p:spPr>
          <a:xfrm>
            <a:off x="13464084" y="7993118"/>
            <a:ext cx="2270280" cy="0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FE30C327-09AA-7AD6-7E5F-05B7CC952908}"/>
              </a:ext>
            </a:extLst>
          </p:cNvPr>
          <p:cNvCxnSpPr>
            <a:cxnSpLocks/>
          </p:cNvCxnSpPr>
          <p:nvPr/>
        </p:nvCxnSpPr>
        <p:spPr>
          <a:xfrm flipV="1">
            <a:off x="15839422" y="7299434"/>
            <a:ext cx="0" cy="641131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BB76B9E1-D6E2-C77E-FEB0-9A8560788EA3}"/>
              </a:ext>
            </a:extLst>
          </p:cNvPr>
          <p:cNvCxnSpPr>
            <a:cxnSpLocks/>
          </p:cNvCxnSpPr>
          <p:nvPr/>
        </p:nvCxnSpPr>
        <p:spPr>
          <a:xfrm flipV="1">
            <a:off x="13327450" y="7294179"/>
            <a:ext cx="0" cy="641131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ACE1B895-BDA2-4DA4-49D6-1F7B93313E71}"/>
              </a:ext>
            </a:extLst>
          </p:cNvPr>
          <p:cNvSpPr txBox="1"/>
          <p:nvPr/>
        </p:nvSpPr>
        <p:spPr>
          <a:xfrm>
            <a:off x="13944845" y="8040160"/>
            <a:ext cx="171844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4800" b="1" dirty="0">
                <a:solidFill>
                  <a:schemeClr val="accent6"/>
                </a:solidFill>
              </a:rPr>
              <a:t>True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D992087B-361C-8E94-D6DD-FBFCF4D1D57C}"/>
              </a:ext>
            </a:extLst>
          </p:cNvPr>
          <p:cNvCxnSpPr>
            <a:cxnSpLocks/>
          </p:cNvCxnSpPr>
          <p:nvPr/>
        </p:nvCxnSpPr>
        <p:spPr>
          <a:xfrm>
            <a:off x="8736420" y="8050925"/>
            <a:ext cx="2270280" cy="0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A8DEED59-A1EB-B00E-B7F9-7E1DA0781E23}"/>
              </a:ext>
            </a:extLst>
          </p:cNvPr>
          <p:cNvCxnSpPr>
            <a:cxnSpLocks/>
          </p:cNvCxnSpPr>
          <p:nvPr/>
        </p:nvCxnSpPr>
        <p:spPr>
          <a:xfrm flipV="1">
            <a:off x="11020429" y="7304689"/>
            <a:ext cx="0" cy="641131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6DBC3829-F150-B207-1A81-5EFF5E74E2FB}"/>
              </a:ext>
            </a:extLst>
          </p:cNvPr>
          <p:cNvCxnSpPr>
            <a:cxnSpLocks/>
          </p:cNvCxnSpPr>
          <p:nvPr/>
        </p:nvCxnSpPr>
        <p:spPr>
          <a:xfrm flipV="1">
            <a:off x="8597346" y="7294179"/>
            <a:ext cx="0" cy="641131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3D53446A-B1EC-08AE-1FFF-028680FFC58E}"/>
              </a:ext>
            </a:extLst>
          </p:cNvPr>
          <p:cNvSpPr txBox="1"/>
          <p:nvPr/>
        </p:nvSpPr>
        <p:spPr>
          <a:xfrm>
            <a:off x="9248922" y="8141345"/>
            <a:ext cx="171844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4800" b="1" dirty="0">
                <a:solidFill>
                  <a:schemeClr val="accent6"/>
                </a:solidFill>
              </a:rPr>
              <a:t>True</a:t>
            </a:r>
          </a:p>
        </p:txBody>
      </p: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8BB8AFD5-B8DD-97DC-D84E-625BEB39865C}"/>
              </a:ext>
            </a:extLst>
          </p:cNvPr>
          <p:cNvCxnSpPr>
            <a:cxnSpLocks/>
          </p:cNvCxnSpPr>
          <p:nvPr/>
        </p:nvCxnSpPr>
        <p:spPr>
          <a:xfrm>
            <a:off x="4707666" y="8050925"/>
            <a:ext cx="2270280" cy="0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3564FD17-C822-CC03-395E-187169788A74}"/>
              </a:ext>
            </a:extLst>
          </p:cNvPr>
          <p:cNvCxnSpPr>
            <a:cxnSpLocks/>
          </p:cNvCxnSpPr>
          <p:nvPr/>
        </p:nvCxnSpPr>
        <p:spPr>
          <a:xfrm flipV="1">
            <a:off x="7015539" y="7320455"/>
            <a:ext cx="0" cy="641131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92" name="Straight Connector 91">
            <a:extLst>
              <a:ext uri="{FF2B5EF4-FFF2-40B4-BE49-F238E27FC236}">
                <a16:creationId xmlns:a16="http://schemas.microsoft.com/office/drawing/2014/main" id="{0A35575D-C07D-FF40-2091-EBC02BD42A08}"/>
              </a:ext>
            </a:extLst>
          </p:cNvPr>
          <p:cNvCxnSpPr>
            <a:cxnSpLocks/>
          </p:cNvCxnSpPr>
          <p:nvPr/>
        </p:nvCxnSpPr>
        <p:spPr>
          <a:xfrm flipV="1">
            <a:off x="4625246" y="7315199"/>
            <a:ext cx="0" cy="641131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93" name="TextBox 92">
            <a:extLst>
              <a:ext uri="{FF2B5EF4-FFF2-40B4-BE49-F238E27FC236}">
                <a16:creationId xmlns:a16="http://schemas.microsoft.com/office/drawing/2014/main" id="{FD5C4B33-9A6F-DFE1-8B61-990DC81A947F}"/>
              </a:ext>
            </a:extLst>
          </p:cNvPr>
          <p:cNvSpPr txBox="1"/>
          <p:nvPr/>
        </p:nvSpPr>
        <p:spPr>
          <a:xfrm>
            <a:off x="5268669" y="8141345"/>
            <a:ext cx="171844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4800" b="1" dirty="0">
                <a:solidFill>
                  <a:schemeClr val="accent6"/>
                </a:solidFill>
              </a:rPr>
              <a:t>True</a:t>
            </a:r>
          </a:p>
        </p:txBody>
      </p:sp>
    </p:spTree>
    <p:extLst>
      <p:ext uri="{BB962C8B-B14F-4D97-AF65-F5344CB8AC3E}">
        <p14:creationId xmlns:p14="http://schemas.microsoft.com/office/powerpoint/2010/main" val="259080944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3A8144-1693-FD35-E545-2D129D51E9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E7915C-2908-0B97-134E-F87F0792CCB6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72CE713D-3F5C-61E5-58A5-B858018C3DE5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605B5D1-8016-1184-4E9D-7A8C3A4CA098}"/>
              </a:ext>
            </a:extLst>
          </p:cNvPr>
          <p:cNvSpPr/>
          <p:nvPr/>
        </p:nvSpPr>
        <p:spPr>
          <a:xfrm>
            <a:off x="-2760928" y="-2488557"/>
            <a:ext cx="20866048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F4463DB7-17FE-DAB2-73F7-8E805FA6B683}"/>
              </a:ext>
            </a:extLst>
          </p:cNvPr>
          <p:cNvSpPr/>
          <p:nvPr/>
        </p:nvSpPr>
        <p:spPr>
          <a:xfrm>
            <a:off x="-1600200" y="45721"/>
            <a:ext cx="3264164" cy="3464242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D386BE2-AAD6-1BF3-9255-67FD96A612C2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72A3AF2D-B4FF-71EE-42E6-E6485BDEF9B0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CFFDA7AC-8A13-9930-BA2C-7C1981084C4A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2E2287CA-65D7-884F-82E8-AC038FC2E6BA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4B5824A9-A9BA-B51D-170D-BBFCE3D683FF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9F78D9F5-9615-768D-B996-678D89ECF983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7FEE5D0E-1C4B-8D64-0D43-CA8E7E8ED996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7244D0E0-ADCA-4305-D442-D43AF1E4D41C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DE1CB9D4-2164-B67F-AB2D-4DD98BFA9B7C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1A195AA1-5BE3-2EAA-DF74-03699784DBF7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B6D2FD74-AAC5-A039-6D30-1D8672172F17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7277147-F67E-6C75-DF68-CE05BF432DC3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617EF41F-7C17-B1D4-CCC0-C39852BB3AA8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65A5E23C-FAA3-9EA2-BAE0-236EAB795838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B8FC6ED3-F76F-8305-8D46-976E41127E16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D109A10D-E285-9084-62B4-0B5F6A70E8C2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D4C77F6A-AD4D-DA9D-AAE4-AFD7CD6293C9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14267F41-9016-680A-559A-A427D2E65E19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98842DC6-80BB-9672-402D-7B4AA76E67C7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C65D1C2C-1810-58FD-89D1-EA1D025BDFBA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589C2C4A-5185-165D-A7A9-18AA81D31648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1AA66FDC-2438-69F7-5EDE-541DF41016FE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CE1B0536-3073-6556-A5D1-77BFC60D9E92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5900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06F640FC-487A-C831-4624-AEA28AF3D573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F954598E-8557-F17F-F864-5D511752ED5D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A89E6C43-DC09-FD90-6CC3-E2179C76A51A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25838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5" name="Table 34">
            <a:extLst>
              <a:ext uri="{FF2B5EF4-FFF2-40B4-BE49-F238E27FC236}">
                <a16:creationId xmlns:a16="http://schemas.microsoft.com/office/drawing/2014/main" id="{9A091B35-7281-4EF5-1527-1F65F0232A0D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24149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6" name="Table 35">
            <a:extLst>
              <a:ext uri="{FF2B5EF4-FFF2-40B4-BE49-F238E27FC236}">
                <a16:creationId xmlns:a16="http://schemas.microsoft.com/office/drawing/2014/main" id="{9809FF82-F17E-C1E9-23CC-A46FB2B50804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25463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0949C1B5-6A78-A9DF-7ECC-DDA1C593E1D0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235566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FFBBFDCC-8A8B-7284-C3C2-7F8DCB4E5870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233877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9" name="Table 38">
            <a:extLst>
              <a:ext uri="{FF2B5EF4-FFF2-40B4-BE49-F238E27FC236}">
                <a16:creationId xmlns:a16="http://schemas.microsoft.com/office/drawing/2014/main" id="{F853D3FC-9FE4-37CB-9BFA-30870AD662EE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23519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76EB7019-5FC4-D6D5-432C-CC2606A56B36}"/>
              </a:ext>
            </a:extLst>
          </p:cNvPr>
          <p:cNvCxnSpPr/>
          <p:nvPr/>
        </p:nvCxnSpPr>
        <p:spPr>
          <a:xfrm>
            <a:off x="6202230" y="-116840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A6613902-5238-2200-30BB-CFE6AD22B67F}"/>
              </a:ext>
            </a:extLst>
          </p:cNvPr>
          <p:cNvCxnSpPr/>
          <p:nvPr/>
        </p:nvCxnSpPr>
        <p:spPr>
          <a:xfrm>
            <a:off x="851408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3A82CDF3-AAB7-B43A-4685-0E89EF2D628F}"/>
              </a:ext>
            </a:extLst>
          </p:cNvPr>
          <p:cNvCxnSpPr>
            <a:cxnSpLocks/>
          </p:cNvCxnSpPr>
          <p:nvPr/>
        </p:nvCxnSpPr>
        <p:spPr>
          <a:xfrm flipV="1">
            <a:off x="868680" y="-868680"/>
            <a:ext cx="0" cy="823412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17EA8DA5-DA65-8240-F180-BDF75024E2CD}"/>
              </a:ext>
            </a:extLst>
          </p:cNvPr>
          <p:cNvCxnSpPr>
            <a:cxnSpLocks/>
          </p:cNvCxnSpPr>
          <p:nvPr/>
        </p:nvCxnSpPr>
        <p:spPr>
          <a:xfrm>
            <a:off x="868680" y="-879718"/>
            <a:ext cx="1859280" cy="11038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F973645C-51C8-97C2-53BF-088F8034C04C}"/>
              </a:ext>
            </a:extLst>
          </p:cNvPr>
          <p:cNvCxnSpPr/>
          <p:nvPr/>
        </p:nvCxnSpPr>
        <p:spPr>
          <a:xfrm>
            <a:off x="4112744" y="257556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54" name="Straight Arrow Connector 53">
            <a:extLst>
              <a:ext uri="{FF2B5EF4-FFF2-40B4-BE49-F238E27FC236}">
                <a16:creationId xmlns:a16="http://schemas.microsoft.com/office/drawing/2014/main" id="{918D1464-EBA7-AF93-B730-EBCB3A139D8E}"/>
              </a:ext>
            </a:extLst>
          </p:cNvPr>
          <p:cNvCxnSpPr/>
          <p:nvPr/>
        </p:nvCxnSpPr>
        <p:spPr>
          <a:xfrm>
            <a:off x="4112744" y="257556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55" name="Table 54">
            <a:extLst>
              <a:ext uri="{FF2B5EF4-FFF2-40B4-BE49-F238E27FC236}">
                <a16:creationId xmlns:a16="http://schemas.microsoft.com/office/drawing/2014/main" id="{FA9F7201-3270-D708-B3F9-FB7262CA5295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3797441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6" name="Table 55">
            <a:extLst>
              <a:ext uri="{FF2B5EF4-FFF2-40B4-BE49-F238E27FC236}">
                <a16:creationId xmlns:a16="http://schemas.microsoft.com/office/drawing/2014/main" id="{50D4B3C7-DAC6-0C3B-CAAC-CB077929E46E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7" name="Table 56">
            <a:extLst>
              <a:ext uri="{FF2B5EF4-FFF2-40B4-BE49-F238E27FC236}">
                <a16:creationId xmlns:a16="http://schemas.microsoft.com/office/drawing/2014/main" id="{36157A5B-1712-5ED9-230B-8D21E7B0CAB2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8" name="Table 57">
            <a:extLst>
              <a:ext uri="{FF2B5EF4-FFF2-40B4-BE49-F238E27FC236}">
                <a16:creationId xmlns:a16="http://schemas.microsoft.com/office/drawing/2014/main" id="{7CBC273A-BFE0-C654-61FD-0726E7F0B2A7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48968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9" name="Table 58">
            <a:extLst>
              <a:ext uri="{FF2B5EF4-FFF2-40B4-BE49-F238E27FC236}">
                <a16:creationId xmlns:a16="http://schemas.microsoft.com/office/drawing/2014/main" id="{83860FF0-518E-37C0-F4CD-7F0C0100F44E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48799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0" name="Table 59">
            <a:extLst>
              <a:ext uri="{FF2B5EF4-FFF2-40B4-BE49-F238E27FC236}">
                <a16:creationId xmlns:a16="http://schemas.microsoft.com/office/drawing/2014/main" id="{71F031D9-C089-4ECB-14F9-F729D7CB4633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489307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1" name="Table 60">
            <a:extLst>
              <a:ext uri="{FF2B5EF4-FFF2-40B4-BE49-F238E27FC236}">
                <a16:creationId xmlns:a16="http://schemas.microsoft.com/office/drawing/2014/main" id="{824F5A82-0DC5-75CB-7BC1-CAD35451DF51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59941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2" name="Table 61">
            <a:extLst>
              <a:ext uri="{FF2B5EF4-FFF2-40B4-BE49-F238E27FC236}">
                <a16:creationId xmlns:a16="http://schemas.microsoft.com/office/drawing/2014/main" id="{12ADA7AA-0004-7AF0-1095-A45153A68DFD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59772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3" name="Table 62">
            <a:extLst>
              <a:ext uri="{FF2B5EF4-FFF2-40B4-BE49-F238E27FC236}">
                <a16:creationId xmlns:a16="http://schemas.microsoft.com/office/drawing/2014/main" id="{21918672-EBF6-E555-B339-7CFB5C23A665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59903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1" name="Table 50">
            <a:extLst>
              <a:ext uri="{FF2B5EF4-FFF2-40B4-BE49-F238E27FC236}">
                <a16:creationId xmlns:a16="http://schemas.microsoft.com/office/drawing/2014/main" id="{1291E045-1C62-50A1-7D4A-494DAD1BB838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3827922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2" name="Table 51">
            <a:extLst>
              <a:ext uri="{FF2B5EF4-FFF2-40B4-BE49-F238E27FC236}">
                <a16:creationId xmlns:a16="http://schemas.microsoft.com/office/drawing/2014/main" id="{D9DB1BBC-02E5-B97C-8ABE-7674AFBE0526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4" name="Table 63">
            <a:extLst>
              <a:ext uri="{FF2B5EF4-FFF2-40B4-BE49-F238E27FC236}">
                <a16:creationId xmlns:a16="http://schemas.microsoft.com/office/drawing/2014/main" id="{A83C94AD-0409-8E0A-A611-E6FD639FA348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5" name="Table 64">
            <a:extLst>
              <a:ext uri="{FF2B5EF4-FFF2-40B4-BE49-F238E27FC236}">
                <a16:creationId xmlns:a16="http://schemas.microsoft.com/office/drawing/2014/main" id="{C2332F62-29FC-83A2-DE9F-53DD676F9AE1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49273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6" name="Table 65">
            <a:extLst>
              <a:ext uri="{FF2B5EF4-FFF2-40B4-BE49-F238E27FC236}">
                <a16:creationId xmlns:a16="http://schemas.microsoft.com/office/drawing/2014/main" id="{C9D0129E-0C36-F382-41D3-CC7DB9543A04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49104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7" name="Table 66">
            <a:extLst>
              <a:ext uri="{FF2B5EF4-FFF2-40B4-BE49-F238E27FC236}">
                <a16:creationId xmlns:a16="http://schemas.microsoft.com/office/drawing/2014/main" id="{68989031-61AB-FAD6-8C76-A5B138D9018B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492355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8" name="Table 67">
            <a:extLst>
              <a:ext uri="{FF2B5EF4-FFF2-40B4-BE49-F238E27FC236}">
                <a16:creationId xmlns:a16="http://schemas.microsoft.com/office/drawing/2014/main" id="{D50DC7B3-0755-68D7-6D97-4AF4FA21B66C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602458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9" name="Table 68">
            <a:extLst>
              <a:ext uri="{FF2B5EF4-FFF2-40B4-BE49-F238E27FC236}">
                <a16:creationId xmlns:a16="http://schemas.microsoft.com/office/drawing/2014/main" id="{99265787-4F8A-F39B-DD17-1D84ACD808A2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600769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0" name="Table 69">
            <a:extLst>
              <a:ext uri="{FF2B5EF4-FFF2-40B4-BE49-F238E27FC236}">
                <a16:creationId xmlns:a16="http://schemas.microsoft.com/office/drawing/2014/main" id="{000D7FD0-EF09-C6B1-BD1B-A79F6A1787D2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602083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71" name="Straight Arrow Connector 70">
            <a:extLst>
              <a:ext uri="{FF2B5EF4-FFF2-40B4-BE49-F238E27FC236}">
                <a16:creationId xmlns:a16="http://schemas.microsoft.com/office/drawing/2014/main" id="{02FAAC34-8B7C-5B23-8144-D9513B23A451}"/>
              </a:ext>
            </a:extLst>
          </p:cNvPr>
          <p:cNvCxnSpPr>
            <a:cxnSpLocks/>
          </p:cNvCxnSpPr>
          <p:nvPr/>
        </p:nvCxnSpPr>
        <p:spPr>
          <a:xfrm>
            <a:off x="5842806" y="5265420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82" name="Table 81">
            <a:extLst>
              <a:ext uri="{FF2B5EF4-FFF2-40B4-BE49-F238E27FC236}">
                <a16:creationId xmlns:a16="http://schemas.microsoft.com/office/drawing/2014/main" id="{614A134A-DA2E-7729-6E58-BABB7473DB1C}"/>
              </a:ext>
            </a:extLst>
          </p:cNvPr>
          <p:cNvGraphicFramePr>
            <a:graphicFrameLocks noGrp="1"/>
          </p:cNvGraphicFramePr>
          <p:nvPr/>
        </p:nvGraphicFramePr>
        <p:xfrm>
          <a:off x="10389072" y="385840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3" name="Table 82">
            <a:extLst>
              <a:ext uri="{FF2B5EF4-FFF2-40B4-BE49-F238E27FC236}">
                <a16:creationId xmlns:a16="http://schemas.microsoft.com/office/drawing/2014/main" id="{E541EF8E-51A0-E7CD-A692-1EED0FD7C47C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385840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4" name="Table 83">
            <a:extLst>
              <a:ext uri="{FF2B5EF4-FFF2-40B4-BE49-F238E27FC236}">
                <a16:creationId xmlns:a16="http://schemas.microsoft.com/office/drawing/2014/main" id="{4B6657A8-00E5-71BA-3162-2393A9B60A2C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385840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5" name="Table 84">
            <a:extLst>
              <a:ext uri="{FF2B5EF4-FFF2-40B4-BE49-F238E27FC236}">
                <a16:creationId xmlns:a16="http://schemas.microsoft.com/office/drawing/2014/main" id="{171FB0E7-0138-009D-B9E8-AEC074F92087}"/>
              </a:ext>
            </a:extLst>
          </p:cNvPr>
          <p:cNvGraphicFramePr>
            <a:graphicFrameLocks noGrp="1"/>
          </p:cNvGraphicFramePr>
          <p:nvPr/>
        </p:nvGraphicFramePr>
        <p:xfrm>
          <a:off x="10389072" y="495778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6" name="Table 85">
            <a:extLst>
              <a:ext uri="{FF2B5EF4-FFF2-40B4-BE49-F238E27FC236}">
                <a16:creationId xmlns:a16="http://schemas.microsoft.com/office/drawing/2014/main" id="{B8FC25B4-C8FF-A556-DFB5-AAB11E01D80D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494089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7" name="Table 86">
            <a:extLst>
              <a:ext uri="{FF2B5EF4-FFF2-40B4-BE49-F238E27FC236}">
                <a16:creationId xmlns:a16="http://schemas.microsoft.com/office/drawing/2014/main" id="{2114CDCF-6CFB-8E46-4EB6-5D65DE50329E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49540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8" name="Table 87">
            <a:extLst>
              <a:ext uri="{FF2B5EF4-FFF2-40B4-BE49-F238E27FC236}">
                <a16:creationId xmlns:a16="http://schemas.microsoft.com/office/drawing/2014/main" id="{626FF3DC-4371-45E9-C91F-831730FAB813}"/>
              </a:ext>
            </a:extLst>
          </p:cNvPr>
          <p:cNvGraphicFramePr>
            <a:graphicFrameLocks noGrp="1"/>
          </p:cNvGraphicFramePr>
          <p:nvPr/>
        </p:nvGraphicFramePr>
        <p:xfrm>
          <a:off x="10389072" y="605506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9" name="Table 88">
            <a:extLst>
              <a:ext uri="{FF2B5EF4-FFF2-40B4-BE49-F238E27FC236}">
                <a16:creationId xmlns:a16="http://schemas.microsoft.com/office/drawing/2014/main" id="{CCEDB51B-26F8-0D64-6FC0-AA3518C642C7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603817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0" name="Table 89">
            <a:extLst>
              <a:ext uri="{FF2B5EF4-FFF2-40B4-BE49-F238E27FC236}">
                <a16:creationId xmlns:a16="http://schemas.microsoft.com/office/drawing/2014/main" id="{2CEB4AD0-EF35-17E7-8B12-119D9630F49B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605131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91" name="Straight Arrow Connector 90">
            <a:extLst>
              <a:ext uri="{FF2B5EF4-FFF2-40B4-BE49-F238E27FC236}">
                <a16:creationId xmlns:a16="http://schemas.microsoft.com/office/drawing/2014/main" id="{CF33FBCC-1008-67CF-945C-0A1DA1850066}"/>
              </a:ext>
            </a:extLst>
          </p:cNvPr>
          <p:cNvCxnSpPr>
            <a:cxnSpLocks/>
          </p:cNvCxnSpPr>
          <p:nvPr/>
        </p:nvCxnSpPr>
        <p:spPr>
          <a:xfrm>
            <a:off x="9762510" y="5434754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72" name="Table 71">
            <a:extLst>
              <a:ext uri="{FF2B5EF4-FFF2-40B4-BE49-F238E27FC236}">
                <a16:creationId xmlns:a16="http://schemas.microsoft.com/office/drawing/2014/main" id="{DC210410-8D1E-5CC5-EAA2-AB79FB7510E2}"/>
              </a:ext>
            </a:extLst>
          </p:cNvPr>
          <p:cNvGraphicFramePr>
            <a:graphicFrameLocks noGrp="1"/>
          </p:cNvGraphicFramePr>
          <p:nvPr/>
        </p:nvGraphicFramePr>
        <p:xfrm>
          <a:off x="14236394" y="388888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3" name="Table 72">
            <a:extLst>
              <a:ext uri="{FF2B5EF4-FFF2-40B4-BE49-F238E27FC236}">
                <a16:creationId xmlns:a16="http://schemas.microsoft.com/office/drawing/2014/main" id="{E7277F3E-9A23-73BF-DC70-5DEEBDC250B5}"/>
              </a:ext>
            </a:extLst>
          </p:cNvPr>
          <p:cNvGraphicFramePr>
            <a:graphicFrameLocks noGrp="1"/>
          </p:cNvGraphicFramePr>
          <p:nvPr/>
        </p:nvGraphicFramePr>
        <p:xfrm>
          <a:off x="15261398" y="38888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4" name="Table 73">
            <a:extLst>
              <a:ext uri="{FF2B5EF4-FFF2-40B4-BE49-F238E27FC236}">
                <a16:creationId xmlns:a16="http://schemas.microsoft.com/office/drawing/2014/main" id="{3EE2B414-708C-6E9C-B1F7-CDB67608D728}"/>
              </a:ext>
            </a:extLst>
          </p:cNvPr>
          <p:cNvGraphicFramePr>
            <a:graphicFrameLocks noGrp="1"/>
          </p:cNvGraphicFramePr>
          <p:nvPr/>
        </p:nvGraphicFramePr>
        <p:xfrm>
          <a:off x="16286402" y="38888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5" name="Table 74">
            <a:extLst>
              <a:ext uri="{FF2B5EF4-FFF2-40B4-BE49-F238E27FC236}">
                <a16:creationId xmlns:a16="http://schemas.microsoft.com/office/drawing/2014/main" id="{2A465B79-C536-5A5F-9474-0F074B3F1D01}"/>
              </a:ext>
            </a:extLst>
          </p:cNvPr>
          <p:cNvGraphicFramePr>
            <a:graphicFrameLocks noGrp="1"/>
          </p:cNvGraphicFramePr>
          <p:nvPr/>
        </p:nvGraphicFramePr>
        <p:xfrm>
          <a:off x="14236394" y="498826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6" name="Table 75">
            <a:extLst>
              <a:ext uri="{FF2B5EF4-FFF2-40B4-BE49-F238E27FC236}">
                <a16:creationId xmlns:a16="http://schemas.microsoft.com/office/drawing/2014/main" id="{DE019197-3838-93DE-9A33-350EB155F47B}"/>
              </a:ext>
            </a:extLst>
          </p:cNvPr>
          <p:cNvGraphicFramePr>
            <a:graphicFrameLocks noGrp="1"/>
          </p:cNvGraphicFramePr>
          <p:nvPr/>
        </p:nvGraphicFramePr>
        <p:xfrm>
          <a:off x="15261398" y="497137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7" name="Table 76">
            <a:extLst>
              <a:ext uri="{FF2B5EF4-FFF2-40B4-BE49-F238E27FC236}">
                <a16:creationId xmlns:a16="http://schemas.microsoft.com/office/drawing/2014/main" id="{1ED1DF5F-442A-007D-385A-D2B31C5241B2}"/>
              </a:ext>
            </a:extLst>
          </p:cNvPr>
          <p:cNvGraphicFramePr>
            <a:graphicFrameLocks noGrp="1"/>
          </p:cNvGraphicFramePr>
          <p:nvPr/>
        </p:nvGraphicFramePr>
        <p:xfrm>
          <a:off x="16286402" y="49845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8" name="Table 77">
            <a:extLst>
              <a:ext uri="{FF2B5EF4-FFF2-40B4-BE49-F238E27FC236}">
                <a16:creationId xmlns:a16="http://schemas.microsoft.com/office/drawing/2014/main" id="{63082B95-3CC0-F3B6-F246-1825B8797180}"/>
              </a:ext>
            </a:extLst>
          </p:cNvPr>
          <p:cNvGraphicFramePr>
            <a:graphicFrameLocks noGrp="1"/>
          </p:cNvGraphicFramePr>
          <p:nvPr/>
        </p:nvGraphicFramePr>
        <p:xfrm>
          <a:off x="14236394" y="608554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9" name="Table 78">
            <a:extLst>
              <a:ext uri="{FF2B5EF4-FFF2-40B4-BE49-F238E27FC236}">
                <a16:creationId xmlns:a16="http://schemas.microsoft.com/office/drawing/2014/main" id="{7EA1FF17-BE4D-CD46-16EA-BCDCC562F371}"/>
              </a:ext>
            </a:extLst>
          </p:cNvPr>
          <p:cNvGraphicFramePr>
            <a:graphicFrameLocks noGrp="1"/>
          </p:cNvGraphicFramePr>
          <p:nvPr/>
        </p:nvGraphicFramePr>
        <p:xfrm>
          <a:off x="15261398" y="606865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0" name="Table 79">
            <a:extLst>
              <a:ext uri="{FF2B5EF4-FFF2-40B4-BE49-F238E27FC236}">
                <a16:creationId xmlns:a16="http://schemas.microsoft.com/office/drawing/2014/main" id="{20404766-0BCD-FDD6-504E-9F90CC4C8361}"/>
              </a:ext>
            </a:extLst>
          </p:cNvPr>
          <p:cNvGraphicFramePr>
            <a:graphicFrameLocks noGrp="1"/>
          </p:cNvGraphicFramePr>
          <p:nvPr/>
        </p:nvGraphicFramePr>
        <p:xfrm>
          <a:off x="16286402" y="60817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81" name="Straight Arrow Connector 80">
            <a:extLst>
              <a:ext uri="{FF2B5EF4-FFF2-40B4-BE49-F238E27FC236}">
                <a16:creationId xmlns:a16="http://schemas.microsoft.com/office/drawing/2014/main" id="{1D49779F-C3E5-7346-5CC5-D9B844190047}"/>
              </a:ext>
            </a:extLst>
          </p:cNvPr>
          <p:cNvCxnSpPr>
            <a:cxnSpLocks/>
          </p:cNvCxnSpPr>
          <p:nvPr/>
        </p:nvCxnSpPr>
        <p:spPr>
          <a:xfrm>
            <a:off x="13572510" y="5413588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9DCDEB0B-2033-2616-FF3F-E6C2C3F948D0}"/>
              </a:ext>
            </a:extLst>
          </p:cNvPr>
          <p:cNvCxnSpPr>
            <a:cxnSpLocks/>
          </p:cNvCxnSpPr>
          <p:nvPr/>
        </p:nvCxnSpPr>
        <p:spPr>
          <a:xfrm>
            <a:off x="13464084" y="7993118"/>
            <a:ext cx="2270280" cy="0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B4F577E1-1292-E194-E6DD-C19F25B24600}"/>
              </a:ext>
            </a:extLst>
          </p:cNvPr>
          <p:cNvCxnSpPr>
            <a:cxnSpLocks/>
          </p:cNvCxnSpPr>
          <p:nvPr/>
        </p:nvCxnSpPr>
        <p:spPr>
          <a:xfrm flipV="1">
            <a:off x="15839422" y="7299434"/>
            <a:ext cx="0" cy="641131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859DC8E7-2E69-1A82-053C-1A624262F601}"/>
              </a:ext>
            </a:extLst>
          </p:cNvPr>
          <p:cNvCxnSpPr>
            <a:cxnSpLocks/>
          </p:cNvCxnSpPr>
          <p:nvPr/>
        </p:nvCxnSpPr>
        <p:spPr>
          <a:xfrm flipV="1">
            <a:off x="13327450" y="7294179"/>
            <a:ext cx="0" cy="641131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300F67C7-D812-3A08-A8BF-592492845DC1}"/>
              </a:ext>
            </a:extLst>
          </p:cNvPr>
          <p:cNvSpPr txBox="1"/>
          <p:nvPr/>
        </p:nvSpPr>
        <p:spPr>
          <a:xfrm>
            <a:off x="13944845" y="8040160"/>
            <a:ext cx="171844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4800" b="1" dirty="0">
                <a:solidFill>
                  <a:schemeClr val="accent6"/>
                </a:solidFill>
              </a:rPr>
              <a:t>True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C56CD514-CFBD-CD55-A8AB-F27806FD117D}"/>
              </a:ext>
            </a:extLst>
          </p:cNvPr>
          <p:cNvCxnSpPr>
            <a:cxnSpLocks/>
          </p:cNvCxnSpPr>
          <p:nvPr/>
        </p:nvCxnSpPr>
        <p:spPr>
          <a:xfrm>
            <a:off x="8736420" y="8050925"/>
            <a:ext cx="2270280" cy="0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51A6E589-BAC9-AED6-D02C-BBF4EB8FFB25}"/>
              </a:ext>
            </a:extLst>
          </p:cNvPr>
          <p:cNvCxnSpPr>
            <a:cxnSpLocks/>
          </p:cNvCxnSpPr>
          <p:nvPr/>
        </p:nvCxnSpPr>
        <p:spPr>
          <a:xfrm flipV="1">
            <a:off x="11020429" y="7304689"/>
            <a:ext cx="0" cy="641131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C59DB121-D5AD-7666-062B-168025C91792}"/>
              </a:ext>
            </a:extLst>
          </p:cNvPr>
          <p:cNvCxnSpPr>
            <a:cxnSpLocks/>
          </p:cNvCxnSpPr>
          <p:nvPr/>
        </p:nvCxnSpPr>
        <p:spPr>
          <a:xfrm flipV="1">
            <a:off x="8597346" y="7294179"/>
            <a:ext cx="0" cy="641131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02E29FED-0B47-1C9A-C4ED-784C27AE02C1}"/>
              </a:ext>
            </a:extLst>
          </p:cNvPr>
          <p:cNvSpPr txBox="1"/>
          <p:nvPr/>
        </p:nvSpPr>
        <p:spPr>
          <a:xfrm>
            <a:off x="9248922" y="8141345"/>
            <a:ext cx="171844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4800" b="1" dirty="0">
                <a:solidFill>
                  <a:schemeClr val="accent6"/>
                </a:solidFill>
              </a:rPr>
              <a:t>True</a:t>
            </a:r>
          </a:p>
        </p:txBody>
      </p: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EFD22151-25C7-3F60-420B-B86B2EDCB849}"/>
              </a:ext>
            </a:extLst>
          </p:cNvPr>
          <p:cNvCxnSpPr>
            <a:cxnSpLocks/>
          </p:cNvCxnSpPr>
          <p:nvPr/>
        </p:nvCxnSpPr>
        <p:spPr>
          <a:xfrm>
            <a:off x="4707666" y="8050925"/>
            <a:ext cx="2270280" cy="0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D918C5C3-A7AD-DB2B-28D1-0330446FCB40}"/>
              </a:ext>
            </a:extLst>
          </p:cNvPr>
          <p:cNvCxnSpPr>
            <a:cxnSpLocks/>
          </p:cNvCxnSpPr>
          <p:nvPr/>
        </p:nvCxnSpPr>
        <p:spPr>
          <a:xfrm flipV="1">
            <a:off x="7015539" y="7320455"/>
            <a:ext cx="0" cy="641131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92" name="Straight Connector 91">
            <a:extLst>
              <a:ext uri="{FF2B5EF4-FFF2-40B4-BE49-F238E27FC236}">
                <a16:creationId xmlns:a16="http://schemas.microsoft.com/office/drawing/2014/main" id="{0515AA38-1689-3100-72CF-10F20BB68533}"/>
              </a:ext>
            </a:extLst>
          </p:cNvPr>
          <p:cNvCxnSpPr>
            <a:cxnSpLocks/>
          </p:cNvCxnSpPr>
          <p:nvPr/>
        </p:nvCxnSpPr>
        <p:spPr>
          <a:xfrm flipV="1">
            <a:off x="4625246" y="7315199"/>
            <a:ext cx="0" cy="641131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93" name="TextBox 92">
            <a:extLst>
              <a:ext uri="{FF2B5EF4-FFF2-40B4-BE49-F238E27FC236}">
                <a16:creationId xmlns:a16="http://schemas.microsoft.com/office/drawing/2014/main" id="{D62BDB44-20D3-9223-9E2B-94AD2DF3D85A}"/>
              </a:ext>
            </a:extLst>
          </p:cNvPr>
          <p:cNvSpPr txBox="1"/>
          <p:nvPr/>
        </p:nvSpPr>
        <p:spPr>
          <a:xfrm>
            <a:off x="5268669" y="8141345"/>
            <a:ext cx="171844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4800" b="1" dirty="0">
                <a:solidFill>
                  <a:schemeClr val="accent6"/>
                </a:solidFill>
              </a:rPr>
              <a:t>True</a:t>
            </a:r>
          </a:p>
        </p:txBody>
      </p:sp>
      <p:cxnSp>
        <p:nvCxnSpPr>
          <p:cNvPr id="94" name="Straight Connector 93">
            <a:extLst>
              <a:ext uri="{FF2B5EF4-FFF2-40B4-BE49-F238E27FC236}">
                <a16:creationId xmlns:a16="http://schemas.microsoft.com/office/drawing/2014/main" id="{976B2005-DC25-ACE6-BD1C-25304963FBE1}"/>
              </a:ext>
            </a:extLst>
          </p:cNvPr>
          <p:cNvCxnSpPr>
            <a:cxnSpLocks/>
          </p:cNvCxnSpPr>
          <p:nvPr/>
        </p:nvCxnSpPr>
        <p:spPr>
          <a:xfrm flipV="1">
            <a:off x="2050212" y="2289904"/>
            <a:ext cx="0" cy="3199631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95" name="Straight Connector 94">
            <a:extLst>
              <a:ext uri="{FF2B5EF4-FFF2-40B4-BE49-F238E27FC236}">
                <a16:creationId xmlns:a16="http://schemas.microsoft.com/office/drawing/2014/main" id="{24C79B77-59B6-861A-16BB-CA85B83C973C}"/>
              </a:ext>
            </a:extLst>
          </p:cNvPr>
          <p:cNvCxnSpPr>
            <a:cxnSpLocks/>
          </p:cNvCxnSpPr>
          <p:nvPr/>
        </p:nvCxnSpPr>
        <p:spPr>
          <a:xfrm>
            <a:off x="2017986" y="5652241"/>
            <a:ext cx="445767" cy="0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97" name="Straight Connector 96">
            <a:extLst>
              <a:ext uri="{FF2B5EF4-FFF2-40B4-BE49-F238E27FC236}">
                <a16:creationId xmlns:a16="http://schemas.microsoft.com/office/drawing/2014/main" id="{53E4A90F-2C77-B59F-6BB6-BADCA7B96311}"/>
              </a:ext>
            </a:extLst>
          </p:cNvPr>
          <p:cNvCxnSpPr>
            <a:cxnSpLocks/>
          </p:cNvCxnSpPr>
          <p:nvPr/>
        </p:nvCxnSpPr>
        <p:spPr>
          <a:xfrm>
            <a:off x="2053804" y="2308294"/>
            <a:ext cx="4370790" cy="0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99" name="TextBox 98">
            <a:extLst>
              <a:ext uri="{FF2B5EF4-FFF2-40B4-BE49-F238E27FC236}">
                <a16:creationId xmlns:a16="http://schemas.microsoft.com/office/drawing/2014/main" id="{C21BC407-A02A-C64D-6DCC-888508575594}"/>
              </a:ext>
            </a:extLst>
          </p:cNvPr>
          <p:cNvSpPr txBox="1"/>
          <p:nvPr/>
        </p:nvSpPr>
        <p:spPr>
          <a:xfrm>
            <a:off x="3378410" y="1516710"/>
            <a:ext cx="171844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4800" b="1" dirty="0">
                <a:solidFill>
                  <a:schemeClr val="accent6"/>
                </a:solidFill>
              </a:rPr>
              <a:t>True</a:t>
            </a:r>
          </a:p>
        </p:txBody>
      </p:sp>
    </p:spTree>
    <p:extLst>
      <p:ext uri="{BB962C8B-B14F-4D97-AF65-F5344CB8AC3E}">
        <p14:creationId xmlns:p14="http://schemas.microsoft.com/office/powerpoint/2010/main" val="410058989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09DC1F-B583-418F-3FD8-2E691AEF6C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88F367F-048E-EB54-E2A1-ACEED73E3E8D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094D571B-D794-2D91-3423-078A98196EA7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66A29F28-05D7-6680-795F-C8909988F864}"/>
              </a:ext>
            </a:extLst>
          </p:cNvPr>
          <p:cNvSpPr/>
          <p:nvPr/>
        </p:nvSpPr>
        <p:spPr>
          <a:xfrm>
            <a:off x="-5943600" y="-2488557"/>
            <a:ext cx="24048720" cy="1187639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72E0460C-9AE4-8C59-7BE8-C95A81F20FE8}"/>
              </a:ext>
            </a:extLst>
          </p:cNvPr>
          <p:cNvSpPr/>
          <p:nvPr/>
        </p:nvSpPr>
        <p:spPr>
          <a:xfrm>
            <a:off x="-1600200" y="45721"/>
            <a:ext cx="3264164" cy="3464242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04C48D6-254F-00EB-C72F-1BAD19951D6F}"/>
              </a:ext>
            </a:extLst>
          </p:cNvPr>
          <p:cNvSpPr/>
          <p:nvPr/>
        </p:nvSpPr>
        <p:spPr>
          <a:xfrm>
            <a:off x="-2546643" y="-2201079"/>
            <a:ext cx="2245489" cy="567159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b="1" dirty="0"/>
              <a:t>R x C = 9 x 9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FB1BD81F-E34A-A694-835F-3DEE4C6186CF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2116259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C9C5D343-23A9-DFCF-7AC7-F971EC93BED0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692A1205-3EC0-8C01-2C7D-21E3A7D8A05F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211626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1D5F240C-714C-4211-53F7-9BD2A44F9B99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-1016878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13352A48-6CF7-8EEB-6CBB-CEB488F214C3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-1033767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A8D93636-C544-F503-F9B6-951B28968D09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-1020629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5BD7C343-D746-3D81-D2D4-AE6E18C754F6}"/>
              </a:ext>
            </a:extLst>
          </p:cNvPr>
          <p:cNvGraphicFramePr>
            <a:graphicFrameLocks noGrp="1"/>
          </p:cNvGraphicFramePr>
          <p:nvPr/>
        </p:nvGraphicFramePr>
        <p:xfrm>
          <a:off x="2987746" y="804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CB56F961-AB06-9042-B9E4-B9424BAA8FBE}"/>
              </a:ext>
            </a:extLst>
          </p:cNvPr>
          <p:cNvGraphicFramePr>
            <a:graphicFrameLocks noGrp="1"/>
          </p:cNvGraphicFramePr>
          <p:nvPr/>
        </p:nvGraphicFramePr>
        <p:xfrm>
          <a:off x="4012750" y="635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ECB28963-AB51-7552-6674-C7471BC6EBB6}"/>
              </a:ext>
            </a:extLst>
          </p:cNvPr>
          <p:cNvGraphicFramePr>
            <a:graphicFrameLocks noGrp="1"/>
          </p:cNvGraphicFramePr>
          <p:nvPr/>
        </p:nvGraphicFramePr>
        <p:xfrm>
          <a:off x="5037754" y="766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1F61B45-5000-5713-6C7B-4E7C1BF7BE6F}"/>
              </a:ext>
            </a:extLst>
          </p:cNvPr>
          <p:cNvGraphicFramePr>
            <a:graphicFrameLocks noGrp="1"/>
          </p:cNvGraphicFramePr>
          <p:nvPr/>
        </p:nvGraphicFramePr>
        <p:xfrm>
          <a:off x="9964904" y="-2201079"/>
          <a:ext cx="5375649" cy="303596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5375649">
                  <a:extLst>
                    <a:ext uri="{9D8B030D-6E8A-4147-A177-3AD203B41FA5}">
                      <a16:colId xmlns:a16="http://schemas.microsoft.com/office/drawing/2014/main" val="2142794095"/>
                    </a:ext>
                  </a:extLst>
                </a:gridCol>
              </a:tblGrid>
              <a:tr h="641013">
                <a:tc>
                  <a:txBody>
                    <a:bodyPr/>
                    <a:lstStyle/>
                    <a:p>
                      <a:r>
                        <a:rPr lang="en-IN" sz="3600" dirty="0"/>
                        <a:t>3 Rules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0424024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1 – The digits 1-9 should appears once in every row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0727542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2 – The digits 1-9 should appears once in every col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07887"/>
                  </a:ext>
                </a:extLst>
              </a:tr>
              <a:tr h="740276">
                <a:tc>
                  <a:txBody>
                    <a:bodyPr/>
                    <a:lstStyle/>
                    <a:p>
                      <a:endParaRPr lang="en-IN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n-IN" b="1" dirty="0">
                          <a:solidFill>
                            <a:schemeClr val="tx1"/>
                          </a:solidFill>
                        </a:rPr>
                        <a:t>3 –  The digits 1-9 should appears once in every                                ________                         3x3 board                        ________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3878325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E722B61C-E540-0AD5-18D3-272F5C715FF2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852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BA92DBA4-6041-6D3B-59CD-80747A7D1423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9735C0EC-8699-1C00-A733-CE7E16AAFC94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85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387D0021-9006-ADB9-DB33-7C48D934A79C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122790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18E21823-9741-743D-1324-B15883527032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121101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6ABEEFCE-2A0A-31F4-1DC6-0E6EA6719598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122415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1B6343F9-8E6B-A9E1-F5CC-B36004B8668F}"/>
              </a:ext>
            </a:extLst>
          </p:cNvPr>
          <p:cNvGraphicFramePr>
            <a:graphicFrameLocks noGrp="1"/>
          </p:cNvGraphicFramePr>
          <p:nvPr/>
        </p:nvGraphicFramePr>
        <p:xfrm>
          <a:off x="-1496738" y="23251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3DD117E2-9E23-E4FB-F5EE-0F1653255B89}"/>
              </a:ext>
            </a:extLst>
          </p:cNvPr>
          <p:cNvGraphicFramePr>
            <a:graphicFrameLocks noGrp="1"/>
          </p:cNvGraphicFramePr>
          <p:nvPr/>
        </p:nvGraphicFramePr>
        <p:xfrm>
          <a:off x="-471734" y="23082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B5840B68-FCBD-7CBB-138E-60BFF7931DBC}"/>
              </a:ext>
            </a:extLst>
          </p:cNvPr>
          <p:cNvGraphicFramePr>
            <a:graphicFrameLocks noGrp="1"/>
          </p:cNvGraphicFramePr>
          <p:nvPr/>
        </p:nvGraphicFramePr>
        <p:xfrm>
          <a:off x="553270" y="23214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F665D42D-A0BD-A9A7-3271-0F2A817D3B55}"/>
              </a:ext>
            </a:extLst>
          </p:cNvPr>
          <p:cNvCxnSpPr/>
          <p:nvPr/>
        </p:nvCxnSpPr>
        <p:spPr>
          <a:xfrm>
            <a:off x="553270" y="-117348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5698BBFF-99B1-22F7-0A63-B2F541D74049}"/>
              </a:ext>
            </a:extLst>
          </p:cNvPr>
          <p:cNvCxnSpPr/>
          <p:nvPr/>
        </p:nvCxnSpPr>
        <p:spPr>
          <a:xfrm>
            <a:off x="55327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8961CFAE-673E-3A59-6736-37386BEEC9DE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5900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54051ED2-6B3F-43CA-D3B2-4A32EC312A6A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D7D0F2EF-1E54-508C-92D4-43E2D06BD8F9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590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9878AC5C-C1FC-FB47-AAA2-44E853778A58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125838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5" name="Table 34">
            <a:extLst>
              <a:ext uri="{FF2B5EF4-FFF2-40B4-BE49-F238E27FC236}">
                <a16:creationId xmlns:a16="http://schemas.microsoft.com/office/drawing/2014/main" id="{B279EB18-1489-9A57-30B4-18EAF24A2650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124149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6" name="Table 35">
            <a:extLst>
              <a:ext uri="{FF2B5EF4-FFF2-40B4-BE49-F238E27FC236}">
                <a16:creationId xmlns:a16="http://schemas.microsoft.com/office/drawing/2014/main" id="{C069B183-04B9-4810-3F2B-0D1411F1360C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125463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EE10CC20-BF83-7653-4EEB-455737F320A2}"/>
              </a:ext>
            </a:extLst>
          </p:cNvPr>
          <p:cNvGraphicFramePr>
            <a:graphicFrameLocks noGrp="1"/>
          </p:cNvGraphicFramePr>
          <p:nvPr/>
        </p:nvGraphicFramePr>
        <p:xfrm>
          <a:off x="6686412" y="235566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6E4D7EBD-1B2C-2D56-748B-203F7215F768}"/>
              </a:ext>
            </a:extLst>
          </p:cNvPr>
          <p:cNvGraphicFramePr>
            <a:graphicFrameLocks noGrp="1"/>
          </p:cNvGraphicFramePr>
          <p:nvPr/>
        </p:nvGraphicFramePr>
        <p:xfrm>
          <a:off x="7711416" y="233877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39" name="Table 38">
            <a:extLst>
              <a:ext uri="{FF2B5EF4-FFF2-40B4-BE49-F238E27FC236}">
                <a16:creationId xmlns:a16="http://schemas.microsoft.com/office/drawing/2014/main" id="{15DCD154-1BE1-D6AC-E372-FD35D3521875}"/>
              </a:ext>
            </a:extLst>
          </p:cNvPr>
          <p:cNvGraphicFramePr>
            <a:graphicFrameLocks noGrp="1"/>
          </p:cNvGraphicFramePr>
          <p:nvPr/>
        </p:nvGraphicFramePr>
        <p:xfrm>
          <a:off x="8736420" y="23519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CA3539AC-7714-E3FA-C6C6-6DBCC135FD2E}"/>
              </a:ext>
            </a:extLst>
          </p:cNvPr>
          <p:cNvCxnSpPr/>
          <p:nvPr/>
        </p:nvCxnSpPr>
        <p:spPr>
          <a:xfrm>
            <a:off x="6202230" y="-116840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C3382A39-EB72-8299-FB26-59869A235968}"/>
              </a:ext>
            </a:extLst>
          </p:cNvPr>
          <p:cNvCxnSpPr/>
          <p:nvPr/>
        </p:nvCxnSpPr>
        <p:spPr>
          <a:xfrm>
            <a:off x="8514080" y="-117348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7B9B1F16-AC0F-3EA7-E87D-1990B0A10966}"/>
              </a:ext>
            </a:extLst>
          </p:cNvPr>
          <p:cNvCxnSpPr>
            <a:cxnSpLocks/>
          </p:cNvCxnSpPr>
          <p:nvPr/>
        </p:nvCxnSpPr>
        <p:spPr>
          <a:xfrm flipV="1">
            <a:off x="868680" y="-868680"/>
            <a:ext cx="0" cy="823412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B0CFAA20-E167-D15C-E82A-E3F59CBB8F90}"/>
              </a:ext>
            </a:extLst>
          </p:cNvPr>
          <p:cNvCxnSpPr>
            <a:cxnSpLocks/>
          </p:cNvCxnSpPr>
          <p:nvPr/>
        </p:nvCxnSpPr>
        <p:spPr>
          <a:xfrm>
            <a:off x="868680" y="-879718"/>
            <a:ext cx="1859280" cy="11038"/>
          </a:xfrm>
          <a:prstGeom prst="line">
            <a:avLst/>
          </a:prstGeom>
          <a:ln w="28575" cap="flat" cmpd="sng" algn="ctr">
            <a:solidFill>
              <a:schemeClr val="accent2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D84A5ED6-AF36-777F-6414-763E55E6E1DF}"/>
              </a:ext>
            </a:extLst>
          </p:cNvPr>
          <p:cNvCxnSpPr/>
          <p:nvPr/>
        </p:nvCxnSpPr>
        <p:spPr>
          <a:xfrm>
            <a:off x="4112744" y="2575560"/>
            <a:ext cx="231185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54" name="Straight Arrow Connector 53">
            <a:extLst>
              <a:ext uri="{FF2B5EF4-FFF2-40B4-BE49-F238E27FC236}">
                <a16:creationId xmlns:a16="http://schemas.microsoft.com/office/drawing/2014/main" id="{393561F1-4EAC-EF34-D30F-3171E3289EC0}"/>
              </a:ext>
            </a:extLst>
          </p:cNvPr>
          <p:cNvCxnSpPr/>
          <p:nvPr/>
        </p:nvCxnSpPr>
        <p:spPr>
          <a:xfrm>
            <a:off x="4112744" y="2575560"/>
            <a:ext cx="0" cy="117348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55" name="Table 54">
            <a:extLst>
              <a:ext uri="{FF2B5EF4-FFF2-40B4-BE49-F238E27FC236}">
                <a16:creationId xmlns:a16="http://schemas.microsoft.com/office/drawing/2014/main" id="{589FFA2E-19F1-D8FD-DBB8-943403175626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3797441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6" name="Table 55">
            <a:extLst>
              <a:ext uri="{FF2B5EF4-FFF2-40B4-BE49-F238E27FC236}">
                <a16:creationId xmlns:a16="http://schemas.microsoft.com/office/drawing/2014/main" id="{7E109160-277E-0579-4E12-71D64DE4457D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7" name="Table 56">
            <a:extLst>
              <a:ext uri="{FF2B5EF4-FFF2-40B4-BE49-F238E27FC236}">
                <a16:creationId xmlns:a16="http://schemas.microsoft.com/office/drawing/2014/main" id="{690C91DC-D238-9B33-ED56-83C32C202E51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3797440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8" name="Table 57">
            <a:extLst>
              <a:ext uri="{FF2B5EF4-FFF2-40B4-BE49-F238E27FC236}">
                <a16:creationId xmlns:a16="http://schemas.microsoft.com/office/drawing/2014/main" id="{6132232B-10F6-0C24-FF3A-9989F9CFF2B7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489682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9" name="Table 58">
            <a:extLst>
              <a:ext uri="{FF2B5EF4-FFF2-40B4-BE49-F238E27FC236}">
                <a16:creationId xmlns:a16="http://schemas.microsoft.com/office/drawing/2014/main" id="{5B05BD30-0157-9616-7333-0946A41292BA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48799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0" name="Table 59">
            <a:extLst>
              <a:ext uri="{FF2B5EF4-FFF2-40B4-BE49-F238E27FC236}">
                <a16:creationId xmlns:a16="http://schemas.microsoft.com/office/drawing/2014/main" id="{C93DE23A-0ACD-AD28-D240-BCC3FB5519A2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489307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1" name="Table 60">
            <a:extLst>
              <a:ext uri="{FF2B5EF4-FFF2-40B4-BE49-F238E27FC236}">
                <a16:creationId xmlns:a16="http://schemas.microsoft.com/office/drawing/2014/main" id="{FFEF6F60-5968-99A9-57DB-8BFDC4326A63}"/>
              </a:ext>
            </a:extLst>
          </p:cNvPr>
          <p:cNvGraphicFramePr>
            <a:graphicFrameLocks noGrp="1"/>
          </p:cNvGraphicFramePr>
          <p:nvPr/>
        </p:nvGraphicFramePr>
        <p:xfrm>
          <a:off x="2575238" y="599410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2" name="Table 61">
            <a:extLst>
              <a:ext uri="{FF2B5EF4-FFF2-40B4-BE49-F238E27FC236}">
                <a16:creationId xmlns:a16="http://schemas.microsoft.com/office/drawing/2014/main" id="{1412816B-E449-1B25-011A-FAB8ED97A218}"/>
              </a:ext>
            </a:extLst>
          </p:cNvPr>
          <p:cNvGraphicFramePr>
            <a:graphicFrameLocks noGrp="1"/>
          </p:cNvGraphicFramePr>
          <p:nvPr/>
        </p:nvGraphicFramePr>
        <p:xfrm>
          <a:off x="3600242" y="597721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3" name="Table 62">
            <a:extLst>
              <a:ext uri="{FF2B5EF4-FFF2-40B4-BE49-F238E27FC236}">
                <a16:creationId xmlns:a16="http://schemas.microsoft.com/office/drawing/2014/main" id="{201AFA49-8842-6C82-6E5B-3CA8E853D5BA}"/>
              </a:ext>
            </a:extLst>
          </p:cNvPr>
          <p:cNvGraphicFramePr>
            <a:graphicFrameLocks noGrp="1"/>
          </p:cNvGraphicFramePr>
          <p:nvPr/>
        </p:nvGraphicFramePr>
        <p:xfrm>
          <a:off x="4625246" y="599035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1" name="Table 50">
            <a:extLst>
              <a:ext uri="{FF2B5EF4-FFF2-40B4-BE49-F238E27FC236}">
                <a16:creationId xmlns:a16="http://schemas.microsoft.com/office/drawing/2014/main" id="{E6408EC8-5580-6459-4F92-ED03773DCB21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3827922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52" name="Table 51">
            <a:extLst>
              <a:ext uri="{FF2B5EF4-FFF2-40B4-BE49-F238E27FC236}">
                <a16:creationId xmlns:a16="http://schemas.microsoft.com/office/drawing/2014/main" id="{D41E57BB-2E63-0CFF-1723-1FDC4F9A50A3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4" name="Table 63">
            <a:extLst>
              <a:ext uri="{FF2B5EF4-FFF2-40B4-BE49-F238E27FC236}">
                <a16:creationId xmlns:a16="http://schemas.microsoft.com/office/drawing/2014/main" id="{E1B33514-4A8C-97E4-BB8E-A61D84E4EAC5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3827921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5" name="Table 64">
            <a:extLst>
              <a:ext uri="{FF2B5EF4-FFF2-40B4-BE49-F238E27FC236}">
                <a16:creationId xmlns:a16="http://schemas.microsoft.com/office/drawing/2014/main" id="{7C5F2911-CC27-0782-9143-645C3799393F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492730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6" name="Table 65">
            <a:extLst>
              <a:ext uri="{FF2B5EF4-FFF2-40B4-BE49-F238E27FC236}">
                <a16:creationId xmlns:a16="http://schemas.microsoft.com/office/drawing/2014/main" id="{82ADA023-57D3-BE4A-F737-FB915E4C1904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49104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7" name="Table 66">
            <a:extLst>
              <a:ext uri="{FF2B5EF4-FFF2-40B4-BE49-F238E27FC236}">
                <a16:creationId xmlns:a16="http://schemas.microsoft.com/office/drawing/2014/main" id="{1F6181F5-8587-77D1-6096-84F84254800D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492355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8" name="Table 67">
            <a:extLst>
              <a:ext uri="{FF2B5EF4-FFF2-40B4-BE49-F238E27FC236}">
                <a16:creationId xmlns:a16="http://schemas.microsoft.com/office/drawing/2014/main" id="{F9E92D5B-F3BF-C652-662D-5541BE60AB6A}"/>
              </a:ext>
            </a:extLst>
          </p:cNvPr>
          <p:cNvGraphicFramePr>
            <a:graphicFrameLocks noGrp="1"/>
          </p:cNvGraphicFramePr>
          <p:nvPr/>
        </p:nvGraphicFramePr>
        <p:xfrm>
          <a:off x="6541750" y="602458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69" name="Table 68">
            <a:extLst>
              <a:ext uri="{FF2B5EF4-FFF2-40B4-BE49-F238E27FC236}">
                <a16:creationId xmlns:a16="http://schemas.microsoft.com/office/drawing/2014/main" id="{C7C931BB-7486-4E3B-BC02-9CCE2373489E}"/>
              </a:ext>
            </a:extLst>
          </p:cNvPr>
          <p:cNvGraphicFramePr>
            <a:graphicFrameLocks noGrp="1"/>
          </p:cNvGraphicFramePr>
          <p:nvPr/>
        </p:nvGraphicFramePr>
        <p:xfrm>
          <a:off x="7566754" y="600769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0" name="Table 69">
            <a:extLst>
              <a:ext uri="{FF2B5EF4-FFF2-40B4-BE49-F238E27FC236}">
                <a16:creationId xmlns:a16="http://schemas.microsoft.com/office/drawing/2014/main" id="{65511129-ACBC-6570-D234-8AECCAF03C4E}"/>
              </a:ext>
            </a:extLst>
          </p:cNvPr>
          <p:cNvGraphicFramePr>
            <a:graphicFrameLocks noGrp="1"/>
          </p:cNvGraphicFramePr>
          <p:nvPr/>
        </p:nvGraphicFramePr>
        <p:xfrm>
          <a:off x="8591758" y="602083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71" name="Straight Arrow Connector 70">
            <a:extLst>
              <a:ext uri="{FF2B5EF4-FFF2-40B4-BE49-F238E27FC236}">
                <a16:creationId xmlns:a16="http://schemas.microsoft.com/office/drawing/2014/main" id="{5726BFF8-7612-A23E-E7A3-D5A37DB09CA4}"/>
              </a:ext>
            </a:extLst>
          </p:cNvPr>
          <p:cNvCxnSpPr>
            <a:cxnSpLocks/>
          </p:cNvCxnSpPr>
          <p:nvPr/>
        </p:nvCxnSpPr>
        <p:spPr>
          <a:xfrm>
            <a:off x="5842806" y="5265420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82" name="Table 81">
            <a:extLst>
              <a:ext uri="{FF2B5EF4-FFF2-40B4-BE49-F238E27FC236}">
                <a16:creationId xmlns:a16="http://schemas.microsoft.com/office/drawing/2014/main" id="{FF11F9A5-101A-5625-F029-EB790954779C}"/>
              </a:ext>
            </a:extLst>
          </p:cNvPr>
          <p:cNvGraphicFramePr>
            <a:graphicFrameLocks noGrp="1"/>
          </p:cNvGraphicFramePr>
          <p:nvPr/>
        </p:nvGraphicFramePr>
        <p:xfrm>
          <a:off x="10389072" y="3858403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3" name="Table 82">
            <a:extLst>
              <a:ext uri="{FF2B5EF4-FFF2-40B4-BE49-F238E27FC236}">
                <a16:creationId xmlns:a16="http://schemas.microsoft.com/office/drawing/2014/main" id="{6360EFEB-BCDF-13D8-B562-2471A1BB644E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385840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4" name="Table 83">
            <a:extLst>
              <a:ext uri="{FF2B5EF4-FFF2-40B4-BE49-F238E27FC236}">
                <a16:creationId xmlns:a16="http://schemas.microsoft.com/office/drawing/2014/main" id="{52A7308B-6973-13B2-7AC4-3CCBCFA26F17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3858402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5" name="Table 84">
            <a:extLst>
              <a:ext uri="{FF2B5EF4-FFF2-40B4-BE49-F238E27FC236}">
                <a16:creationId xmlns:a16="http://schemas.microsoft.com/office/drawing/2014/main" id="{3EB8F831-ADF0-7E1F-5674-E56DC2A325F1}"/>
              </a:ext>
            </a:extLst>
          </p:cNvPr>
          <p:cNvGraphicFramePr>
            <a:graphicFrameLocks noGrp="1"/>
          </p:cNvGraphicFramePr>
          <p:nvPr/>
        </p:nvGraphicFramePr>
        <p:xfrm>
          <a:off x="10389072" y="495778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6" name="Table 85">
            <a:extLst>
              <a:ext uri="{FF2B5EF4-FFF2-40B4-BE49-F238E27FC236}">
                <a16:creationId xmlns:a16="http://schemas.microsoft.com/office/drawing/2014/main" id="{C4ECF896-6D63-E5E7-D501-E484F654F593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494089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7" name="Table 86">
            <a:extLst>
              <a:ext uri="{FF2B5EF4-FFF2-40B4-BE49-F238E27FC236}">
                <a16:creationId xmlns:a16="http://schemas.microsoft.com/office/drawing/2014/main" id="{2F235E28-71D6-FE0D-2FAE-6C851E3C13B2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495403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8" name="Table 87">
            <a:extLst>
              <a:ext uri="{FF2B5EF4-FFF2-40B4-BE49-F238E27FC236}">
                <a16:creationId xmlns:a16="http://schemas.microsoft.com/office/drawing/2014/main" id="{17BCDE81-66AC-3292-3012-4E93F7F1E8BE}"/>
              </a:ext>
            </a:extLst>
          </p:cNvPr>
          <p:cNvGraphicFramePr>
            <a:graphicFrameLocks noGrp="1"/>
          </p:cNvGraphicFramePr>
          <p:nvPr/>
        </p:nvGraphicFramePr>
        <p:xfrm>
          <a:off x="10389072" y="605506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IN" b="1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9" name="Table 88">
            <a:extLst>
              <a:ext uri="{FF2B5EF4-FFF2-40B4-BE49-F238E27FC236}">
                <a16:creationId xmlns:a16="http://schemas.microsoft.com/office/drawing/2014/main" id="{5F529AF9-E13B-4721-89BC-03850AA7EE2F}"/>
              </a:ext>
            </a:extLst>
          </p:cNvPr>
          <p:cNvGraphicFramePr>
            <a:graphicFrameLocks noGrp="1"/>
          </p:cNvGraphicFramePr>
          <p:nvPr/>
        </p:nvGraphicFramePr>
        <p:xfrm>
          <a:off x="11414076" y="603817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90" name="Table 89">
            <a:extLst>
              <a:ext uri="{FF2B5EF4-FFF2-40B4-BE49-F238E27FC236}">
                <a16:creationId xmlns:a16="http://schemas.microsoft.com/office/drawing/2014/main" id="{757A42B5-EC53-6B5D-E969-148334CF723A}"/>
              </a:ext>
            </a:extLst>
          </p:cNvPr>
          <p:cNvGraphicFramePr>
            <a:graphicFrameLocks noGrp="1"/>
          </p:cNvGraphicFramePr>
          <p:nvPr/>
        </p:nvGraphicFramePr>
        <p:xfrm>
          <a:off x="12439080" y="605131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91" name="Straight Arrow Connector 90">
            <a:extLst>
              <a:ext uri="{FF2B5EF4-FFF2-40B4-BE49-F238E27FC236}">
                <a16:creationId xmlns:a16="http://schemas.microsoft.com/office/drawing/2014/main" id="{576DDF46-6849-E90D-6F9E-6AD21A3DBC22}"/>
              </a:ext>
            </a:extLst>
          </p:cNvPr>
          <p:cNvCxnSpPr>
            <a:cxnSpLocks/>
          </p:cNvCxnSpPr>
          <p:nvPr/>
        </p:nvCxnSpPr>
        <p:spPr>
          <a:xfrm>
            <a:off x="9762510" y="5434754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graphicFrame>
        <p:nvGraphicFramePr>
          <p:cNvPr id="72" name="Table 71">
            <a:extLst>
              <a:ext uri="{FF2B5EF4-FFF2-40B4-BE49-F238E27FC236}">
                <a16:creationId xmlns:a16="http://schemas.microsoft.com/office/drawing/2014/main" id="{AD060B75-0D48-763A-9722-16677EA7FEBB}"/>
              </a:ext>
            </a:extLst>
          </p:cNvPr>
          <p:cNvGraphicFramePr>
            <a:graphicFrameLocks noGrp="1"/>
          </p:cNvGraphicFramePr>
          <p:nvPr/>
        </p:nvGraphicFramePr>
        <p:xfrm>
          <a:off x="14236394" y="3888884"/>
          <a:ext cx="1025004" cy="1127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42817">
                <a:tc>
                  <a:txBody>
                    <a:bodyPr/>
                    <a:lstStyle/>
                    <a:p>
                      <a:r>
                        <a:rPr lang="en-IN" sz="2000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E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3" name="Table 72">
            <a:extLst>
              <a:ext uri="{FF2B5EF4-FFF2-40B4-BE49-F238E27FC236}">
                <a16:creationId xmlns:a16="http://schemas.microsoft.com/office/drawing/2014/main" id="{5B7DB037-8C12-050D-AE46-503D228ED08F}"/>
              </a:ext>
            </a:extLst>
          </p:cNvPr>
          <p:cNvGraphicFramePr>
            <a:graphicFrameLocks noGrp="1"/>
          </p:cNvGraphicFramePr>
          <p:nvPr/>
        </p:nvGraphicFramePr>
        <p:xfrm>
          <a:off x="15261398" y="38888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4" name="Table 73">
            <a:extLst>
              <a:ext uri="{FF2B5EF4-FFF2-40B4-BE49-F238E27FC236}">
                <a16:creationId xmlns:a16="http://schemas.microsoft.com/office/drawing/2014/main" id="{6F6F1943-4B02-9AE1-36B3-4F8499644C96}"/>
              </a:ext>
            </a:extLst>
          </p:cNvPr>
          <p:cNvGraphicFramePr>
            <a:graphicFrameLocks noGrp="1"/>
          </p:cNvGraphicFramePr>
          <p:nvPr/>
        </p:nvGraphicFramePr>
        <p:xfrm>
          <a:off x="16286402" y="3888883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5" name="Table 74">
            <a:extLst>
              <a:ext uri="{FF2B5EF4-FFF2-40B4-BE49-F238E27FC236}">
                <a16:creationId xmlns:a16="http://schemas.microsoft.com/office/drawing/2014/main" id="{624ECC7C-7A18-20CE-CB97-FD9346C34FF4}"/>
              </a:ext>
            </a:extLst>
          </p:cNvPr>
          <p:cNvGraphicFramePr>
            <a:graphicFrameLocks noGrp="1"/>
          </p:cNvGraphicFramePr>
          <p:nvPr/>
        </p:nvGraphicFramePr>
        <p:xfrm>
          <a:off x="14236394" y="498826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6" name="Table 75">
            <a:extLst>
              <a:ext uri="{FF2B5EF4-FFF2-40B4-BE49-F238E27FC236}">
                <a16:creationId xmlns:a16="http://schemas.microsoft.com/office/drawing/2014/main" id="{CDE0ACC4-75EB-6F40-5CCC-EA512ECE5B4C}"/>
              </a:ext>
            </a:extLst>
          </p:cNvPr>
          <p:cNvGraphicFramePr>
            <a:graphicFrameLocks noGrp="1"/>
          </p:cNvGraphicFramePr>
          <p:nvPr/>
        </p:nvGraphicFramePr>
        <p:xfrm>
          <a:off x="15261398" y="4971376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7" name="Table 76">
            <a:extLst>
              <a:ext uri="{FF2B5EF4-FFF2-40B4-BE49-F238E27FC236}">
                <a16:creationId xmlns:a16="http://schemas.microsoft.com/office/drawing/2014/main" id="{6DEA4D1F-2B5F-C78C-7594-2628F4002684}"/>
              </a:ext>
            </a:extLst>
          </p:cNvPr>
          <p:cNvGraphicFramePr>
            <a:graphicFrameLocks noGrp="1"/>
          </p:cNvGraphicFramePr>
          <p:nvPr/>
        </p:nvGraphicFramePr>
        <p:xfrm>
          <a:off x="16286402" y="498451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8" name="Table 77">
            <a:extLst>
              <a:ext uri="{FF2B5EF4-FFF2-40B4-BE49-F238E27FC236}">
                <a16:creationId xmlns:a16="http://schemas.microsoft.com/office/drawing/2014/main" id="{97B116B5-1AF7-5783-40E4-B9E6D9464DB5}"/>
              </a:ext>
            </a:extLst>
          </p:cNvPr>
          <p:cNvGraphicFramePr>
            <a:graphicFrameLocks noGrp="1"/>
          </p:cNvGraphicFramePr>
          <p:nvPr/>
        </p:nvGraphicFramePr>
        <p:xfrm>
          <a:off x="14236394" y="608554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79" name="Table 78">
            <a:extLst>
              <a:ext uri="{FF2B5EF4-FFF2-40B4-BE49-F238E27FC236}">
                <a16:creationId xmlns:a16="http://schemas.microsoft.com/office/drawing/2014/main" id="{8053FDCE-5C21-0047-DA25-868BC72BB6EC}"/>
              </a:ext>
            </a:extLst>
          </p:cNvPr>
          <p:cNvGraphicFramePr>
            <a:graphicFrameLocks noGrp="1"/>
          </p:cNvGraphicFramePr>
          <p:nvPr/>
        </p:nvGraphicFramePr>
        <p:xfrm>
          <a:off x="15261398" y="6068655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42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graphicFrame>
        <p:nvGraphicFramePr>
          <p:cNvPr id="80" name="Table 79">
            <a:extLst>
              <a:ext uri="{FF2B5EF4-FFF2-40B4-BE49-F238E27FC236}">
                <a16:creationId xmlns:a16="http://schemas.microsoft.com/office/drawing/2014/main" id="{319DEBBB-170E-3020-AFB3-7361BF606C0E}"/>
              </a:ext>
            </a:extLst>
          </p:cNvPr>
          <p:cNvGraphicFramePr>
            <a:graphicFrameLocks noGrp="1"/>
          </p:cNvGraphicFramePr>
          <p:nvPr/>
        </p:nvGraphicFramePr>
        <p:xfrm>
          <a:off x="16286402" y="6081794"/>
          <a:ext cx="1025004" cy="109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1668">
                  <a:extLst>
                    <a:ext uri="{9D8B030D-6E8A-4147-A177-3AD203B41FA5}">
                      <a16:colId xmlns:a16="http://schemas.microsoft.com/office/drawing/2014/main" val="2990606024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700887187"/>
                    </a:ext>
                  </a:extLst>
                </a:gridCol>
                <a:gridCol w="341668">
                  <a:extLst>
                    <a:ext uri="{9D8B030D-6E8A-4147-A177-3AD203B41FA5}">
                      <a16:colId xmlns:a16="http://schemas.microsoft.com/office/drawing/2014/main" val="3852404445"/>
                    </a:ext>
                  </a:extLst>
                </a:gridCol>
              </a:tblGrid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926154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084262"/>
                  </a:ext>
                </a:extLst>
              </a:tr>
              <a:tr h="316446">
                <a:tc>
                  <a:txBody>
                    <a:bodyPr/>
                    <a:lstStyle/>
                    <a:p>
                      <a:r>
                        <a:rPr lang="en-IN" b="1" dirty="0"/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IN" b="1" dirty="0"/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BB8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306560"/>
                  </a:ext>
                </a:extLst>
              </a:tr>
            </a:tbl>
          </a:graphicData>
        </a:graphic>
      </p:graphicFrame>
      <p:cxnSp>
        <p:nvCxnSpPr>
          <p:cNvPr id="81" name="Straight Arrow Connector 80">
            <a:extLst>
              <a:ext uri="{FF2B5EF4-FFF2-40B4-BE49-F238E27FC236}">
                <a16:creationId xmlns:a16="http://schemas.microsoft.com/office/drawing/2014/main" id="{59BFAC15-9733-A4E1-D861-F9E8D57650DB}"/>
              </a:ext>
            </a:extLst>
          </p:cNvPr>
          <p:cNvCxnSpPr>
            <a:cxnSpLocks/>
          </p:cNvCxnSpPr>
          <p:nvPr/>
        </p:nvCxnSpPr>
        <p:spPr>
          <a:xfrm>
            <a:off x="13572510" y="5413588"/>
            <a:ext cx="439904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E219F17D-BF0C-9FF3-A927-327A9DF07D39}"/>
              </a:ext>
            </a:extLst>
          </p:cNvPr>
          <p:cNvCxnSpPr>
            <a:cxnSpLocks/>
          </p:cNvCxnSpPr>
          <p:nvPr/>
        </p:nvCxnSpPr>
        <p:spPr>
          <a:xfrm>
            <a:off x="13464084" y="7993118"/>
            <a:ext cx="2270280" cy="0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48DA26C1-BC24-9BAF-A79A-F976B0354BB7}"/>
              </a:ext>
            </a:extLst>
          </p:cNvPr>
          <p:cNvCxnSpPr>
            <a:cxnSpLocks/>
          </p:cNvCxnSpPr>
          <p:nvPr/>
        </p:nvCxnSpPr>
        <p:spPr>
          <a:xfrm flipV="1">
            <a:off x="15839422" y="7437120"/>
            <a:ext cx="0" cy="503445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8A211A68-C713-FE92-3E21-5C0B67E76B9E}"/>
              </a:ext>
            </a:extLst>
          </p:cNvPr>
          <p:cNvCxnSpPr>
            <a:cxnSpLocks/>
          </p:cNvCxnSpPr>
          <p:nvPr/>
        </p:nvCxnSpPr>
        <p:spPr>
          <a:xfrm flipV="1">
            <a:off x="13327450" y="7294179"/>
            <a:ext cx="0" cy="641131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F9CBB9A5-D201-6722-357E-C3BA224A1A34}"/>
              </a:ext>
            </a:extLst>
          </p:cNvPr>
          <p:cNvSpPr txBox="1"/>
          <p:nvPr/>
        </p:nvSpPr>
        <p:spPr>
          <a:xfrm>
            <a:off x="13944845" y="8040160"/>
            <a:ext cx="171844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4800" b="1" dirty="0">
                <a:solidFill>
                  <a:schemeClr val="accent6"/>
                </a:solidFill>
              </a:rPr>
              <a:t>True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65D67CD5-261E-BC6E-7092-C7AF65282D2B}"/>
              </a:ext>
            </a:extLst>
          </p:cNvPr>
          <p:cNvCxnSpPr>
            <a:cxnSpLocks/>
          </p:cNvCxnSpPr>
          <p:nvPr/>
        </p:nvCxnSpPr>
        <p:spPr>
          <a:xfrm>
            <a:off x="8736420" y="8050925"/>
            <a:ext cx="2270280" cy="0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BEF0378B-79D9-DE4F-934E-8E41A5B63548}"/>
              </a:ext>
            </a:extLst>
          </p:cNvPr>
          <p:cNvCxnSpPr>
            <a:cxnSpLocks/>
          </p:cNvCxnSpPr>
          <p:nvPr/>
        </p:nvCxnSpPr>
        <p:spPr>
          <a:xfrm flipV="1">
            <a:off x="11020429" y="7304689"/>
            <a:ext cx="0" cy="641131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826390D3-8869-9D1E-004A-EE644E519B9C}"/>
              </a:ext>
            </a:extLst>
          </p:cNvPr>
          <p:cNvCxnSpPr>
            <a:cxnSpLocks/>
          </p:cNvCxnSpPr>
          <p:nvPr/>
        </p:nvCxnSpPr>
        <p:spPr>
          <a:xfrm flipV="1">
            <a:off x="8597346" y="7294179"/>
            <a:ext cx="0" cy="641131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21636389-6CDF-316F-7B24-ADC5D4B03CF6}"/>
              </a:ext>
            </a:extLst>
          </p:cNvPr>
          <p:cNvSpPr txBox="1"/>
          <p:nvPr/>
        </p:nvSpPr>
        <p:spPr>
          <a:xfrm>
            <a:off x="9248922" y="8141345"/>
            <a:ext cx="171844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4800" b="1" dirty="0">
                <a:solidFill>
                  <a:schemeClr val="accent6"/>
                </a:solidFill>
              </a:rPr>
              <a:t>True</a:t>
            </a:r>
          </a:p>
        </p:txBody>
      </p: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C79C4A81-6F02-B954-3F9B-5A6704280B54}"/>
              </a:ext>
            </a:extLst>
          </p:cNvPr>
          <p:cNvCxnSpPr>
            <a:cxnSpLocks/>
          </p:cNvCxnSpPr>
          <p:nvPr/>
        </p:nvCxnSpPr>
        <p:spPr>
          <a:xfrm>
            <a:off x="4707666" y="8050925"/>
            <a:ext cx="2270280" cy="0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EF7D8C27-FB5B-2305-0000-978C18E1DF76}"/>
              </a:ext>
            </a:extLst>
          </p:cNvPr>
          <p:cNvCxnSpPr>
            <a:cxnSpLocks/>
          </p:cNvCxnSpPr>
          <p:nvPr/>
        </p:nvCxnSpPr>
        <p:spPr>
          <a:xfrm flipV="1">
            <a:off x="7015539" y="7320455"/>
            <a:ext cx="0" cy="641131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92" name="Straight Connector 91">
            <a:extLst>
              <a:ext uri="{FF2B5EF4-FFF2-40B4-BE49-F238E27FC236}">
                <a16:creationId xmlns:a16="http://schemas.microsoft.com/office/drawing/2014/main" id="{50E7D6D4-7A38-B4AA-5CCF-9E5188ED5D8A}"/>
              </a:ext>
            </a:extLst>
          </p:cNvPr>
          <p:cNvCxnSpPr>
            <a:cxnSpLocks/>
          </p:cNvCxnSpPr>
          <p:nvPr/>
        </p:nvCxnSpPr>
        <p:spPr>
          <a:xfrm flipV="1">
            <a:off x="4625246" y="7315199"/>
            <a:ext cx="0" cy="641131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93" name="TextBox 92">
            <a:extLst>
              <a:ext uri="{FF2B5EF4-FFF2-40B4-BE49-F238E27FC236}">
                <a16:creationId xmlns:a16="http://schemas.microsoft.com/office/drawing/2014/main" id="{767E9C9E-1EC5-7A6F-3D8E-D55140AB93A3}"/>
              </a:ext>
            </a:extLst>
          </p:cNvPr>
          <p:cNvSpPr txBox="1"/>
          <p:nvPr/>
        </p:nvSpPr>
        <p:spPr>
          <a:xfrm>
            <a:off x="5268669" y="8141345"/>
            <a:ext cx="171844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4800" b="1" dirty="0">
                <a:solidFill>
                  <a:schemeClr val="accent6"/>
                </a:solidFill>
              </a:rPr>
              <a:t>True</a:t>
            </a:r>
          </a:p>
        </p:txBody>
      </p:sp>
      <p:cxnSp>
        <p:nvCxnSpPr>
          <p:cNvPr id="94" name="Straight Connector 93">
            <a:extLst>
              <a:ext uri="{FF2B5EF4-FFF2-40B4-BE49-F238E27FC236}">
                <a16:creationId xmlns:a16="http://schemas.microsoft.com/office/drawing/2014/main" id="{8E9C9BC3-F7EE-9545-08F0-8A6D6C824CEA}"/>
              </a:ext>
            </a:extLst>
          </p:cNvPr>
          <p:cNvCxnSpPr>
            <a:cxnSpLocks/>
          </p:cNvCxnSpPr>
          <p:nvPr/>
        </p:nvCxnSpPr>
        <p:spPr>
          <a:xfrm flipV="1">
            <a:off x="2050212" y="2289904"/>
            <a:ext cx="0" cy="3199631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95" name="Straight Connector 94">
            <a:extLst>
              <a:ext uri="{FF2B5EF4-FFF2-40B4-BE49-F238E27FC236}">
                <a16:creationId xmlns:a16="http://schemas.microsoft.com/office/drawing/2014/main" id="{063F29C0-CBE8-021E-42E6-F1D88F04EAAB}"/>
              </a:ext>
            </a:extLst>
          </p:cNvPr>
          <p:cNvCxnSpPr>
            <a:cxnSpLocks/>
          </p:cNvCxnSpPr>
          <p:nvPr/>
        </p:nvCxnSpPr>
        <p:spPr>
          <a:xfrm>
            <a:off x="2017986" y="5652241"/>
            <a:ext cx="445767" cy="0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97" name="Straight Connector 96">
            <a:extLst>
              <a:ext uri="{FF2B5EF4-FFF2-40B4-BE49-F238E27FC236}">
                <a16:creationId xmlns:a16="http://schemas.microsoft.com/office/drawing/2014/main" id="{C3C2C830-9C4C-E228-CA65-59352A273E59}"/>
              </a:ext>
            </a:extLst>
          </p:cNvPr>
          <p:cNvCxnSpPr>
            <a:cxnSpLocks/>
          </p:cNvCxnSpPr>
          <p:nvPr/>
        </p:nvCxnSpPr>
        <p:spPr>
          <a:xfrm>
            <a:off x="2053804" y="2308294"/>
            <a:ext cx="4370790" cy="0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99" name="TextBox 98">
            <a:extLst>
              <a:ext uri="{FF2B5EF4-FFF2-40B4-BE49-F238E27FC236}">
                <a16:creationId xmlns:a16="http://schemas.microsoft.com/office/drawing/2014/main" id="{B88B3F31-3D32-EE51-E652-830165DE2BA7}"/>
              </a:ext>
            </a:extLst>
          </p:cNvPr>
          <p:cNvSpPr txBox="1"/>
          <p:nvPr/>
        </p:nvSpPr>
        <p:spPr>
          <a:xfrm>
            <a:off x="3378410" y="1516710"/>
            <a:ext cx="171844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4800" b="1" dirty="0">
                <a:solidFill>
                  <a:schemeClr val="accent6"/>
                </a:solidFill>
              </a:rPr>
              <a:t>True</a:t>
            </a:r>
          </a:p>
        </p:txBody>
      </p: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94B4BF2C-FF08-6174-B237-1857694A7E72}"/>
              </a:ext>
            </a:extLst>
          </p:cNvPr>
          <p:cNvCxnSpPr>
            <a:cxnSpLocks/>
          </p:cNvCxnSpPr>
          <p:nvPr/>
        </p:nvCxnSpPr>
        <p:spPr>
          <a:xfrm>
            <a:off x="6222665" y="-847320"/>
            <a:ext cx="1856591" cy="5283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53ED7936-F2EC-86DB-3213-F692A6C3CC6D}"/>
              </a:ext>
            </a:extLst>
          </p:cNvPr>
          <p:cNvCxnSpPr>
            <a:cxnSpLocks/>
          </p:cNvCxnSpPr>
          <p:nvPr/>
        </p:nvCxnSpPr>
        <p:spPr>
          <a:xfrm flipH="1" flipV="1">
            <a:off x="8203592" y="-880696"/>
            <a:ext cx="20326" cy="866506"/>
          </a:xfrm>
          <a:prstGeom prst="line">
            <a:avLst/>
          </a:prstGeom>
          <a:ln w="57150" cap="flat" cmpd="sng" algn="ctr">
            <a:solidFill>
              <a:schemeClr val="accent5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06" name="Rectangle 105">
            <a:extLst>
              <a:ext uri="{FF2B5EF4-FFF2-40B4-BE49-F238E27FC236}">
                <a16:creationId xmlns:a16="http://schemas.microsoft.com/office/drawing/2014/main" id="{EC42F108-5071-DD12-8647-975EB94B03B9}"/>
              </a:ext>
            </a:extLst>
          </p:cNvPr>
          <p:cNvSpPr/>
          <p:nvPr/>
        </p:nvSpPr>
        <p:spPr>
          <a:xfrm>
            <a:off x="14094414" y="3714442"/>
            <a:ext cx="3264164" cy="82998"/>
          </a:xfrm>
          <a:prstGeom prst="rect">
            <a:avLst/>
          </a:prstGeom>
          <a:solidFill>
            <a:schemeClr val="accent6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380268EA-347F-CCFF-891D-82A5CCA425FB}"/>
              </a:ext>
            </a:extLst>
          </p:cNvPr>
          <p:cNvSpPr/>
          <p:nvPr/>
        </p:nvSpPr>
        <p:spPr>
          <a:xfrm>
            <a:off x="14141818" y="7242806"/>
            <a:ext cx="3264164" cy="82998"/>
          </a:xfrm>
          <a:prstGeom prst="rect">
            <a:avLst/>
          </a:prstGeom>
          <a:solidFill>
            <a:schemeClr val="accent6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662BB71E-7C61-D877-3774-EE543E3AC7D4}"/>
              </a:ext>
            </a:extLst>
          </p:cNvPr>
          <p:cNvSpPr/>
          <p:nvPr/>
        </p:nvSpPr>
        <p:spPr>
          <a:xfrm rot="16200000">
            <a:off x="15774863" y="5363511"/>
            <a:ext cx="3338964" cy="82998"/>
          </a:xfrm>
          <a:prstGeom prst="rect">
            <a:avLst/>
          </a:prstGeom>
          <a:solidFill>
            <a:schemeClr val="accent6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BF970AA4-51C8-156A-7BFA-778A846C06AF}"/>
              </a:ext>
            </a:extLst>
          </p:cNvPr>
          <p:cNvSpPr/>
          <p:nvPr/>
        </p:nvSpPr>
        <p:spPr>
          <a:xfrm rot="16200000">
            <a:off x="12436255" y="5442947"/>
            <a:ext cx="3338965" cy="108911"/>
          </a:xfrm>
          <a:prstGeom prst="rect">
            <a:avLst/>
          </a:prstGeom>
          <a:solidFill>
            <a:schemeClr val="accent6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615951906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317</TotalTime>
  <Words>11928</Words>
  <Application>Microsoft Office PowerPoint</Application>
  <PresentationFormat>Widescreen</PresentationFormat>
  <Paragraphs>10626</Paragraphs>
  <Slides>37</Slides>
  <Notes>31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37</vt:i4>
      </vt:variant>
    </vt:vector>
  </HeadingPairs>
  <TitlesOfParts>
    <vt:vector size="42" baseType="lpstr">
      <vt:lpstr>Aptos</vt:lpstr>
      <vt:lpstr>Aptos Display</vt:lpstr>
      <vt:lpstr>Arial</vt:lpstr>
      <vt:lpstr>Bahnschrift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UBAID QURESHI</dc:creator>
  <cp:lastModifiedBy>UBAID QURESHI</cp:lastModifiedBy>
  <cp:revision>2</cp:revision>
  <dcterms:created xsi:type="dcterms:W3CDTF">2025-10-25T02:23:14Z</dcterms:created>
  <dcterms:modified xsi:type="dcterms:W3CDTF">2025-10-25T10:12:41Z</dcterms:modified>
</cp:coreProperties>
</file>