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94" r:id="rId2"/>
    <p:sldId id="395" r:id="rId3"/>
    <p:sldId id="396" r:id="rId4"/>
    <p:sldId id="397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4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EDA52-0CB8-4BD9-A7A6-BAE949B2ADBF}" v="1" dt="2025-11-23T03:48:44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custSel modSld">
      <pc:chgData name="UBAID QURESHI" userId="dd4ae95d8f7c04fe" providerId="LiveId" clId="{AF920071-46B6-4E4C-A6D8-3E93B456AF12}" dt="2025-11-23T03:48:58.173" v="17" actId="478"/>
      <pc:docMkLst>
        <pc:docMk/>
      </pc:docMkLst>
      <pc:sldChg chg="addSp delSp modSp mod">
        <pc:chgData name="UBAID QURESHI" userId="dd4ae95d8f7c04fe" providerId="LiveId" clId="{AF920071-46B6-4E4C-A6D8-3E93B456AF12}" dt="2025-11-23T03:47:33.489" v="4" actId="1076"/>
        <pc:sldMkLst>
          <pc:docMk/>
          <pc:sldMk cId="1322432690" sldId="394"/>
        </pc:sldMkLst>
        <pc:spChg chg="del">
          <ac:chgData name="UBAID QURESHI" userId="dd4ae95d8f7c04fe" providerId="LiveId" clId="{AF920071-46B6-4E4C-A6D8-3E93B456AF12}" dt="2025-11-23T03:47:18.862" v="0" actId="478"/>
          <ac:spMkLst>
            <pc:docMk/>
            <pc:sldMk cId="1322432690" sldId="394"/>
            <ac:spMk id="7" creationId="{5A01640E-1E81-718F-40B0-EBCA4315C8FE}"/>
          </ac:spMkLst>
        </pc:spChg>
        <pc:spChg chg="del">
          <ac:chgData name="UBAID QURESHI" userId="dd4ae95d8f7c04fe" providerId="LiveId" clId="{AF920071-46B6-4E4C-A6D8-3E93B456AF12}" dt="2025-11-23T03:47:18.862" v="0" actId="478"/>
          <ac:spMkLst>
            <pc:docMk/>
            <pc:sldMk cId="1322432690" sldId="394"/>
            <ac:spMk id="13" creationId="{BF76A97E-91D1-A5C7-8DED-ADA318F2F4F5}"/>
          </ac:spMkLst>
        </pc:spChg>
        <pc:spChg chg="del">
          <ac:chgData name="UBAID QURESHI" userId="dd4ae95d8f7c04fe" providerId="LiveId" clId="{AF920071-46B6-4E4C-A6D8-3E93B456AF12}" dt="2025-11-23T03:47:18.862" v="0" actId="478"/>
          <ac:spMkLst>
            <pc:docMk/>
            <pc:sldMk cId="1322432690" sldId="394"/>
            <ac:spMk id="15" creationId="{4F8AE1D1-5921-4EF2-D02D-DC0B34DC76F2}"/>
          </ac:spMkLst>
        </pc:spChg>
        <pc:spChg chg="del">
          <ac:chgData name="UBAID QURESHI" userId="dd4ae95d8f7c04fe" providerId="LiveId" clId="{AF920071-46B6-4E4C-A6D8-3E93B456AF12}" dt="2025-11-23T03:47:18.862" v="0" actId="478"/>
          <ac:spMkLst>
            <pc:docMk/>
            <pc:sldMk cId="1322432690" sldId="394"/>
            <ac:spMk id="16" creationId="{BB38635C-BCE4-E549-F69F-FD25E7B902E0}"/>
          </ac:spMkLst>
        </pc:spChg>
        <pc:spChg chg="del">
          <ac:chgData name="UBAID QURESHI" userId="dd4ae95d8f7c04fe" providerId="LiveId" clId="{AF920071-46B6-4E4C-A6D8-3E93B456AF12}" dt="2025-11-23T03:47:18.862" v="0" actId="478"/>
          <ac:spMkLst>
            <pc:docMk/>
            <pc:sldMk cId="1322432690" sldId="394"/>
            <ac:spMk id="17" creationId="{D266DC66-83A3-B101-9C4F-158C9BE09813}"/>
          </ac:spMkLst>
        </pc:spChg>
        <pc:spChg chg="del">
          <ac:chgData name="UBAID QURESHI" userId="dd4ae95d8f7c04fe" providerId="LiveId" clId="{AF920071-46B6-4E4C-A6D8-3E93B456AF12}" dt="2025-11-23T03:47:18.862" v="0" actId="478"/>
          <ac:spMkLst>
            <pc:docMk/>
            <pc:sldMk cId="1322432690" sldId="394"/>
            <ac:spMk id="18" creationId="{42439DEA-2248-1C33-066D-DA8D0FEFCA49}"/>
          </ac:spMkLst>
        </pc:spChg>
        <pc:spChg chg="del">
          <ac:chgData name="UBAID QURESHI" userId="dd4ae95d8f7c04fe" providerId="LiveId" clId="{AF920071-46B6-4E4C-A6D8-3E93B456AF12}" dt="2025-11-23T03:47:18.862" v="0" actId="478"/>
          <ac:spMkLst>
            <pc:docMk/>
            <pc:sldMk cId="1322432690" sldId="394"/>
            <ac:spMk id="20" creationId="{116B73EE-A21E-ED52-BA79-3A8C84120CD9}"/>
          </ac:spMkLst>
        </pc:spChg>
        <pc:spChg chg="add mod">
          <ac:chgData name="UBAID QURESHI" userId="dd4ae95d8f7c04fe" providerId="LiveId" clId="{AF920071-46B6-4E4C-A6D8-3E93B456AF12}" dt="2025-11-23T03:47:33.489" v="4" actId="1076"/>
          <ac:spMkLst>
            <pc:docMk/>
            <pc:sldMk cId="1322432690" sldId="394"/>
            <ac:spMk id="21" creationId="{92FCD4C2-9EB6-F83D-72F1-00517E7D961E}"/>
          </ac:spMkLst>
        </pc:spChg>
        <pc:graphicFrameChg chg="del">
          <ac:chgData name="UBAID QURESHI" userId="dd4ae95d8f7c04fe" providerId="LiveId" clId="{AF920071-46B6-4E4C-A6D8-3E93B456AF12}" dt="2025-11-23T03:47:18.862" v="0" actId="478"/>
          <ac:graphicFrameMkLst>
            <pc:docMk/>
            <pc:sldMk cId="1322432690" sldId="394"/>
            <ac:graphicFrameMk id="4" creationId="{C10E9F9A-ED73-780F-6D0E-08AAAEAC1E36}"/>
          </ac:graphicFrameMkLst>
        </pc:graphicFrameChg>
        <pc:graphicFrameChg chg="del">
          <ac:chgData name="UBAID QURESHI" userId="dd4ae95d8f7c04fe" providerId="LiveId" clId="{AF920071-46B6-4E4C-A6D8-3E93B456AF12}" dt="2025-11-23T03:47:18.862" v="0" actId="478"/>
          <ac:graphicFrameMkLst>
            <pc:docMk/>
            <pc:sldMk cId="1322432690" sldId="394"/>
            <ac:graphicFrameMk id="6" creationId="{CFE5374D-4BB3-E7DC-C1A7-847B901EB9D4}"/>
          </ac:graphicFrameMkLst>
        </pc:graphicFrameChg>
        <pc:graphicFrameChg chg="del">
          <ac:chgData name="UBAID QURESHI" userId="dd4ae95d8f7c04fe" providerId="LiveId" clId="{AF920071-46B6-4E4C-A6D8-3E93B456AF12}" dt="2025-11-23T03:47:18.862" v="0" actId="478"/>
          <ac:graphicFrameMkLst>
            <pc:docMk/>
            <pc:sldMk cId="1322432690" sldId="394"/>
            <ac:graphicFrameMk id="9" creationId="{3DAAD29D-AFF0-A7B7-1555-E4A8A30E9953}"/>
          </ac:graphicFrameMkLst>
        </pc:graphicFrameChg>
      </pc:sldChg>
      <pc:sldChg chg="delSp mod">
        <pc:chgData name="UBAID QURESHI" userId="dd4ae95d8f7c04fe" providerId="LiveId" clId="{AF920071-46B6-4E4C-A6D8-3E93B456AF12}" dt="2025-11-23T03:47:47.073" v="5" actId="478"/>
        <pc:sldMkLst>
          <pc:docMk/>
          <pc:sldMk cId="538482395" sldId="395"/>
        </pc:sldMkLst>
        <pc:spChg chg="del">
          <ac:chgData name="UBAID QURESHI" userId="dd4ae95d8f7c04fe" providerId="LiveId" clId="{AF920071-46B6-4E4C-A6D8-3E93B456AF12}" dt="2025-11-23T03:47:47.073" v="5" actId="478"/>
          <ac:spMkLst>
            <pc:docMk/>
            <pc:sldMk cId="538482395" sldId="395"/>
            <ac:spMk id="7" creationId="{4B9B8640-4DB3-E819-3DD0-90629BC5A46D}"/>
          </ac:spMkLst>
        </pc:spChg>
        <pc:spChg chg="del">
          <ac:chgData name="UBAID QURESHI" userId="dd4ae95d8f7c04fe" providerId="LiveId" clId="{AF920071-46B6-4E4C-A6D8-3E93B456AF12}" dt="2025-11-23T03:47:47.073" v="5" actId="478"/>
          <ac:spMkLst>
            <pc:docMk/>
            <pc:sldMk cId="538482395" sldId="395"/>
            <ac:spMk id="15" creationId="{0FB859E0-D55B-2325-18E3-D96E1809B59D}"/>
          </ac:spMkLst>
        </pc:spChg>
        <pc:spChg chg="del">
          <ac:chgData name="UBAID QURESHI" userId="dd4ae95d8f7c04fe" providerId="LiveId" clId="{AF920071-46B6-4E4C-A6D8-3E93B456AF12}" dt="2025-11-23T03:47:47.073" v="5" actId="478"/>
          <ac:spMkLst>
            <pc:docMk/>
            <pc:sldMk cId="538482395" sldId="395"/>
            <ac:spMk id="17" creationId="{332BDF53-373C-E68D-FDAC-1D189F2ED12D}"/>
          </ac:spMkLst>
        </pc:spChg>
        <pc:spChg chg="del">
          <ac:chgData name="UBAID QURESHI" userId="dd4ae95d8f7c04fe" providerId="LiveId" clId="{AF920071-46B6-4E4C-A6D8-3E93B456AF12}" dt="2025-11-23T03:47:47.073" v="5" actId="478"/>
          <ac:spMkLst>
            <pc:docMk/>
            <pc:sldMk cId="538482395" sldId="395"/>
            <ac:spMk id="18" creationId="{2D6C43BE-0E0F-B46F-536B-70856BECDA9B}"/>
          </ac:spMkLst>
        </pc:spChg>
      </pc:sldChg>
      <pc:sldChg chg="delSp mod">
        <pc:chgData name="UBAID QURESHI" userId="dd4ae95d8f7c04fe" providerId="LiveId" clId="{AF920071-46B6-4E4C-A6D8-3E93B456AF12}" dt="2025-11-23T03:47:54.122" v="6" actId="478"/>
        <pc:sldMkLst>
          <pc:docMk/>
          <pc:sldMk cId="1587155245" sldId="396"/>
        </pc:sldMkLst>
        <pc:spChg chg="del">
          <ac:chgData name="UBAID QURESHI" userId="dd4ae95d8f7c04fe" providerId="LiveId" clId="{AF920071-46B6-4E4C-A6D8-3E93B456AF12}" dt="2025-11-23T03:47:54.122" v="6" actId="478"/>
          <ac:spMkLst>
            <pc:docMk/>
            <pc:sldMk cId="1587155245" sldId="396"/>
            <ac:spMk id="7" creationId="{DDADCEE7-95C9-568C-47A0-AB099CBDBC3B}"/>
          </ac:spMkLst>
        </pc:spChg>
        <pc:spChg chg="del">
          <ac:chgData name="UBAID QURESHI" userId="dd4ae95d8f7c04fe" providerId="LiveId" clId="{AF920071-46B6-4E4C-A6D8-3E93B456AF12}" dt="2025-11-23T03:47:54.122" v="6" actId="478"/>
          <ac:spMkLst>
            <pc:docMk/>
            <pc:sldMk cId="1587155245" sldId="396"/>
            <ac:spMk id="15" creationId="{CC201F15-DD44-CA6C-B520-B995BC6DAD55}"/>
          </ac:spMkLst>
        </pc:spChg>
        <pc:spChg chg="del">
          <ac:chgData name="UBAID QURESHI" userId="dd4ae95d8f7c04fe" providerId="LiveId" clId="{AF920071-46B6-4E4C-A6D8-3E93B456AF12}" dt="2025-11-23T03:47:54.122" v="6" actId="478"/>
          <ac:spMkLst>
            <pc:docMk/>
            <pc:sldMk cId="1587155245" sldId="396"/>
            <ac:spMk id="17" creationId="{A4D899B1-33B2-7321-61F1-4F676640812D}"/>
          </ac:spMkLst>
        </pc:spChg>
        <pc:spChg chg="del">
          <ac:chgData name="UBAID QURESHI" userId="dd4ae95d8f7c04fe" providerId="LiveId" clId="{AF920071-46B6-4E4C-A6D8-3E93B456AF12}" dt="2025-11-23T03:47:54.122" v="6" actId="478"/>
          <ac:spMkLst>
            <pc:docMk/>
            <pc:sldMk cId="1587155245" sldId="396"/>
            <ac:spMk id="18" creationId="{B9E58A39-1002-F4A1-7ADE-9D155EC7A3BD}"/>
          </ac:spMkLst>
        </pc:spChg>
      </pc:sldChg>
      <pc:sldChg chg="delSp mod">
        <pc:chgData name="UBAID QURESHI" userId="dd4ae95d8f7c04fe" providerId="LiveId" clId="{AF920071-46B6-4E4C-A6D8-3E93B456AF12}" dt="2025-11-23T03:48:00.447" v="7" actId="478"/>
        <pc:sldMkLst>
          <pc:docMk/>
          <pc:sldMk cId="3272026558" sldId="397"/>
        </pc:sldMkLst>
        <pc:spChg chg="del">
          <ac:chgData name="UBAID QURESHI" userId="dd4ae95d8f7c04fe" providerId="LiveId" clId="{AF920071-46B6-4E4C-A6D8-3E93B456AF12}" dt="2025-11-23T03:48:00.447" v="7" actId="478"/>
          <ac:spMkLst>
            <pc:docMk/>
            <pc:sldMk cId="3272026558" sldId="397"/>
            <ac:spMk id="7" creationId="{EE02C354-6B91-4E61-7B44-00C1CC52F550}"/>
          </ac:spMkLst>
        </pc:spChg>
        <pc:spChg chg="del">
          <ac:chgData name="UBAID QURESHI" userId="dd4ae95d8f7c04fe" providerId="LiveId" clId="{AF920071-46B6-4E4C-A6D8-3E93B456AF12}" dt="2025-11-23T03:48:00.447" v="7" actId="478"/>
          <ac:spMkLst>
            <pc:docMk/>
            <pc:sldMk cId="3272026558" sldId="397"/>
            <ac:spMk id="15" creationId="{8702464B-12D3-25FC-7A77-0D9AB68F40FB}"/>
          </ac:spMkLst>
        </pc:spChg>
        <pc:spChg chg="del">
          <ac:chgData name="UBAID QURESHI" userId="dd4ae95d8f7c04fe" providerId="LiveId" clId="{AF920071-46B6-4E4C-A6D8-3E93B456AF12}" dt="2025-11-23T03:48:00.447" v="7" actId="478"/>
          <ac:spMkLst>
            <pc:docMk/>
            <pc:sldMk cId="3272026558" sldId="397"/>
            <ac:spMk id="17" creationId="{41E5F276-ADB6-B6FA-C2AF-941AFE415D07}"/>
          </ac:spMkLst>
        </pc:spChg>
        <pc:spChg chg="del">
          <ac:chgData name="UBAID QURESHI" userId="dd4ae95d8f7c04fe" providerId="LiveId" clId="{AF920071-46B6-4E4C-A6D8-3E93B456AF12}" dt="2025-11-23T03:48:00.447" v="7" actId="478"/>
          <ac:spMkLst>
            <pc:docMk/>
            <pc:sldMk cId="3272026558" sldId="397"/>
            <ac:spMk id="18" creationId="{D8EC4CED-558C-C0F2-7453-3183BE76E5E4}"/>
          </ac:spMkLst>
        </pc:spChg>
      </pc:sldChg>
      <pc:sldChg chg="delSp mod">
        <pc:chgData name="UBAID QURESHI" userId="dd4ae95d8f7c04fe" providerId="LiveId" clId="{AF920071-46B6-4E4C-A6D8-3E93B456AF12}" dt="2025-11-23T03:48:07.737" v="8" actId="478"/>
        <pc:sldMkLst>
          <pc:docMk/>
          <pc:sldMk cId="2092202034" sldId="398"/>
        </pc:sldMkLst>
        <pc:spChg chg="del">
          <ac:chgData name="UBAID QURESHI" userId="dd4ae95d8f7c04fe" providerId="LiveId" clId="{AF920071-46B6-4E4C-A6D8-3E93B456AF12}" dt="2025-11-23T03:48:07.737" v="8" actId="478"/>
          <ac:spMkLst>
            <pc:docMk/>
            <pc:sldMk cId="2092202034" sldId="398"/>
            <ac:spMk id="7" creationId="{41E95CA9-2969-0B58-93D7-F56DE35FF593}"/>
          </ac:spMkLst>
        </pc:spChg>
        <pc:spChg chg="del">
          <ac:chgData name="UBAID QURESHI" userId="dd4ae95d8f7c04fe" providerId="LiveId" clId="{AF920071-46B6-4E4C-A6D8-3E93B456AF12}" dt="2025-11-23T03:48:07.737" v="8" actId="478"/>
          <ac:spMkLst>
            <pc:docMk/>
            <pc:sldMk cId="2092202034" sldId="398"/>
            <ac:spMk id="15" creationId="{B3AB973E-FB72-0EA4-D2A0-B0E87A803798}"/>
          </ac:spMkLst>
        </pc:spChg>
        <pc:spChg chg="del">
          <ac:chgData name="UBAID QURESHI" userId="dd4ae95d8f7c04fe" providerId="LiveId" clId="{AF920071-46B6-4E4C-A6D8-3E93B456AF12}" dt="2025-11-23T03:48:07.737" v="8" actId="478"/>
          <ac:spMkLst>
            <pc:docMk/>
            <pc:sldMk cId="2092202034" sldId="398"/>
            <ac:spMk id="17" creationId="{A4514112-40E2-33C2-A105-C793C5B809B9}"/>
          </ac:spMkLst>
        </pc:spChg>
        <pc:spChg chg="del">
          <ac:chgData name="UBAID QURESHI" userId="dd4ae95d8f7c04fe" providerId="LiveId" clId="{AF920071-46B6-4E4C-A6D8-3E93B456AF12}" dt="2025-11-23T03:48:07.737" v="8" actId="478"/>
          <ac:spMkLst>
            <pc:docMk/>
            <pc:sldMk cId="2092202034" sldId="398"/>
            <ac:spMk id="18" creationId="{D32BBB23-4791-C285-AB54-E13DF88A3B89}"/>
          </ac:spMkLst>
        </pc:spChg>
      </pc:sldChg>
      <pc:sldChg chg="delSp mod">
        <pc:chgData name="UBAID QURESHI" userId="dd4ae95d8f7c04fe" providerId="LiveId" clId="{AF920071-46B6-4E4C-A6D8-3E93B456AF12}" dt="2025-11-23T03:48:15.088" v="9" actId="478"/>
        <pc:sldMkLst>
          <pc:docMk/>
          <pc:sldMk cId="3225155852" sldId="399"/>
        </pc:sldMkLst>
        <pc:spChg chg="del">
          <ac:chgData name="UBAID QURESHI" userId="dd4ae95d8f7c04fe" providerId="LiveId" clId="{AF920071-46B6-4E4C-A6D8-3E93B456AF12}" dt="2025-11-23T03:48:15.088" v="9" actId="478"/>
          <ac:spMkLst>
            <pc:docMk/>
            <pc:sldMk cId="3225155852" sldId="399"/>
            <ac:spMk id="7" creationId="{7D54D494-CD64-5804-1AFA-368A82952E0B}"/>
          </ac:spMkLst>
        </pc:spChg>
        <pc:spChg chg="del">
          <ac:chgData name="UBAID QURESHI" userId="dd4ae95d8f7c04fe" providerId="LiveId" clId="{AF920071-46B6-4E4C-A6D8-3E93B456AF12}" dt="2025-11-23T03:48:15.088" v="9" actId="478"/>
          <ac:spMkLst>
            <pc:docMk/>
            <pc:sldMk cId="3225155852" sldId="399"/>
            <ac:spMk id="15" creationId="{AA6F5A30-B7B6-22A2-D794-273EC6D738CF}"/>
          </ac:spMkLst>
        </pc:spChg>
        <pc:spChg chg="del">
          <ac:chgData name="UBAID QURESHI" userId="dd4ae95d8f7c04fe" providerId="LiveId" clId="{AF920071-46B6-4E4C-A6D8-3E93B456AF12}" dt="2025-11-23T03:48:15.088" v="9" actId="478"/>
          <ac:spMkLst>
            <pc:docMk/>
            <pc:sldMk cId="3225155852" sldId="399"/>
            <ac:spMk id="17" creationId="{AECBE660-2E20-B517-6ED3-6A9848859267}"/>
          </ac:spMkLst>
        </pc:spChg>
        <pc:spChg chg="del">
          <ac:chgData name="UBAID QURESHI" userId="dd4ae95d8f7c04fe" providerId="LiveId" clId="{AF920071-46B6-4E4C-A6D8-3E93B456AF12}" dt="2025-11-23T03:48:15.088" v="9" actId="478"/>
          <ac:spMkLst>
            <pc:docMk/>
            <pc:sldMk cId="3225155852" sldId="399"/>
            <ac:spMk id="18" creationId="{9F51397E-D331-E40C-D5D7-2614C459035A}"/>
          </ac:spMkLst>
        </pc:spChg>
      </pc:sldChg>
      <pc:sldChg chg="delSp mod">
        <pc:chgData name="UBAID QURESHI" userId="dd4ae95d8f7c04fe" providerId="LiveId" clId="{AF920071-46B6-4E4C-A6D8-3E93B456AF12}" dt="2025-11-23T03:48:21.261" v="10" actId="478"/>
        <pc:sldMkLst>
          <pc:docMk/>
          <pc:sldMk cId="2285350498" sldId="400"/>
        </pc:sldMkLst>
        <pc:spChg chg="del">
          <ac:chgData name="UBAID QURESHI" userId="dd4ae95d8f7c04fe" providerId="LiveId" clId="{AF920071-46B6-4E4C-A6D8-3E93B456AF12}" dt="2025-11-23T03:48:21.261" v="10" actId="478"/>
          <ac:spMkLst>
            <pc:docMk/>
            <pc:sldMk cId="2285350498" sldId="400"/>
            <ac:spMk id="7" creationId="{EAF7DD9E-E635-389A-A704-032B4F60F6E2}"/>
          </ac:spMkLst>
        </pc:spChg>
        <pc:spChg chg="del">
          <ac:chgData name="UBAID QURESHI" userId="dd4ae95d8f7c04fe" providerId="LiveId" clId="{AF920071-46B6-4E4C-A6D8-3E93B456AF12}" dt="2025-11-23T03:48:21.261" v="10" actId="478"/>
          <ac:spMkLst>
            <pc:docMk/>
            <pc:sldMk cId="2285350498" sldId="400"/>
            <ac:spMk id="15" creationId="{073B9C6D-1F64-A5A1-AD6F-27283C0C79BC}"/>
          </ac:spMkLst>
        </pc:spChg>
        <pc:spChg chg="del">
          <ac:chgData name="UBAID QURESHI" userId="dd4ae95d8f7c04fe" providerId="LiveId" clId="{AF920071-46B6-4E4C-A6D8-3E93B456AF12}" dt="2025-11-23T03:48:21.261" v="10" actId="478"/>
          <ac:spMkLst>
            <pc:docMk/>
            <pc:sldMk cId="2285350498" sldId="400"/>
            <ac:spMk id="17" creationId="{851C7D71-52EF-DF03-C001-8F9A99453A30}"/>
          </ac:spMkLst>
        </pc:spChg>
        <pc:spChg chg="del">
          <ac:chgData name="UBAID QURESHI" userId="dd4ae95d8f7c04fe" providerId="LiveId" clId="{AF920071-46B6-4E4C-A6D8-3E93B456AF12}" dt="2025-11-23T03:48:21.261" v="10" actId="478"/>
          <ac:spMkLst>
            <pc:docMk/>
            <pc:sldMk cId="2285350498" sldId="400"/>
            <ac:spMk id="18" creationId="{F05E9D0E-4E0A-CB2D-C7A4-32D007288295}"/>
          </ac:spMkLst>
        </pc:spChg>
      </pc:sldChg>
      <pc:sldChg chg="delSp mod">
        <pc:chgData name="UBAID QURESHI" userId="dd4ae95d8f7c04fe" providerId="LiveId" clId="{AF920071-46B6-4E4C-A6D8-3E93B456AF12}" dt="2025-11-23T03:48:27.539" v="11" actId="478"/>
        <pc:sldMkLst>
          <pc:docMk/>
          <pc:sldMk cId="3216195994" sldId="401"/>
        </pc:sldMkLst>
        <pc:spChg chg="del">
          <ac:chgData name="UBAID QURESHI" userId="dd4ae95d8f7c04fe" providerId="LiveId" clId="{AF920071-46B6-4E4C-A6D8-3E93B456AF12}" dt="2025-11-23T03:48:27.539" v="11" actId="478"/>
          <ac:spMkLst>
            <pc:docMk/>
            <pc:sldMk cId="3216195994" sldId="401"/>
            <ac:spMk id="7" creationId="{B4D0F63A-B323-8DAF-CB81-A5F3BC053502}"/>
          </ac:spMkLst>
        </pc:spChg>
        <pc:spChg chg="del">
          <ac:chgData name="UBAID QURESHI" userId="dd4ae95d8f7c04fe" providerId="LiveId" clId="{AF920071-46B6-4E4C-A6D8-3E93B456AF12}" dt="2025-11-23T03:48:27.539" v="11" actId="478"/>
          <ac:spMkLst>
            <pc:docMk/>
            <pc:sldMk cId="3216195994" sldId="401"/>
            <ac:spMk id="15" creationId="{6E4E17B2-7073-3320-8837-3FB4D3A9B9C6}"/>
          </ac:spMkLst>
        </pc:spChg>
        <pc:spChg chg="del">
          <ac:chgData name="UBAID QURESHI" userId="dd4ae95d8f7c04fe" providerId="LiveId" clId="{AF920071-46B6-4E4C-A6D8-3E93B456AF12}" dt="2025-11-23T03:48:27.539" v="11" actId="478"/>
          <ac:spMkLst>
            <pc:docMk/>
            <pc:sldMk cId="3216195994" sldId="401"/>
            <ac:spMk id="17" creationId="{D4446F69-D8F8-52C6-DE11-361E93794342}"/>
          </ac:spMkLst>
        </pc:spChg>
        <pc:spChg chg="del">
          <ac:chgData name="UBAID QURESHI" userId="dd4ae95d8f7c04fe" providerId="LiveId" clId="{AF920071-46B6-4E4C-A6D8-3E93B456AF12}" dt="2025-11-23T03:48:27.539" v="11" actId="478"/>
          <ac:spMkLst>
            <pc:docMk/>
            <pc:sldMk cId="3216195994" sldId="401"/>
            <ac:spMk id="18" creationId="{69D691ED-8D31-7FA6-0732-6327E02DFD8E}"/>
          </ac:spMkLst>
        </pc:spChg>
      </pc:sldChg>
      <pc:sldChg chg="delSp mod">
        <pc:chgData name="UBAID QURESHI" userId="dd4ae95d8f7c04fe" providerId="LiveId" clId="{AF920071-46B6-4E4C-A6D8-3E93B456AF12}" dt="2025-11-23T03:48:34.357" v="12" actId="478"/>
        <pc:sldMkLst>
          <pc:docMk/>
          <pc:sldMk cId="29299345" sldId="402"/>
        </pc:sldMkLst>
        <pc:spChg chg="del">
          <ac:chgData name="UBAID QURESHI" userId="dd4ae95d8f7c04fe" providerId="LiveId" clId="{AF920071-46B6-4E4C-A6D8-3E93B456AF12}" dt="2025-11-23T03:48:34.357" v="12" actId="478"/>
          <ac:spMkLst>
            <pc:docMk/>
            <pc:sldMk cId="29299345" sldId="402"/>
            <ac:spMk id="7" creationId="{2D0C332E-D288-405B-B326-822FC886ED75}"/>
          </ac:spMkLst>
        </pc:spChg>
        <pc:spChg chg="del">
          <ac:chgData name="UBAID QURESHI" userId="dd4ae95d8f7c04fe" providerId="LiveId" clId="{AF920071-46B6-4E4C-A6D8-3E93B456AF12}" dt="2025-11-23T03:48:34.357" v="12" actId="478"/>
          <ac:spMkLst>
            <pc:docMk/>
            <pc:sldMk cId="29299345" sldId="402"/>
            <ac:spMk id="15" creationId="{AA782249-881B-8219-8DAA-FE09DCAB6486}"/>
          </ac:spMkLst>
        </pc:spChg>
        <pc:spChg chg="del">
          <ac:chgData name="UBAID QURESHI" userId="dd4ae95d8f7c04fe" providerId="LiveId" clId="{AF920071-46B6-4E4C-A6D8-3E93B456AF12}" dt="2025-11-23T03:48:34.357" v="12" actId="478"/>
          <ac:spMkLst>
            <pc:docMk/>
            <pc:sldMk cId="29299345" sldId="402"/>
            <ac:spMk id="17" creationId="{99BDD572-3C59-E2E5-2381-93B6A0D8039C}"/>
          </ac:spMkLst>
        </pc:spChg>
        <pc:spChg chg="del">
          <ac:chgData name="UBAID QURESHI" userId="dd4ae95d8f7c04fe" providerId="LiveId" clId="{AF920071-46B6-4E4C-A6D8-3E93B456AF12}" dt="2025-11-23T03:48:34.357" v="12" actId="478"/>
          <ac:spMkLst>
            <pc:docMk/>
            <pc:sldMk cId="29299345" sldId="402"/>
            <ac:spMk id="18" creationId="{721089F9-2592-5959-080E-8FE5AEE8D929}"/>
          </ac:spMkLst>
        </pc:spChg>
      </pc:sldChg>
      <pc:sldChg chg="delSp mod">
        <pc:chgData name="UBAID QURESHI" userId="dd4ae95d8f7c04fe" providerId="LiveId" clId="{AF920071-46B6-4E4C-A6D8-3E93B456AF12}" dt="2025-11-23T03:48:40.061" v="13" actId="478"/>
        <pc:sldMkLst>
          <pc:docMk/>
          <pc:sldMk cId="3443666946" sldId="403"/>
        </pc:sldMkLst>
        <pc:spChg chg="del">
          <ac:chgData name="UBAID QURESHI" userId="dd4ae95d8f7c04fe" providerId="LiveId" clId="{AF920071-46B6-4E4C-A6D8-3E93B456AF12}" dt="2025-11-23T03:48:40.061" v="13" actId="478"/>
          <ac:spMkLst>
            <pc:docMk/>
            <pc:sldMk cId="3443666946" sldId="403"/>
            <ac:spMk id="7" creationId="{85FB9F70-81AF-3BBA-FBC4-8D547725F9ED}"/>
          </ac:spMkLst>
        </pc:spChg>
        <pc:spChg chg="del">
          <ac:chgData name="UBAID QURESHI" userId="dd4ae95d8f7c04fe" providerId="LiveId" clId="{AF920071-46B6-4E4C-A6D8-3E93B456AF12}" dt="2025-11-23T03:48:40.061" v="13" actId="478"/>
          <ac:spMkLst>
            <pc:docMk/>
            <pc:sldMk cId="3443666946" sldId="403"/>
            <ac:spMk id="15" creationId="{6FA2F6EF-912D-42F7-1322-6379F321191D}"/>
          </ac:spMkLst>
        </pc:spChg>
        <pc:spChg chg="del">
          <ac:chgData name="UBAID QURESHI" userId="dd4ae95d8f7c04fe" providerId="LiveId" clId="{AF920071-46B6-4E4C-A6D8-3E93B456AF12}" dt="2025-11-23T03:48:40.061" v="13" actId="478"/>
          <ac:spMkLst>
            <pc:docMk/>
            <pc:sldMk cId="3443666946" sldId="403"/>
            <ac:spMk id="17" creationId="{0DE1A600-1873-6F1B-78A4-B456B5835B8C}"/>
          </ac:spMkLst>
        </pc:spChg>
        <pc:spChg chg="del">
          <ac:chgData name="UBAID QURESHI" userId="dd4ae95d8f7c04fe" providerId="LiveId" clId="{AF920071-46B6-4E4C-A6D8-3E93B456AF12}" dt="2025-11-23T03:48:40.061" v="13" actId="478"/>
          <ac:spMkLst>
            <pc:docMk/>
            <pc:sldMk cId="3443666946" sldId="403"/>
            <ac:spMk id="18" creationId="{B78BD9AD-BE81-7F2B-F3A0-C4868E15D999}"/>
          </ac:spMkLst>
        </pc:spChg>
      </pc:sldChg>
      <pc:sldChg chg="addSp delSp modSp mod">
        <pc:chgData name="UBAID QURESHI" userId="dd4ae95d8f7c04fe" providerId="LiveId" clId="{AF920071-46B6-4E4C-A6D8-3E93B456AF12}" dt="2025-11-23T03:48:50.938" v="16" actId="478"/>
        <pc:sldMkLst>
          <pc:docMk/>
          <pc:sldMk cId="3194063371" sldId="404"/>
        </pc:sldMkLst>
        <pc:spChg chg="del">
          <ac:chgData name="UBAID QURESHI" userId="dd4ae95d8f7c04fe" providerId="LiveId" clId="{AF920071-46B6-4E4C-A6D8-3E93B456AF12}" dt="2025-11-23T03:48:50.938" v="16" actId="478"/>
          <ac:spMkLst>
            <pc:docMk/>
            <pc:sldMk cId="3194063371" sldId="404"/>
            <ac:spMk id="7" creationId="{C27552A1-2753-1F68-D6A1-51D452E633F4}"/>
          </ac:spMkLst>
        </pc:spChg>
        <pc:spChg chg="del">
          <ac:chgData name="UBAID QURESHI" userId="dd4ae95d8f7c04fe" providerId="LiveId" clId="{AF920071-46B6-4E4C-A6D8-3E93B456AF12}" dt="2025-11-23T03:48:50.938" v="16" actId="478"/>
          <ac:spMkLst>
            <pc:docMk/>
            <pc:sldMk cId="3194063371" sldId="404"/>
            <ac:spMk id="15" creationId="{B66C6E67-40B4-5D16-4FC2-ADD2948687F6}"/>
          </ac:spMkLst>
        </pc:spChg>
        <pc:spChg chg="del">
          <ac:chgData name="UBAID QURESHI" userId="dd4ae95d8f7c04fe" providerId="LiveId" clId="{AF920071-46B6-4E4C-A6D8-3E93B456AF12}" dt="2025-11-23T03:48:50.938" v="16" actId="478"/>
          <ac:spMkLst>
            <pc:docMk/>
            <pc:sldMk cId="3194063371" sldId="404"/>
            <ac:spMk id="17" creationId="{5BAAFE71-4777-4380-747E-EE5C8E1A311A}"/>
          </ac:spMkLst>
        </pc:spChg>
        <pc:spChg chg="del">
          <ac:chgData name="UBAID QURESHI" userId="dd4ae95d8f7c04fe" providerId="LiveId" clId="{AF920071-46B6-4E4C-A6D8-3E93B456AF12}" dt="2025-11-23T03:48:50.938" v="16" actId="478"/>
          <ac:spMkLst>
            <pc:docMk/>
            <pc:sldMk cId="3194063371" sldId="404"/>
            <ac:spMk id="18" creationId="{C2CB83EA-990F-9E39-FFB3-610518F69DE8}"/>
          </ac:spMkLst>
        </pc:spChg>
        <pc:spChg chg="add del mod">
          <ac:chgData name="UBAID QURESHI" userId="dd4ae95d8f7c04fe" providerId="LiveId" clId="{AF920071-46B6-4E4C-A6D8-3E93B456AF12}" dt="2025-11-23T03:48:46.103" v="15" actId="478"/>
          <ac:spMkLst>
            <pc:docMk/>
            <pc:sldMk cId="3194063371" sldId="404"/>
            <ac:spMk id="30" creationId="{EE2FC52E-8A57-6BA5-AFAC-17C831F2D730}"/>
          </ac:spMkLst>
        </pc:spChg>
        <pc:spChg chg="add del mod">
          <ac:chgData name="UBAID QURESHI" userId="dd4ae95d8f7c04fe" providerId="LiveId" clId="{AF920071-46B6-4E4C-A6D8-3E93B456AF12}" dt="2025-11-23T03:48:46.103" v="15" actId="478"/>
          <ac:spMkLst>
            <pc:docMk/>
            <pc:sldMk cId="3194063371" sldId="404"/>
            <ac:spMk id="31" creationId="{394F5F68-33E4-9917-72BF-352F4D749B15}"/>
          </ac:spMkLst>
        </pc:spChg>
        <pc:spChg chg="add del mod">
          <ac:chgData name="UBAID QURESHI" userId="dd4ae95d8f7c04fe" providerId="LiveId" clId="{AF920071-46B6-4E4C-A6D8-3E93B456AF12}" dt="2025-11-23T03:48:46.103" v="15" actId="478"/>
          <ac:spMkLst>
            <pc:docMk/>
            <pc:sldMk cId="3194063371" sldId="404"/>
            <ac:spMk id="32" creationId="{23352837-358B-0C2D-9774-59AB3941BE9C}"/>
          </ac:spMkLst>
        </pc:spChg>
      </pc:sldChg>
      <pc:sldChg chg="delSp mod">
        <pc:chgData name="UBAID QURESHI" userId="dd4ae95d8f7c04fe" providerId="LiveId" clId="{AF920071-46B6-4E4C-A6D8-3E93B456AF12}" dt="2025-11-23T03:48:58.173" v="17" actId="478"/>
        <pc:sldMkLst>
          <pc:docMk/>
          <pc:sldMk cId="755991383" sldId="405"/>
        </pc:sldMkLst>
        <pc:spChg chg="del">
          <ac:chgData name="UBAID QURESHI" userId="dd4ae95d8f7c04fe" providerId="LiveId" clId="{AF920071-46B6-4E4C-A6D8-3E93B456AF12}" dt="2025-11-23T03:48:58.173" v="17" actId="478"/>
          <ac:spMkLst>
            <pc:docMk/>
            <pc:sldMk cId="755991383" sldId="405"/>
            <ac:spMk id="7" creationId="{7EDB38D2-F5DF-7CEE-E01E-7A236C15CC61}"/>
          </ac:spMkLst>
        </pc:spChg>
        <pc:spChg chg="del">
          <ac:chgData name="UBAID QURESHI" userId="dd4ae95d8f7c04fe" providerId="LiveId" clId="{AF920071-46B6-4E4C-A6D8-3E93B456AF12}" dt="2025-11-23T03:48:58.173" v="17" actId="478"/>
          <ac:spMkLst>
            <pc:docMk/>
            <pc:sldMk cId="755991383" sldId="405"/>
            <ac:spMk id="15" creationId="{AA7C8BDE-C896-66ED-D061-580FE10355E6}"/>
          </ac:spMkLst>
        </pc:spChg>
        <pc:spChg chg="del">
          <ac:chgData name="UBAID QURESHI" userId="dd4ae95d8f7c04fe" providerId="LiveId" clId="{AF920071-46B6-4E4C-A6D8-3E93B456AF12}" dt="2025-11-23T03:48:58.173" v="17" actId="478"/>
          <ac:spMkLst>
            <pc:docMk/>
            <pc:sldMk cId="755991383" sldId="405"/>
            <ac:spMk id="17" creationId="{DE794B49-2AFD-7222-5BAA-2F146774AAB3}"/>
          </ac:spMkLst>
        </pc:spChg>
        <pc:spChg chg="del">
          <ac:chgData name="UBAID QURESHI" userId="dd4ae95d8f7c04fe" providerId="LiveId" clId="{AF920071-46B6-4E4C-A6D8-3E93B456AF12}" dt="2025-11-23T03:48:58.173" v="17" actId="478"/>
          <ac:spMkLst>
            <pc:docMk/>
            <pc:sldMk cId="755991383" sldId="405"/>
            <ac:spMk id="18" creationId="{656DE682-E1DB-21B3-7758-345490836F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C233C-260D-401B-95B7-C72C1DC93916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B54E9-21D9-43CB-B211-5B7D902DA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4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60611-302A-ED85-1C78-B8584829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F8191-B101-4CE5-A340-DFD01E4AA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EB607-EB05-80FC-4CB0-CBC23DEBC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1ECFF-ABD0-8149-2360-4A0E7EC88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883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132CB-622E-7DC4-C0D3-4E004D02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C6A79-D701-BEBC-0DB0-0136C59E2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24579-202E-68F1-6A3E-F4F7E62D6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E1613-3C51-E8A8-5409-216A9874B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707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A6F3-14CB-C07A-941C-96043C86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6B37A-F263-A03C-FF67-D7A75B5FD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66E51-66C6-750A-01CF-EBECE2479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3FB31-AB19-8103-AFC3-0EDBD7AE7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6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A81A-F2E2-68F8-1357-09C4C127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69B78-C51F-C973-3F45-85D950E7A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3CA11-4960-474C-00D4-430E50A70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5244B-970B-430D-B2D7-BE2D9FD11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018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F3D6-1740-A296-28AE-3C9C0828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04285-18D0-4ABC-4D17-DF3C8ED91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943D3-AC40-2E1C-69E7-8C7085CFD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7B929-868C-18AF-20BD-50E0B3DD3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73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1A85-1E3B-76B1-F153-159D302B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42873-B045-6E6C-D507-1CBCBEA5C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69BB2-1B44-0EDB-1184-4AD2BFA76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B5471-AA89-C508-3289-06950A346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251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3B724-A385-982C-3ACE-2C1B1D49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D0792-A39E-EA03-D945-559BCC11B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7A260-1D84-4802-5EAB-5B34A934A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ACB91-04D8-1137-CBC5-67F33870E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572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99853-25A1-CD44-B11E-C9FF4241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17709-D886-B273-8236-721118395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FFE45-A9DE-C1F5-BDB7-1A7514C47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3D909-D727-FCF0-F870-5EB54989B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660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0F82-3DC0-55A1-A22F-283381E6E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54B7-47D0-73B2-20F3-41A5404BC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55190-F83B-CA85-A994-9091270D1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0977B-1D9E-CED7-2FB0-D71757E7D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67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6EFA4-4064-A822-ABB1-C22AC5B6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C2648-DA02-F204-D375-6FB307364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5A94F-69B0-AB56-52CB-1E612EB8C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9500B-8752-75AC-10C5-7AFF5ACEA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874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67B6-CE0B-07ED-28CE-E80FC13C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7113F-7296-E019-78FC-ACC99910C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0B18E-D1EB-7501-C0FE-C8EA4C9B7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Time </a:t>
            </a:r>
            <a:r>
              <a:rPr lang="en-IN" dirty="0" err="1"/>
              <a:t>complexi</a:t>
            </a:r>
            <a:r>
              <a:rPr lang="en-IN" dirty="0"/>
              <a:t> is 0(n) because it is the worst case to find the current in each node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1EE24-EACD-6F58-3F51-6169AB777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829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73F90-E27F-7C91-BBCF-9BEF2536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B0EF9-4029-634F-B545-468EF2D7C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44045-8B61-09D9-5872-26C37EF0B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E478-C8D2-3C87-103B-D9062B101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6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EDA0-79BC-1679-B042-1278361F8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4EA3A-B4A2-5E0B-922F-69686F216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8881-A168-DEC4-CEC8-F2C25B52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9DDA6-CC7D-86D5-210B-3D5EC1F9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C489F-6E3E-ACF8-05A0-F358DB04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95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22808-A73B-B112-0374-13AE2613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1B4A-E279-4864-B259-327E945BE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94F81-A755-2B0E-CDFF-31A9CEA1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CF829-9967-EB63-C3AA-1D8FC0D49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4869D-15BA-A801-2A54-2777934E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658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E596-4C2E-61D9-3F73-F0C06949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A381B-AE83-0AD6-E1B4-4A07B5E7D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CBBA9-531B-2BA5-34A0-21F7F5AF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1F7B6-6A72-8A21-77BE-E17F75F9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D060F-66F5-FA4F-0612-6B7580A8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67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98A9-F969-8E74-D51E-66D54D8A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AE343-1551-BAF1-B47B-E98EE3897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FCF25-53A3-6013-40D7-B9B9A4C5E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D37FC-D9A0-2AF1-4551-72970A4F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92DBB-31B6-0FC7-6356-DCF0B11C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48F4B-1DE1-00B1-FFB0-BC3D27C0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04BB-7154-7D57-6EA3-E8F084C3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3EF7F-9E23-108F-137A-6A2FBB112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E2018-E138-B066-6ECF-0FAFD474A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16875-B8E2-0D8F-093E-807EBA12F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74497-187E-21C3-6EA1-3A823AA72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43BA1-C9C4-8FC1-AD95-0B082699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FF3BD6-C437-91EB-4C75-238EAACD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AB693-5EDE-5705-4E62-62749FBE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18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7B49-1262-29AC-5F55-5B6EFF6B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0E7B5-1F63-8D37-958F-BE8037FFD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B80CC-C8A4-7FA5-BA25-E526F126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4D103-A88F-E5B3-92F6-9424FBD9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49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B85D3-C918-9F64-C50F-4C27484B2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25FAE-3A83-D934-AAEE-28CC9B314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D3A3-E05D-2408-E874-DF56295A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99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5315-534F-6962-69AD-4F5E5824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126A-4E30-F939-DE9F-96B1057BB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5AC64-330F-9F00-7182-6022A5229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FE163-C42E-BF67-6D52-67E2E54FA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6106C-E5CC-C5F8-9881-12C69ADB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033E2-5EE2-6B25-16A2-A3DC523D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3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7BC6-5B03-5D16-81CD-E1DE553D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8D235F-BE32-DEC9-3A40-B06179447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C9F41-FC3A-8308-3228-CC0BE7326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0464B-06CB-1DFE-B598-9B20FD15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3F490-C3A0-4B9A-9A40-9BCBF405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39307-180B-AC19-7F43-CA908607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43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73C1-5FE2-D330-2773-2121CA8C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2B705-03F2-8D05-D29E-62F6DB3E3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21A15-79C0-66C2-2DBB-5330F745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260A7-2720-A716-99CD-06A39962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42E35-18E7-60C9-4E20-66D6CE58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28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06230-C3DB-2D62-589D-AFA199D5F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7647D-5DD7-AD19-41E4-4B2D52BAD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E0201-4E40-447B-395A-C1241DB3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3422B-1509-84EC-D503-27CA6DA8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376D7-712C-93E3-5E23-69D4E62A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74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C5746-D7B1-E3DB-DA2F-39FFF692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0A2FF-3512-70AF-1455-00055333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0D6E-C692-BADC-16F7-646B7AABB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12F76-1F12-4DBF-B6B8-3166CEDFA6B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9D892-0C7A-0388-1A65-B88ACA983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FC897-1651-1499-539D-C5CA180A3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E874C-C6D1-479B-BB7D-42724564F5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87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326D4-432F-0115-D12F-3A83C098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F155155-72D5-0873-134F-F739277706F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CD4C2-9EB6-F83D-72F1-00517E7D961E}"/>
              </a:ext>
            </a:extLst>
          </p:cNvPr>
          <p:cNvSpPr txBox="1"/>
          <p:nvPr/>
        </p:nvSpPr>
        <p:spPr>
          <a:xfrm>
            <a:off x="1988820" y="2828835"/>
            <a:ext cx="82143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</a:rPr>
              <a:t>Insert in Between</a:t>
            </a:r>
            <a:endParaRPr lang="en-IN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43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4389-D4C3-6B33-3B2F-BB32C822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BBBAA6-7837-3C6F-0D9A-2C7B8EC61AA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5AC68A-4448-8E60-5ABB-982833EF722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0019959-C57C-0F34-FCB0-F04FABD6A159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3B0B8B-8F43-64F9-6BFF-B48C7780A69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415747-BBF2-EE35-8758-5B76A9BC0E9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248393-4FD2-8FAA-A66E-9C819B5692B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747CA4-70D8-8D54-7F36-C269F8831DF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0207A8-EFE6-B9D2-3E96-B049AB69E105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1AC943-D795-A5E7-8090-4F55082AA7A6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52D6CD-8A21-9C63-8814-B4A74F488486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779464-BB07-4708-75AD-B810F978694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AB0044-530A-4265-9AA0-20D228742781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61F34-5D70-9E1A-614F-47A8FB8FD28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5A74D8-D684-F9F5-B8A0-603B6EE9F0E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072FA3-A698-F6EA-A9EF-1A377E2C1D15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53848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9776-4B27-1DCC-E196-5B73F9AE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7E0983-EE0D-FE4D-03EF-BCDA0C22ACE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CCD7CB-202A-7968-93CC-E6C1093145A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C0F470B-0E09-FBBD-B282-1BC52DE512C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871E74-E843-8183-27C1-202AAC3CDCA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ABE98C-9A6A-ADE9-0874-C07B4E7AE01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51A29B-0E13-A2CF-0D29-A1A181AA11A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0EF623-95A0-829C-88A4-5C76276BA7B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1C9224-E8B4-46B9-361D-AE2F0A47AFF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E111A4-049F-6D0A-6B35-548345D97E2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561025-9821-3A55-4545-F2398EC36E5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68973-D767-6F68-2D4F-B2DA028CE8C5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6FADDF-AB4F-319B-AF21-265DFE25498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BE4DC5-DB72-3B95-2DC3-1D3C30D2208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837C7D-BE97-6A78-CE7A-7B50965413B4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BFFC92-1B7C-8691-9FB1-0AB5CE05C89E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5C7D52C-BC7F-69BF-186C-A74AC588A790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15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55CC-9874-D9F5-0F4E-E4454AE9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8B4D79-E4FC-449D-7BE2-A222A5E4987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CFDB02-FF32-447A-E40C-5F7ABA13CAD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C3E743E-FD52-B7CC-A6A0-74E6CA56806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328EF5-9F83-5C1E-246B-4DC1EDB0C34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B087DA-0665-D98C-0374-CA53349F664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71D66-D78B-009E-FA79-DF1E8964176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78BA41-B4B4-ADB4-40B1-63051AF1EA8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E8B1AA-CA35-F1EF-22D9-B08691B37BD5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F7A299-42EB-BEAB-27C8-4305AD8E1DC1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04F899-1F5E-A281-28F7-1B482CA816CE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3800AF-C435-A7D1-E7F1-A0D7271365A5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0874E5-C689-C9C5-CC45-03FFCE86C294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98E2AB-DE6E-13CD-E113-A1178107691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441CB6-58C7-B541-2DB8-5E22471CAD64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FEF59-CC40-2A23-2620-500C55723B4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9ED6F60-FBFC-6CEE-00D8-30E55F3E68ED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A3B2F3E-4FC6-A228-C88A-BDF903088D5B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327202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E6A8-C674-53D3-BC21-7CD122A9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871261-26B1-2167-8040-2A061281B59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C9C111-7BEA-8E0E-341B-AD3B83116948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90A2756-170E-A259-31E0-5B03FD0EA0D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FEAC1D-311F-5E8A-4725-968DB61C3F8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85399F-D1E8-165B-3745-C0C95BA1B1F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5AA4E3-25ED-9B9E-48DE-664B01A6E3F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69C670-0BDD-AF62-74A3-AFF1FE5CC90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4D7E27-EEEC-8001-481C-252E0BC2986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9991E0-3220-42A6-7406-D5C9EB56DD3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3A959C-92FC-39DA-F1C2-A492265CEF09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94FC0C-EFC0-BB16-DF47-5BD9AA804CF9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DE5D6A-5748-E489-C9A6-3A4C64E633C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B0B90A-B344-2F2C-4E7D-86697CC360C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289B1AF-C484-8A4E-87ED-1A6F168F996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CD40B9-3024-01A0-F60E-FEB676A45E19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E138F4D-7942-669A-4C23-CC118C6413A7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DAEFC36-1369-87D0-582A-05D351A0F633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4B804B-2B66-B173-5CD0-BC663892C9D0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4F22AB-5659-242F-A969-D0EC9FE036FE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</p:spTree>
    <p:extLst>
      <p:ext uri="{BB962C8B-B14F-4D97-AF65-F5344CB8AC3E}">
        <p14:creationId xmlns:p14="http://schemas.microsoft.com/office/powerpoint/2010/main" val="209220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05A2-543B-E5B5-295B-C9C2E270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DC70EE-4A08-802E-AAA7-5E9C12B5546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E5A2BC-8D2B-E295-E093-907A5E33D8B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0981C58-BE46-9EBE-B4F6-98CDF397983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E6C578-4D4F-ED26-4EB9-3A028D06931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FE4A02-932D-011B-C75B-13E5AA69E1C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1E0310-076B-46CD-728B-02E3F63895C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223F489-DC3F-F268-9C19-A923C55B0A3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966F53-F0C8-E876-BB83-B0E0DE5D6949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00A61C-842F-208B-BAB1-2D139648E161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96172A-6699-3779-0EBE-17F009E3C574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7467B8-DE9C-6752-4594-C3D78785B531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55FA90-E80D-C1BE-BB80-084D6DA4EF3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6C67BA-94BE-A138-B4F6-08560ABD5F9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4400B53-3453-3CBD-44F3-CE1297D50C04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46BC2C-5A00-5B12-B5E9-3B9F18C550D6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ABD1061-CD3F-B4DB-83F9-54E7F2127421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51D1F95-FC42-9D94-2B9C-751010A18CD4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28D39E-BC6F-ABEC-D8DF-EAC585CACCAD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13A0A-7E38-33BF-D548-57305EB245E5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C1AFE3-B5CD-8CF9-6B0B-F0B35FCCAF7C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</p:spTree>
    <p:extLst>
      <p:ext uri="{BB962C8B-B14F-4D97-AF65-F5344CB8AC3E}">
        <p14:creationId xmlns:p14="http://schemas.microsoft.com/office/powerpoint/2010/main" val="322515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767C-477C-9FC0-B9AD-FCA1268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79F053-84FE-AF25-0761-3ED8093B394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AB05D4-AAF7-D833-5E86-E36F8BCEDAF0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A9D81BC-E60F-D2B0-18E9-C7CE88D1C54D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48E8C7-E454-67C9-AEDD-873D4EF0A3F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C5B714-4729-FAD6-7F35-B3CC800F993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07F65A-CE2C-C7AD-7252-8A96E5F2056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7E4C25-62A4-824B-D57B-C834BE32712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DF2DA8-E605-537F-7814-0A674AFE3FA9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E9E751-EE03-E2F2-2EFC-192AAFDB6EAE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671FCB-FDAB-93A5-49A3-45217F26ABB1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59F2C4-F444-FEE7-459D-8F3E49785C6E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CC735E-D554-AB24-F9B1-8BC60966438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16065A-4D4D-3DAD-FBC0-8361A82B709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55ECDC-6E0A-D90C-7A43-B7485F9039C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F0A821-73A8-B3F7-C517-A275707DE501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075B607-FA4B-B118-D5F7-4F9C3F2C3A06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F2F5BFB-063C-4413-95CA-29E71F9DFDA8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A185E6-E96E-BFF1-01F4-D5E448D02598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DE5739-4975-E3F1-3F4F-3656A92F8319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A9438-738A-5539-E479-D6BF41BBDB08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1EEAAA-2DBA-DFBE-D3D5-8615A46195C2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350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34BA-86E4-5587-5610-B755DFC3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C803ED-1ECA-6AB8-CFB9-030A17032D9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352FAE-9C17-0C6D-543D-7DEA16E8B12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D35049D-A1BD-2269-54E4-6FEB606770B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79F605-8969-825F-5287-0C37B21EB6E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662F15-90C8-F0E8-3735-23AA6CEFF2A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4EFDD5-735D-867A-99A9-D8A89DFDA3E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1F4774-4DBD-AF30-68F6-F0A8F895449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8E4500-E014-9DD5-B698-E71E7204BBF1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F9B62F-85F9-D0E6-945F-3238DD924AAC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36AF6F-C66B-24E3-92E1-C33047F1218C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3C5C96-C60B-E340-6022-7670EF3B349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C1CC219-CC2D-D1DC-5287-98EF6698EBD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BDDEF0-7729-2044-4373-AB93A79C49F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4C2B88-6A00-1080-25E5-11CE38F93278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0D61FC-0E17-4F5C-153D-BAB2179959D7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305FDBD-68DD-CDA7-9409-9195348B35B3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1C57C51-B327-07E0-86C2-08F43AD83F6A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F2DC5-F77E-BF0D-DA26-24FDBDCC037A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AEA7EC-C00D-77EC-9A79-609609C0B061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68A95-82C3-8D9D-179B-161DB3F38535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A7DE8B-B516-31EE-9118-F293D0F93797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10BDBCF-03A5-0ADA-6935-179F5C613AAF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</p:spTree>
    <p:extLst>
      <p:ext uri="{BB962C8B-B14F-4D97-AF65-F5344CB8AC3E}">
        <p14:creationId xmlns:p14="http://schemas.microsoft.com/office/powerpoint/2010/main" val="321619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8E12-09C7-1115-D032-D581B9EC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4BEE15-5880-B731-C3FD-807C5FDAF57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93CFB6-1CA2-C301-DC4D-5F33144DCFC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3674CC4-BABC-8B88-D1EE-76E1001A7F07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4796BD-D563-181A-989C-A1D0D7D843D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225FA6-A6CE-F6E6-DAD3-3369645384B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699F30-0746-5A89-5B8E-59AE5087E95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D855-41CA-900E-8441-FBE22BA4DCC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C8277B-F6EB-A22B-F58E-BF40F918912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C75FBF-F869-B7C1-F193-6F23E8126BF6}"/>
              </a:ext>
            </a:extLst>
          </p:cNvPr>
          <p:cNvCxnSpPr/>
          <p:nvPr/>
        </p:nvCxnSpPr>
        <p:spPr>
          <a:xfrm>
            <a:off x="3462180" y="251336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8952F0-C9AD-5FC3-E142-886B83A28A9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63333B-25B8-5D07-7B8A-EDF512B3FA73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3927C6-D3A5-D8AB-DAE3-ED1A28CBAD4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6FC885-63BF-7E4F-75C0-E7CD031F078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2914929-85C6-5BED-58C4-D0573157625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5EA9C1-F013-9019-534F-D309E26D3AF4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AFF9496-3120-3357-A521-DFE7B5D18C42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8B6A0E3-AD47-5C53-8FBD-841C16DDD02C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4CCEFB-EC01-0A11-D72B-6619C78997A1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2FBA-7722-E657-D9CD-C9704683415D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B3D47D-4281-3F17-F32C-B822D225BB3D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78CBC4-C8B8-AEB6-359B-BFEC1A3601FD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68A3ACA-459B-42F6-9BE5-877933BA51DF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F285DC-3BA4-BB0A-1EB4-1D09212E497F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2929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7F5D-E7D5-CAE1-0816-FDE5C68D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87C68A-791B-6C4F-6E4E-E9872F9A9D0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16C8BC-FBA4-1BD7-D12A-CA3293D9B26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A967958-91E8-5F4A-C0A8-E12762F05C2D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222C88-88E9-734C-26B6-FF5585CD436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CC49BB-97B3-86FE-9FAA-97474016CBE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6CA0F5-9D80-8876-96EC-AEF24CE3C23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278C39-3626-681A-C20B-934BAEFF673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2CDAD8-6985-3E45-0EC3-D47E7E4E17B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A20688-DF19-BD5E-8F00-05F4659FE290}"/>
              </a:ext>
            </a:extLst>
          </p:cNvPr>
          <p:cNvCxnSpPr>
            <a:cxnSpLocks/>
          </p:cNvCxnSpPr>
          <p:nvPr/>
        </p:nvCxnSpPr>
        <p:spPr>
          <a:xfrm>
            <a:off x="3355500" y="2589565"/>
            <a:ext cx="0" cy="7784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573012-4ED6-F6CE-3944-ABB79CFB7D16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019682-E571-A4CB-B0D4-359E91C9CF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579606-1EE3-E24F-8762-25CD5559AD43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A41AE3-7A94-3D68-7674-024419CCEB5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F1412F-B6BC-D411-60A5-EDDFFD69E850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3CF9B9-188C-6E32-0D12-25FF5C82B2D0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B12F6CA-C09A-357D-BFB6-38C36007F0C7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37A68D6-071E-6B08-21E7-C018B444061B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CB6DEE-5CC6-AF99-9DB3-500A790ACFB3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A495F4-7C2D-E76B-05DB-FD8B787EE868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DEF749-AB60-985B-E98F-3E080ACD787E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2FA6FC-B3DF-F4E8-D740-658C1F1D24FA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F6BE870-D178-D791-AF74-C2FB8377646C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DE1D54-BDDA-3555-279A-22169B0BE90A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344366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F330-C0D3-DACB-BCCA-F722B4DB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74CB29-F8CE-DC75-A13B-DED911C732A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9F0B8D2-FA36-4CED-6E6E-3C7FD8F3A7DA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4183782-0ED6-94F4-0FBA-4CAAB9A43A39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517FCA-57AB-EE83-13FC-8DC4D053B7F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A657BB-9F87-6CF3-0F10-B6F8C33D2BC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B96595-DB4F-FCE1-073A-450F9031F40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DAFD30-A2DC-9B40-0D27-2C5A5E57F20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A8FCFD-3C9A-A0C6-90FF-E19FE942470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A4FCF4-43EB-6DDF-35D7-4940E808E007}"/>
              </a:ext>
            </a:extLst>
          </p:cNvPr>
          <p:cNvCxnSpPr>
            <a:cxnSpLocks/>
          </p:cNvCxnSpPr>
          <p:nvPr/>
        </p:nvCxnSpPr>
        <p:spPr>
          <a:xfrm>
            <a:off x="3355500" y="2589565"/>
            <a:ext cx="0" cy="7784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725932-EABE-B7EF-165D-077DFF06003A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233E39-163F-EAAB-759C-4172D3B23EE5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F04024-3338-701E-6B43-27FF1516211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96EA48-9363-DAF4-A511-82F4F739026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A811A0-9ACB-4A78-C9E9-78098B983358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38005-B901-A4E1-420E-99D8148DFDCE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22EA3E9-2325-5B2F-20CF-7C5B9FF59D45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9469B58-C4F1-4B34-0F10-C90CF431C1C2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47CA73-5555-8E00-AA32-18950A6D16DF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1D6288-D426-BEC3-D866-7961DE3B2B4A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0D9B6E-CD85-A0DE-9F66-0E20E794CDA9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8F6246-82A1-5FDB-3DB2-9048A4A42FCA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E1095B8-7858-B2C5-0FEB-E7CD30BD0A9D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C82D15-D38E-D94F-0957-74120968EF8D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63436C-5F04-A8BA-033D-F57429205F12}"/>
              </a:ext>
            </a:extLst>
          </p:cNvPr>
          <p:cNvSpPr txBox="1"/>
          <p:nvPr/>
        </p:nvSpPr>
        <p:spPr>
          <a:xfrm>
            <a:off x="6068220" y="5590252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current -&gt; data != 5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current = current -&gt; next</a:t>
            </a:r>
          </a:p>
        </p:txBody>
      </p:sp>
    </p:spTree>
    <p:extLst>
      <p:ext uri="{BB962C8B-B14F-4D97-AF65-F5344CB8AC3E}">
        <p14:creationId xmlns:p14="http://schemas.microsoft.com/office/powerpoint/2010/main" val="3194063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87FFF-C573-835D-F608-8DB43232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3E0758-C4B9-8F7B-345F-1537366F5B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70ADCE-6120-E6E6-A076-FF5664FA3C2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1ECE805-8492-FA10-29CA-A129F8B4169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394F03-FB4E-FE9A-DC89-C0563813428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76BBAE-106E-4C55-CF82-D8E5D6A3750D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525186-7410-7198-B24E-8CBD44008F4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D3ADAC-A129-FA12-EE58-66EF6726E208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1BD1B6-EB61-22E6-86F1-D2A5B8D25C8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ACB821-C480-6F9F-16D9-978BD0F838AC}"/>
              </a:ext>
            </a:extLst>
          </p:cNvPr>
          <p:cNvCxnSpPr>
            <a:cxnSpLocks/>
          </p:cNvCxnSpPr>
          <p:nvPr/>
        </p:nvCxnSpPr>
        <p:spPr>
          <a:xfrm>
            <a:off x="3355500" y="2589565"/>
            <a:ext cx="0" cy="7784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C27C73-76FB-102B-0D38-BB204E7EE1D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DD535F-460C-4619-3594-0D4A336A8FE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866572-955E-E523-B810-CCDA8A1EFF6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2CDDA8-980C-B792-A2EB-0561218447E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997BCF-1719-FFCD-A65B-7B289C41A659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42FBE-7358-35F8-AAF4-58A0AC6B4F8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63D4391-EBC1-9B6D-D10E-07207ADF7360}"/>
              </a:ext>
            </a:extLst>
          </p:cNvPr>
          <p:cNvGraphicFramePr>
            <a:graphicFrameLocks noGrp="1"/>
          </p:cNvGraphicFramePr>
          <p:nvPr/>
        </p:nvGraphicFramePr>
        <p:xfrm>
          <a:off x="3226806" y="346958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48D7189-0F2D-58BA-1529-A320DF21083C}"/>
              </a:ext>
            </a:extLst>
          </p:cNvPr>
          <p:cNvSpPr txBox="1"/>
          <p:nvPr/>
        </p:nvSpPr>
        <p:spPr>
          <a:xfrm>
            <a:off x="2653951" y="1627779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844B38-B116-1C41-0E50-EB4466E55022}"/>
              </a:ext>
            </a:extLst>
          </p:cNvPr>
          <p:cNvSpPr txBox="1"/>
          <p:nvPr/>
        </p:nvSpPr>
        <p:spPr>
          <a:xfrm>
            <a:off x="5915820" y="4020532"/>
            <a:ext cx="732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New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271DBD-00C0-F343-B2E2-8E21E9BF56C7}"/>
              </a:ext>
            </a:extLst>
          </p:cNvPr>
          <p:cNvSpPr txBox="1"/>
          <p:nvPr/>
        </p:nvSpPr>
        <p:spPr>
          <a:xfrm>
            <a:off x="7394100" y="4005292"/>
            <a:ext cx="181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-&gt; next 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4218EB-FC6B-5BD5-7AD2-5A8A7ED36C46}"/>
              </a:ext>
            </a:extLst>
          </p:cNvPr>
          <p:cNvSpPr txBox="1"/>
          <p:nvPr/>
        </p:nvSpPr>
        <p:spPr>
          <a:xfrm>
            <a:off x="8628031" y="398997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7D7383-6AC9-F052-0418-62F8C11E471D}"/>
              </a:ext>
            </a:extLst>
          </p:cNvPr>
          <p:cNvCxnSpPr>
            <a:cxnSpLocks/>
          </p:cNvCxnSpPr>
          <p:nvPr/>
        </p:nvCxnSpPr>
        <p:spPr>
          <a:xfrm flipV="1">
            <a:off x="4422300" y="2834640"/>
            <a:ext cx="182880" cy="8826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1277B9-E1A5-A004-6055-4A2829FE8FF4}"/>
              </a:ext>
            </a:extLst>
          </p:cNvPr>
          <p:cNvSpPr txBox="1"/>
          <p:nvPr/>
        </p:nvSpPr>
        <p:spPr>
          <a:xfrm>
            <a:off x="5945791" y="484341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B9B01F-ABDF-E223-A94C-332CFAF717E1}"/>
              </a:ext>
            </a:extLst>
          </p:cNvPr>
          <p:cNvSpPr txBox="1"/>
          <p:nvPr/>
        </p:nvSpPr>
        <p:spPr>
          <a:xfrm>
            <a:off x="8003700" y="484349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146EB-D4EE-24A4-5C10-B7EF25B7E300}"/>
              </a:ext>
            </a:extLst>
          </p:cNvPr>
          <p:cNvSpPr txBox="1"/>
          <p:nvPr/>
        </p:nvSpPr>
        <p:spPr>
          <a:xfrm>
            <a:off x="6068220" y="5590252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current -&gt; data != 5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current = current -&gt; next</a:t>
            </a:r>
          </a:p>
        </p:txBody>
      </p:sp>
    </p:spTree>
    <p:extLst>
      <p:ext uri="{BB962C8B-B14F-4D97-AF65-F5344CB8AC3E}">
        <p14:creationId xmlns:p14="http://schemas.microsoft.com/office/powerpoint/2010/main" val="755991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602</Words>
  <Application>Microsoft Office PowerPoint</Application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2025-11-23T03:46:45Z</dcterms:created>
  <dcterms:modified xsi:type="dcterms:W3CDTF">2025-11-23T03:49:04Z</dcterms:modified>
</cp:coreProperties>
</file>