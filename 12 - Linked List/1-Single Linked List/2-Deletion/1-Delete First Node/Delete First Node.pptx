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28" r:id="rId2"/>
    <p:sldId id="438" r:id="rId3"/>
    <p:sldId id="431" r:id="rId4"/>
    <p:sldId id="432" r:id="rId5"/>
    <p:sldId id="433" r:id="rId6"/>
    <p:sldId id="434" r:id="rId7"/>
    <p:sldId id="435" r:id="rId8"/>
    <p:sldId id="436" r:id="rId9"/>
    <p:sldId id="43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0238B-9625-44FA-AC1A-91CB04D5DB8F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0A0D8-4AE8-4C56-9CD9-E944B454F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20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Time – 0(1)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6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55EA-C0DF-D182-5560-CFC16E667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4F7AC-9134-68F7-9D9C-24CBDC692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FB6C6-6436-A9C2-773B-3C94E216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B515D-5598-0F29-9EEF-B808B73A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60E0-A589-2E79-A184-B5A4E96E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88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7C5F-42CD-728A-1A10-465EECDD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3D238-6BC2-FCBF-5BE2-963C2ED59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44310-6C03-8397-05B1-568E45174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78A9-CCE9-C0AB-2184-35BE4066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F4693-A0EC-8822-F410-1E5E373E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44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4695-1BC2-57F6-43BF-351003A3D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82C7C-991E-1BB7-AF4C-6702ECD19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F8E1D-A16A-A5F2-2BFD-2E60AF79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62B61-3F92-1058-7C37-CA80B017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4A8A5-2CA4-970C-01B3-7BDAE53B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82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1163-A807-87F9-B3C3-9E8E7172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2DCC-4118-F174-DBA0-75858EC8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95F6B-2379-8377-229E-A6A6E2673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5E7ED-2087-DC67-D257-DD3E4EE0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2BF30-8ECD-6B94-4C80-AEB30357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022D5-8F72-8407-2E5B-9B58E47A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383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4C37-A20B-7F0A-B9E1-288BCF8A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0B05E-8007-739C-D5B3-B98F04D66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C3E9E-8683-C70C-FBE3-8B980E32B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9C839-BAEA-1501-3536-51C14B3EC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2C7F9-410F-7129-4520-58AFAD3DD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39586C-AE2D-0C98-56E4-093E46A3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524F1-0070-89F7-8C15-A6236CD85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1B1FB9-3BEC-D6E3-A803-85549E26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73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BE17-9307-D7F7-02D3-D6BAF4F0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4499D-8EE3-9C7B-CBC7-72B44BAD4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D4206-7FDB-03D3-8E9A-BE0BE435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C2E3F-8E93-2B7E-1848-55C7894B9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5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398ED-E009-9210-C798-A9C39210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98D04-F9A3-7FC5-6237-1DF020D8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B0D4B-72B2-963E-94E4-B7AAF213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73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0755A-5BEE-D66B-D8EC-EF9A6BAF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7EEC1-7FD5-59CE-196D-795E9BE1B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2F82C-7916-2E42-9D17-0A50440BC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CEA1F-7E8E-B839-BB79-13EFA3A6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A45F5-6F4A-38DB-29FA-3C9D9D6C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ED497-9760-AA5B-FD6C-BADF1241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8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58E1-0D9C-844F-4FED-82353570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B11A5-3E27-6364-A616-FBD8AC680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F35D1-4121-49AE-AB37-BCA1A7942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B8B16-F352-5910-ADFF-E39E6A8C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5BE8E-B65E-895C-0469-47DB4A74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68378-7CC3-B54E-862E-0F7868D6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7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FCF0-2236-46A1-6B61-7107E41E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9D6B2-80E5-3821-2FDF-50904B842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CAC71-71CD-DDD4-8AEB-6C436BD8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DF540-0874-08F8-5965-79BEB004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11EEF-645E-E19A-DB1E-08F49971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57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D827B-D1E1-E47A-4D21-098182B7E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05E45-068F-5136-BAD1-7409B08E5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0D1B1-7148-3429-FCBF-D1F61BBD2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6F568-CDF9-C915-682D-7A4F1B02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C11EA-6E6D-6F3A-C93D-77E99776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6B7E7-5670-2D8A-C242-887FC9C7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0789C-BC5F-975F-A2EC-2469C6BA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31B9F-30D1-6329-4D7F-9EF2025F2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5F1240-2AC6-4E7E-8019-DD9731652C7B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259F2-55B0-87E7-8DC3-079DFAC2F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86F79-2667-4DAD-892D-2A9638B17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86CE6-A927-46A8-935B-9B244B181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01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2291-7D1E-69F3-9678-B43E8365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758C0B-95E6-E56D-5A32-7D891735EC7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635F1-CDA3-65F2-B8F3-79FE260E0F27}"/>
              </a:ext>
            </a:extLst>
          </p:cNvPr>
          <p:cNvSpPr txBox="1"/>
          <p:nvPr/>
        </p:nvSpPr>
        <p:spPr>
          <a:xfrm>
            <a:off x="2701684" y="2924278"/>
            <a:ext cx="67886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</p:spTree>
    <p:extLst>
      <p:ext uri="{BB962C8B-B14F-4D97-AF65-F5344CB8AC3E}">
        <p14:creationId xmlns:p14="http://schemas.microsoft.com/office/powerpoint/2010/main" val="1343023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8DBCC-2AC4-370A-91C7-77DB417C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20E959-A099-CF12-22B3-1FC78BBFA2F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C45CA5F-F79A-D4B2-A58A-72F9806DB4F9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1358369-73EA-1716-8948-ED46492B3097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302D38-3BD1-6417-5297-DA309F7602A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2D3545-9EA7-BEF6-878D-9E37EE2BF99A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BA4302-C2D7-3D6F-9355-6A050ADF86A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84E1A7-4418-B54B-7671-C9450673516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D661AD-5E25-64F4-8AE8-008151D3B5D2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514811-2ED1-4A00-ECC8-24080E346FC6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1B8C67-32C5-7B13-6306-379794769E2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F688CD-4654-41DF-F42A-D6A1AE37D62B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EB2D56-B38A-B087-1D24-A01FF5C6AD6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80E4A5-2077-7636-05CD-BB3479CF5AE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414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F835-21D1-EDE6-5680-3087BAFE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37C296-5208-A036-5970-4A9AA2C549A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85A47A-AD0F-14B5-C2CD-3996F72FB66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C64D157-31CD-24A9-ACCF-CCA7F0CA3655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FB536F-D4DB-E644-8483-BF2F63C4EA6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989D5A-B864-2792-AFDB-6D87ECC6D1E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8B5904-A873-FCDF-EFEA-8C0B5257C0F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D6BCC8-EF3F-0D1C-10FB-C53A4332E75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680EF6-5A98-AE52-EBC4-AFB43AC31FB2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A37DA1-D46C-C067-634B-E8750782C4E5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D4D1D0-F2D7-A9F8-EABD-5684CE0B69F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CB00DE1-8EC3-3FDE-24AB-C79D0C4C671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41DCF1-4277-84E3-89B0-92FD848EBA4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7AEB70-6B0F-F2AE-8557-B7D010ADDBC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FA1CFFD-99F9-4270-423F-2A8EB94B0EBB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4B0FC16-FCC5-D5D3-8738-2AB2ACB97A7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EA61DE-9D45-8309-02B7-CE16CF6F2B9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E5AD44-D9EF-FC6E-065A-2812FE068191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F318A-C118-0A42-2EF3-DCDDABC72D85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F6D82-6218-0F38-20B9-ABAD3DC2A4B6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</p:spTree>
    <p:extLst>
      <p:ext uri="{BB962C8B-B14F-4D97-AF65-F5344CB8AC3E}">
        <p14:creationId xmlns:p14="http://schemas.microsoft.com/office/powerpoint/2010/main" val="72551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CBF6-6517-2F1E-62B8-E9938987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E435F0-E7E0-1E7D-1E6D-1F5AB5A32ED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29A748-2AD0-AE78-8158-65F2D36B785E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4EC7EDC-30D0-1D96-2A18-D1A68A16586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009EE8-15C9-53C8-80D0-2189A747487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10AEB5-C6D0-5E5E-70A2-78E5B129E79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BAFC7C-ABF1-9FE8-CB8B-34A359F7B8F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5A455A-D814-F69E-DC77-35073798814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660077-C451-2273-5CCA-1E5391F0B9AD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2276A1-E521-905B-0C86-6AC54B210939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0F899D-A2C5-E09E-933C-211FF303BD0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1B3A77-5978-1046-BCCA-4DBC6E7144DB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4B3FDDE-6271-C5FA-C475-E1D54145AA07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795BE1-E1E1-62A1-EFC2-FD5E0B2DD30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E830CAA-B7BD-3A68-0142-111CB06F5B22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33946B0-5D46-C21B-A12E-AF65A9E630C5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C39329-D387-83D6-860A-B74AB5082DC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1204B-AC2E-4AB6-385B-5CB4CE2FB37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EEAC3A-C732-6E42-4C07-CAA46599ADF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C6A9E-DA44-1384-33BA-24168B1DB3DC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F6233-A978-C611-2286-3C6495CE0C4C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07AC3D-B4CB-2BC0-87EA-35A27C258041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11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F8CF-612C-128B-2678-A42A525A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2973AE-4C7D-8B83-756E-79FC24FC4C2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899F83-ED32-E6F2-4726-FF268DE0E31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A738EF-535C-B4AD-8198-CEB77D77028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5EFFEC-46F9-631E-4A9E-609BB035597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3FB783-5D76-574F-8801-A1913FA8CAB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B60541-66C3-4A30-BADD-83686342C0B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1B60EB-7CE3-567D-5F5C-964B2505CE2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6AB28B-48A5-5DE5-F9CB-63C2FD8295A6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5E8FE9-0924-32B4-57D5-A7488EF96A2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9882C1-AB33-1357-8374-471AB948721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982513-D55D-C2D6-7676-67ACACF3A66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EEA9C8F-7DC0-9F62-2688-3A1F1333889C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5D8C7E-A8B9-5B60-A5CF-04F866EEB09C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1BAD9BF-D566-8A7B-70E7-641B1BD1BBD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50E6B4F-1919-5F0D-D0AF-086C15B2CA1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972B3B-7628-9399-4171-4C78E70DA757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9DF42-B21A-7C4C-F207-F2922EBE30F9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EAC6E7-AE38-9C7D-1B57-96111A46262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62313-9FD4-DD7C-025A-C3D420456DAE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906153-A3E8-EB38-2F73-36D567DF0D35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0A931B-559F-EADF-C2E3-307CABD2B1A5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190DCF-D31E-0C07-1914-04EE0C9457C3}"/>
              </a:ext>
            </a:extLst>
          </p:cNvPr>
          <p:cNvCxnSpPr>
            <a:cxnSpLocks/>
          </p:cNvCxnSpPr>
          <p:nvPr/>
        </p:nvCxnSpPr>
        <p:spPr>
          <a:xfrm>
            <a:off x="716280" y="2791005"/>
            <a:ext cx="0" cy="51607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23612B-C6D1-84A4-5AAE-CB2A388E486D}"/>
              </a:ext>
            </a:extLst>
          </p:cNvPr>
          <p:cNvCxnSpPr>
            <a:cxnSpLocks/>
          </p:cNvCxnSpPr>
          <p:nvPr/>
        </p:nvCxnSpPr>
        <p:spPr>
          <a:xfrm flipH="1">
            <a:off x="693420" y="3307080"/>
            <a:ext cx="2180670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7AE232-2A37-ECAD-88B0-335F14433BB5}"/>
              </a:ext>
            </a:extLst>
          </p:cNvPr>
          <p:cNvCxnSpPr>
            <a:cxnSpLocks/>
          </p:cNvCxnSpPr>
          <p:nvPr/>
        </p:nvCxnSpPr>
        <p:spPr>
          <a:xfrm flipV="1">
            <a:off x="2874090" y="2791005"/>
            <a:ext cx="0" cy="51607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75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5F47C-0A88-888D-F4D8-2E5A4B40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534F6CD-E4CD-09E1-8E9F-B8DCE047EA3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359061F-89D7-505B-19FC-5133D360F1A2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60C29A0-26B6-F9B2-17C1-0DD915CFE0CC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89C14B-3182-98D8-E210-734E488F92E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4E63FB-B703-19D8-A370-0E6B5350EBE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9C9706-0284-DF5B-DE16-3F6418FE0B5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95B15A-D6CF-2856-91E5-C1B5F076029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9F8DA3-8AF2-C6C3-8E01-E6A87F5576DD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1E0C57-4911-2C2B-96E7-BB2479147CBE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BD922D-D487-B761-B81A-87B6CDEA70E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815A97-06F6-9F42-6F34-DEF86B35AE81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E514D5-FE86-F1A6-7DB8-E3FC808A0DD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1FB40B-E711-979B-C215-E1100F4D8202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F5EA3E-AB41-08C3-1766-BA410CAC0F12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3CEC4DF-DA93-56E2-53D8-E0097674F217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CDF88B-4965-AEA6-96BA-8730B6E05C1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367818-663A-DE31-C769-5B931844085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03C5F-BFFE-4F63-72B3-7FFDB0AD1001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242FC-FF03-5DE2-EE8F-6CE665EC641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2C3EC-F0ED-434F-9B6D-07A81072FBBD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51797D-EB8F-96EE-F406-B3B42393D7F3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1032110-00CA-F14D-5E64-20D4934B5D58}"/>
              </a:ext>
            </a:extLst>
          </p:cNvPr>
          <p:cNvCxnSpPr>
            <a:cxnSpLocks/>
          </p:cNvCxnSpPr>
          <p:nvPr/>
        </p:nvCxnSpPr>
        <p:spPr>
          <a:xfrm>
            <a:off x="716280" y="2791005"/>
            <a:ext cx="0" cy="51607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F701BF-E500-3AF4-8F58-3799CC253157}"/>
              </a:ext>
            </a:extLst>
          </p:cNvPr>
          <p:cNvCxnSpPr>
            <a:cxnSpLocks/>
          </p:cNvCxnSpPr>
          <p:nvPr/>
        </p:nvCxnSpPr>
        <p:spPr>
          <a:xfrm flipH="1">
            <a:off x="693420" y="3307080"/>
            <a:ext cx="2180670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599E32-B7B1-48AD-3463-2AF7FFF80101}"/>
              </a:ext>
            </a:extLst>
          </p:cNvPr>
          <p:cNvCxnSpPr>
            <a:cxnSpLocks/>
          </p:cNvCxnSpPr>
          <p:nvPr/>
        </p:nvCxnSpPr>
        <p:spPr>
          <a:xfrm flipV="1">
            <a:off x="2874090" y="2791005"/>
            <a:ext cx="0" cy="51607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6A0DC0E-BB25-C7A1-2034-61411EFEA389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</p:spTree>
    <p:extLst>
      <p:ext uri="{BB962C8B-B14F-4D97-AF65-F5344CB8AC3E}">
        <p14:creationId xmlns:p14="http://schemas.microsoft.com/office/powerpoint/2010/main" val="306767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B6445-DA80-DFF8-2C14-7067EF66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3E81D6-E95F-50EB-C93F-3E154E21562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468136-AD4C-57C7-D03E-0BA3A77DB0E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605CA4C-2C5C-72F2-DBB0-1EAC4404E3E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648BF2-18D9-061B-EFCB-101BF8F9CC7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E32CF9-DC74-11D7-2774-6B73302605E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C70941-09F4-DCBE-FDDC-4E0EE1E0F86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4FC6ED-4E6C-CBE4-3E18-95AE2C23D43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5B4029-7D06-E305-D30B-AAD6F3AED47C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6D7EBC-D7ED-221B-4DD8-7B70FC6B25B3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B9830F-0E56-67F5-7F24-26A370D80EC7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74BF68-82DC-D39F-8F10-2287117FC9DC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5470109-DBD7-D425-BB0C-6F916E1D23F5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E3D964-6D7E-602F-6B59-E74E2AD98D4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AD83911-BCF2-3D5B-73B5-AF3C46FB0FE4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8EE333-DF87-D8EE-BC0D-A3C4A4BDFC5D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B41806-8A8D-7AE5-F914-E38BEC1BFBC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DD1BDF-1360-5340-B08D-26C58837026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83EC5-1516-65C7-3189-E004966663F7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BFBE9-27F1-2018-443F-706E5A217F4E}"/>
              </a:ext>
            </a:extLst>
          </p:cNvPr>
          <p:cNvSpPr txBox="1"/>
          <p:nvPr/>
        </p:nvSpPr>
        <p:spPr>
          <a:xfrm>
            <a:off x="2477553" y="165928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AE2059-FA3F-25DD-EB1B-D25F6F5EB188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640B55-16CB-332B-EF04-C595AC27AEA1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3C5A95-1D3F-A84F-D02B-CF80FAFD1129}"/>
              </a:ext>
            </a:extLst>
          </p:cNvPr>
          <p:cNvCxnSpPr>
            <a:cxnSpLocks/>
          </p:cNvCxnSpPr>
          <p:nvPr/>
        </p:nvCxnSpPr>
        <p:spPr>
          <a:xfrm>
            <a:off x="716280" y="2791005"/>
            <a:ext cx="0" cy="51607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9700739-9AA2-D661-5259-3F1F846CD29F}"/>
              </a:ext>
            </a:extLst>
          </p:cNvPr>
          <p:cNvCxnSpPr>
            <a:cxnSpLocks/>
          </p:cNvCxnSpPr>
          <p:nvPr/>
        </p:nvCxnSpPr>
        <p:spPr>
          <a:xfrm flipH="1">
            <a:off x="693420" y="3307080"/>
            <a:ext cx="2180670" cy="0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F9CC19-200D-ADB4-0FAE-945FEC8110B2}"/>
              </a:ext>
            </a:extLst>
          </p:cNvPr>
          <p:cNvCxnSpPr>
            <a:cxnSpLocks/>
          </p:cNvCxnSpPr>
          <p:nvPr/>
        </p:nvCxnSpPr>
        <p:spPr>
          <a:xfrm flipV="1">
            <a:off x="2874090" y="2791005"/>
            <a:ext cx="0" cy="516075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326926-F762-364D-7D27-B73630237EA6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</p:spTree>
    <p:extLst>
      <p:ext uri="{BB962C8B-B14F-4D97-AF65-F5344CB8AC3E}">
        <p14:creationId xmlns:p14="http://schemas.microsoft.com/office/powerpoint/2010/main" val="384030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950A-A574-5715-046A-B98588C6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EF0034-11E2-79B7-D09D-843195C8CA8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AB7E8-C93F-53E7-62EE-2C81B3EE7E8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1C551E3-BF92-4DEA-9986-9AD80310C73E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BDD6D7-1255-C2C9-B2F8-4976125500D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7C46F5-9E46-44F4-6164-00A36CDEF28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5E0AE-02BD-F404-C4F2-0797CE95CA7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9FED12-5BAD-1B56-AEBA-10CBC164446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4D40BC-DCA9-33D6-EFC0-1AE708C05D6F}"/>
              </a:ext>
            </a:extLst>
          </p:cNvPr>
          <p:cNvCxnSpPr>
            <a:cxnSpLocks/>
          </p:cNvCxnSpPr>
          <p:nvPr/>
        </p:nvCxnSpPr>
        <p:spPr>
          <a:xfrm>
            <a:off x="1267620" y="2482885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3B6ADF-4F92-43B0-545E-80D7B6A5AA8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E47ED1-22F7-F931-831A-B5017F2FA02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43F2C-7C80-E6D3-57C1-4FEDB31B3EB8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AA229A-FF8B-DFA2-6538-C6A152EE9AE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99C9E2-845A-1018-6B68-C5C69B0DB04B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92A6223-AE48-D90D-21F4-CE376F27F690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88153E0-370A-3A81-3D23-01E44B60F830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24A0A4-35B7-E28F-070E-B5B0FC5C62E6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A9B79-2F2C-43A4-2DD0-A5E741E0D697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B6C2F-F739-BD07-CD72-FAD628723D34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35940-7E0D-335E-CF6A-9B8E1B7A8565}"/>
              </a:ext>
            </a:extLst>
          </p:cNvPr>
          <p:cNvSpPr txBox="1"/>
          <p:nvPr/>
        </p:nvSpPr>
        <p:spPr>
          <a:xfrm>
            <a:off x="2477553" y="165928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BE6F7-48D0-C0F3-1826-E0086C80315E}"/>
              </a:ext>
            </a:extLst>
          </p:cNvPr>
          <p:cNvSpPr txBox="1"/>
          <p:nvPr/>
        </p:nvSpPr>
        <p:spPr>
          <a:xfrm>
            <a:off x="-172511" y="756054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841BE2-EC42-CB31-A671-858D04C56425}"/>
              </a:ext>
            </a:extLst>
          </p:cNvPr>
          <p:cNvCxnSpPr>
            <a:cxnSpLocks/>
          </p:cNvCxnSpPr>
          <p:nvPr/>
        </p:nvCxnSpPr>
        <p:spPr>
          <a:xfrm>
            <a:off x="249817" y="1217719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294EFD-84A9-3BEB-A13B-85C4BAE74A81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9BB2D7-C1D8-B636-782E-AFC840D76ECA}"/>
              </a:ext>
            </a:extLst>
          </p:cNvPr>
          <p:cNvSpPr txBox="1"/>
          <p:nvPr/>
        </p:nvSpPr>
        <p:spPr>
          <a:xfrm>
            <a:off x="3312217" y="475222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delete</a:t>
            </a:r>
            <a:r>
              <a:rPr lang="en-IN" sz="3600" b="1" dirty="0">
                <a:solidFill>
                  <a:srgbClr val="92D050"/>
                </a:solidFill>
              </a:rPr>
              <a:t> </a:t>
            </a:r>
            <a:r>
              <a:rPr lang="en-IN" sz="36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280077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E1CB-9CC2-DDE8-85AD-C0EC2502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17777A-CC58-C371-4E9F-73AE47D68DC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036FC3-B2EE-0D3F-6A1F-9F99C408BD2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BD5B6B-4F90-45DD-1BA4-EA5E22F8858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729944-F0C4-4FF3-F723-D06670CBCAB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9B522C-D059-4C32-AFDC-1E51BBE5233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5E8B5-9478-B5E2-7A10-2EBF0B899A6B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0DCAFC-5E0F-E46E-DDB0-1915360DB61A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4EBA61-3D1B-3CA6-F438-D58A6B9C234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33AC86-A765-C8CD-55C3-C4A85841D89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A4CBAA-DFC3-499F-078A-B75350AD741F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E0CB22-B6B9-3293-F595-F81B5FE931E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9EA9349-2C1A-A724-79CE-43CC31260957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7ABCAD3-AEB1-CF15-D00A-1B25E541C7F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8AE519-C909-6836-9D31-E3559543DE7F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15AA8-2AA9-9FE2-BBED-F6129B07FA62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8CACCF-EEFE-2288-04CA-9E835684E699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17C97-2EAB-8577-7022-BD6CA6798FD4}"/>
              </a:ext>
            </a:extLst>
          </p:cNvPr>
          <p:cNvSpPr txBox="1"/>
          <p:nvPr/>
        </p:nvSpPr>
        <p:spPr>
          <a:xfrm>
            <a:off x="2477553" y="1659285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A0F223-B13A-C252-5ED6-44E553F704C5}"/>
              </a:ext>
            </a:extLst>
          </p:cNvPr>
          <p:cNvSpPr txBox="1"/>
          <p:nvPr/>
        </p:nvSpPr>
        <p:spPr>
          <a:xfrm>
            <a:off x="3281737" y="392926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92D050"/>
                </a:solidFill>
              </a:rPr>
              <a:t> head = head 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6004F8-3942-73FC-D56A-21D2521A5B93}"/>
              </a:ext>
            </a:extLst>
          </p:cNvPr>
          <p:cNvSpPr txBox="1"/>
          <p:nvPr/>
        </p:nvSpPr>
        <p:spPr>
          <a:xfrm>
            <a:off x="3312217" y="4752220"/>
            <a:ext cx="4750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delete</a:t>
            </a:r>
            <a:r>
              <a:rPr lang="en-IN" sz="3600" b="1" dirty="0">
                <a:solidFill>
                  <a:srgbClr val="92D050"/>
                </a:solidFill>
              </a:rPr>
              <a:t> </a:t>
            </a:r>
            <a:r>
              <a:rPr lang="en-IN" sz="3600" b="1" dirty="0">
                <a:solidFill>
                  <a:srgbClr val="FFC000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212627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379</Words>
  <Application>Microsoft Office PowerPoint</Application>
  <PresentationFormat>Widescreen</PresentationFormat>
  <Paragraphs>150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2025-11-26T09:29:02Z</dcterms:created>
  <dcterms:modified xsi:type="dcterms:W3CDTF">2025-11-26T09:30:47Z</dcterms:modified>
</cp:coreProperties>
</file>