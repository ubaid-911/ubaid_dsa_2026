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450" r:id="rId2"/>
    <p:sldId id="467" r:id="rId3"/>
    <p:sldId id="451" r:id="rId4"/>
    <p:sldId id="452" r:id="rId5"/>
    <p:sldId id="465" r:id="rId6"/>
    <p:sldId id="466" r:id="rId7"/>
    <p:sldId id="453" r:id="rId8"/>
    <p:sldId id="454" r:id="rId9"/>
    <p:sldId id="455" r:id="rId10"/>
    <p:sldId id="45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112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27EA88-92B1-40C2-ACEB-B794AA87201A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F33E89-B83E-492A-AA27-A374CD9792D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1164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BC8559-018E-E5D6-8DEC-1FAD116470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C211E5-027D-9F59-18E9-0F7EC8A2E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6F993C1-4AB1-1599-5584-144797CDAC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8D24B1-ED44-7CAF-285F-FC3F732A4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62603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20DB0-EC0C-CDDD-05C3-8D8894EE5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22145B-5840-1242-58DA-D8F4112BE4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42570-7844-5D10-B489-015B8F8C9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B8524D-D24C-6B04-F57A-86F2C07B1B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97462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E64E2F-07C7-87E6-2A8E-8A5E83FC2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3344C1-0A8F-C30E-9744-1D7E1F6F8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8CA903-850B-DAF1-1388-C56E2547FC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7D71AB-9714-4C38-158E-03ACF3A53A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921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6E795-08E0-2823-0269-650E925E6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FFB08-EB14-2F8C-E57B-5A22CCE9AF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3409E4-CBC4-6B5A-9834-7F6333BDF2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9B7BC-D7E9-0687-AE8B-A8A240A972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85717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C35324-C41B-DE55-19B1-5ED90C314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9E3628-3F45-897C-0A65-3339451C5B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B1EFB8-0513-8476-34BC-DB50EA98D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1E4932-7763-069E-816E-EF2FA6E421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0396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9A167A-3380-57DA-E949-CCE64A5CE5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CCF8A1-F33A-1635-31FC-60B5F3D12C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737D16-D974-DB77-D02E-5D9AACF44F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273C1A-5093-84F5-3AC7-71D2B1FECD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37057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371852-7EFC-013D-3586-C800E0B46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71ACEA-3BD0-CBF1-E3EA-D3784AAA5C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A67D7E-7ACA-8FA1-2187-DA7705203F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86E16B-E120-4429-1C1A-76A1412B1F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24350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28B8FE-2CDE-8538-85B8-6C23A571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805B7B-FB4D-466F-6814-EC7C205B24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1C6605-A821-00D2-AC56-E5BCA83414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D5A55C-4F42-4FEC-376C-DF20FE6C77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71161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72A90-BC44-9F70-C9C6-D7F8F1EAE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77651E-9C69-4B5D-28E9-951B388967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B6D22D-3B15-1ED2-9892-1F4F8D7E10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DEA659-7AF1-663E-795B-A8564C2792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809972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90BA5-F199-0E57-85B6-F1ACDD16F1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7276B6-6FDB-4573-79C5-53466C0805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86868CE-9E9B-3B93-25CA-AD27AB1740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40714A-B080-268C-4B60-05E35A82DF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4F78BE-EDA4-4019-A409-6AAEB3AF74B7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40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0FBEB-3242-5ACC-8B26-945CC61E1E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393733-FF22-993E-5D23-7D978DB97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31240-01CB-10C4-E17D-FC633EDFEA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41B9E-DDA3-D048-6431-655B9D3C8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7E3DF-C434-B21E-7156-8278F033A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7829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8B0B6-BECD-928C-E782-9EC518496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A54D4-DF10-4ADF-1304-D34E5A47C6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41FFAC-A571-C2A2-89A9-50A93FC36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1BAFF9-E8C1-A263-CFED-F452B6CE9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C09AE-0590-25A2-3805-7AEC76CC3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072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E32FB-87F4-356F-E949-8DB1ACCE80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0EFE81-D4C7-959C-0404-4FE03D7809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64156-A5A0-FC80-DCC7-C26E05A679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6AE05-14B0-34B7-17BD-16E0B25BE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3D9DB-97AF-3BF3-6C0D-D288DBBB6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176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197A1A-6039-DA96-3551-394615F43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83FC6C-A828-3F4F-FD14-825A3E0BCB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C00F17E-37C4-A475-9F99-4EF4B65DC9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1E1DF9-9273-0187-C185-0C2F97F49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14A26-7802-B139-B64A-DC18859DE2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C5BCC8-63D1-9EE5-4E08-DA33F0CD4D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1204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944CD-C2C7-DA11-E394-80E08194BA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DCA75-8E90-502B-0DE5-5A5EB5070A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F80953-7714-72B8-EE8D-ABDBA607C3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275CD3-1CFF-698A-009C-1BC6FF71DA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B94E9A-E9AE-4652-07F3-5ECF1807E36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E6ED8C-9B2E-11CB-3BD4-6EF2C7A1A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73D2DD-713F-E48D-C70E-B943B0375F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7C840EA-9A01-0013-924F-62FEC9D2B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5842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8710E-7843-F5E5-6204-405A04D45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00D672-16EB-D32B-DD7C-BB42ED3C6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5667C5-2CC8-F9B9-57A7-5276D0557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E14361-BD7A-411A-0E3D-4EAD8ED32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137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C7E151-6B91-E516-BF68-EDD3804C8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F9481BE-F842-7921-3179-BC7C01A51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4AD69E-074E-8E6D-7701-8DAC5A93B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352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5B4E4-5657-C2EA-538C-9D5332C7F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1C30A5-9356-74D9-E1F8-C293F2636D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D8DA34-4D8E-BF8F-A94B-0B9E0CB39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F11209-262E-C42B-1629-517FECD00C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A4FFF-7538-6CD1-D0A6-09FDE80D59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BD714-CABF-DFD9-8629-5D5110C38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0532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624E4-83BD-9CF7-3AA2-8171A74E69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20F441-6ED4-F805-0E65-54F8B685A2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061572-5875-42D0-54F9-F968D6ABF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88DCF-CCDA-394E-C993-DF6EA8C2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9560F-AD37-7773-EBEA-742858AF71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CBE101-25E5-7359-99F5-8B1E45D422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027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8249D-B443-82BF-9CDD-DC29B4ED1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63ECC4-E2C9-EAE9-57FF-85E3BAD41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68EA0-1344-E5F1-BE9F-6C6558091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EDBF31-A3ED-3075-0599-33A352F08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4FA44-CA47-B4FC-C8C2-48BC7154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70163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15B9DB4-AE3C-CB65-2A55-060CEA279D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5934EBD-FA61-2E51-511E-35B6CC9043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9C53A0-2DF6-DB60-2F04-24EE6E48DD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CDFB0F-ED66-0E42-0487-012FB4C01E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7CE85-A3D9-D792-8671-F64511510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958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876944-7DFE-7073-70D4-A6AA83903F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AECEA-AA13-1C9A-8058-460D34AA18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62B85D-346B-7A9F-C0D3-59BF65F221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7B9FB-ED2B-4F8D-BCCB-CB5852DBC953}" type="datetimeFigureOut">
              <a:rPr lang="en-IN" smtClean="0"/>
              <a:t>26-11-2025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E071A-EE1E-D4AF-95E6-0C075C8E1E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ED9F1A-B438-8B28-AD29-5AE3B4149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C91556-2F9C-451C-845A-038EC4098DC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779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5B4B42-DE5A-A2E1-B53D-D1E0C445FD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D1E2378-9D4C-4C21-4BFC-2283EDCF3CD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8BECA7-53D3-F9CB-67DE-B06196BFEAA0}"/>
              </a:ext>
            </a:extLst>
          </p:cNvPr>
          <p:cNvSpPr txBox="1"/>
          <p:nvPr/>
        </p:nvSpPr>
        <p:spPr>
          <a:xfrm>
            <a:off x="2564838" y="2924278"/>
            <a:ext cx="656036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b="1" dirty="0">
                <a:solidFill>
                  <a:schemeClr val="accent4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</p:spTree>
    <p:extLst>
      <p:ext uri="{BB962C8B-B14F-4D97-AF65-F5344CB8AC3E}">
        <p14:creationId xmlns:p14="http://schemas.microsoft.com/office/powerpoint/2010/main" val="42442731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01B07A-4202-DB20-801C-D960352D6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C94371E-915A-BDE5-542E-F250CFF3589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F4B9E5-2845-2ED5-D7A8-1DB066E28E5D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21B85CC-041D-1604-8041-AD332A754B1E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4B98F5-C878-57E7-8C1F-560AB8172DAC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7425C67-C094-5EDA-090D-F60E959F2D1D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AEE1A82-8249-EC50-70A7-4620F01745D0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023CA14-4D96-B919-A91C-EBD50C2CD5F7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12FA8F8-A352-46C7-05CC-7DB0B955FBE4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8BB0F0-1DB8-455E-B151-367615F9758C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F2145398-B2F4-076D-C541-22AAA73459ED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27362A0-2C81-3CAE-AFE7-8E5ED45C0B0C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ADB5CA6F-77FD-6F1D-EA8C-44C248AF7F4D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17A1368-738B-1C7D-DD14-03A9BB2DBD23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AC37ECB-499C-ECAF-5B53-9268E9BFCD3D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9B20AD2-4FCE-5279-2A58-1CFFA4C69A5B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7DAD70-8C59-26FE-4180-90CEA6103C17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7011B-47E3-F666-AEC2-E0E326C971A3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ED700A1-8A47-5EFB-EEB7-411B2CDD7440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73F07C8-0EF4-E7A0-1C4F-83BADDBEAB4A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75354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CB016-154F-6BE2-0316-F54333E4F0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552834E-B9D0-92C4-08E9-BE42AD46E116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E47404A-041D-A938-409A-891B2031EE18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E01B3DAF-4A53-4699-6008-43556FC97ADA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484AF7A-0B08-2A7E-ADE6-60F49CF58E55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AE34419-9EA4-447F-8A79-7198BCE199F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A8EED1D-A0CA-9ACE-4912-908F4CD6B6A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3707230C-3D8F-F1CE-D093-751FBCCD7DB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973851A-D1DF-9620-22B7-F74B0CDE4542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EEECA30-7D92-562A-A7FD-29E9F77E3087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45DFBEB-D5AF-2EFB-4FC5-6EA4AE6B66A2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DD0729-5E73-E825-F504-580A3D04D0C6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353B3F2-73A0-68BA-D290-45DA0492DBB1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F852076F-A280-4320-1339-62B97B6CE6AC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446C5AC-B9A5-6481-2C86-F5F71CFB0FD8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41F8B8-E596-F122-70B0-D3813E686199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97641B2-A00F-2C2B-4BB0-6B76D688E7B8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22731B-FAD5-BFCC-A3FB-31B1A04CDB54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4C5F583-A927-A487-8B37-4F2F2E20C352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72DD6D8-2741-7D52-6906-4F0A688A553B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CBEC1D5-DC8E-10A6-9539-7C9BBF9DFB01}"/>
              </a:ext>
            </a:extLst>
          </p:cNvPr>
          <p:cNvSpPr txBox="1"/>
          <p:nvPr/>
        </p:nvSpPr>
        <p:spPr>
          <a:xfrm>
            <a:off x="519612" y="855255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CDB5855-238D-0FA7-4F70-306D11FCFB8B}"/>
              </a:ext>
            </a:extLst>
          </p:cNvPr>
          <p:cNvCxnSpPr>
            <a:cxnSpLocks/>
          </p:cNvCxnSpPr>
          <p:nvPr/>
        </p:nvCxnSpPr>
        <p:spPr>
          <a:xfrm>
            <a:off x="941940" y="1316920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64196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960643-2FC1-4EE1-356F-8EB44FAB7A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E07369-D34D-E51C-F890-C021569ABD28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48AAA2F-D847-9793-5B9C-E6EE0DCA706F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AC3557A-D91A-F649-E20E-A748D98ABA9E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E9AB728-CDFB-134E-ABB5-B2423B57661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EE9892-DED8-0BD2-FF46-0C9D126C9B1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21B49-99DD-3F5B-C5A4-7F2C1A4057E1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EAD70BC-B7EF-223A-5A75-D08E94DFA20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5D3D99A-041B-66A2-A38B-C46683C94E77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4F1A14-60AE-B0B5-C803-568BA6A82E8E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C2D131B-7188-9198-6C6D-3F44E0461B0E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8BDAF44-6416-EA0D-FBBB-2A1056A2E9CE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1ADEB61-2314-DD63-C8C7-63A15C30F873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897BDD09-165D-4781-32F3-F3E2B435DA4C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ED430A-7826-CF3E-E30A-123CDBF565D0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C77ED55-DAEF-E0FA-73E8-0B1B79F1CCBD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2AA3C46-6C6B-C8FD-9120-0198AFF9C19A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E5E298-F896-100F-EC0D-E0259204F6C4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F67D18B-ACA3-2959-7094-FC245ED21AC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8887F79-1701-A3DD-1F18-83C09A0AE295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6C72208F-1C10-4D5A-2E6D-ACE3BD46C1F1}"/>
              </a:ext>
            </a:extLst>
          </p:cNvPr>
          <p:cNvSpPr txBox="1"/>
          <p:nvPr/>
        </p:nvSpPr>
        <p:spPr>
          <a:xfrm>
            <a:off x="519612" y="855255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9E1A974-2F20-D2D5-E4F6-274F302E1B83}"/>
              </a:ext>
            </a:extLst>
          </p:cNvPr>
          <p:cNvCxnSpPr>
            <a:cxnSpLocks/>
          </p:cNvCxnSpPr>
          <p:nvPr/>
        </p:nvCxnSpPr>
        <p:spPr>
          <a:xfrm>
            <a:off x="941940" y="1316920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670EE7A-F574-C4F9-CEF9-238DB2BBAFDD}"/>
              </a:ext>
            </a:extLst>
          </p:cNvPr>
          <p:cNvSpPr txBox="1"/>
          <p:nvPr/>
        </p:nvSpPr>
        <p:spPr>
          <a:xfrm>
            <a:off x="8194200" y="4919244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608350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04320-3910-B269-0FF8-D8B108F5B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1F67B9-23AD-1ACC-BF44-BB423FD8DE4D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22C8E14-28FE-A986-AD12-AAA0EB08A4EB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C89C36F-B9F8-5DA2-5075-5F75F32C2160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ACA130F-C26A-CF4D-CCAB-A8A3E8DADD6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CF8D9B8-0A06-0488-4A2B-18D2C1FD6579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1315F75-FB73-48D8-B405-A9EC39DB27E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8D153BC-EB15-45B8-90C3-5DF94C1D4367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7C42327-B7CE-338C-5FEF-C6201F7D0582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DB1C07F-12AF-6984-D2D2-C6AB35499A65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8226060-4D4B-B764-EBB9-AABDD439F931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CA1D656-ACB7-16BB-D443-5A946A91EE61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5D1EE658-E94C-DA90-800F-BC1AE473B92D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EF036F7F-990D-4C15-DD2D-775C31FD074A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4E4E1A7-F242-AA5B-8DB6-E51F90EA5843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452CEB-5C88-0C53-E1B2-973C026665BC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795CA8-9D0D-1932-A589-4C28D23F0A30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76E081-9FC2-43E1-D7A3-484304F49A6C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C9A301B-D29E-E4B2-B91B-2D7FFD6C5019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6242534-367B-1578-2409-2ED25D820A95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5C79B17-9229-5AA1-0979-CE396956FB09}"/>
              </a:ext>
            </a:extLst>
          </p:cNvPr>
          <p:cNvSpPr txBox="1"/>
          <p:nvPr/>
        </p:nvSpPr>
        <p:spPr>
          <a:xfrm>
            <a:off x="2500812" y="885456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3E30C732-F3B5-E109-5C56-B229BDBF3DBC}"/>
              </a:ext>
            </a:extLst>
          </p:cNvPr>
          <p:cNvCxnSpPr>
            <a:cxnSpLocks/>
          </p:cNvCxnSpPr>
          <p:nvPr/>
        </p:nvCxnSpPr>
        <p:spPr>
          <a:xfrm>
            <a:off x="2923140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EA0D0B94-3E19-0BFE-F7D9-1F7C089ED55C}"/>
              </a:ext>
            </a:extLst>
          </p:cNvPr>
          <p:cNvSpPr txBox="1"/>
          <p:nvPr/>
        </p:nvSpPr>
        <p:spPr>
          <a:xfrm>
            <a:off x="8194200" y="4919244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2305926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E4026-6B02-ED21-7E92-8E2DAE238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86A368DE-B4B5-0F04-BE49-11B49B5EC41B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F4D6818-11E6-197D-B726-E5C6C952EEF0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109C86C-FE5D-AE7C-A1C4-742F5B8DA75B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219A34-778C-DD7D-9282-5C1FA8728916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C7BA65A-0D07-D09B-2EAE-2D56534AFAB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CFA3323-2254-6B85-C0BA-3A30991A74CF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B0A0D46-3C77-E6DE-84C5-884BB2334969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288DA7E-32FF-6FD3-80A5-093208A58463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4084B8B-20CF-3DB5-757B-9C81CFF4C725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1A3A890E-DAE1-E4F1-0594-C895FE38B8A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EFB24F-DE71-4236-A47C-424944F98AA3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BC861C42-ABA4-3AE4-A8E1-CFDC55B3D0DA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9B6CD0B2-1C7B-EB69-06D0-7D8F955C0F00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58D22EA-95DA-B189-FBCA-09297D119853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D145ED2-E750-6BB8-A1E2-139B514CEB4B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67B0B8-E83E-77AE-CCC6-8BA5C3136AFD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7DA04C-A003-E048-8AAE-AC319233409D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1C5AC06-FF51-1CC4-BF98-B33A7ABF0584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DF1C8777-4DB3-A591-2AF4-7C2EC88646A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01E084A-4E51-02D2-9F04-BCB4969A2900}"/>
              </a:ext>
            </a:extLst>
          </p:cNvPr>
          <p:cNvSpPr txBox="1"/>
          <p:nvPr/>
        </p:nvSpPr>
        <p:spPr>
          <a:xfrm>
            <a:off x="4655869" y="931995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BE2259B-F0A6-6686-65F3-85E9FF73D7DD}"/>
              </a:ext>
            </a:extLst>
          </p:cNvPr>
          <p:cNvCxnSpPr>
            <a:cxnSpLocks/>
          </p:cNvCxnSpPr>
          <p:nvPr/>
        </p:nvCxnSpPr>
        <p:spPr>
          <a:xfrm>
            <a:off x="5078197" y="1393660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0BBC69D8-EC12-62E1-4298-D272EE1C13CE}"/>
              </a:ext>
            </a:extLst>
          </p:cNvPr>
          <p:cNvSpPr txBox="1"/>
          <p:nvPr/>
        </p:nvSpPr>
        <p:spPr>
          <a:xfrm>
            <a:off x="8194200" y="4919244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12307520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4DB8C-31A6-0001-869E-8DF468549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3D2F296-65BC-1FC4-7377-2EBE4886746C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8215C6F-60E6-F30B-8C0B-BF48169D32FD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DBF55AB-3AA4-8160-DE02-533C4B383F33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999C0B9-BA56-DE74-A281-230AFA56E1B4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EC14512-C560-B2CB-CA21-E2E2F369DB10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9510AE9-1A4C-6EF0-0CB4-7676C6D13A9D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00C3AAC-8B2C-B93A-FAB2-7A687B97D93B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74B1C9F-BF47-3F08-D17D-0D96AEC36EE2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CE5674A-26F5-63AD-A441-538F20FC07B7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DEAB6A1D-F98D-6102-1124-FA39B187FD58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ABB6EF4-5A1C-AC8B-AFE1-DBB1082FE2E6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DC422F2E-46C1-3343-7837-76D2C8D0F25A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6AB4968E-3BFD-A5DC-3AC1-54DE13B4A96B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6382DC8-43F7-34DE-6EB9-856EFCEB7982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64ACF36-C0AB-4962-C963-537C4F38A064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77E515-8F54-ABAE-77C1-B3E32C166D20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F9A238D-2B53-CCB2-9650-A139D1675AF3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348BAA9-C6CE-AA6B-8668-955128277ABE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D899BF3-6EB4-DF12-B5FB-DE50CFDFF52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4F37C6D-1788-7972-1374-2F7AA585A433}"/>
              </a:ext>
            </a:extLst>
          </p:cNvPr>
          <p:cNvSpPr txBox="1"/>
          <p:nvPr/>
        </p:nvSpPr>
        <p:spPr>
          <a:xfrm>
            <a:off x="6874692" y="810660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7728F09-0D90-2620-C19E-7CFA9562CEB1}"/>
              </a:ext>
            </a:extLst>
          </p:cNvPr>
          <p:cNvCxnSpPr>
            <a:cxnSpLocks/>
          </p:cNvCxnSpPr>
          <p:nvPr/>
        </p:nvCxnSpPr>
        <p:spPr>
          <a:xfrm>
            <a:off x="7297020" y="1272325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1C8DE323-3E4D-78E7-7209-A94232D8491C}"/>
              </a:ext>
            </a:extLst>
          </p:cNvPr>
          <p:cNvSpPr txBox="1"/>
          <p:nvPr/>
        </p:nvSpPr>
        <p:spPr>
          <a:xfrm>
            <a:off x="8194200" y="4509446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</p:spTree>
    <p:extLst>
      <p:ext uri="{BB962C8B-B14F-4D97-AF65-F5344CB8AC3E}">
        <p14:creationId xmlns:p14="http://schemas.microsoft.com/office/powerpoint/2010/main" val="8154163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D9AFA1-2505-4803-2F54-9D53F0E11D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162FB024-3E7C-27F1-1349-9C402F769839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D926267-C0A6-174B-76E1-8B7AA75A84E1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9D3BE13-E6B7-8F1C-ED9F-312D3B82483C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7E269573-AB23-815B-9FBC-701AE71CD1F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D7FD2E9-F6E9-6593-9D52-47D5129AE051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A0A843C-10C8-FFCC-10B5-D39B0B21A5D6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03A172D-1862-E3A1-EC0D-644513D1DC61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CBA3A1C-321A-457C-1990-14FBE58DBC1B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C33470B-AD32-DD3A-F42D-11908E9E3B6E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B4F11E0-F2AA-50C5-742B-8949747281F0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21EF78F-183A-2385-B5D8-5A517BFCCCA0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64B198A1-9678-0630-9186-399A7648E0BC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B66522E7-85A8-9097-EE0E-FDA054FD4A92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D7A230-6E7E-102F-AD1F-1981E7D8906A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3281A1A-24A9-34CC-38A6-B7581019105E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87C6A5-948A-B2F7-17D2-4F5EB62775FD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8B90C9-2D0C-6FB5-1EB2-03B0215DF0B8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B81EDFE-E9AE-4A73-1E15-B59A14CBF2A2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5CF4787-BED2-B38D-1D74-703F7B853A94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C1CDDF1-4392-3DA6-6A4A-C48F0B56202B}"/>
              </a:ext>
            </a:extLst>
          </p:cNvPr>
          <p:cNvSpPr txBox="1"/>
          <p:nvPr/>
        </p:nvSpPr>
        <p:spPr>
          <a:xfrm>
            <a:off x="6874692" y="810660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CFEB0D6-2CAE-5825-B185-46ADED1C1C47}"/>
              </a:ext>
            </a:extLst>
          </p:cNvPr>
          <p:cNvCxnSpPr>
            <a:cxnSpLocks/>
          </p:cNvCxnSpPr>
          <p:nvPr/>
        </p:nvCxnSpPr>
        <p:spPr>
          <a:xfrm>
            <a:off x="7297020" y="1272325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C20F5C9-AB9B-C28B-B039-1AA6D0BDF4FB}"/>
              </a:ext>
            </a:extLst>
          </p:cNvPr>
          <p:cNvSpPr txBox="1"/>
          <p:nvPr/>
        </p:nvSpPr>
        <p:spPr>
          <a:xfrm>
            <a:off x="8194200" y="4509446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171E819-748B-2140-8A3D-8E25B041025C}"/>
              </a:ext>
            </a:extLst>
          </p:cNvPr>
          <p:cNvSpPr txBox="1"/>
          <p:nvPr/>
        </p:nvSpPr>
        <p:spPr>
          <a:xfrm>
            <a:off x="8194200" y="5891778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Node*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 = temp-&gt;next; 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temp-&gt;next = NULL;            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delete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7116836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A9EDA-FEE0-8589-A1FF-7B05827C5C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4ACDFB1-E1F5-D9A3-8280-23A681387AF4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E991DF-F37C-D498-0281-2D8393384A89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C27A1CAE-9C50-33EE-5E00-301772070ADF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77E2F9D-ACA4-BF9B-6E97-DE722A836BF3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779C25-99AF-308E-8F87-F5B51B48DA8A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2E0672B-5D77-192D-8C87-D24374E17EF3}"/>
              </a:ext>
            </a:extLst>
          </p:cNvPr>
          <p:cNvGraphicFramePr>
            <a:graphicFrameLocks noGrp="1"/>
          </p:cNvGraphicFramePr>
          <p:nvPr/>
        </p:nvGraphicFramePr>
        <p:xfrm>
          <a:off x="8717280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50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24D086-DE66-2134-3B6A-527E412F06D2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E21E941-D84A-D5C9-8548-66D5D48C6C14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9D7A69C-043D-57B8-843C-9A1444E7398D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5"/>
            <a:ext cx="103362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CCCEA521-E423-AF5B-BCD4-70283B236E16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6C5EC3D-56E5-8094-9C89-52A7C5943BB5}"/>
              </a:ext>
            </a:extLst>
          </p:cNvPr>
          <p:cNvCxnSpPr/>
          <p:nvPr/>
        </p:nvCxnSpPr>
        <p:spPr>
          <a:xfrm>
            <a:off x="10030620" y="2482885"/>
            <a:ext cx="10820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CE96A3F-5559-3F9A-ADB9-FDD5DBE37E88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3CE94FEE-16D6-70B3-36FE-DF8B392F7BDB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94DA1BB-8AA4-155B-CF42-24B42D9B06FA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79EA7E-7491-2CE5-00F0-72285E49326B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6375E1-673E-D0DD-9934-6201F4D7D9EF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131CA8E-3B86-8319-D0FF-859661CAF5BD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DBCD3D9-B371-BEAB-08D0-08D87F4D67EF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6E99994-6F74-5750-D228-C72C6596B127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64A7E95-4CF1-9F1C-7C4C-EC4C14144323}"/>
              </a:ext>
            </a:extLst>
          </p:cNvPr>
          <p:cNvSpPr txBox="1"/>
          <p:nvPr/>
        </p:nvSpPr>
        <p:spPr>
          <a:xfrm>
            <a:off x="6874692" y="810660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B438E2B7-5823-7054-1888-758BDF5EBA7D}"/>
              </a:ext>
            </a:extLst>
          </p:cNvPr>
          <p:cNvCxnSpPr>
            <a:cxnSpLocks/>
          </p:cNvCxnSpPr>
          <p:nvPr/>
        </p:nvCxnSpPr>
        <p:spPr>
          <a:xfrm>
            <a:off x="7297020" y="1272325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746AAEB-E847-B53F-A9FC-140FC4E2F639}"/>
              </a:ext>
            </a:extLst>
          </p:cNvPr>
          <p:cNvSpPr txBox="1"/>
          <p:nvPr/>
        </p:nvSpPr>
        <p:spPr>
          <a:xfrm>
            <a:off x="8194200" y="4509446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A6E7F73-CEBF-90A5-7D65-D4F55ED6B050}"/>
              </a:ext>
            </a:extLst>
          </p:cNvPr>
          <p:cNvSpPr txBox="1"/>
          <p:nvPr/>
        </p:nvSpPr>
        <p:spPr>
          <a:xfrm>
            <a:off x="8194200" y="5891778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Node*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 = temp-&gt;next; 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temp-&gt;next = NULL;            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delete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D5CCAEE-AB75-5F6C-3759-4B8D4C056B5C}"/>
              </a:ext>
            </a:extLst>
          </p:cNvPr>
          <p:cNvSpPr txBox="1"/>
          <p:nvPr/>
        </p:nvSpPr>
        <p:spPr>
          <a:xfrm>
            <a:off x="8737151" y="931995"/>
            <a:ext cx="16413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 err="1">
                <a:solidFill>
                  <a:srgbClr val="FFFF00"/>
                </a:solidFill>
              </a:rPr>
              <a:t>lastNode</a:t>
            </a:r>
            <a:endParaRPr lang="en-IN" sz="2400" b="1" dirty="0">
              <a:solidFill>
                <a:srgbClr val="FFFF00"/>
              </a:solidFill>
            </a:endParaRP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1960ABB-6795-C21A-AB37-184EF10ADE24}"/>
              </a:ext>
            </a:extLst>
          </p:cNvPr>
          <p:cNvCxnSpPr>
            <a:cxnSpLocks/>
          </p:cNvCxnSpPr>
          <p:nvPr/>
        </p:nvCxnSpPr>
        <p:spPr>
          <a:xfrm>
            <a:off x="9445183" y="1347121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90840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43786-32DA-6CA4-2D77-75B31358C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50B7864-AB28-A490-305B-5E4EFAD45BDA}"/>
              </a:ext>
            </a:extLst>
          </p:cNvPr>
          <p:cNvSpPr/>
          <p:nvPr/>
        </p:nvSpPr>
        <p:spPr>
          <a:xfrm>
            <a:off x="-2361235" y="-619760"/>
            <a:ext cx="16412515" cy="8196072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53A3F3A-BF08-5B32-212F-1B694C9B6E69}"/>
              </a:ext>
            </a:extLst>
          </p:cNvPr>
          <p:cNvSpPr txBox="1"/>
          <p:nvPr/>
        </p:nvSpPr>
        <p:spPr>
          <a:xfrm>
            <a:off x="2874090" y="-434973"/>
            <a:ext cx="73277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4"/>
                </a:solidFill>
              </a:rPr>
              <a:t>Deletion in a Linked List 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D8997DE-BFDD-3B63-1318-B577069664C7}"/>
              </a:ext>
            </a:extLst>
          </p:cNvPr>
          <p:cNvGraphicFramePr>
            <a:graphicFrameLocks noGrp="1"/>
          </p:cNvGraphicFramePr>
          <p:nvPr/>
        </p:nvGraphicFramePr>
        <p:xfrm>
          <a:off x="2179320" y="211429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20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C5F16C46-AC52-00A5-E6EA-C003DD97AD9F}"/>
              </a:ext>
            </a:extLst>
          </p:cNvPr>
          <p:cNvGraphicFramePr>
            <a:graphicFrameLocks noGrp="1"/>
          </p:cNvGraphicFramePr>
          <p:nvPr/>
        </p:nvGraphicFramePr>
        <p:xfrm>
          <a:off x="4358640" y="2101088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30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54B083E-5F4F-2186-F9A5-88398E98D3A2}"/>
              </a:ext>
            </a:extLst>
          </p:cNvPr>
          <p:cNvGraphicFramePr>
            <a:graphicFrameLocks noGrp="1"/>
          </p:cNvGraphicFramePr>
          <p:nvPr/>
        </p:nvGraphicFramePr>
        <p:xfrm>
          <a:off x="6537960" y="2101087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40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4DBAC23-329C-5090-0F2D-2FA5EC1C34E8}"/>
              </a:ext>
            </a:extLst>
          </p:cNvPr>
          <p:cNvCxnSpPr>
            <a:cxnSpLocks/>
          </p:cNvCxnSpPr>
          <p:nvPr/>
        </p:nvCxnSpPr>
        <p:spPr>
          <a:xfrm flipV="1">
            <a:off x="3462180" y="2498125"/>
            <a:ext cx="1018380" cy="1524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D120A09-6EDC-4E18-05CA-F8AF3EB53321}"/>
              </a:ext>
            </a:extLst>
          </p:cNvPr>
          <p:cNvCxnSpPr>
            <a:cxnSpLocks/>
          </p:cNvCxnSpPr>
          <p:nvPr/>
        </p:nvCxnSpPr>
        <p:spPr>
          <a:xfrm>
            <a:off x="5656740" y="2482885"/>
            <a:ext cx="100314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90516F9-1C61-5F3D-8388-7E3D5A59AD6A}"/>
              </a:ext>
            </a:extLst>
          </p:cNvPr>
          <p:cNvCxnSpPr>
            <a:cxnSpLocks/>
          </p:cNvCxnSpPr>
          <p:nvPr/>
        </p:nvCxnSpPr>
        <p:spPr>
          <a:xfrm flipV="1">
            <a:off x="7820820" y="2482882"/>
            <a:ext cx="3263535" cy="1524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63EF2CB-EDFB-8340-DEF8-90553E39E189}"/>
              </a:ext>
            </a:extLst>
          </p:cNvPr>
          <p:cNvSpPr txBox="1"/>
          <p:nvPr/>
        </p:nvSpPr>
        <p:spPr>
          <a:xfrm>
            <a:off x="11084355" y="1760698"/>
            <a:ext cx="10668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5"/>
                </a:solidFill>
              </a:rPr>
              <a:t>         Null</a:t>
            </a: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8683353-186B-B5A2-2125-73482A788BBC}"/>
              </a:ext>
            </a:extLst>
          </p:cNvPr>
          <p:cNvGraphicFramePr>
            <a:graphicFrameLocks noGrp="1"/>
          </p:cNvGraphicFramePr>
          <p:nvPr/>
        </p:nvGraphicFramePr>
        <p:xfrm>
          <a:off x="-6505902" y="1086088"/>
          <a:ext cx="4144667" cy="46858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44667">
                  <a:extLst>
                    <a:ext uri="{9D8B030D-6E8A-4147-A177-3AD203B41FA5}">
                      <a16:colId xmlns:a16="http://schemas.microsoft.com/office/drawing/2014/main" val="1496313538"/>
                    </a:ext>
                  </a:extLst>
                </a:gridCol>
              </a:tblGrid>
              <a:tr h="943375">
                <a:tc>
                  <a:txBody>
                    <a:bodyPr/>
                    <a:lstStyle/>
                    <a:p>
                      <a:r>
                        <a:rPr lang="en-IN" sz="4800" dirty="0"/>
                        <a:t>         CASE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6913530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737368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91598542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8309861"/>
                  </a:ext>
                </a:extLst>
              </a:tr>
              <a:tr h="935612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35185228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1F6092FE-22DC-D354-6961-74CAA52EFC7A}"/>
              </a:ext>
            </a:extLst>
          </p:cNvPr>
          <p:cNvSpPr txBox="1"/>
          <p:nvPr/>
        </p:nvSpPr>
        <p:spPr>
          <a:xfrm>
            <a:off x="-6207274" y="2169615"/>
            <a:ext cx="39455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First Node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3EFB0D-E8C0-BD24-C8B0-54C3CF6324E1}"/>
              </a:ext>
            </a:extLst>
          </p:cNvPr>
          <p:cNvSpPr txBox="1"/>
          <p:nvPr/>
        </p:nvSpPr>
        <p:spPr>
          <a:xfrm>
            <a:off x="-6329194" y="31673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in Between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90B8716-8B1E-4B17-B5B6-2296D7D2509B}"/>
              </a:ext>
            </a:extLst>
          </p:cNvPr>
          <p:cNvSpPr txBox="1"/>
          <p:nvPr/>
        </p:nvSpPr>
        <p:spPr>
          <a:xfrm>
            <a:off x="-6329194" y="4157989"/>
            <a:ext cx="44806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Last Node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B97F16-B8DD-C6BC-C023-19A0653D478B}"/>
              </a:ext>
            </a:extLst>
          </p:cNvPr>
          <p:cNvSpPr txBox="1"/>
          <p:nvPr/>
        </p:nvSpPr>
        <p:spPr>
          <a:xfrm>
            <a:off x="-6481594" y="4996189"/>
            <a:ext cx="42215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erlin Sans FB Demi" panose="020E0802020502020306" pitchFamily="34" charset="0"/>
              </a:rPr>
              <a:t>Delete Node of given Key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4A2456-00F3-64B0-1872-050172503202}"/>
              </a:ext>
            </a:extLst>
          </p:cNvPr>
          <p:cNvSpPr txBox="1"/>
          <p:nvPr/>
        </p:nvSpPr>
        <p:spPr>
          <a:xfrm>
            <a:off x="-60841" y="1639421"/>
            <a:ext cx="1066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chemeClr val="accent2"/>
                </a:solidFill>
              </a:rPr>
              <a:t>Head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C6A0DD5-16DD-5D7F-E8CC-36727BC78B8B}"/>
              </a:ext>
            </a:extLst>
          </p:cNvPr>
          <p:cNvGraphicFramePr>
            <a:graphicFrameLocks noGrp="1"/>
          </p:cNvGraphicFramePr>
          <p:nvPr/>
        </p:nvGraphicFramePr>
        <p:xfrm>
          <a:off x="-27942" y="2101086"/>
          <a:ext cx="1552788" cy="5847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76394">
                  <a:extLst>
                    <a:ext uri="{9D8B030D-6E8A-4147-A177-3AD203B41FA5}">
                      <a16:colId xmlns:a16="http://schemas.microsoft.com/office/drawing/2014/main" val="2909331643"/>
                    </a:ext>
                  </a:extLst>
                </a:gridCol>
                <a:gridCol w="776394">
                  <a:extLst>
                    <a:ext uri="{9D8B030D-6E8A-4147-A177-3AD203B41FA5}">
                      <a16:colId xmlns:a16="http://schemas.microsoft.com/office/drawing/2014/main" val="1092151140"/>
                    </a:ext>
                  </a:extLst>
                </a:gridCol>
              </a:tblGrid>
              <a:tr h="584775">
                <a:tc>
                  <a:txBody>
                    <a:bodyPr/>
                    <a:lstStyle/>
                    <a:p>
                      <a:r>
                        <a:rPr lang="en-IN" sz="3200" dirty="0"/>
                        <a:t> 10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3200" dirty="0"/>
                        <a:t>   . </a:t>
                      </a: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106119"/>
                  </a:ext>
                </a:extLst>
              </a:tr>
            </a:tbl>
          </a:graphicData>
        </a:graphic>
      </p:graphicFrame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FB6ABE3-B141-5CF3-ECD5-53598F57B676}"/>
              </a:ext>
            </a:extLst>
          </p:cNvPr>
          <p:cNvCxnSpPr>
            <a:cxnSpLocks/>
          </p:cNvCxnSpPr>
          <p:nvPr/>
        </p:nvCxnSpPr>
        <p:spPr>
          <a:xfrm>
            <a:off x="1239678" y="2482882"/>
            <a:ext cx="1018380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2CD749B-A3A5-A101-49EE-6252B872ED93}"/>
              </a:ext>
            </a:extLst>
          </p:cNvPr>
          <p:cNvSpPr txBox="1"/>
          <p:nvPr/>
        </p:nvSpPr>
        <p:spPr>
          <a:xfrm>
            <a:off x="6874692" y="810660"/>
            <a:ext cx="144013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FFC000"/>
                </a:solidFill>
              </a:rPr>
              <a:t>temp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3B6330F-A60C-3F20-094A-D51A381455EE}"/>
              </a:ext>
            </a:extLst>
          </p:cNvPr>
          <p:cNvCxnSpPr>
            <a:cxnSpLocks/>
          </p:cNvCxnSpPr>
          <p:nvPr/>
        </p:nvCxnSpPr>
        <p:spPr>
          <a:xfrm>
            <a:off x="7297020" y="1272325"/>
            <a:ext cx="0" cy="674610"/>
          </a:xfrm>
          <a:prstGeom prst="straightConnector1">
            <a:avLst/>
          </a:prstGeom>
          <a:ln w="38100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782670-8A4B-926F-A099-F731A9E3C12F}"/>
              </a:ext>
            </a:extLst>
          </p:cNvPr>
          <p:cNvSpPr txBox="1"/>
          <p:nvPr/>
        </p:nvSpPr>
        <p:spPr>
          <a:xfrm>
            <a:off x="8194200" y="4509446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    while (temp-&gt;next-&gt;next != NULL) {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    temp = temp-&gt;next;</a:t>
            </a:r>
          </a:p>
          <a:p>
            <a:r>
              <a:rPr lang="en-US" sz="2400" dirty="0">
                <a:solidFill>
                  <a:schemeClr val="bg1"/>
                </a:solidFill>
              </a:rPr>
              <a:t>    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20EF29-DB93-F209-9E71-040485F4AAAC}"/>
              </a:ext>
            </a:extLst>
          </p:cNvPr>
          <p:cNvSpPr txBox="1"/>
          <p:nvPr/>
        </p:nvSpPr>
        <p:spPr>
          <a:xfrm>
            <a:off x="8194200" y="5891778"/>
            <a:ext cx="5836920" cy="1200329"/>
          </a:xfrm>
          <a:prstGeom prst="rect">
            <a:avLst/>
          </a:prstGeom>
          <a:solidFill>
            <a:srgbClr val="002060"/>
          </a:solidFill>
          <a:ln>
            <a:solidFill>
              <a:schemeClr val="bg2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chemeClr val="bg1"/>
                </a:solidFill>
              </a:rPr>
              <a:t>    Node*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 = temp-&gt;next; 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temp-&gt;next = NULL;            </a:t>
            </a:r>
          </a:p>
          <a:p>
            <a:r>
              <a:rPr lang="en-IN" sz="2400" dirty="0">
                <a:solidFill>
                  <a:schemeClr val="bg1"/>
                </a:solidFill>
              </a:rPr>
              <a:t>    delete </a:t>
            </a:r>
            <a:r>
              <a:rPr lang="en-IN" sz="2400" dirty="0" err="1">
                <a:solidFill>
                  <a:schemeClr val="bg1"/>
                </a:solidFill>
              </a:rPr>
              <a:t>lastNode</a:t>
            </a:r>
            <a:r>
              <a:rPr lang="en-IN" sz="2400" dirty="0">
                <a:solidFill>
                  <a:schemeClr val="bg1"/>
                </a:solidFill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3606098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</Words>
  <Application>Microsoft Office PowerPoint</Application>
  <PresentationFormat>Widescreen</PresentationFormat>
  <Paragraphs>210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Berlin Sans FB Demi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UBAID QURESHI</dc:creator>
  <cp:lastModifiedBy>UBAID QURESHI</cp:lastModifiedBy>
  <cp:revision>1</cp:revision>
  <dcterms:created xsi:type="dcterms:W3CDTF">2025-11-26T09:34:41Z</dcterms:created>
  <dcterms:modified xsi:type="dcterms:W3CDTF">2025-11-26T09:35:37Z</dcterms:modified>
</cp:coreProperties>
</file>