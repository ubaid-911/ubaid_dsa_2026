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38" r:id="rId2"/>
    <p:sldId id="451" r:id="rId3"/>
    <p:sldId id="464" r:id="rId4"/>
    <p:sldId id="462" r:id="rId5"/>
    <p:sldId id="463" r:id="rId6"/>
    <p:sldId id="465" r:id="rId7"/>
    <p:sldId id="466" r:id="rId8"/>
    <p:sldId id="467" r:id="rId9"/>
    <p:sldId id="468" r:id="rId10"/>
    <p:sldId id="469" r:id="rId11"/>
    <p:sldId id="470" r:id="rId12"/>
    <p:sldId id="471" r:id="rId13"/>
    <p:sldId id="472" r:id="rId14"/>
    <p:sldId id="473" r:id="rId15"/>
    <p:sldId id="4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41493D-0D67-4862-A91F-61BCC18D9B90}" v="40" dt="2025-11-27T09:07:26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>
        <p:scale>
          <a:sx n="50" d="100"/>
          <a:sy n="50" d="100"/>
        </p:scale>
        <p:origin x="1925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custSel addSld delSld modSld sldOrd">
      <pc:chgData name="UBAID QURESHI" userId="dd4ae95d8f7c04fe" providerId="LiveId" clId="{AF920071-46B6-4E4C-A6D8-3E93B456AF12}" dt="2025-11-27T09:07:41.360" v="255" actId="1076"/>
      <pc:docMkLst>
        <pc:docMk/>
      </pc:docMkLst>
      <pc:sldChg chg="addSp modSp del">
        <pc:chgData name="UBAID QURESHI" userId="dd4ae95d8f7c04fe" providerId="LiveId" clId="{AF920071-46B6-4E4C-A6D8-3E93B456AF12}" dt="2025-11-27T09:00:36.968" v="74" actId="47"/>
        <pc:sldMkLst>
          <pc:docMk/>
          <pc:sldMk cId="113759434" sldId="452"/>
        </pc:sldMkLst>
        <pc:cxnChg chg="add mod">
          <ac:chgData name="UBAID QURESHI" userId="dd4ae95d8f7c04fe" providerId="LiveId" clId="{AF920071-46B6-4E4C-A6D8-3E93B456AF12}" dt="2025-11-27T08:47:46.692" v="1" actId="571"/>
          <ac:cxnSpMkLst>
            <pc:docMk/>
            <pc:sldMk cId="113759434" sldId="452"/>
            <ac:cxnSpMk id="8" creationId="{32C4B7D4-FB7B-C0E5-2AD9-2A6679199B80}"/>
          </ac:cxnSpMkLst>
        </pc:cxnChg>
      </pc:sldChg>
      <pc:sldChg chg="modSp del mod">
        <pc:chgData name="UBAID QURESHI" userId="dd4ae95d8f7c04fe" providerId="LiveId" clId="{AF920071-46B6-4E4C-A6D8-3E93B456AF12}" dt="2025-11-27T09:00:35.886" v="73" actId="47"/>
        <pc:sldMkLst>
          <pc:docMk/>
          <pc:sldMk cId="2494420551" sldId="454"/>
        </pc:sldMkLst>
        <pc:spChg chg="mod">
          <ac:chgData name="UBAID QURESHI" userId="dd4ae95d8f7c04fe" providerId="LiveId" clId="{AF920071-46B6-4E4C-A6D8-3E93B456AF12}" dt="2025-11-27T08:58:39.328" v="60" actId="255"/>
          <ac:spMkLst>
            <pc:docMk/>
            <pc:sldMk cId="2494420551" sldId="454"/>
            <ac:spMk id="17" creationId="{BF47BF18-C2F0-62BD-9E5E-7BD77ED3437F}"/>
          </ac:spMkLst>
        </pc:spChg>
      </pc:sldChg>
      <pc:sldChg chg="addSp modSp del mod">
        <pc:chgData name="UBAID QURESHI" userId="dd4ae95d8f7c04fe" providerId="LiveId" clId="{AF920071-46B6-4E4C-A6D8-3E93B456AF12}" dt="2025-11-27T09:00:35.335" v="72" actId="47"/>
        <pc:sldMkLst>
          <pc:docMk/>
          <pc:sldMk cId="2206459005" sldId="460"/>
        </pc:sldMkLst>
        <pc:spChg chg="add mod">
          <ac:chgData name="UBAID QURESHI" userId="dd4ae95d8f7c04fe" providerId="LiveId" clId="{AF920071-46B6-4E4C-A6D8-3E93B456AF12}" dt="2025-11-27T08:51:57.536" v="25" actId="571"/>
          <ac:spMkLst>
            <pc:docMk/>
            <pc:sldMk cId="2206459005" sldId="460"/>
            <ac:spMk id="13" creationId="{72C729F8-FC09-47AA-95F2-827D652B02A9}"/>
          </ac:spMkLst>
        </pc:spChg>
        <pc:spChg chg="mod">
          <ac:chgData name="UBAID QURESHI" userId="dd4ae95d8f7c04fe" providerId="LiveId" clId="{AF920071-46B6-4E4C-A6D8-3E93B456AF12}" dt="2025-11-27T08:52:54.248" v="42" actId="255"/>
          <ac:spMkLst>
            <pc:docMk/>
            <pc:sldMk cId="2206459005" sldId="460"/>
            <ac:spMk id="22" creationId="{C6FCB994-EF48-A6BF-AFD4-AA3A10C7E6BF}"/>
          </ac:spMkLst>
        </pc:spChg>
      </pc:sldChg>
      <pc:sldChg chg="del">
        <pc:chgData name="UBAID QURESHI" userId="dd4ae95d8f7c04fe" providerId="LiveId" clId="{AF920071-46B6-4E4C-A6D8-3E93B456AF12}" dt="2025-11-27T09:00:34.882" v="71" actId="47"/>
        <pc:sldMkLst>
          <pc:docMk/>
          <pc:sldMk cId="1338864978" sldId="461"/>
        </pc:sldMkLst>
      </pc:sldChg>
      <pc:sldChg chg="addSp delSp modSp mod ord">
        <pc:chgData name="UBAID QURESHI" userId="dd4ae95d8f7c04fe" providerId="LiveId" clId="{AF920071-46B6-4E4C-A6D8-3E93B456AF12}" dt="2025-11-27T09:02:21.487" v="136" actId="478"/>
        <pc:sldMkLst>
          <pc:docMk/>
          <pc:sldMk cId="1269323663" sldId="462"/>
        </pc:sldMkLst>
        <pc:spChg chg="add mod">
          <ac:chgData name="UBAID QURESHI" userId="dd4ae95d8f7c04fe" providerId="LiveId" clId="{AF920071-46B6-4E4C-A6D8-3E93B456AF12}" dt="2025-11-27T08:48:25.680" v="11"/>
          <ac:spMkLst>
            <pc:docMk/>
            <pc:sldMk cId="1269323663" sldId="462"/>
            <ac:spMk id="17" creationId="{4B6AEE8E-254B-D1A2-C36B-0E82410F36B4}"/>
          </ac:spMkLst>
        </pc:spChg>
        <pc:spChg chg="add mod">
          <ac:chgData name="UBAID QURESHI" userId="dd4ae95d8f7c04fe" providerId="LiveId" clId="{AF920071-46B6-4E4C-A6D8-3E93B456AF12}" dt="2025-11-27T08:49:38.544" v="20" actId="14100"/>
          <ac:spMkLst>
            <pc:docMk/>
            <pc:sldMk cId="1269323663" sldId="462"/>
            <ac:spMk id="18" creationId="{AEB8DCB1-CF98-3F00-2077-D184AC0FC223}"/>
          </ac:spMkLst>
        </pc:spChg>
        <pc:graphicFrameChg chg="del">
          <ac:chgData name="UBAID QURESHI" userId="dd4ae95d8f7c04fe" providerId="LiveId" clId="{AF920071-46B6-4E4C-A6D8-3E93B456AF12}" dt="2025-11-27T09:02:21.487" v="136" actId="478"/>
          <ac:graphicFrameMkLst>
            <pc:docMk/>
            <pc:sldMk cId="1269323663" sldId="462"/>
            <ac:graphicFrameMk id="13" creationId="{7B72CCE3-6AE3-FFBE-793E-7AC502576CB9}"/>
          </ac:graphicFrameMkLst>
        </pc:graphicFrameChg>
        <pc:graphicFrameChg chg="add mod">
          <ac:chgData name="UBAID QURESHI" userId="dd4ae95d8f7c04fe" providerId="LiveId" clId="{AF920071-46B6-4E4C-A6D8-3E93B456AF12}" dt="2025-11-27T09:02:19.639" v="135"/>
          <ac:graphicFrameMkLst>
            <pc:docMk/>
            <pc:sldMk cId="1269323663" sldId="462"/>
            <ac:graphicFrameMk id="20" creationId="{456773AD-522C-C9A3-94B2-0F95B58C0862}"/>
          </ac:graphicFrameMkLst>
        </pc:graphicFrameChg>
        <pc:cxnChg chg="add mod">
          <ac:chgData name="UBAID QURESHI" userId="dd4ae95d8f7c04fe" providerId="LiveId" clId="{AF920071-46B6-4E4C-A6D8-3E93B456AF12}" dt="2025-11-27T08:48:25.680" v="11"/>
          <ac:cxnSpMkLst>
            <pc:docMk/>
            <pc:sldMk cId="1269323663" sldId="462"/>
            <ac:cxnSpMk id="16" creationId="{02DB08CA-C2D5-1C34-AE5E-C10CB4ACF88A}"/>
          </ac:cxnSpMkLst>
        </pc:cxnChg>
      </pc:sldChg>
      <pc:sldChg chg="addSp delSp modSp add del mod">
        <pc:chgData name="UBAID QURESHI" userId="dd4ae95d8f7c04fe" providerId="LiveId" clId="{AF920071-46B6-4E4C-A6D8-3E93B456AF12}" dt="2025-11-27T09:02:25.065" v="138" actId="478"/>
        <pc:sldMkLst>
          <pc:docMk/>
          <pc:sldMk cId="2838184731" sldId="463"/>
        </pc:sldMkLst>
        <pc:spChg chg="add mod">
          <ac:chgData name="UBAID QURESHI" userId="dd4ae95d8f7c04fe" providerId="LiveId" clId="{AF920071-46B6-4E4C-A6D8-3E93B456AF12}" dt="2025-11-27T08:48:07.095" v="10" actId="1076"/>
          <ac:spMkLst>
            <pc:docMk/>
            <pc:sldMk cId="2838184731" sldId="463"/>
            <ac:spMk id="17" creationId="{531D8948-A867-A9A2-13BC-50ED89FCDA91}"/>
          </ac:spMkLst>
        </pc:spChg>
        <pc:spChg chg="add mod">
          <ac:chgData name="UBAID QURESHI" userId="dd4ae95d8f7c04fe" providerId="LiveId" clId="{AF920071-46B6-4E4C-A6D8-3E93B456AF12}" dt="2025-11-27T08:51:25.181" v="23"/>
          <ac:spMkLst>
            <pc:docMk/>
            <pc:sldMk cId="2838184731" sldId="463"/>
            <ac:spMk id="18" creationId="{AF3F8BB5-437C-D312-31E3-A41D6812E111}"/>
          </ac:spMkLst>
        </pc:spChg>
        <pc:spChg chg="add del mod">
          <ac:chgData name="UBAID QURESHI" userId="dd4ae95d8f7c04fe" providerId="LiveId" clId="{AF920071-46B6-4E4C-A6D8-3E93B456AF12}" dt="2025-11-27T08:53:16.428" v="45" actId="478"/>
          <ac:spMkLst>
            <pc:docMk/>
            <pc:sldMk cId="2838184731" sldId="463"/>
            <ac:spMk id="20" creationId="{69E4BA56-AE88-CA66-67D5-F9365C43D0C2}"/>
          </ac:spMkLst>
        </pc:spChg>
        <pc:graphicFrameChg chg="del">
          <ac:chgData name="UBAID QURESHI" userId="dd4ae95d8f7c04fe" providerId="LiveId" clId="{AF920071-46B6-4E4C-A6D8-3E93B456AF12}" dt="2025-11-27T09:02:25.065" v="138" actId="478"/>
          <ac:graphicFrameMkLst>
            <pc:docMk/>
            <pc:sldMk cId="2838184731" sldId="463"/>
            <ac:graphicFrameMk id="13" creationId="{AB1F7934-002E-ECD5-34C1-1D70FBD69D1F}"/>
          </ac:graphicFrameMkLst>
        </pc:graphicFrameChg>
        <pc:graphicFrameChg chg="add mod">
          <ac:chgData name="UBAID QURESHI" userId="dd4ae95d8f7c04fe" providerId="LiveId" clId="{AF920071-46B6-4E4C-A6D8-3E93B456AF12}" dt="2025-11-27T09:02:23.443" v="137"/>
          <ac:graphicFrameMkLst>
            <pc:docMk/>
            <pc:sldMk cId="2838184731" sldId="463"/>
            <ac:graphicFrameMk id="21" creationId="{5BD4E1DC-82EB-9961-7D56-F697F007CD3D}"/>
          </ac:graphicFrameMkLst>
        </pc:graphicFrameChg>
        <pc:cxnChg chg="add mod">
          <ac:chgData name="UBAID QURESHI" userId="dd4ae95d8f7c04fe" providerId="LiveId" clId="{AF920071-46B6-4E4C-A6D8-3E93B456AF12}" dt="2025-11-27T08:47:58.398" v="4"/>
          <ac:cxnSpMkLst>
            <pc:docMk/>
            <pc:sldMk cId="2838184731" sldId="463"/>
            <ac:cxnSpMk id="16" creationId="{08EE4CA5-1C73-E18D-7CCC-E21ED0986F4A}"/>
          </ac:cxnSpMkLst>
        </pc:cxnChg>
      </pc:sldChg>
      <pc:sldChg chg="addSp delSp modSp add mod">
        <pc:chgData name="UBAID QURESHI" userId="dd4ae95d8f7c04fe" providerId="LiveId" clId="{AF920071-46B6-4E4C-A6D8-3E93B456AF12}" dt="2025-11-27T09:02:16.620" v="134" actId="478"/>
        <pc:sldMkLst>
          <pc:docMk/>
          <pc:sldMk cId="180225488" sldId="464"/>
        </pc:sldMkLst>
        <pc:graphicFrameChg chg="del">
          <ac:chgData name="UBAID QURESHI" userId="dd4ae95d8f7c04fe" providerId="LiveId" clId="{AF920071-46B6-4E4C-A6D8-3E93B456AF12}" dt="2025-11-27T09:02:16.620" v="134" actId="478"/>
          <ac:graphicFrameMkLst>
            <pc:docMk/>
            <pc:sldMk cId="180225488" sldId="464"/>
            <ac:graphicFrameMk id="13" creationId="{354B0815-0E3A-7FE8-04E1-9281BD7D895F}"/>
          </ac:graphicFrameMkLst>
        </pc:graphicFrameChg>
        <pc:graphicFrameChg chg="add mod">
          <ac:chgData name="UBAID QURESHI" userId="dd4ae95d8f7c04fe" providerId="LiveId" clId="{AF920071-46B6-4E4C-A6D8-3E93B456AF12}" dt="2025-11-27T09:02:09.492" v="133"/>
          <ac:graphicFrameMkLst>
            <pc:docMk/>
            <pc:sldMk cId="180225488" sldId="464"/>
            <ac:graphicFrameMk id="16" creationId="{5753A375-7A19-5171-B00A-55C9A888C5B9}"/>
          </ac:graphicFrameMkLst>
        </pc:graphicFrameChg>
      </pc:sldChg>
      <pc:sldChg chg="addSp delSp modSp add mod">
        <pc:chgData name="UBAID QURESHI" userId="dd4ae95d8f7c04fe" providerId="LiveId" clId="{AF920071-46B6-4E4C-A6D8-3E93B456AF12}" dt="2025-11-27T09:02:28.722" v="140" actId="478"/>
        <pc:sldMkLst>
          <pc:docMk/>
          <pc:sldMk cId="21841429" sldId="465"/>
        </pc:sldMkLst>
        <pc:spChg chg="mod">
          <ac:chgData name="UBAID QURESHI" userId="dd4ae95d8f7c04fe" providerId="LiveId" clId="{AF920071-46B6-4E4C-A6D8-3E93B456AF12}" dt="2025-11-27T08:53:37.545" v="47" actId="207"/>
          <ac:spMkLst>
            <pc:docMk/>
            <pc:sldMk cId="21841429" sldId="465"/>
            <ac:spMk id="20" creationId="{B00C9CD4-AC4B-C54A-6232-620C0D928F7B}"/>
          </ac:spMkLst>
        </pc:spChg>
        <pc:graphicFrameChg chg="del">
          <ac:chgData name="UBAID QURESHI" userId="dd4ae95d8f7c04fe" providerId="LiveId" clId="{AF920071-46B6-4E4C-A6D8-3E93B456AF12}" dt="2025-11-27T09:02:28.722" v="140" actId="478"/>
          <ac:graphicFrameMkLst>
            <pc:docMk/>
            <pc:sldMk cId="21841429" sldId="465"/>
            <ac:graphicFrameMk id="13" creationId="{3B248F99-29F5-8D7D-DA1E-677A8806B8E0}"/>
          </ac:graphicFrameMkLst>
        </pc:graphicFrameChg>
        <pc:graphicFrameChg chg="add mod">
          <ac:chgData name="UBAID QURESHI" userId="dd4ae95d8f7c04fe" providerId="LiveId" clId="{AF920071-46B6-4E4C-A6D8-3E93B456AF12}" dt="2025-11-27T09:02:27.036" v="139"/>
          <ac:graphicFrameMkLst>
            <pc:docMk/>
            <pc:sldMk cId="21841429" sldId="465"/>
            <ac:graphicFrameMk id="21" creationId="{706A4529-E267-5FD0-1B70-D533398AB316}"/>
          </ac:graphicFrameMkLst>
        </pc:graphicFrameChg>
      </pc:sldChg>
      <pc:sldChg chg="addSp delSp modSp add mod">
        <pc:chgData name="UBAID QURESHI" userId="dd4ae95d8f7c04fe" providerId="LiveId" clId="{AF920071-46B6-4E4C-A6D8-3E93B456AF12}" dt="2025-11-27T09:02:33.116" v="142" actId="478"/>
        <pc:sldMkLst>
          <pc:docMk/>
          <pc:sldMk cId="3311255286" sldId="466"/>
        </pc:sldMkLst>
        <pc:spChg chg="mod">
          <ac:chgData name="UBAID QURESHI" userId="dd4ae95d8f7c04fe" providerId="LiveId" clId="{AF920071-46B6-4E4C-A6D8-3E93B456AF12}" dt="2025-11-27T08:55:49.943" v="49" actId="1076"/>
          <ac:spMkLst>
            <pc:docMk/>
            <pc:sldMk cId="3311255286" sldId="466"/>
            <ac:spMk id="17" creationId="{D29E8E28-021B-5BD7-A45D-BB4B46448EED}"/>
          </ac:spMkLst>
        </pc:spChg>
        <pc:graphicFrameChg chg="del">
          <ac:chgData name="UBAID QURESHI" userId="dd4ae95d8f7c04fe" providerId="LiveId" clId="{AF920071-46B6-4E4C-A6D8-3E93B456AF12}" dt="2025-11-27T09:02:33.116" v="142" actId="478"/>
          <ac:graphicFrameMkLst>
            <pc:docMk/>
            <pc:sldMk cId="3311255286" sldId="466"/>
            <ac:graphicFrameMk id="13" creationId="{9B2466EC-356E-27A7-B3AC-904FFE289323}"/>
          </ac:graphicFrameMkLst>
        </pc:graphicFrameChg>
        <pc:graphicFrameChg chg="add mod">
          <ac:chgData name="UBAID QURESHI" userId="dd4ae95d8f7c04fe" providerId="LiveId" clId="{AF920071-46B6-4E4C-A6D8-3E93B456AF12}" dt="2025-11-27T09:02:30.287" v="141"/>
          <ac:graphicFrameMkLst>
            <pc:docMk/>
            <pc:sldMk cId="3311255286" sldId="466"/>
            <ac:graphicFrameMk id="21" creationId="{9B633E2B-BFCF-7EDD-AE64-69E1C0E7FF62}"/>
          </ac:graphicFrameMkLst>
        </pc:graphicFrameChg>
        <pc:cxnChg chg="mod">
          <ac:chgData name="UBAID QURESHI" userId="dd4ae95d8f7c04fe" providerId="LiveId" clId="{AF920071-46B6-4E4C-A6D8-3E93B456AF12}" dt="2025-11-27T08:55:49.943" v="49" actId="1076"/>
          <ac:cxnSpMkLst>
            <pc:docMk/>
            <pc:sldMk cId="3311255286" sldId="466"/>
            <ac:cxnSpMk id="16" creationId="{E6ADC281-5C2D-BAD6-30D8-871F605C8561}"/>
          </ac:cxnSpMkLst>
        </pc:cxnChg>
      </pc:sldChg>
      <pc:sldChg chg="addSp delSp modSp add mod">
        <pc:chgData name="UBAID QURESHI" userId="dd4ae95d8f7c04fe" providerId="LiveId" clId="{AF920071-46B6-4E4C-A6D8-3E93B456AF12}" dt="2025-11-27T09:02:37.331" v="144" actId="478"/>
        <pc:sldMkLst>
          <pc:docMk/>
          <pc:sldMk cId="3612687202" sldId="467"/>
        </pc:sldMkLst>
        <pc:spChg chg="mod">
          <ac:chgData name="UBAID QURESHI" userId="dd4ae95d8f7c04fe" providerId="LiveId" clId="{AF920071-46B6-4E4C-A6D8-3E93B456AF12}" dt="2025-11-27T08:56:17.412" v="51" actId="1076"/>
          <ac:spMkLst>
            <pc:docMk/>
            <pc:sldMk cId="3612687202" sldId="467"/>
            <ac:spMk id="17" creationId="{AF3DE20C-B630-11B7-2E64-B4FFC266338C}"/>
          </ac:spMkLst>
        </pc:spChg>
        <pc:graphicFrameChg chg="del">
          <ac:chgData name="UBAID QURESHI" userId="dd4ae95d8f7c04fe" providerId="LiveId" clId="{AF920071-46B6-4E4C-A6D8-3E93B456AF12}" dt="2025-11-27T09:02:37.331" v="144" actId="478"/>
          <ac:graphicFrameMkLst>
            <pc:docMk/>
            <pc:sldMk cId="3612687202" sldId="467"/>
            <ac:graphicFrameMk id="13" creationId="{11C9B3C0-B74A-F41E-9F60-B58FFC995F2A}"/>
          </ac:graphicFrameMkLst>
        </pc:graphicFrameChg>
        <pc:graphicFrameChg chg="add mod">
          <ac:chgData name="UBAID QURESHI" userId="dd4ae95d8f7c04fe" providerId="LiveId" clId="{AF920071-46B6-4E4C-A6D8-3E93B456AF12}" dt="2025-11-27T09:02:35.353" v="143"/>
          <ac:graphicFrameMkLst>
            <pc:docMk/>
            <pc:sldMk cId="3612687202" sldId="467"/>
            <ac:graphicFrameMk id="21" creationId="{0D3FD5C5-8205-426E-D182-086CCDD088D5}"/>
          </ac:graphicFrameMkLst>
        </pc:graphicFrameChg>
        <pc:cxnChg chg="mod">
          <ac:chgData name="UBAID QURESHI" userId="dd4ae95d8f7c04fe" providerId="LiveId" clId="{AF920071-46B6-4E4C-A6D8-3E93B456AF12}" dt="2025-11-27T08:56:17.412" v="51" actId="1076"/>
          <ac:cxnSpMkLst>
            <pc:docMk/>
            <pc:sldMk cId="3612687202" sldId="467"/>
            <ac:cxnSpMk id="16" creationId="{46337C61-8E35-2B0D-E62A-CA65A94FAE4A}"/>
          </ac:cxnSpMkLst>
        </pc:cxnChg>
      </pc:sldChg>
      <pc:sldChg chg="addSp delSp modSp add mod">
        <pc:chgData name="UBAID QURESHI" userId="dd4ae95d8f7c04fe" providerId="LiveId" clId="{AF920071-46B6-4E4C-A6D8-3E93B456AF12}" dt="2025-11-27T09:02:41.078" v="146" actId="478"/>
        <pc:sldMkLst>
          <pc:docMk/>
          <pc:sldMk cId="1067902061" sldId="468"/>
        </pc:sldMkLst>
        <pc:spChg chg="mod">
          <ac:chgData name="UBAID QURESHI" userId="dd4ae95d8f7c04fe" providerId="LiveId" clId="{AF920071-46B6-4E4C-A6D8-3E93B456AF12}" dt="2025-11-27T08:56:38.942" v="53" actId="1076"/>
          <ac:spMkLst>
            <pc:docMk/>
            <pc:sldMk cId="1067902061" sldId="468"/>
            <ac:spMk id="17" creationId="{E8278FD5-434C-125A-D577-4CFA93191DD4}"/>
          </ac:spMkLst>
        </pc:spChg>
        <pc:graphicFrameChg chg="del">
          <ac:chgData name="UBAID QURESHI" userId="dd4ae95d8f7c04fe" providerId="LiveId" clId="{AF920071-46B6-4E4C-A6D8-3E93B456AF12}" dt="2025-11-27T09:02:41.078" v="146" actId="478"/>
          <ac:graphicFrameMkLst>
            <pc:docMk/>
            <pc:sldMk cId="1067902061" sldId="468"/>
            <ac:graphicFrameMk id="13" creationId="{6D9E9378-04F2-5BBA-DE83-9DD63A1982A5}"/>
          </ac:graphicFrameMkLst>
        </pc:graphicFrameChg>
        <pc:graphicFrameChg chg="add mod">
          <ac:chgData name="UBAID QURESHI" userId="dd4ae95d8f7c04fe" providerId="LiveId" clId="{AF920071-46B6-4E4C-A6D8-3E93B456AF12}" dt="2025-11-27T09:02:39.478" v="145"/>
          <ac:graphicFrameMkLst>
            <pc:docMk/>
            <pc:sldMk cId="1067902061" sldId="468"/>
            <ac:graphicFrameMk id="21" creationId="{5C590EC9-C21A-D63F-18B2-83C6D6C2771E}"/>
          </ac:graphicFrameMkLst>
        </pc:graphicFrameChg>
        <pc:cxnChg chg="mod">
          <ac:chgData name="UBAID QURESHI" userId="dd4ae95d8f7c04fe" providerId="LiveId" clId="{AF920071-46B6-4E4C-A6D8-3E93B456AF12}" dt="2025-11-27T08:56:38.942" v="53" actId="1076"/>
          <ac:cxnSpMkLst>
            <pc:docMk/>
            <pc:sldMk cId="1067902061" sldId="468"/>
            <ac:cxnSpMk id="16" creationId="{D0000B81-0CDF-E693-5C83-E952E3F55F99}"/>
          </ac:cxnSpMkLst>
        </pc:cxnChg>
      </pc:sldChg>
      <pc:sldChg chg="addSp delSp modSp add mod">
        <pc:chgData name="UBAID QURESHI" userId="dd4ae95d8f7c04fe" providerId="LiveId" clId="{AF920071-46B6-4E4C-A6D8-3E93B456AF12}" dt="2025-11-27T09:02:44.564" v="148" actId="478"/>
        <pc:sldMkLst>
          <pc:docMk/>
          <pc:sldMk cId="3480740240" sldId="469"/>
        </pc:sldMkLst>
        <pc:spChg chg="add mod">
          <ac:chgData name="UBAID QURESHI" userId="dd4ae95d8f7c04fe" providerId="LiveId" clId="{AF920071-46B6-4E4C-A6D8-3E93B456AF12}" dt="2025-11-27T09:00:11.042" v="69" actId="207"/>
          <ac:spMkLst>
            <pc:docMk/>
            <pc:sldMk cId="3480740240" sldId="469"/>
            <ac:spMk id="21" creationId="{E23D64A0-269A-E582-0E28-80965A6D199D}"/>
          </ac:spMkLst>
        </pc:spChg>
        <pc:graphicFrameChg chg="del">
          <ac:chgData name="UBAID QURESHI" userId="dd4ae95d8f7c04fe" providerId="LiveId" clId="{AF920071-46B6-4E4C-A6D8-3E93B456AF12}" dt="2025-11-27T09:02:44.564" v="148" actId="478"/>
          <ac:graphicFrameMkLst>
            <pc:docMk/>
            <pc:sldMk cId="3480740240" sldId="469"/>
            <ac:graphicFrameMk id="13" creationId="{46FE3D6E-DF48-9B87-A2FD-EFBCDD22ECF1}"/>
          </ac:graphicFrameMkLst>
        </pc:graphicFrameChg>
        <pc:graphicFrameChg chg="add mod">
          <ac:chgData name="UBAID QURESHI" userId="dd4ae95d8f7c04fe" providerId="LiveId" clId="{AF920071-46B6-4E4C-A6D8-3E93B456AF12}" dt="2025-11-27T09:02:43.010" v="147"/>
          <ac:graphicFrameMkLst>
            <pc:docMk/>
            <pc:sldMk cId="3480740240" sldId="469"/>
            <ac:graphicFrameMk id="22" creationId="{E1571F32-831B-0119-88F4-4D4BC0FDA95B}"/>
          </ac:graphicFrameMkLst>
        </pc:graphicFrameChg>
      </pc:sldChg>
      <pc:sldChg chg="addSp delSp modSp add mod">
        <pc:chgData name="UBAID QURESHI" userId="dd4ae95d8f7c04fe" providerId="LiveId" clId="{AF920071-46B6-4E4C-A6D8-3E93B456AF12}" dt="2025-11-27T09:03:21.429" v="152" actId="1076"/>
        <pc:sldMkLst>
          <pc:docMk/>
          <pc:sldMk cId="974437832" sldId="470"/>
        </pc:sldMkLst>
        <pc:graphicFrameChg chg="del mod">
          <ac:chgData name="UBAID QURESHI" userId="dd4ae95d8f7c04fe" providerId="LiveId" clId="{AF920071-46B6-4E4C-A6D8-3E93B456AF12}" dt="2025-11-27T09:01:17.769" v="76" actId="478"/>
          <ac:graphicFrameMkLst>
            <pc:docMk/>
            <pc:sldMk cId="974437832" sldId="470"/>
            <ac:graphicFrameMk id="13" creationId="{1D26EFFB-F809-9948-E2F4-10C6306DB968}"/>
          </ac:graphicFrameMkLst>
        </pc:graphicFrameChg>
        <pc:graphicFrameChg chg="add mod modGraphic">
          <ac:chgData name="UBAID QURESHI" userId="dd4ae95d8f7c04fe" providerId="LiveId" clId="{AF920071-46B6-4E4C-A6D8-3E93B456AF12}" dt="2025-11-27T09:01:55.658" v="132" actId="20577"/>
          <ac:graphicFrameMkLst>
            <pc:docMk/>
            <pc:sldMk cId="974437832" sldId="470"/>
            <ac:graphicFrameMk id="22" creationId="{3929CC38-DB73-D8B3-1100-B0BF55D351CE}"/>
          </ac:graphicFrameMkLst>
        </pc:graphicFrameChg>
        <pc:cxnChg chg="add mod">
          <ac:chgData name="UBAID QURESHI" userId="dd4ae95d8f7c04fe" providerId="LiveId" clId="{AF920071-46B6-4E4C-A6D8-3E93B456AF12}" dt="2025-11-27T09:03:21.429" v="152" actId="1076"/>
          <ac:cxnSpMkLst>
            <pc:docMk/>
            <pc:sldMk cId="974437832" sldId="470"/>
            <ac:cxnSpMk id="23" creationId="{11E2AB54-AE3E-CB10-CB6B-4E3B602519A9}"/>
          </ac:cxnSpMkLst>
        </pc:cxnChg>
      </pc:sldChg>
      <pc:sldChg chg="addSp modSp add mod">
        <pc:chgData name="UBAID QURESHI" userId="dd4ae95d8f7c04fe" providerId="LiveId" clId="{AF920071-46B6-4E4C-A6D8-3E93B456AF12}" dt="2025-11-27T09:04:35.465" v="166" actId="20577"/>
        <pc:sldMkLst>
          <pc:docMk/>
          <pc:sldMk cId="3673453878" sldId="471"/>
        </pc:sldMkLst>
        <pc:spChg chg="add mod">
          <ac:chgData name="UBAID QURESHI" userId="dd4ae95d8f7c04fe" providerId="LiveId" clId="{AF920071-46B6-4E4C-A6D8-3E93B456AF12}" dt="2025-11-27T09:04:35.465" v="166" actId="20577"/>
          <ac:spMkLst>
            <pc:docMk/>
            <pc:sldMk cId="3673453878" sldId="471"/>
            <ac:spMk id="13" creationId="{21C3828B-EF4A-CFED-84A8-6AFB10A2B6E9}"/>
          </ac:spMkLst>
        </pc:spChg>
      </pc:sldChg>
      <pc:sldChg chg="addSp modSp add mod">
        <pc:chgData name="UBAID QURESHI" userId="dd4ae95d8f7c04fe" providerId="LiveId" clId="{AF920071-46B6-4E4C-A6D8-3E93B456AF12}" dt="2025-11-27T09:06:29.847" v="234" actId="14100"/>
        <pc:sldMkLst>
          <pc:docMk/>
          <pc:sldMk cId="4232214681" sldId="472"/>
        </pc:sldMkLst>
        <pc:cxnChg chg="mod">
          <ac:chgData name="UBAID QURESHI" userId="dd4ae95d8f7c04fe" providerId="LiveId" clId="{AF920071-46B6-4E4C-A6D8-3E93B456AF12}" dt="2025-11-27T09:05:19.913" v="169" actId="14100"/>
          <ac:cxnSpMkLst>
            <pc:docMk/>
            <pc:sldMk cId="4232214681" sldId="472"/>
            <ac:cxnSpMk id="14" creationId="{A5664CB6-674D-11E8-085E-C05D4E83555C}"/>
          </ac:cxnSpMkLst>
        </pc:cxnChg>
        <pc:cxnChg chg="mod">
          <ac:chgData name="UBAID QURESHI" userId="dd4ae95d8f7c04fe" providerId="LiveId" clId="{AF920071-46B6-4E4C-A6D8-3E93B456AF12}" dt="2025-11-27T09:06:06.884" v="230" actId="14100"/>
          <ac:cxnSpMkLst>
            <pc:docMk/>
            <pc:sldMk cId="4232214681" sldId="472"/>
            <ac:cxnSpMk id="19" creationId="{3BFE1777-86F8-A004-61F7-8272F5690962}"/>
          </ac:cxnSpMkLst>
        </pc:cxnChg>
        <pc:cxnChg chg="add mod">
          <ac:chgData name="UBAID QURESHI" userId="dd4ae95d8f7c04fe" providerId="LiveId" clId="{AF920071-46B6-4E4C-A6D8-3E93B456AF12}" dt="2025-11-27T09:06:29.847" v="234" actId="14100"/>
          <ac:cxnSpMkLst>
            <pc:docMk/>
            <pc:sldMk cId="4232214681" sldId="472"/>
            <ac:cxnSpMk id="26" creationId="{F7E63FCB-95B8-D391-9AEF-1290AF1611C2}"/>
          </ac:cxnSpMkLst>
        </pc:cxnChg>
        <pc:cxnChg chg="add mod">
          <ac:chgData name="UBAID QURESHI" userId="dd4ae95d8f7c04fe" providerId="LiveId" clId="{AF920071-46B6-4E4C-A6D8-3E93B456AF12}" dt="2025-11-27T09:06:25.547" v="233" actId="14100"/>
          <ac:cxnSpMkLst>
            <pc:docMk/>
            <pc:sldMk cId="4232214681" sldId="472"/>
            <ac:cxnSpMk id="29" creationId="{73DB830C-726C-2379-E910-0A9CE103FEA8}"/>
          </ac:cxnSpMkLst>
        </pc:cxnChg>
      </pc:sldChg>
      <pc:sldChg chg="addSp modSp add mod">
        <pc:chgData name="UBAID QURESHI" userId="dd4ae95d8f7c04fe" providerId="LiveId" clId="{AF920071-46B6-4E4C-A6D8-3E93B456AF12}" dt="2025-11-27T09:07:20.089" v="253" actId="20577"/>
        <pc:sldMkLst>
          <pc:docMk/>
          <pc:sldMk cId="3708243935" sldId="473"/>
        </pc:sldMkLst>
        <pc:spChg chg="add mod">
          <ac:chgData name="UBAID QURESHI" userId="dd4ae95d8f7c04fe" providerId="LiveId" clId="{AF920071-46B6-4E4C-A6D8-3E93B456AF12}" dt="2025-11-27T09:07:20.089" v="253" actId="20577"/>
          <ac:spMkLst>
            <pc:docMk/>
            <pc:sldMk cId="3708243935" sldId="473"/>
            <ac:spMk id="25" creationId="{6187198C-124B-152F-790F-BEB0D2B6CC22}"/>
          </ac:spMkLst>
        </pc:spChg>
      </pc:sldChg>
      <pc:sldChg chg="modSp add mod">
        <pc:chgData name="UBAID QURESHI" userId="dd4ae95d8f7c04fe" providerId="LiveId" clId="{AF920071-46B6-4E4C-A6D8-3E93B456AF12}" dt="2025-11-27T09:07:41.360" v="255" actId="1076"/>
        <pc:sldMkLst>
          <pc:docMk/>
          <pc:sldMk cId="628371155" sldId="474"/>
        </pc:sldMkLst>
        <pc:spChg chg="mod">
          <ac:chgData name="UBAID QURESHI" userId="dd4ae95d8f7c04fe" providerId="LiveId" clId="{AF920071-46B6-4E4C-A6D8-3E93B456AF12}" dt="2025-11-27T09:07:41.360" v="255" actId="1076"/>
          <ac:spMkLst>
            <pc:docMk/>
            <pc:sldMk cId="628371155" sldId="474"/>
            <ac:spMk id="7" creationId="{4E3EB183-9E57-6B72-08C6-882B6D22884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1885B-66AA-4AEB-81A1-B4B3F569758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B5CBC-7AF6-43D0-8BD8-E7FBCFC757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87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CAA71-3ED1-9BD2-2353-00946C87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2C37B-7C14-20F2-D471-10559EA0E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CE5AD-DDD7-738D-0688-B6038F73C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D3068-0906-E629-E9E2-EF3A10B1B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50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F7AE-B87E-EB2A-0AB3-9D4F6F4B8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4E5B4-0F8B-7BD2-0116-4A5836AE1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2B085-561D-5E07-B2E2-66BF929AF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0332E-43C6-75BF-908E-4C11B6652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549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8A12-8A9A-8E46-EBD9-BA71E555F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9C8D2-0C4E-B281-6DB0-A29CD9890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B2655-FF3C-0E6C-5A42-90CEC1641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F0FA-7F8F-6955-F1AC-90C14A932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446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D10FA-09BC-8644-6E40-A40CBE5D2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D952E-5A28-218F-8559-B75ED952E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AABA9-7226-99A2-B5AA-0AD87C485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BF3CA-CA5D-7156-5266-90A7DD901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731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6410-818A-DE99-559B-49B9482A6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3EB7B-62E3-438D-F56E-CE88CEF84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A58EC-8E8D-2893-F09A-03C73CBC4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FE338-A540-2DB7-6CCA-AE36553E3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187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8EE8-3531-6122-3186-DE725EB5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F6C911-EFEC-78E7-6340-37DFA997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3C130-3FD3-3312-1832-A6DD3CCCD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CBF4A-F842-6574-81A4-2328935CE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842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A8EA9-FE30-5D68-773E-8DD28C075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D2372-DEAB-E3F0-5B7A-E4C85A527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E7A74-20FB-3FCA-CEC2-B9E5540BD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38952-E00D-B369-4025-2EA3B405F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691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C2989-D0EE-F648-FB42-96E261701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C1A5D-5196-3A6D-66E0-7BBC25F27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3EC3D-FB30-1567-9BA0-4E80D5115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3A5D7-8507-4140-D5F9-94870A521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349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9465A-2C34-7673-0DFD-91206F9A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61DCF-FDED-894A-8C78-6E3A2577A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B2EBF-6803-6973-0953-18184A988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05522-33FD-9B30-20AA-2B41B2213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674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8BA7-A3D2-38AB-3463-EC71422A3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2B4A7-43D9-ABCD-EEE5-402B99334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A20D7A-A512-1DAF-AE6F-F639F0271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E7234-5951-6F99-DFAA-A1F13380E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996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2234-125F-7B58-FB5E-7D61C69CD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E6832-10B6-0410-8AA2-F3A8BCD69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686C9-51F5-2EDF-417C-987552030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22227-7279-9E94-408C-E76FAC492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974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2CDF0-15B3-0395-5169-935B5C164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7A378-68C6-B126-A786-C01C824D1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C0081-5CF4-51C5-B9B4-485349543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2A619-D123-3856-AC8D-480D954DB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984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0673-E818-673E-0951-D4CA41CC6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B9F77-698A-DDF0-A796-F788BD04D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6AF7C0-2967-2AB2-F7D7-23F1558C0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5C0D2-EEAE-B3E0-531B-B376E81B2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64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73C6-B901-CB09-B40A-C10BF0B25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20DE4-48C4-6814-338D-9C08AFF53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8DC95-3426-6E9D-F3ED-15DBDBD8E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04E28-F61F-3BFF-51E6-5FA6A872FC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098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5AD98-2997-B836-597B-45B0B6873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9DC16B-931C-5639-AF82-518C8ABC2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FE153E-A4B1-2092-6C5F-BA5997784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26BF8-2DF5-B4D0-991E-7C89C01EA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577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5176-C9F1-3E4E-376B-D8151B9CE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F41C8-A0EA-7D0E-D136-2713AE81D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04891-948F-E6B9-720B-92D01F5CA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4640-3DC6-42A2-987C-B3BA9DC09B59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83E09-E768-B545-A372-17594F59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C94F1-C703-55B1-BB61-2018C045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8627-BCE8-4EE8-B86F-48B06BB3AD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025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F56A-6C75-D6CC-EA3B-6CA61DF5D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CA0EF-1047-233F-4E68-50B66E5DF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BC52E-7D33-FE15-02F7-793F45BD3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4640-3DC6-42A2-987C-B3BA9DC09B59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D46D6-2D03-3AEC-7ED6-3B7B425B9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70062-5EE2-CA04-C0BC-2D4F06B3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8627-BCE8-4EE8-B86F-48B06BB3AD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084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0CBD-59C4-8C35-E385-E11D21669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E44E5-209C-7939-5AFF-5340BD671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838E8-B3B2-72C5-62FF-E6F648F78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4640-3DC6-42A2-987C-B3BA9DC09B59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FE219-6585-47C5-957E-FD105E26D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65FF2-96D6-1A5C-F2DB-9EF7ECAC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8627-BCE8-4EE8-B86F-48B06BB3AD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41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7F10D-AF4D-9716-AF16-D018597CE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05CFF-3121-1E6F-0213-A114216D0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16076-4516-5641-A586-CA39575A2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64DB4-9E31-686F-C623-5CCD8E537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4640-3DC6-42A2-987C-B3BA9DC09B59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C2F57-677B-37A7-A5E8-91F3F157B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3B7B1-FA65-A09D-AF45-631D5BF2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8627-BCE8-4EE8-B86F-48B06BB3AD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279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6B16B-FF6D-3796-8B99-CD558ACB9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658DB-991E-1F18-350F-44720F347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F6897-86B8-D872-90A0-F4067A9BE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0D9FD-150D-2E98-D299-BED1D4ED6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62A48F-F0F7-927C-ECB6-A5FF54D01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30F89-4004-5AB3-1D94-F56E857B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4640-3DC6-42A2-987C-B3BA9DC09B59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75D26F-5869-BDB0-6909-58B4C9A82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264954-EFFC-1D46-65B6-37AC93F0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8627-BCE8-4EE8-B86F-48B06BB3AD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080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D21B2-4011-BFAC-613F-98C001573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1DE14-762F-B98D-017B-0141FDC23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4640-3DC6-42A2-987C-B3BA9DC09B59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93C08-F6F9-8F8C-B27D-3B9EFF82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BA5E67-A884-1B66-9079-B9E1B1BC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8627-BCE8-4EE8-B86F-48B06BB3AD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22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4A0022-4B4F-3FC7-1EE2-FDD7B3D71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4640-3DC6-42A2-987C-B3BA9DC09B59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EA2DF-2F81-15BF-3B6F-69FBCEBC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85366-AB5A-2BB5-992D-9B2EBB7D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8627-BCE8-4EE8-B86F-48B06BB3AD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1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A7C2E-CD95-1733-DA16-B4A93CCE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5E165-CD7C-9985-9CED-34B446EC2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AA90C1-9C48-844F-9274-BEADF8E72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6A561-2EBC-104C-1FE3-7C8BC06D1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4640-3DC6-42A2-987C-B3BA9DC09B59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4C6C6-A529-1B52-1FA5-3994151C6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18C96-36FC-0038-26DC-079F44C31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8627-BCE8-4EE8-B86F-48B06BB3AD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940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5A1A-676D-2D5B-4D3B-A0582112A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EACBF2-3EDD-9159-BB50-B73EDC1CB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8B028-A733-B36D-2893-A568F0904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D9635-5A0B-1FA4-0AFD-C8531B7F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4640-3DC6-42A2-987C-B3BA9DC09B59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82414-C9DB-FB7B-C800-AC558728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14E94-8CC4-A9BD-FD8A-9B82E23D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8627-BCE8-4EE8-B86F-48B06BB3AD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51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02A4B-1719-A6E0-B1B6-1FC1EB4F2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82EDF-A331-C840-CAAB-4F3EA8E5C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27FB8-C873-FF90-442B-421641AF4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4640-3DC6-42A2-987C-B3BA9DC09B59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645DC-A2ED-49A2-933F-F45F0B2E8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CCCED-DA76-E3BB-C20B-E4ED5A920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8627-BCE8-4EE8-B86F-48B06BB3AD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902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C0A0D-A94C-A280-07D6-5B516B188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E2B3E-5BD3-8794-70AC-4C7C1736E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020C0-B521-FB80-9F7A-941558C13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4640-3DC6-42A2-987C-B3BA9DC09B59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0033D-A4B0-438C-3D0F-4A2C6B3F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06B4D-EA46-B356-0767-31FDB1EB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68627-BCE8-4EE8-B86F-48B06BB3AD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802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5AF93-E563-182B-FA82-6AE172CB5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19675-FCFC-FFDB-90DE-568D03B4D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6DCB0-30AD-89D5-714A-76D783DA40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D4640-3DC6-42A2-987C-B3BA9DC09B59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0B7B2-6EE5-9303-4648-A5CCEB324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D564A-03FA-B1B5-DABE-7F9E73C6A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068627-BCE8-4EE8-B86F-48B06BB3AD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691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235C-CBAA-C9B7-B0CA-2701ECE2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AA4D65-B819-1510-857F-2B159D71661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9ADCD0-FE4D-8974-1CB0-190EEEB00E22}"/>
              </a:ext>
            </a:extLst>
          </p:cNvPr>
          <p:cNvSpPr txBox="1"/>
          <p:nvPr/>
        </p:nvSpPr>
        <p:spPr>
          <a:xfrm>
            <a:off x="1451836" y="2924278"/>
            <a:ext cx="92883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Insert Element at First</a:t>
            </a:r>
          </a:p>
        </p:txBody>
      </p:sp>
    </p:spTree>
    <p:extLst>
      <p:ext uri="{BB962C8B-B14F-4D97-AF65-F5344CB8AC3E}">
        <p14:creationId xmlns:p14="http://schemas.microsoft.com/office/powerpoint/2010/main" val="282584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CA4F8-3E82-3BE8-E833-570CF712B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9C6E82-2BA2-0A78-4264-735E9AF0EA9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0819BF-244B-025A-2ACB-4F62ED8F924E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5A1633-E598-54BF-2548-C60F980C3601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BFABD8-8B95-EDD2-96B5-A9712B466F4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864D2F-BCFA-81DE-595F-5DBF9208436C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520631-43FC-DFB0-9763-A59FA6637F78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34CCE9-0D7D-AB02-C391-78BD75FBAA6D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F43007-7CEE-94F5-7C38-8F528C9B2506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BE2A1A-43CE-6A55-2A62-21A5D4CD5B80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BEEA56A-45FE-8D22-4E2F-11583E1E0577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C1809EE-88E1-743D-714D-11FCEAA05880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C9FFBC-88D9-0E3E-762A-D22E1D124BB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594C25-CB57-BF55-F54C-BD48CEFFA606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34B91A-9526-0F03-978B-F0B0D539E6BD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6525FFF-04A0-7779-6663-AF4B12D6A09E}"/>
              </a:ext>
            </a:extLst>
          </p:cNvPr>
          <p:cNvSpPr txBox="1"/>
          <p:nvPr/>
        </p:nvSpPr>
        <p:spPr>
          <a:xfrm>
            <a:off x="3891697" y="-584775"/>
            <a:ext cx="928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</p:spTree>
    <p:extLst>
      <p:ext uri="{BB962C8B-B14F-4D97-AF65-F5344CB8AC3E}">
        <p14:creationId xmlns:p14="http://schemas.microsoft.com/office/powerpoint/2010/main" val="76460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27BA-09E6-F3D5-2E1F-A59A99988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DE7B79-E821-0A0F-476F-C7E0CC11F65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F27F54-9980-8E57-B3E0-738A31F9656F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FBEE0D-6950-F4FF-C4C9-9A1A8BCDBFE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3312B6-097F-D79E-030C-A4E194B4D897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6598B9-2B69-868C-3DD5-6065342D5EC3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C98A3C-0414-79E2-5C13-A207412EECDB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69EBB8-30BE-CAEC-9F56-A2CBE68815DD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518940-9F7A-0E31-4E77-FA3E902AEEEF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2126119-043F-E14B-3DB0-692E8C4467CB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80654B-0053-ED3F-42C8-A2D727CCC2F1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747EF7A-90CC-9112-CB24-0E7A0D1D7E46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EB24AE-AFE5-9935-97D2-81A4264F4C0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48BD53-8909-A440-32F4-2384E77E7093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7BCC72-9EA3-F736-D916-5692944D7B1D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095049A-76F7-3650-A6CF-7C00B6085963}"/>
              </a:ext>
            </a:extLst>
          </p:cNvPr>
          <p:cNvSpPr txBox="1"/>
          <p:nvPr/>
        </p:nvSpPr>
        <p:spPr>
          <a:xfrm>
            <a:off x="3891697" y="-584775"/>
            <a:ext cx="928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53A375-7A19-5171-B00A-55C9A888C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339439"/>
              </p:ext>
            </p:extLst>
          </p:nvPr>
        </p:nvGraphicFramePr>
        <p:xfrm>
          <a:off x="485988" y="4198243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25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F89F2-0B6C-CA96-A7E3-C3F8AAC5F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5C9FB4-CDB9-7322-E6F1-F402BD6AB9C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6A48B5-FFDF-A921-5262-7B32DA07B69A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DBCAC6-A69B-8E80-6D3C-02425FFAC53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3D67F2-E1F4-926D-7EB4-2F63B1F6ED5F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970B30-58E6-B15F-8B3D-F55C7ED58C37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057560-C8D5-7803-D65E-E574E822D87F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43950E-905A-8AB4-44BE-DB50674582AD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688C2B-DF55-0F9F-7C29-590DFA253DB2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C5C211-E271-7CCC-8F65-A3EB575BB4AC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A254A9-EECE-E8B3-BF8C-04BB7A93DEEA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6670056-B03C-744C-194E-A8E8A81A6A5A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40CEFD-1122-742A-D41B-18962393650C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6117F76-3C08-04F2-B53D-81CCB138C935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048617D-BF8A-9373-0510-8BAEF70E7267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FC82FF-2680-63E4-5964-B87DB49B62B5}"/>
              </a:ext>
            </a:extLst>
          </p:cNvPr>
          <p:cNvSpPr txBox="1"/>
          <p:nvPr/>
        </p:nvSpPr>
        <p:spPr>
          <a:xfrm>
            <a:off x="3891697" y="-584775"/>
            <a:ext cx="928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B8DCB1-CF98-3F00-2077-D184AC0FC223}"/>
              </a:ext>
            </a:extLst>
          </p:cNvPr>
          <p:cNvSpPr txBox="1"/>
          <p:nvPr/>
        </p:nvSpPr>
        <p:spPr>
          <a:xfrm>
            <a:off x="7147560" y="4250594"/>
            <a:ext cx="17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56773AD-522C-C9A3-94B2-0F95B58C0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339439"/>
              </p:ext>
            </p:extLst>
          </p:nvPr>
        </p:nvGraphicFramePr>
        <p:xfrm>
          <a:off x="485988" y="4198243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32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7148-7D18-7B08-5871-F6EBBBB7D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71202A-D2A1-C74C-B780-BDA6656065D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0A384D-0CDC-554D-A484-3541AE6C8A4B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D3906D-3835-7E0D-5E6E-1AF0C622653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D1B2D1-FDB0-FE16-AA9A-D7F4A69B7A50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0290C7-0958-D837-41BE-16C443043D64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2DA722-8127-7648-6246-594D67E3D666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1E4587-6E8A-E793-7979-20FAC9AC79B6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6AF00E-87DD-0115-1F0D-2015E0CB2550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F822F6-10D0-F789-6905-3DECC4DCFE54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5EB5CAE-1347-1615-07CA-F18F36D2851F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3F00252-5C86-8123-D26C-E16E8F685C5F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743214-0038-70ED-8066-9C731377E82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C174E7-DF93-D97E-1715-FC8A504D86F1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B396B9-CCD5-F4C8-D1B6-58998E171C53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B931585-080F-2A68-0899-ACA66178B8FB}"/>
              </a:ext>
            </a:extLst>
          </p:cNvPr>
          <p:cNvSpPr txBox="1"/>
          <p:nvPr/>
        </p:nvSpPr>
        <p:spPr>
          <a:xfrm>
            <a:off x="3891697" y="-584775"/>
            <a:ext cx="928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EE4CA5-1C73-E18D-7CCC-E21ED0986F4A}"/>
              </a:ext>
            </a:extLst>
          </p:cNvPr>
          <p:cNvCxnSpPr>
            <a:cxnSpLocks/>
          </p:cNvCxnSpPr>
          <p:nvPr/>
        </p:nvCxnSpPr>
        <p:spPr>
          <a:xfrm>
            <a:off x="944880" y="1280160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31D8948-A867-A9A2-13BC-50ED89FCDA91}"/>
              </a:ext>
            </a:extLst>
          </p:cNvPr>
          <p:cNvSpPr txBox="1"/>
          <p:nvPr/>
        </p:nvSpPr>
        <p:spPr>
          <a:xfrm>
            <a:off x="636971" y="86476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3F8BB5-437C-D312-31E3-A41D6812E111}"/>
              </a:ext>
            </a:extLst>
          </p:cNvPr>
          <p:cNvSpPr txBox="1"/>
          <p:nvPr/>
        </p:nvSpPr>
        <p:spPr>
          <a:xfrm>
            <a:off x="7147560" y="4250594"/>
            <a:ext cx="17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BD4E1DC-82EB-9961-7D56-F697F007C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339439"/>
              </p:ext>
            </p:extLst>
          </p:nvPr>
        </p:nvGraphicFramePr>
        <p:xfrm>
          <a:off x="485988" y="4198243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8184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6CFF-B8D2-3C85-4521-ED288622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89DE65-3AD8-5944-1A33-A19469E43A2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2E92FA-F211-F3B6-8ECF-4FACADE1222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432629-11EF-49FE-7F8F-F0E8F5EBA2A5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D6A213-A01E-E47C-BEBE-528B444207C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A5BCEC-CF24-7FE8-8A04-F8EAE0755256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FF47EF-AA26-A9FA-1C7F-957A20CE2584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79E3EE-B5CB-D82B-D63A-2E610E32C00E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FE0185-BACC-8866-917E-6EF08193575D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6BDD61-5D34-4EFF-D486-AC6D764DA421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C36C3F9-9277-A26F-8B16-8FB6F93E3E49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0244913-8C47-8F66-3BD1-807411053EFE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21C837-E64B-8FDD-A2E0-B815EE61E963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F4CFAE-69E6-6177-BB3A-C5BC76F25E21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DA19CFE-BDFC-9A5D-88E8-742A6642D569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DED0B7-4373-718C-1C4E-8546C859F3D9}"/>
              </a:ext>
            </a:extLst>
          </p:cNvPr>
          <p:cNvSpPr txBox="1"/>
          <p:nvPr/>
        </p:nvSpPr>
        <p:spPr>
          <a:xfrm>
            <a:off x="3891697" y="-584775"/>
            <a:ext cx="928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FE4496-E4F8-C904-9A2C-AE9C7CFAAB12}"/>
              </a:ext>
            </a:extLst>
          </p:cNvPr>
          <p:cNvCxnSpPr>
            <a:cxnSpLocks/>
          </p:cNvCxnSpPr>
          <p:nvPr/>
        </p:nvCxnSpPr>
        <p:spPr>
          <a:xfrm>
            <a:off x="944880" y="1280160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B3D6F7E-8C8D-3F1F-AC13-C831DD6BBDF4}"/>
              </a:ext>
            </a:extLst>
          </p:cNvPr>
          <p:cNvSpPr txBox="1"/>
          <p:nvPr/>
        </p:nvSpPr>
        <p:spPr>
          <a:xfrm>
            <a:off x="636971" y="86476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7AEAD3-891A-0E7F-9C85-BB44368FBECE}"/>
              </a:ext>
            </a:extLst>
          </p:cNvPr>
          <p:cNvSpPr txBox="1"/>
          <p:nvPr/>
        </p:nvSpPr>
        <p:spPr>
          <a:xfrm>
            <a:off x="7147560" y="4250594"/>
            <a:ext cx="17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0C9CD4-AC4B-C54A-6232-620C0D928F7B}"/>
              </a:ext>
            </a:extLst>
          </p:cNvPr>
          <p:cNvSpPr txBox="1"/>
          <p:nvPr/>
        </p:nvSpPr>
        <p:spPr>
          <a:xfrm>
            <a:off x="6146379" y="4744326"/>
            <a:ext cx="4185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while (</a:t>
            </a:r>
            <a:r>
              <a:rPr lang="en-US" dirty="0"/>
              <a:t> </a:t>
            </a:r>
            <a:r>
              <a:rPr lang="en-US" sz="2400" b="1" dirty="0">
                <a:solidFill>
                  <a:schemeClr val="bg1"/>
                </a:solidFill>
              </a:rPr>
              <a:t>last-&gt;next != head</a:t>
            </a:r>
            <a:r>
              <a:rPr lang="en-US" sz="2400" b="1" dirty="0">
                <a:solidFill>
                  <a:srgbClr val="FFC000"/>
                </a:solidFill>
              </a:rPr>
              <a:t>)</a:t>
            </a:r>
            <a:r>
              <a:rPr lang="en-US" sz="2400" b="1" dirty="0">
                <a:solidFill>
                  <a:schemeClr val="bg1"/>
                </a:solidFill>
              </a:rPr>
              <a:t> {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    last = last-&gt;next;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}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06A4529-E267-5FD0-1B70-D533398AB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339439"/>
              </p:ext>
            </p:extLst>
          </p:nvPr>
        </p:nvGraphicFramePr>
        <p:xfrm>
          <a:off x="485988" y="4198243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1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5A069-9E25-56B9-CE2F-84E3BFC0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0292B1-EA96-EEA9-1A7C-B3300E0EC00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2A084B-E75C-EC44-DB88-1EFA4EAE593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4CE017-0296-262E-BBB5-B94D18F494E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DA4035-C0C9-8B5A-630D-86422805E1C6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CC8377-6912-5F27-FB08-AD9F91B26F5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2E9D80-AB0D-7886-4367-5E2D98F66685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2ADFA8-953E-D1DB-1084-6516A49CE88F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DDCFEC-B922-50BB-EB86-615001515124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F4B228-86D0-347B-D9B6-F53D0F1B923F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733EA24-92EA-D2FE-EA43-0A9C6718C570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A005887-E059-0B1B-4E26-BFA6BA7E3B30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2A495A-F904-2B5B-1643-72B88F6E62ED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F88BA5-B082-4166-FF48-B70CCA428EA5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28A1C76-117A-FBFE-8D37-B6B1A4FBF357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99DB036-AEE1-9EAB-7DC3-1D781F42BDC1}"/>
              </a:ext>
            </a:extLst>
          </p:cNvPr>
          <p:cNvSpPr txBox="1"/>
          <p:nvPr/>
        </p:nvSpPr>
        <p:spPr>
          <a:xfrm>
            <a:off x="3891697" y="-584775"/>
            <a:ext cx="928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ADC281-5C2D-BAD6-30D8-871F605C8561}"/>
              </a:ext>
            </a:extLst>
          </p:cNvPr>
          <p:cNvCxnSpPr>
            <a:cxnSpLocks/>
          </p:cNvCxnSpPr>
          <p:nvPr/>
        </p:nvCxnSpPr>
        <p:spPr>
          <a:xfrm>
            <a:off x="2973217" y="1310643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29E8E28-021B-5BD7-A45D-BB4B46448EED}"/>
              </a:ext>
            </a:extLst>
          </p:cNvPr>
          <p:cNvSpPr txBox="1"/>
          <p:nvPr/>
        </p:nvSpPr>
        <p:spPr>
          <a:xfrm>
            <a:off x="2665308" y="89525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190F2A-5094-44BC-2A70-B29555B0C013}"/>
              </a:ext>
            </a:extLst>
          </p:cNvPr>
          <p:cNvSpPr txBox="1"/>
          <p:nvPr/>
        </p:nvSpPr>
        <p:spPr>
          <a:xfrm>
            <a:off x="7147560" y="4250594"/>
            <a:ext cx="17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71A80C-6B59-D3EB-39B6-57266DA44C9A}"/>
              </a:ext>
            </a:extLst>
          </p:cNvPr>
          <p:cNvSpPr txBox="1"/>
          <p:nvPr/>
        </p:nvSpPr>
        <p:spPr>
          <a:xfrm>
            <a:off x="6146379" y="4744326"/>
            <a:ext cx="4185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while (</a:t>
            </a:r>
            <a:r>
              <a:rPr lang="en-US" dirty="0"/>
              <a:t> </a:t>
            </a:r>
            <a:r>
              <a:rPr lang="en-US" sz="2400" b="1" dirty="0">
                <a:solidFill>
                  <a:schemeClr val="bg1"/>
                </a:solidFill>
              </a:rPr>
              <a:t>last-&gt;next != head</a:t>
            </a:r>
            <a:r>
              <a:rPr lang="en-US" sz="2400" b="1" dirty="0">
                <a:solidFill>
                  <a:srgbClr val="FFC000"/>
                </a:solidFill>
              </a:rPr>
              <a:t>)</a:t>
            </a:r>
            <a:r>
              <a:rPr lang="en-US" sz="2400" b="1" dirty="0">
                <a:solidFill>
                  <a:schemeClr val="bg1"/>
                </a:solidFill>
              </a:rPr>
              <a:t> {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    last = last-&gt;next;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}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B633E2B-BFCF-7EDD-AE64-69E1C0E7F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339439"/>
              </p:ext>
            </p:extLst>
          </p:nvPr>
        </p:nvGraphicFramePr>
        <p:xfrm>
          <a:off x="485988" y="4198243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255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5E68-2B0B-BA27-4CCB-EFBFBD18B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2913F3-7840-F9AA-5B7C-CF13ACBAE98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6E9FFD-1AC1-BAB2-96EF-D20E3BE8A745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F155FF-DC0F-84C9-DF1B-4FB245560050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C79DD3-1346-4C11-BF70-5EBF85EA9A11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C43DAC-804B-7B30-9B22-6650058BA597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4D745E-8047-9B74-9208-53B71B558E91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108F6B-6B08-A404-CDEE-867AC48AE68B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B203CB-10C1-89B4-A247-B5E5D396A542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87E8B6-42B1-D35A-588B-AEF16E98E5FC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F6289C8-C28A-530D-80EA-D61297DF3330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F1FC550-D1E5-62EB-0DE4-9282CA811F16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6F17BC-04F4-E566-6C6E-CA91862DA97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3E2E650-55BD-A1E7-A657-2CDE68C9AA7A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DEA783C-172B-C832-C6BB-D2D76CCEF58B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864FE24-5668-BFED-465C-A8DEF76D1EDB}"/>
              </a:ext>
            </a:extLst>
          </p:cNvPr>
          <p:cNvSpPr txBox="1"/>
          <p:nvPr/>
        </p:nvSpPr>
        <p:spPr>
          <a:xfrm>
            <a:off x="3891697" y="-584775"/>
            <a:ext cx="928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37C61-8E35-2B0D-E62A-CA65A94FAE4A}"/>
              </a:ext>
            </a:extLst>
          </p:cNvPr>
          <p:cNvCxnSpPr>
            <a:cxnSpLocks/>
          </p:cNvCxnSpPr>
          <p:nvPr/>
        </p:nvCxnSpPr>
        <p:spPr>
          <a:xfrm>
            <a:off x="5139997" y="1297433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F3DE20C-B630-11B7-2E64-B4FFC266338C}"/>
              </a:ext>
            </a:extLst>
          </p:cNvPr>
          <p:cNvSpPr txBox="1"/>
          <p:nvPr/>
        </p:nvSpPr>
        <p:spPr>
          <a:xfrm>
            <a:off x="4832088" y="88204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009099-3267-3324-8538-944CA73B3D92}"/>
              </a:ext>
            </a:extLst>
          </p:cNvPr>
          <p:cNvSpPr txBox="1"/>
          <p:nvPr/>
        </p:nvSpPr>
        <p:spPr>
          <a:xfrm>
            <a:off x="7147560" y="4250594"/>
            <a:ext cx="17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A4E728-F431-61B3-B491-0E39275B3A19}"/>
              </a:ext>
            </a:extLst>
          </p:cNvPr>
          <p:cNvSpPr txBox="1"/>
          <p:nvPr/>
        </p:nvSpPr>
        <p:spPr>
          <a:xfrm>
            <a:off x="6146379" y="4744326"/>
            <a:ext cx="4185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while (</a:t>
            </a:r>
            <a:r>
              <a:rPr lang="en-US" dirty="0"/>
              <a:t> </a:t>
            </a:r>
            <a:r>
              <a:rPr lang="en-US" sz="2400" b="1" dirty="0">
                <a:solidFill>
                  <a:schemeClr val="bg1"/>
                </a:solidFill>
              </a:rPr>
              <a:t>last-&gt;next != head</a:t>
            </a:r>
            <a:r>
              <a:rPr lang="en-US" sz="2400" b="1" dirty="0">
                <a:solidFill>
                  <a:srgbClr val="FFC000"/>
                </a:solidFill>
              </a:rPr>
              <a:t>)</a:t>
            </a:r>
            <a:r>
              <a:rPr lang="en-US" sz="2400" b="1" dirty="0">
                <a:solidFill>
                  <a:schemeClr val="bg1"/>
                </a:solidFill>
              </a:rPr>
              <a:t> {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    last = last-&gt;next;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}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D3FD5C5-8205-426E-D182-086CCDD08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339439"/>
              </p:ext>
            </p:extLst>
          </p:nvPr>
        </p:nvGraphicFramePr>
        <p:xfrm>
          <a:off x="485988" y="4198243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68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4637A-170F-C5BE-B174-261F0E2CB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D8C5BF-C5E1-ABE6-FEFD-5F910591773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1A1C5B-0D7B-A764-9D77-AA531F77DFA5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99547E-8105-6849-670A-F2CE9BA8CD65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03920D-5D45-06AA-EB15-5DE807FFCFFB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227C7D-C6D7-5566-DB4A-1FD1E2EBF82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ADA7B0-1509-15C8-5127-596ABAA7280D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10DA19-DF00-8ADF-8850-C610397ABA96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05A078F-9642-3497-30E3-8C63ECABE19B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9C9236-B00D-3719-4BE6-3E7072D0F7F7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4C57CF8-A703-C1E0-8EBC-F8E0F31F3960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85E4EAA-C724-094C-B203-B4F7679D1CBD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934FBF-024E-E283-6D19-B6C66C738416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CBBE61-12C5-D982-6F46-DE2AD3AECE54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8D3A2A-6413-5520-DBCD-6B85A6ABC227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E52428-4685-E3EF-089E-F756BFDADBF0}"/>
              </a:ext>
            </a:extLst>
          </p:cNvPr>
          <p:cNvSpPr txBox="1"/>
          <p:nvPr/>
        </p:nvSpPr>
        <p:spPr>
          <a:xfrm>
            <a:off x="3891697" y="-584775"/>
            <a:ext cx="928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000B81-0CDF-E693-5C83-E952E3F55F99}"/>
              </a:ext>
            </a:extLst>
          </p:cNvPr>
          <p:cNvCxnSpPr>
            <a:cxnSpLocks/>
          </p:cNvCxnSpPr>
          <p:nvPr/>
        </p:nvCxnSpPr>
        <p:spPr>
          <a:xfrm>
            <a:off x="7331857" y="1266620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8278FD5-434C-125A-D577-4CFA93191DD4}"/>
              </a:ext>
            </a:extLst>
          </p:cNvPr>
          <p:cNvSpPr txBox="1"/>
          <p:nvPr/>
        </p:nvSpPr>
        <p:spPr>
          <a:xfrm>
            <a:off x="7023948" y="8512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25DCA8-CDA0-BAC3-A1EE-C6A0DEFF8758}"/>
              </a:ext>
            </a:extLst>
          </p:cNvPr>
          <p:cNvSpPr txBox="1"/>
          <p:nvPr/>
        </p:nvSpPr>
        <p:spPr>
          <a:xfrm>
            <a:off x="7147560" y="4250594"/>
            <a:ext cx="17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DF41EE-D698-3595-6665-ED4F6249166C}"/>
              </a:ext>
            </a:extLst>
          </p:cNvPr>
          <p:cNvSpPr txBox="1"/>
          <p:nvPr/>
        </p:nvSpPr>
        <p:spPr>
          <a:xfrm>
            <a:off x="6146379" y="4744326"/>
            <a:ext cx="4185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while (</a:t>
            </a:r>
            <a:r>
              <a:rPr lang="en-US" dirty="0"/>
              <a:t> </a:t>
            </a:r>
            <a:r>
              <a:rPr lang="en-US" sz="2400" b="1" dirty="0">
                <a:solidFill>
                  <a:schemeClr val="bg1"/>
                </a:solidFill>
              </a:rPr>
              <a:t>last-&gt;next != head</a:t>
            </a:r>
            <a:r>
              <a:rPr lang="en-US" sz="2400" b="1" dirty="0">
                <a:solidFill>
                  <a:srgbClr val="FFC000"/>
                </a:solidFill>
              </a:rPr>
              <a:t>)</a:t>
            </a:r>
            <a:r>
              <a:rPr lang="en-US" sz="2400" b="1" dirty="0">
                <a:solidFill>
                  <a:schemeClr val="bg1"/>
                </a:solidFill>
              </a:rPr>
              <a:t> {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    last = last-&gt;next;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}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C590EC9-C21A-D63F-18B2-83C6D6C27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339439"/>
              </p:ext>
            </p:extLst>
          </p:nvPr>
        </p:nvGraphicFramePr>
        <p:xfrm>
          <a:off x="485988" y="4198243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902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04D28-5BE3-F77F-CE01-C2598198B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E04901-E03D-0B84-27FD-26AD2282640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F65722-28B3-E8B2-60BC-9E9A907E678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D26BC1-8064-6624-6E58-23B09433213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ECAE6E-6281-11E9-C128-CF19EC5DA53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471C10-F0D1-ADF1-E667-CE33D850D2A3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CAD48B-5710-3CFC-797E-99F06529C5F4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E631C0-5B0D-C862-9452-8CFF969A3620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735253-75FC-B735-EE89-989ADB211314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5D01BE-0DEC-D544-6A38-A8C8EB25AF87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5104FA0-E944-D232-001B-40836A46904E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C84D355-E6CE-DF37-079B-4C1930684366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A8FAFA-5E22-57F2-3145-A6E81E941BA3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E16992-5F6F-36D8-9412-811F949A1822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6B8255-DC9E-1424-DA3D-BCA3312E58A3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89AA757-C905-85B6-10FE-2EA7011395F2}"/>
              </a:ext>
            </a:extLst>
          </p:cNvPr>
          <p:cNvSpPr txBox="1"/>
          <p:nvPr/>
        </p:nvSpPr>
        <p:spPr>
          <a:xfrm>
            <a:off x="3891697" y="-584775"/>
            <a:ext cx="928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373C017-C442-C4BE-F7DD-8DDF5871FCF9}"/>
              </a:ext>
            </a:extLst>
          </p:cNvPr>
          <p:cNvCxnSpPr>
            <a:cxnSpLocks/>
          </p:cNvCxnSpPr>
          <p:nvPr/>
        </p:nvCxnSpPr>
        <p:spPr>
          <a:xfrm>
            <a:off x="7331857" y="1266620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8A2E03A-46AD-625A-2AF0-D52D4CDFCFD8}"/>
              </a:ext>
            </a:extLst>
          </p:cNvPr>
          <p:cNvSpPr txBox="1"/>
          <p:nvPr/>
        </p:nvSpPr>
        <p:spPr>
          <a:xfrm>
            <a:off x="7023948" y="8512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3DE4FD-13E5-F4FB-9A28-6817A832B4F2}"/>
              </a:ext>
            </a:extLst>
          </p:cNvPr>
          <p:cNvSpPr txBox="1"/>
          <p:nvPr/>
        </p:nvSpPr>
        <p:spPr>
          <a:xfrm>
            <a:off x="7147560" y="4250594"/>
            <a:ext cx="17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FC0718-C209-ACC0-415D-D783F0DA0957}"/>
              </a:ext>
            </a:extLst>
          </p:cNvPr>
          <p:cNvSpPr txBox="1"/>
          <p:nvPr/>
        </p:nvSpPr>
        <p:spPr>
          <a:xfrm>
            <a:off x="6146379" y="4744326"/>
            <a:ext cx="4185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while (</a:t>
            </a:r>
            <a:r>
              <a:rPr lang="en-US" dirty="0"/>
              <a:t> </a:t>
            </a:r>
            <a:r>
              <a:rPr lang="en-US" sz="2400" b="1" dirty="0">
                <a:solidFill>
                  <a:schemeClr val="bg1"/>
                </a:solidFill>
              </a:rPr>
              <a:t>last-&gt;next != head</a:t>
            </a:r>
            <a:r>
              <a:rPr lang="en-US" sz="2400" b="1" dirty="0">
                <a:solidFill>
                  <a:srgbClr val="FFC000"/>
                </a:solidFill>
              </a:rPr>
              <a:t>)</a:t>
            </a:r>
            <a:r>
              <a:rPr lang="en-US" sz="2400" b="1" dirty="0">
                <a:solidFill>
                  <a:schemeClr val="bg1"/>
                </a:solidFill>
              </a:rPr>
              <a:t> {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    last = last-&gt;next;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3D64A0-269A-E582-0E28-80965A6D199D}"/>
              </a:ext>
            </a:extLst>
          </p:cNvPr>
          <p:cNvSpPr txBox="1"/>
          <p:nvPr/>
        </p:nvSpPr>
        <p:spPr>
          <a:xfrm>
            <a:off x="6307030" y="5944655"/>
            <a:ext cx="3827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newNode</a:t>
            </a:r>
            <a:r>
              <a:rPr lang="en-IN" sz="2400" b="1" dirty="0">
                <a:solidFill>
                  <a:schemeClr val="bg1"/>
                </a:solidFill>
              </a:rPr>
              <a:t> -&gt; </a:t>
            </a:r>
            <a:r>
              <a:rPr lang="en-IN" sz="2400" b="1" dirty="0">
                <a:solidFill>
                  <a:srgbClr val="FFC000"/>
                </a:solidFill>
              </a:rPr>
              <a:t>next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1571F32-831B-0119-88F4-4D4BC0FDA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339439"/>
              </p:ext>
            </p:extLst>
          </p:nvPr>
        </p:nvGraphicFramePr>
        <p:xfrm>
          <a:off x="485988" y="4198243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740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EC7A8-3724-06D8-5102-2BAD20342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92664A-A9C6-EB9F-4775-83AFD8E473B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E64AC9-27E1-1F7E-7670-AAC0E2C04DE5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4165D6-0F19-8668-B9DD-7EB8F35C93D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21ACED-DAF2-EF39-D7AA-3FFEBFE77C4F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470F30-2FD3-6BE2-3EA4-99073C2B8377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2590C8-0C1E-3769-0ECD-68E005569C1E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6AA65B-6D89-549D-4DEF-893F0E42AA7A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645E347-1E9E-FC98-6980-94A65675FED2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E34660-4B04-1486-AB42-E4BBBBEF9914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72CE880-D9B6-736B-3441-CE21DCE0B8DF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3527A45-0E15-6757-75B0-C458605F3D62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11C287-256D-E343-930B-CD2E31C51F97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C87659-F118-E7E2-AB36-B7C369A38053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6E5E94-5395-2869-9BEA-4D135D080529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8D5F536-C6EA-B5C6-7408-00D816BB96D1}"/>
              </a:ext>
            </a:extLst>
          </p:cNvPr>
          <p:cNvSpPr txBox="1"/>
          <p:nvPr/>
        </p:nvSpPr>
        <p:spPr>
          <a:xfrm>
            <a:off x="3891697" y="-584775"/>
            <a:ext cx="928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9465B5-C5E2-3135-5E07-8118FC6815D4}"/>
              </a:ext>
            </a:extLst>
          </p:cNvPr>
          <p:cNvCxnSpPr>
            <a:cxnSpLocks/>
          </p:cNvCxnSpPr>
          <p:nvPr/>
        </p:nvCxnSpPr>
        <p:spPr>
          <a:xfrm>
            <a:off x="7331857" y="1266620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70B8341-B447-8A45-4A64-69A20095B0E3}"/>
              </a:ext>
            </a:extLst>
          </p:cNvPr>
          <p:cNvSpPr txBox="1"/>
          <p:nvPr/>
        </p:nvSpPr>
        <p:spPr>
          <a:xfrm>
            <a:off x="7023948" y="8512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D34CBE-4EF6-8685-E179-B08A13448F79}"/>
              </a:ext>
            </a:extLst>
          </p:cNvPr>
          <p:cNvSpPr txBox="1"/>
          <p:nvPr/>
        </p:nvSpPr>
        <p:spPr>
          <a:xfrm>
            <a:off x="7147560" y="4250594"/>
            <a:ext cx="17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6C6B87-B83A-480D-EBF0-41DD4735C520}"/>
              </a:ext>
            </a:extLst>
          </p:cNvPr>
          <p:cNvSpPr txBox="1"/>
          <p:nvPr/>
        </p:nvSpPr>
        <p:spPr>
          <a:xfrm>
            <a:off x="6146379" y="4744326"/>
            <a:ext cx="4185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while (</a:t>
            </a:r>
            <a:r>
              <a:rPr lang="en-US" dirty="0"/>
              <a:t> </a:t>
            </a:r>
            <a:r>
              <a:rPr lang="en-US" sz="2400" b="1" dirty="0">
                <a:solidFill>
                  <a:schemeClr val="bg1"/>
                </a:solidFill>
              </a:rPr>
              <a:t>last-&gt;next != head</a:t>
            </a:r>
            <a:r>
              <a:rPr lang="en-US" sz="2400" b="1" dirty="0">
                <a:solidFill>
                  <a:srgbClr val="FFC000"/>
                </a:solidFill>
              </a:rPr>
              <a:t>)</a:t>
            </a:r>
            <a:r>
              <a:rPr lang="en-US" sz="2400" b="1" dirty="0">
                <a:solidFill>
                  <a:schemeClr val="bg1"/>
                </a:solidFill>
              </a:rPr>
              <a:t> {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    last = last-&gt;next;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E9225E-F2AA-C19F-12F2-A67C36EF1239}"/>
              </a:ext>
            </a:extLst>
          </p:cNvPr>
          <p:cNvSpPr txBox="1"/>
          <p:nvPr/>
        </p:nvSpPr>
        <p:spPr>
          <a:xfrm>
            <a:off x="6307030" y="5944655"/>
            <a:ext cx="3827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newNode</a:t>
            </a:r>
            <a:r>
              <a:rPr lang="en-IN" sz="2400" b="1" dirty="0">
                <a:solidFill>
                  <a:schemeClr val="bg1"/>
                </a:solidFill>
              </a:rPr>
              <a:t> -&gt; </a:t>
            </a:r>
            <a:r>
              <a:rPr lang="en-IN" sz="2400" b="1" dirty="0">
                <a:solidFill>
                  <a:srgbClr val="FFC000"/>
                </a:solidFill>
              </a:rPr>
              <a:t>next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929CC38-DB73-D8B3-1100-B0BF55D35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589283"/>
              </p:ext>
            </p:extLst>
          </p:nvPr>
        </p:nvGraphicFramePr>
        <p:xfrm>
          <a:off x="485988" y="4198243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E2AB54-AE3E-CB10-CB6B-4E3B602519A9}"/>
              </a:ext>
            </a:extLst>
          </p:cNvPr>
          <p:cNvCxnSpPr>
            <a:cxnSpLocks/>
          </p:cNvCxnSpPr>
          <p:nvPr/>
        </p:nvCxnSpPr>
        <p:spPr>
          <a:xfrm flipV="1">
            <a:off x="1043598" y="3429000"/>
            <a:ext cx="0" cy="106556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437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73FD4-5A9E-E032-F00B-9BC5C0F71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D2DEA7-7AA6-7EA6-769B-57FFF7B082D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8EEE44-5961-2B02-CC83-7670D6785B8A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8F5C5A-D044-8EF7-D2AE-74DC6833753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E00649-3104-C9EB-0083-1CDF6998CABF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267548-CD1C-09D8-A024-3193B85041F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594B27-203F-BA88-C46B-1CBDF190AFD0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813DEF-2ECD-C454-A904-9EDFF98D2D72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A5F7E1-5E65-E782-6FFF-BBC80A33291F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952643-F1E2-F43F-0495-0240DBE28D96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B4AEBC1-7A1E-BBE2-D23F-82661105A327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BF26057-BF80-96AC-628F-E11CEB283D8F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5C7D0A-FB0B-7ABD-B7A8-A88783FF773F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47F036-7904-F532-B9FF-7542977D94A0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263BF42-4D30-E52A-A15E-BCC8870D5DA4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EE92CAA-9834-523B-45EF-8FE554550B81}"/>
              </a:ext>
            </a:extLst>
          </p:cNvPr>
          <p:cNvSpPr txBox="1"/>
          <p:nvPr/>
        </p:nvSpPr>
        <p:spPr>
          <a:xfrm>
            <a:off x="3891697" y="-584775"/>
            <a:ext cx="928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70E251-17C5-4D95-B851-B62D4E37D52E}"/>
              </a:ext>
            </a:extLst>
          </p:cNvPr>
          <p:cNvCxnSpPr>
            <a:cxnSpLocks/>
          </p:cNvCxnSpPr>
          <p:nvPr/>
        </p:nvCxnSpPr>
        <p:spPr>
          <a:xfrm>
            <a:off x="7331857" y="1266620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1BA57AA-CE43-5663-6C88-3618A895EAD9}"/>
              </a:ext>
            </a:extLst>
          </p:cNvPr>
          <p:cNvSpPr txBox="1"/>
          <p:nvPr/>
        </p:nvSpPr>
        <p:spPr>
          <a:xfrm>
            <a:off x="7023948" y="8512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E2028C-823E-BF72-7CB7-45CD5353D924}"/>
              </a:ext>
            </a:extLst>
          </p:cNvPr>
          <p:cNvSpPr txBox="1"/>
          <p:nvPr/>
        </p:nvSpPr>
        <p:spPr>
          <a:xfrm>
            <a:off x="7147560" y="4250594"/>
            <a:ext cx="17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FA14E6-9ABC-F2EB-C6FD-ADD667B0C454}"/>
              </a:ext>
            </a:extLst>
          </p:cNvPr>
          <p:cNvSpPr txBox="1"/>
          <p:nvPr/>
        </p:nvSpPr>
        <p:spPr>
          <a:xfrm>
            <a:off x="6146379" y="4744326"/>
            <a:ext cx="4185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while (</a:t>
            </a:r>
            <a:r>
              <a:rPr lang="en-US" dirty="0"/>
              <a:t> </a:t>
            </a:r>
            <a:r>
              <a:rPr lang="en-US" sz="2400" b="1" dirty="0">
                <a:solidFill>
                  <a:schemeClr val="bg1"/>
                </a:solidFill>
              </a:rPr>
              <a:t>last-&gt;next != head</a:t>
            </a:r>
            <a:r>
              <a:rPr lang="en-US" sz="2400" b="1" dirty="0">
                <a:solidFill>
                  <a:srgbClr val="FFC000"/>
                </a:solidFill>
              </a:rPr>
              <a:t>)</a:t>
            </a:r>
            <a:r>
              <a:rPr lang="en-US" sz="2400" b="1" dirty="0">
                <a:solidFill>
                  <a:schemeClr val="bg1"/>
                </a:solidFill>
              </a:rPr>
              <a:t> {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    last = last-&gt;next;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557CFF-B075-F454-33BA-F181422AFC59}"/>
              </a:ext>
            </a:extLst>
          </p:cNvPr>
          <p:cNvSpPr txBox="1"/>
          <p:nvPr/>
        </p:nvSpPr>
        <p:spPr>
          <a:xfrm>
            <a:off x="6307030" y="5944655"/>
            <a:ext cx="3827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newNode</a:t>
            </a:r>
            <a:r>
              <a:rPr lang="en-IN" sz="2400" b="1" dirty="0">
                <a:solidFill>
                  <a:schemeClr val="bg1"/>
                </a:solidFill>
              </a:rPr>
              <a:t> -&gt; </a:t>
            </a:r>
            <a:r>
              <a:rPr lang="en-IN" sz="2400" b="1" dirty="0">
                <a:solidFill>
                  <a:srgbClr val="FFC000"/>
                </a:solidFill>
              </a:rPr>
              <a:t>next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7B36C55-1677-44B4-694F-EF318D836894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4198243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72A717-3CB0-9B62-FF10-CDAD9EFC7108}"/>
              </a:ext>
            </a:extLst>
          </p:cNvPr>
          <p:cNvCxnSpPr>
            <a:cxnSpLocks/>
          </p:cNvCxnSpPr>
          <p:nvPr/>
        </p:nvCxnSpPr>
        <p:spPr>
          <a:xfrm flipV="1">
            <a:off x="1043598" y="3429000"/>
            <a:ext cx="0" cy="106556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C3828B-EF4A-CFED-84A8-6AFB10A2B6E9}"/>
              </a:ext>
            </a:extLst>
          </p:cNvPr>
          <p:cNvSpPr txBox="1"/>
          <p:nvPr/>
        </p:nvSpPr>
        <p:spPr>
          <a:xfrm>
            <a:off x="6307030" y="6406320"/>
            <a:ext cx="3827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  <a:r>
              <a:rPr lang="en-IN" sz="2400" b="1" dirty="0">
                <a:solidFill>
                  <a:schemeClr val="bg1"/>
                </a:solidFill>
              </a:rPr>
              <a:t> -&gt; </a:t>
            </a:r>
            <a:r>
              <a:rPr lang="en-IN" sz="2400" b="1" dirty="0">
                <a:solidFill>
                  <a:srgbClr val="FFC000"/>
                </a:solidFill>
              </a:rPr>
              <a:t>next = </a:t>
            </a:r>
            <a:r>
              <a:rPr lang="en-IN" sz="2400" b="1" dirty="0" err="1">
                <a:solidFill>
                  <a:schemeClr val="accent2"/>
                </a:solidFill>
              </a:rPr>
              <a:t>newNode</a:t>
            </a:r>
            <a:endParaRPr lang="en-IN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453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BFCE5-E4E4-037F-E9BE-AC6198AC9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B5108F-C12F-A079-311F-62EFEE9F71E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3AE521-7D33-C3B6-9126-FED8450CB30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6BE175-8FEC-EE56-F9DC-08B21904427B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58718D-4530-EEF2-7A9C-65168109DC1E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FBA7D3-67C5-A900-744F-8819AE236688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641385-61EC-F7AC-6CAC-F5B5E0D72E5D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9B9B35-44A3-585E-BC1F-BB728134403A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DA359E-B24F-F090-5B0C-748C34791931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5664CB6-674D-11E8-085E-C05D4E83555C}"/>
              </a:ext>
            </a:extLst>
          </p:cNvPr>
          <p:cNvCxnSpPr>
            <a:cxnSpLocks/>
          </p:cNvCxnSpPr>
          <p:nvPr/>
        </p:nvCxnSpPr>
        <p:spPr>
          <a:xfrm flipH="1">
            <a:off x="1772284" y="5258819"/>
            <a:ext cx="368363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72E4EFE-BECD-4CFE-77D2-0739A72E143A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A5566B7-3096-DF35-58E7-7B16C99E3362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68CE22-26CA-01CE-95FA-AA776B898B61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BFE1777-86F8-A004-61F7-8272F5690962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26015" cy="129714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DF74FF2-9F29-9A28-2075-2D9201FDD1DE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1BEB0C8-10C4-3713-11A9-262A231A4987}"/>
              </a:ext>
            </a:extLst>
          </p:cNvPr>
          <p:cNvSpPr txBox="1"/>
          <p:nvPr/>
        </p:nvSpPr>
        <p:spPr>
          <a:xfrm>
            <a:off x="3891697" y="-584775"/>
            <a:ext cx="928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16BF1A1-4969-CF05-693A-B07A8DA6C48B}"/>
              </a:ext>
            </a:extLst>
          </p:cNvPr>
          <p:cNvCxnSpPr>
            <a:cxnSpLocks/>
          </p:cNvCxnSpPr>
          <p:nvPr/>
        </p:nvCxnSpPr>
        <p:spPr>
          <a:xfrm>
            <a:off x="7331857" y="1266620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8041D6-DB59-EEF2-88AC-12F147052414}"/>
              </a:ext>
            </a:extLst>
          </p:cNvPr>
          <p:cNvSpPr txBox="1"/>
          <p:nvPr/>
        </p:nvSpPr>
        <p:spPr>
          <a:xfrm>
            <a:off x="7023948" y="8512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D30050-E072-8684-E368-72FE9E148B51}"/>
              </a:ext>
            </a:extLst>
          </p:cNvPr>
          <p:cNvSpPr txBox="1"/>
          <p:nvPr/>
        </p:nvSpPr>
        <p:spPr>
          <a:xfrm>
            <a:off x="7147560" y="4250594"/>
            <a:ext cx="17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FE7138-CE52-D76F-A40C-11EC07352736}"/>
              </a:ext>
            </a:extLst>
          </p:cNvPr>
          <p:cNvSpPr txBox="1"/>
          <p:nvPr/>
        </p:nvSpPr>
        <p:spPr>
          <a:xfrm>
            <a:off x="6146379" y="4744326"/>
            <a:ext cx="4185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while (</a:t>
            </a:r>
            <a:r>
              <a:rPr lang="en-US" dirty="0"/>
              <a:t> </a:t>
            </a:r>
            <a:r>
              <a:rPr lang="en-US" sz="2400" b="1" dirty="0">
                <a:solidFill>
                  <a:schemeClr val="bg1"/>
                </a:solidFill>
              </a:rPr>
              <a:t>last-&gt;next != head</a:t>
            </a:r>
            <a:r>
              <a:rPr lang="en-US" sz="2400" b="1" dirty="0">
                <a:solidFill>
                  <a:srgbClr val="FFC000"/>
                </a:solidFill>
              </a:rPr>
              <a:t>)</a:t>
            </a:r>
            <a:r>
              <a:rPr lang="en-US" sz="2400" b="1" dirty="0">
                <a:solidFill>
                  <a:schemeClr val="bg1"/>
                </a:solidFill>
              </a:rPr>
              <a:t> {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    last = last-&gt;next;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285B61-B205-75D6-9AC7-41ED4DDEB74F}"/>
              </a:ext>
            </a:extLst>
          </p:cNvPr>
          <p:cNvSpPr txBox="1"/>
          <p:nvPr/>
        </p:nvSpPr>
        <p:spPr>
          <a:xfrm>
            <a:off x="6307030" y="5944655"/>
            <a:ext cx="3827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newNode</a:t>
            </a:r>
            <a:r>
              <a:rPr lang="en-IN" sz="2400" b="1" dirty="0">
                <a:solidFill>
                  <a:schemeClr val="bg1"/>
                </a:solidFill>
              </a:rPr>
              <a:t> -&gt; </a:t>
            </a:r>
            <a:r>
              <a:rPr lang="en-IN" sz="2400" b="1" dirty="0">
                <a:solidFill>
                  <a:srgbClr val="FFC000"/>
                </a:solidFill>
              </a:rPr>
              <a:t>next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7FFED58-5E99-9E50-F050-477DA8DD0DDA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4198243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333387-3700-4FF0-0D0F-5968172EF618}"/>
              </a:ext>
            </a:extLst>
          </p:cNvPr>
          <p:cNvCxnSpPr>
            <a:cxnSpLocks/>
          </p:cNvCxnSpPr>
          <p:nvPr/>
        </p:nvCxnSpPr>
        <p:spPr>
          <a:xfrm flipV="1">
            <a:off x="1043598" y="3429000"/>
            <a:ext cx="0" cy="106556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2034074-1866-E68E-6E9F-7D0569588754}"/>
              </a:ext>
            </a:extLst>
          </p:cNvPr>
          <p:cNvSpPr txBox="1"/>
          <p:nvPr/>
        </p:nvSpPr>
        <p:spPr>
          <a:xfrm>
            <a:off x="6307030" y="6406320"/>
            <a:ext cx="3827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  <a:r>
              <a:rPr lang="en-IN" sz="2400" b="1" dirty="0">
                <a:solidFill>
                  <a:schemeClr val="bg1"/>
                </a:solidFill>
              </a:rPr>
              <a:t> -&gt; </a:t>
            </a:r>
            <a:r>
              <a:rPr lang="en-IN" sz="2400" b="1" dirty="0">
                <a:solidFill>
                  <a:srgbClr val="FFC000"/>
                </a:solidFill>
              </a:rPr>
              <a:t>next = </a:t>
            </a:r>
            <a:r>
              <a:rPr lang="en-IN" sz="2400" b="1" dirty="0" err="1">
                <a:solidFill>
                  <a:schemeClr val="accent2"/>
                </a:solidFill>
              </a:rPr>
              <a:t>newNode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E63FCB-95B8-D391-9AEF-1290AF1611C2}"/>
              </a:ext>
            </a:extLst>
          </p:cNvPr>
          <p:cNvCxnSpPr>
            <a:cxnSpLocks/>
          </p:cNvCxnSpPr>
          <p:nvPr/>
        </p:nvCxnSpPr>
        <p:spPr>
          <a:xfrm flipH="1">
            <a:off x="5481935" y="3779516"/>
            <a:ext cx="5212080" cy="1603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3DB830C-726C-2379-E910-0A9CE103FEA8}"/>
              </a:ext>
            </a:extLst>
          </p:cNvPr>
          <p:cNvCxnSpPr>
            <a:cxnSpLocks/>
          </p:cNvCxnSpPr>
          <p:nvPr/>
        </p:nvCxnSpPr>
        <p:spPr>
          <a:xfrm>
            <a:off x="5481935" y="3811018"/>
            <a:ext cx="0" cy="143459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214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9CACE-1A75-FE4C-E0E9-F3E047303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BF9732-F56A-F00B-007F-59E985998D9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970833-167F-1AEB-6496-52AE6480A8E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B5B031-006D-0973-0A85-4C247E59CD7A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373A40-550C-901A-0E74-3AD6F368D68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0FF19C-C52C-F74A-0369-FD5AC52663E4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375D19-B804-76ED-36EF-DEF7AFFDD934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F67047-C7EF-DEE5-4DD0-F7C7E52924A9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42AACD-CA50-F8F6-5E9D-273BA82C6126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12FAF9F-FE46-25D4-AFCF-2CA98A986239}"/>
              </a:ext>
            </a:extLst>
          </p:cNvPr>
          <p:cNvCxnSpPr>
            <a:cxnSpLocks/>
          </p:cNvCxnSpPr>
          <p:nvPr/>
        </p:nvCxnSpPr>
        <p:spPr>
          <a:xfrm flipH="1">
            <a:off x="1772284" y="5258819"/>
            <a:ext cx="368363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D20DF4-C826-643F-1C05-649D6AD80F86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61BF316-8F91-4E90-22B5-61D869DB888D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3244A7-D74E-E81E-A1B3-02F379FA3128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F993A73-6370-05D7-6636-A5EAE8ECFF34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26015" cy="129714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015FD56-5845-71A5-E63B-70BA3B050C84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BF2912F-8168-121C-E9D8-CF8AF726ECA2}"/>
              </a:ext>
            </a:extLst>
          </p:cNvPr>
          <p:cNvSpPr txBox="1"/>
          <p:nvPr/>
        </p:nvSpPr>
        <p:spPr>
          <a:xfrm>
            <a:off x="3891697" y="-584775"/>
            <a:ext cx="928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440995-1251-026B-C5BD-4506CB6830F2}"/>
              </a:ext>
            </a:extLst>
          </p:cNvPr>
          <p:cNvCxnSpPr>
            <a:cxnSpLocks/>
          </p:cNvCxnSpPr>
          <p:nvPr/>
        </p:nvCxnSpPr>
        <p:spPr>
          <a:xfrm>
            <a:off x="7331857" y="1266620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485D7E8-B147-39E6-FEF0-C52E24AE7E0D}"/>
              </a:ext>
            </a:extLst>
          </p:cNvPr>
          <p:cNvSpPr txBox="1"/>
          <p:nvPr/>
        </p:nvSpPr>
        <p:spPr>
          <a:xfrm>
            <a:off x="7023948" y="8512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27CD8-9C15-38E8-43A3-D9BC26EF7768}"/>
              </a:ext>
            </a:extLst>
          </p:cNvPr>
          <p:cNvSpPr txBox="1"/>
          <p:nvPr/>
        </p:nvSpPr>
        <p:spPr>
          <a:xfrm>
            <a:off x="7147560" y="4250594"/>
            <a:ext cx="17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8EF5EC-F6A3-5B2D-607E-46BED154B495}"/>
              </a:ext>
            </a:extLst>
          </p:cNvPr>
          <p:cNvSpPr txBox="1"/>
          <p:nvPr/>
        </p:nvSpPr>
        <p:spPr>
          <a:xfrm>
            <a:off x="6146379" y="4744326"/>
            <a:ext cx="4185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while (</a:t>
            </a:r>
            <a:r>
              <a:rPr lang="en-US" dirty="0"/>
              <a:t> </a:t>
            </a:r>
            <a:r>
              <a:rPr lang="en-US" sz="2400" b="1" dirty="0">
                <a:solidFill>
                  <a:schemeClr val="bg1"/>
                </a:solidFill>
              </a:rPr>
              <a:t>last-&gt;next != head</a:t>
            </a:r>
            <a:r>
              <a:rPr lang="en-US" sz="2400" b="1" dirty="0">
                <a:solidFill>
                  <a:srgbClr val="FFC000"/>
                </a:solidFill>
              </a:rPr>
              <a:t>)</a:t>
            </a:r>
            <a:r>
              <a:rPr lang="en-US" sz="2400" b="1" dirty="0">
                <a:solidFill>
                  <a:schemeClr val="bg1"/>
                </a:solidFill>
              </a:rPr>
              <a:t> {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    last = last-&gt;next;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06BF0B-2477-1D87-20B8-5BAFFDD7604C}"/>
              </a:ext>
            </a:extLst>
          </p:cNvPr>
          <p:cNvSpPr txBox="1"/>
          <p:nvPr/>
        </p:nvSpPr>
        <p:spPr>
          <a:xfrm>
            <a:off x="6307030" y="5944655"/>
            <a:ext cx="3827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newNode</a:t>
            </a:r>
            <a:r>
              <a:rPr lang="en-IN" sz="2400" b="1" dirty="0">
                <a:solidFill>
                  <a:schemeClr val="bg1"/>
                </a:solidFill>
              </a:rPr>
              <a:t> -&gt; </a:t>
            </a:r>
            <a:r>
              <a:rPr lang="en-IN" sz="2400" b="1" dirty="0">
                <a:solidFill>
                  <a:srgbClr val="FFC000"/>
                </a:solidFill>
              </a:rPr>
              <a:t>next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FD62F78-B9F6-5B17-D13F-4D8B53FB9C8E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4198243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CE729C-E209-7214-4F85-CD9E26089287}"/>
              </a:ext>
            </a:extLst>
          </p:cNvPr>
          <p:cNvCxnSpPr>
            <a:cxnSpLocks/>
          </p:cNvCxnSpPr>
          <p:nvPr/>
        </p:nvCxnSpPr>
        <p:spPr>
          <a:xfrm flipV="1">
            <a:off x="1043598" y="3429000"/>
            <a:ext cx="0" cy="106556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26C611A-7B2B-EDDA-E4F8-983852AD75A6}"/>
              </a:ext>
            </a:extLst>
          </p:cNvPr>
          <p:cNvSpPr txBox="1"/>
          <p:nvPr/>
        </p:nvSpPr>
        <p:spPr>
          <a:xfrm>
            <a:off x="6307030" y="6406320"/>
            <a:ext cx="3827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  <a:r>
              <a:rPr lang="en-IN" sz="2400" b="1" dirty="0">
                <a:solidFill>
                  <a:schemeClr val="bg1"/>
                </a:solidFill>
              </a:rPr>
              <a:t> -&gt; </a:t>
            </a:r>
            <a:r>
              <a:rPr lang="en-IN" sz="2400" b="1" dirty="0">
                <a:solidFill>
                  <a:srgbClr val="FFC000"/>
                </a:solidFill>
              </a:rPr>
              <a:t>next = </a:t>
            </a:r>
            <a:r>
              <a:rPr lang="en-IN" sz="2400" b="1" dirty="0" err="1">
                <a:solidFill>
                  <a:schemeClr val="accent2"/>
                </a:solidFill>
              </a:rPr>
              <a:t>newNode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B572A55-2837-8098-1329-2CD080113151}"/>
              </a:ext>
            </a:extLst>
          </p:cNvPr>
          <p:cNvCxnSpPr>
            <a:cxnSpLocks/>
          </p:cNvCxnSpPr>
          <p:nvPr/>
        </p:nvCxnSpPr>
        <p:spPr>
          <a:xfrm flipH="1">
            <a:off x="5481935" y="3779516"/>
            <a:ext cx="5212080" cy="1603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A71C014-F9ED-2A8A-76D4-0AA085208906}"/>
              </a:ext>
            </a:extLst>
          </p:cNvPr>
          <p:cNvCxnSpPr>
            <a:cxnSpLocks/>
          </p:cNvCxnSpPr>
          <p:nvPr/>
        </p:nvCxnSpPr>
        <p:spPr>
          <a:xfrm>
            <a:off x="5481935" y="3811018"/>
            <a:ext cx="0" cy="143459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187198C-124B-152F-790F-BEB0D2B6CC22}"/>
              </a:ext>
            </a:extLst>
          </p:cNvPr>
          <p:cNvSpPr txBox="1"/>
          <p:nvPr/>
        </p:nvSpPr>
        <p:spPr>
          <a:xfrm>
            <a:off x="6325130" y="6867985"/>
            <a:ext cx="3827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head = </a:t>
            </a:r>
            <a:r>
              <a:rPr lang="en-IN" sz="2400" b="1" dirty="0" err="1">
                <a:solidFill>
                  <a:schemeClr val="accent2"/>
                </a:solidFill>
              </a:rPr>
              <a:t>newNode</a:t>
            </a:r>
            <a:endParaRPr lang="en-IN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43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BD604-8933-6769-D77C-DE5BE0BC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8A8BC1-D5EF-6015-EE58-6DF74764096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009C70-0BBF-39B5-5AA1-B0D6B94830A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749615-D7DD-8658-429D-5FB35578F9D9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045C64-F63E-584A-DA12-CBE769F240B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6D0BFD-AE17-8B9B-E4F6-64A4B05092A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3E1818-3E07-7385-17B3-F605B91D32E0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85EEC8-40F7-D20E-A09B-ACBE8668B9F3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8D415E-447E-C73D-0946-5C630550BF85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28DDBD-0B13-2279-2319-A0BAB53D08AB}"/>
              </a:ext>
            </a:extLst>
          </p:cNvPr>
          <p:cNvCxnSpPr>
            <a:cxnSpLocks/>
          </p:cNvCxnSpPr>
          <p:nvPr/>
        </p:nvCxnSpPr>
        <p:spPr>
          <a:xfrm flipH="1">
            <a:off x="1772284" y="5258819"/>
            <a:ext cx="368363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E3EB183-9E57-6B72-08C6-882B6D228844}"/>
              </a:ext>
            </a:extLst>
          </p:cNvPr>
          <p:cNvSpPr txBox="1"/>
          <p:nvPr/>
        </p:nvSpPr>
        <p:spPr>
          <a:xfrm>
            <a:off x="-533400" y="465006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BFD2697-49AE-F01F-C4F0-A7A91E7863CF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DE3650-BD24-01AC-8CB9-1151EA647B18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AA24B1-C1CA-C62E-65AE-42CA03F5E88F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26015" cy="129714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689EF44-198A-9E5B-ADF2-2D98DB5DB2D5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81007D8-FA86-7A59-9316-5902AA5BE106}"/>
              </a:ext>
            </a:extLst>
          </p:cNvPr>
          <p:cNvSpPr txBox="1"/>
          <p:nvPr/>
        </p:nvSpPr>
        <p:spPr>
          <a:xfrm>
            <a:off x="3891697" y="-584775"/>
            <a:ext cx="928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Circular Linked List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B5B79C-4F40-FFCA-EA08-E0531DED0C68}"/>
              </a:ext>
            </a:extLst>
          </p:cNvPr>
          <p:cNvCxnSpPr>
            <a:cxnSpLocks/>
          </p:cNvCxnSpPr>
          <p:nvPr/>
        </p:nvCxnSpPr>
        <p:spPr>
          <a:xfrm>
            <a:off x="7331857" y="1266620"/>
            <a:ext cx="0" cy="701518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F3730B8-11B8-CE2E-248D-06E05178166F}"/>
              </a:ext>
            </a:extLst>
          </p:cNvPr>
          <p:cNvSpPr txBox="1"/>
          <p:nvPr/>
        </p:nvSpPr>
        <p:spPr>
          <a:xfrm>
            <a:off x="7023948" y="8512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454F61-FAA6-F928-80BC-ED8F43AAE549}"/>
              </a:ext>
            </a:extLst>
          </p:cNvPr>
          <p:cNvSpPr txBox="1"/>
          <p:nvPr/>
        </p:nvSpPr>
        <p:spPr>
          <a:xfrm>
            <a:off x="7147560" y="4250594"/>
            <a:ext cx="17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B40BDF-9869-DBDB-C56A-C326B4021810}"/>
              </a:ext>
            </a:extLst>
          </p:cNvPr>
          <p:cNvSpPr txBox="1"/>
          <p:nvPr/>
        </p:nvSpPr>
        <p:spPr>
          <a:xfrm>
            <a:off x="6146379" y="4744326"/>
            <a:ext cx="4185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while (</a:t>
            </a:r>
            <a:r>
              <a:rPr lang="en-US" dirty="0"/>
              <a:t> </a:t>
            </a:r>
            <a:r>
              <a:rPr lang="en-US" sz="2400" b="1" dirty="0">
                <a:solidFill>
                  <a:schemeClr val="bg1"/>
                </a:solidFill>
              </a:rPr>
              <a:t>last-&gt;next != head</a:t>
            </a:r>
            <a:r>
              <a:rPr lang="en-US" sz="2400" b="1" dirty="0">
                <a:solidFill>
                  <a:srgbClr val="FFC000"/>
                </a:solidFill>
              </a:rPr>
              <a:t>)</a:t>
            </a:r>
            <a:r>
              <a:rPr lang="en-US" sz="2400" b="1" dirty="0">
                <a:solidFill>
                  <a:schemeClr val="bg1"/>
                </a:solidFill>
              </a:rPr>
              <a:t> {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    last = last-&gt;next;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BB29FE-4451-BD2E-D2E3-4CED30CEC4CC}"/>
              </a:ext>
            </a:extLst>
          </p:cNvPr>
          <p:cNvSpPr txBox="1"/>
          <p:nvPr/>
        </p:nvSpPr>
        <p:spPr>
          <a:xfrm>
            <a:off x="6307030" y="5944655"/>
            <a:ext cx="3827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newNode</a:t>
            </a:r>
            <a:r>
              <a:rPr lang="en-IN" sz="2400" b="1" dirty="0">
                <a:solidFill>
                  <a:schemeClr val="bg1"/>
                </a:solidFill>
              </a:rPr>
              <a:t> -&gt; </a:t>
            </a:r>
            <a:r>
              <a:rPr lang="en-IN" sz="2400" b="1" dirty="0">
                <a:solidFill>
                  <a:srgbClr val="FFC000"/>
                </a:solidFill>
              </a:rPr>
              <a:t>next = </a:t>
            </a:r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0B41868-5B79-A38E-61B0-D707EBC15206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4198243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2BBDB65-6566-1E0B-EF4D-7474E6D0B08F}"/>
              </a:ext>
            </a:extLst>
          </p:cNvPr>
          <p:cNvCxnSpPr>
            <a:cxnSpLocks/>
          </p:cNvCxnSpPr>
          <p:nvPr/>
        </p:nvCxnSpPr>
        <p:spPr>
          <a:xfrm flipV="1">
            <a:off x="1043598" y="3429000"/>
            <a:ext cx="0" cy="106556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CC26A00-6F81-4F8C-6ED9-D03AD76B5C52}"/>
              </a:ext>
            </a:extLst>
          </p:cNvPr>
          <p:cNvSpPr txBox="1"/>
          <p:nvPr/>
        </p:nvSpPr>
        <p:spPr>
          <a:xfrm>
            <a:off x="6307030" y="6406320"/>
            <a:ext cx="3827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last</a:t>
            </a:r>
            <a:r>
              <a:rPr lang="en-IN" sz="2400" b="1" dirty="0">
                <a:solidFill>
                  <a:schemeClr val="bg1"/>
                </a:solidFill>
              </a:rPr>
              <a:t> -&gt; </a:t>
            </a:r>
            <a:r>
              <a:rPr lang="en-IN" sz="2400" b="1" dirty="0">
                <a:solidFill>
                  <a:srgbClr val="FFC000"/>
                </a:solidFill>
              </a:rPr>
              <a:t>next = </a:t>
            </a:r>
            <a:r>
              <a:rPr lang="en-IN" sz="2400" b="1" dirty="0" err="1">
                <a:solidFill>
                  <a:schemeClr val="accent2"/>
                </a:solidFill>
              </a:rPr>
              <a:t>newNode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9AE8D9-8F01-58C8-935C-3A6A598F2F11}"/>
              </a:ext>
            </a:extLst>
          </p:cNvPr>
          <p:cNvCxnSpPr>
            <a:cxnSpLocks/>
          </p:cNvCxnSpPr>
          <p:nvPr/>
        </p:nvCxnSpPr>
        <p:spPr>
          <a:xfrm flipH="1">
            <a:off x="5481935" y="3779516"/>
            <a:ext cx="5212080" cy="1603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4236586-BEBD-E42D-2D28-7DDB851889CA}"/>
              </a:ext>
            </a:extLst>
          </p:cNvPr>
          <p:cNvCxnSpPr>
            <a:cxnSpLocks/>
          </p:cNvCxnSpPr>
          <p:nvPr/>
        </p:nvCxnSpPr>
        <p:spPr>
          <a:xfrm>
            <a:off x="5481935" y="3811018"/>
            <a:ext cx="0" cy="143459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778B48A-478E-E32F-B0C9-D2D2B8367460}"/>
              </a:ext>
            </a:extLst>
          </p:cNvPr>
          <p:cNvSpPr txBox="1"/>
          <p:nvPr/>
        </p:nvSpPr>
        <p:spPr>
          <a:xfrm>
            <a:off x="6325130" y="6867985"/>
            <a:ext cx="3827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head = </a:t>
            </a:r>
            <a:r>
              <a:rPr lang="en-IN" sz="2400" b="1" dirty="0" err="1">
                <a:solidFill>
                  <a:schemeClr val="accent2"/>
                </a:solidFill>
              </a:rPr>
              <a:t>newNode</a:t>
            </a:r>
            <a:endParaRPr lang="en-IN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371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690</Words>
  <Application>Microsoft Office PowerPoint</Application>
  <PresentationFormat>Widescreen</PresentationFormat>
  <Paragraphs>275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Berlin Sans FB Demi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2025-11-27T07:21:36Z</dcterms:created>
  <dcterms:modified xsi:type="dcterms:W3CDTF">2025-11-27T09:07:52Z</dcterms:modified>
</cp:coreProperties>
</file>