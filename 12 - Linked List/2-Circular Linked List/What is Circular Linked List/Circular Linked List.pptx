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438" r:id="rId2"/>
    <p:sldId id="450" r:id="rId3"/>
    <p:sldId id="451" r:id="rId4"/>
    <p:sldId id="452" r:id="rId5"/>
    <p:sldId id="453" r:id="rId6"/>
    <p:sldId id="454" r:id="rId7"/>
    <p:sldId id="455" r:id="rId8"/>
    <p:sldId id="456" r:id="rId9"/>
    <p:sldId id="457" r:id="rId10"/>
    <p:sldId id="458" r:id="rId11"/>
    <p:sldId id="459" r:id="rId12"/>
    <p:sldId id="460" r:id="rId13"/>
    <p:sldId id="46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17DB02-864D-4DA5-8085-4B4D74A11787}" v="23" dt="2025-11-26T14:37:51.1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34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BAID QURESHI" userId="dd4ae95d8f7c04fe" providerId="LiveId" clId="{AF920071-46B6-4E4C-A6D8-3E93B456AF12}"/>
    <pc:docChg chg="undo custSel addSld modSld">
      <pc:chgData name="UBAID QURESHI" userId="dd4ae95d8f7c04fe" providerId="LiveId" clId="{AF920071-46B6-4E4C-A6D8-3E93B456AF12}" dt="2025-11-27T01:15:07.938" v="622" actId="20577"/>
      <pc:docMkLst>
        <pc:docMk/>
      </pc:docMkLst>
      <pc:sldChg chg="addSp delSp modSp add mod">
        <pc:chgData name="UBAID QURESHI" userId="dd4ae95d8f7c04fe" providerId="LiveId" clId="{AF920071-46B6-4E4C-A6D8-3E93B456AF12}" dt="2025-11-27T01:12:10.217" v="608" actId="478"/>
        <pc:sldMkLst>
          <pc:docMk/>
          <pc:sldMk cId="764604618" sldId="451"/>
        </pc:sldMkLst>
        <pc:spChg chg="mod">
          <ac:chgData name="UBAID QURESHI" userId="dd4ae95d8f7c04fe" providerId="LiveId" clId="{AF920071-46B6-4E4C-A6D8-3E93B456AF12}" dt="2025-11-26T13:27:50.114" v="39" actId="1076"/>
          <ac:spMkLst>
            <pc:docMk/>
            <pc:sldMk cId="764604618" sldId="451"/>
            <ac:spMk id="7" creationId="{0BEEA56A-45FE-8D22-4E2F-11583E1E0577}"/>
          </ac:spMkLst>
        </pc:spChg>
        <pc:spChg chg="del">
          <ac:chgData name="UBAID QURESHI" userId="dd4ae95d8f7c04fe" providerId="LiveId" clId="{AF920071-46B6-4E4C-A6D8-3E93B456AF12}" dt="2025-11-27T01:12:10.217" v="608" actId="478"/>
          <ac:spMkLst>
            <pc:docMk/>
            <pc:sldMk cId="764604618" sldId="451"/>
            <ac:spMk id="13" creationId="{1BD59270-2E20-AE19-5BB8-5A85383674A7}"/>
          </ac:spMkLst>
        </pc:spChg>
        <pc:graphicFrameChg chg="del mod modGraphic">
          <ac:chgData name="UBAID QURESHI" userId="dd4ae95d8f7c04fe" providerId="LiveId" clId="{AF920071-46B6-4E4C-A6D8-3E93B456AF12}" dt="2025-11-26T13:25:37.115" v="9" actId="478"/>
          <ac:graphicFrameMkLst>
            <pc:docMk/>
            <pc:sldMk cId="764604618" sldId="451"/>
            <ac:graphicFrameMk id="8" creationId="{757760B6-6A1E-0736-3553-549D94A8E27B}"/>
          </ac:graphicFrameMkLst>
        </pc:graphicFrameChg>
        <pc:graphicFrameChg chg="add mod modGraphic">
          <ac:chgData name="UBAID QURESHI" userId="dd4ae95d8f7c04fe" providerId="LiveId" clId="{AF920071-46B6-4E4C-A6D8-3E93B456AF12}" dt="2025-11-26T13:27:42.191" v="38" actId="20577"/>
          <ac:graphicFrameMkLst>
            <pc:docMk/>
            <pc:sldMk cId="764604618" sldId="451"/>
            <ac:graphicFrameMk id="15" creationId="{1C1809EE-88E1-743D-714D-11FCEAA05880}"/>
          </ac:graphicFrameMkLst>
        </pc:graphicFrameChg>
        <pc:cxnChg chg="ord">
          <ac:chgData name="UBAID QURESHI" userId="dd4ae95d8f7c04fe" providerId="LiveId" clId="{AF920071-46B6-4E4C-A6D8-3E93B456AF12}" dt="2025-11-26T13:26:15.018" v="14" actId="166"/>
          <ac:cxnSpMkLst>
            <pc:docMk/>
            <pc:sldMk cId="764604618" sldId="451"/>
            <ac:cxnSpMk id="9" creationId="{52C9FFBC-88D9-0E3E-762A-D22E1D124BB4}"/>
          </ac:cxnSpMkLst>
        </pc:cxnChg>
        <pc:cxnChg chg="mod">
          <ac:chgData name="UBAID QURESHI" userId="dd4ae95d8f7c04fe" providerId="LiveId" clId="{AF920071-46B6-4E4C-A6D8-3E93B456AF12}" dt="2025-11-26T14:05:39.823" v="44" actId="14100"/>
          <ac:cxnSpMkLst>
            <pc:docMk/>
            <pc:sldMk cId="764604618" sldId="451"/>
            <ac:cxnSpMk id="14" creationId="{7BBE2A1A-43CE-6A55-2A62-21A5D4CD5B80}"/>
          </ac:cxnSpMkLst>
        </pc:cxnChg>
        <pc:cxnChg chg="add mod">
          <ac:chgData name="UBAID QURESHI" userId="dd4ae95d8f7c04fe" providerId="LiveId" clId="{AF920071-46B6-4E4C-A6D8-3E93B456AF12}" dt="2025-11-26T14:08:01.099" v="60" actId="1076"/>
          <ac:cxnSpMkLst>
            <pc:docMk/>
            <pc:sldMk cId="764604618" sldId="451"/>
            <ac:cxnSpMk id="19" creationId="{2C594C25-CB57-BF55-F54C-BD48CEFFA606}"/>
          </ac:cxnSpMkLst>
        </pc:cxnChg>
        <pc:cxnChg chg="add del mod">
          <ac:chgData name="UBAID QURESHI" userId="dd4ae95d8f7c04fe" providerId="LiveId" clId="{AF920071-46B6-4E4C-A6D8-3E93B456AF12}" dt="2025-11-26T14:07:31.261" v="55" actId="478"/>
          <ac:cxnSpMkLst>
            <pc:docMk/>
            <pc:sldMk cId="764604618" sldId="451"/>
            <ac:cxnSpMk id="22" creationId="{59647E30-3FE2-075C-B1C2-6A62ADF53AC8}"/>
          </ac:cxnSpMkLst>
        </pc:cxnChg>
        <pc:cxnChg chg="add mod">
          <ac:chgData name="UBAID QURESHI" userId="dd4ae95d8f7c04fe" providerId="LiveId" clId="{AF920071-46B6-4E4C-A6D8-3E93B456AF12}" dt="2025-11-26T14:07:51.448" v="59" actId="14100"/>
          <ac:cxnSpMkLst>
            <pc:docMk/>
            <pc:sldMk cId="764604618" sldId="451"/>
            <ac:cxnSpMk id="24" creationId="{F834B91A-9526-0F03-978B-F0B0D539E6BD}"/>
          </ac:cxnSpMkLst>
        </pc:cxnChg>
      </pc:sldChg>
      <pc:sldChg chg="addSp delSp modSp add mod modNotesTx">
        <pc:chgData name="UBAID QURESHI" userId="dd4ae95d8f7c04fe" providerId="LiveId" clId="{AF920071-46B6-4E4C-A6D8-3E93B456AF12}" dt="2025-11-27T01:07:30.335" v="598" actId="478"/>
        <pc:sldMkLst>
          <pc:docMk/>
          <pc:sldMk cId="113759434" sldId="452"/>
        </pc:sldMkLst>
        <pc:spChg chg="del">
          <ac:chgData name="UBAID QURESHI" userId="dd4ae95d8f7c04fe" providerId="LiveId" clId="{AF920071-46B6-4E4C-A6D8-3E93B456AF12}" dt="2025-11-27T01:07:30.335" v="598" actId="478"/>
          <ac:spMkLst>
            <pc:docMk/>
            <pc:sldMk cId="113759434" sldId="452"/>
            <ac:spMk id="13" creationId="{4B130FBB-42DA-48E3-9334-022B55C7060E}"/>
          </ac:spMkLst>
        </pc:spChg>
        <pc:spChg chg="add mod">
          <ac:chgData name="UBAID QURESHI" userId="dd4ae95d8f7c04fe" providerId="LiveId" clId="{AF920071-46B6-4E4C-A6D8-3E93B456AF12}" dt="2025-11-26T14:12:17.373" v="142" actId="1036"/>
          <ac:spMkLst>
            <pc:docMk/>
            <pc:sldMk cId="113759434" sldId="452"/>
            <ac:spMk id="18" creationId="{91A29FC2-A3C0-9CE7-8DB4-08C16CCE99D3}"/>
          </ac:spMkLst>
        </pc:spChg>
        <pc:cxnChg chg="add mod">
          <ac:chgData name="UBAID QURESHI" userId="dd4ae95d8f7c04fe" providerId="LiveId" clId="{AF920071-46B6-4E4C-A6D8-3E93B456AF12}" dt="2025-11-26T14:10:55.115" v="70" actId="1076"/>
          <ac:cxnSpMkLst>
            <pc:docMk/>
            <pc:sldMk cId="113759434" sldId="452"/>
            <ac:cxnSpMk id="16" creationId="{4431911E-AD47-4AA3-0820-BE26A2DFACA6}"/>
          </ac:cxnSpMkLst>
        </pc:cxnChg>
      </pc:sldChg>
      <pc:sldChg chg="addSp delSp modSp add mod modNotesTx">
        <pc:chgData name="UBAID QURESHI" userId="dd4ae95d8f7c04fe" providerId="LiveId" clId="{AF920071-46B6-4E4C-A6D8-3E93B456AF12}" dt="2025-11-27T01:07:37.665" v="599" actId="478"/>
        <pc:sldMkLst>
          <pc:docMk/>
          <pc:sldMk cId="2418055102" sldId="453"/>
        </pc:sldMkLst>
        <pc:spChg chg="add mod">
          <ac:chgData name="UBAID QURESHI" userId="dd4ae95d8f7c04fe" providerId="LiveId" clId="{AF920071-46B6-4E4C-A6D8-3E93B456AF12}" dt="2025-11-26T14:15:17.461" v="239" actId="207"/>
          <ac:spMkLst>
            <pc:docMk/>
            <pc:sldMk cId="2418055102" sldId="453"/>
            <ac:spMk id="8" creationId="{93E48FDF-5B56-B0C9-0A1F-A3344C834D38}"/>
          </ac:spMkLst>
        </pc:spChg>
        <pc:spChg chg="del">
          <ac:chgData name="UBAID QURESHI" userId="dd4ae95d8f7c04fe" providerId="LiveId" clId="{AF920071-46B6-4E4C-A6D8-3E93B456AF12}" dt="2025-11-27T01:07:37.665" v="599" actId="478"/>
          <ac:spMkLst>
            <pc:docMk/>
            <pc:sldMk cId="2418055102" sldId="453"/>
            <ac:spMk id="13" creationId="{DD745CB9-37C0-854A-F806-09EDCB23FEF6}"/>
          </ac:spMkLst>
        </pc:spChg>
      </pc:sldChg>
      <pc:sldChg chg="addSp delSp modSp add mod">
        <pc:chgData name="UBAID QURESHI" userId="dd4ae95d8f7c04fe" providerId="LiveId" clId="{AF920071-46B6-4E4C-A6D8-3E93B456AF12}" dt="2025-11-27T01:07:42.416" v="600" actId="478"/>
        <pc:sldMkLst>
          <pc:docMk/>
          <pc:sldMk cId="2494420551" sldId="454"/>
        </pc:sldMkLst>
        <pc:spChg chg="del">
          <ac:chgData name="UBAID QURESHI" userId="dd4ae95d8f7c04fe" providerId="LiveId" clId="{AF920071-46B6-4E4C-A6D8-3E93B456AF12}" dt="2025-11-27T01:07:42.416" v="600" actId="478"/>
          <ac:spMkLst>
            <pc:docMk/>
            <pc:sldMk cId="2494420551" sldId="454"/>
            <ac:spMk id="13" creationId="{B1628FDB-4347-B54B-4927-D1A53F8B820D}"/>
          </ac:spMkLst>
        </pc:spChg>
        <pc:spChg chg="add mod">
          <ac:chgData name="UBAID QURESHI" userId="dd4ae95d8f7c04fe" providerId="LiveId" clId="{AF920071-46B6-4E4C-A6D8-3E93B456AF12}" dt="2025-11-26T14:17:31.860" v="263" actId="20577"/>
          <ac:spMkLst>
            <pc:docMk/>
            <pc:sldMk cId="2494420551" sldId="454"/>
            <ac:spMk id="17" creationId="{BF47BF18-C2F0-62BD-9E5E-7BD77ED3437F}"/>
          </ac:spMkLst>
        </pc:spChg>
      </pc:sldChg>
      <pc:sldChg chg="addSp delSp modSp add mod">
        <pc:chgData name="UBAID QURESHI" userId="dd4ae95d8f7c04fe" providerId="LiveId" clId="{AF920071-46B6-4E4C-A6D8-3E93B456AF12}" dt="2025-11-27T01:07:49.142" v="601" actId="478"/>
        <pc:sldMkLst>
          <pc:docMk/>
          <pc:sldMk cId="2873427172" sldId="455"/>
        </pc:sldMkLst>
        <pc:spChg chg="del">
          <ac:chgData name="UBAID QURESHI" userId="dd4ae95d8f7c04fe" providerId="LiveId" clId="{AF920071-46B6-4E4C-A6D8-3E93B456AF12}" dt="2025-11-27T01:07:49.142" v="601" actId="478"/>
          <ac:spMkLst>
            <pc:docMk/>
            <pc:sldMk cId="2873427172" sldId="455"/>
            <ac:spMk id="13" creationId="{BE892FD4-0FEF-30AE-4AB2-57055A252185}"/>
          </ac:spMkLst>
        </pc:spChg>
        <pc:spChg chg="add mod">
          <ac:chgData name="UBAID QURESHI" userId="dd4ae95d8f7c04fe" providerId="LiveId" clId="{AF920071-46B6-4E4C-A6D8-3E93B456AF12}" dt="2025-11-26T14:18:59.856" v="382" actId="1076"/>
          <ac:spMkLst>
            <pc:docMk/>
            <pc:sldMk cId="2873427172" sldId="455"/>
            <ac:spMk id="20" creationId="{527F93E6-D810-5CCD-9C3F-B0DA04BF07F9}"/>
          </ac:spMkLst>
        </pc:spChg>
      </pc:sldChg>
      <pc:sldChg chg="addSp delSp modSp add mod">
        <pc:chgData name="UBAID QURESHI" userId="dd4ae95d8f7c04fe" providerId="LiveId" clId="{AF920071-46B6-4E4C-A6D8-3E93B456AF12}" dt="2025-11-27T01:07:56.184" v="602" actId="478"/>
        <pc:sldMkLst>
          <pc:docMk/>
          <pc:sldMk cId="4137950725" sldId="456"/>
        </pc:sldMkLst>
        <pc:spChg chg="del">
          <ac:chgData name="UBAID QURESHI" userId="dd4ae95d8f7c04fe" providerId="LiveId" clId="{AF920071-46B6-4E4C-A6D8-3E93B456AF12}" dt="2025-11-27T01:07:56.184" v="602" actId="478"/>
          <ac:spMkLst>
            <pc:docMk/>
            <pc:sldMk cId="4137950725" sldId="456"/>
            <ac:spMk id="13" creationId="{94781621-D8B0-ACD5-07BF-653EE047768E}"/>
          </ac:spMkLst>
        </pc:spChg>
        <pc:spChg chg="add mod">
          <ac:chgData name="UBAID QURESHI" userId="dd4ae95d8f7c04fe" providerId="LiveId" clId="{AF920071-46B6-4E4C-A6D8-3E93B456AF12}" dt="2025-11-26T14:21:04.289" v="433" actId="1076"/>
          <ac:spMkLst>
            <pc:docMk/>
            <pc:sldMk cId="4137950725" sldId="456"/>
            <ac:spMk id="21" creationId="{AF885A3D-700F-3390-BDF3-427B23B57387}"/>
          </ac:spMkLst>
        </pc:spChg>
      </pc:sldChg>
      <pc:sldChg chg="delSp modSp add mod">
        <pc:chgData name="UBAID QURESHI" userId="dd4ae95d8f7c04fe" providerId="LiveId" clId="{AF920071-46B6-4E4C-A6D8-3E93B456AF12}" dt="2025-11-27T01:08:04.866" v="603" actId="478"/>
        <pc:sldMkLst>
          <pc:docMk/>
          <pc:sldMk cId="2444676065" sldId="457"/>
        </pc:sldMkLst>
        <pc:spChg chg="del">
          <ac:chgData name="UBAID QURESHI" userId="dd4ae95d8f7c04fe" providerId="LiveId" clId="{AF920071-46B6-4E4C-A6D8-3E93B456AF12}" dt="2025-11-27T01:08:04.866" v="603" actId="478"/>
          <ac:spMkLst>
            <pc:docMk/>
            <pc:sldMk cId="2444676065" sldId="457"/>
            <ac:spMk id="13" creationId="{A1ADFF97-7AAD-E179-09F7-89B2E868860F}"/>
          </ac:spMkLst>
        </pc:spChg>
        <pc:spChg chg="mod">
          <ac:chgData name="UBAID QURESHI" userId="dd4ae95d8f7c04fe" providerId="LiveId" clId="{AF920071-46B6-4E4C-A6D8-3E93B456AF12}" dt="2025-11-26T14:21:25.869" v="435" actId="1076"/>
          <ac:spMkLst>
            <pc:docMk/>
            <pc:sldMk cId="2444676065" sldId="457"/>
            <ac:spMk id="18" creationId="{27EDB43E-F2C2-C58D-4224-6CE832505E83}"/>
          </ac:spMkLst>
        </pc:spChg>
        <pc:cxnChg chg="mod">
          <ac:chgData name="UBAID QURESHI" userId="dd4ae95d8f7c04fe" providerId="LiveId" clId="{AF920071-46B6-4E4C-A6D8-3E93B456AF12}" dt="2025-11-26T14:21:25.869" v="435" actId="1076"/>
          <ac:cxnSpMkLst>
            <pc:docMk/>
            <pc:sldMk cId="2444676065" sldId="457"/>
            <ac:cxnSpMk id="16" creationId="{6543A114-AF5B-EDEC-9A3B-FDA588B8826C}"/>
          </ac:cxnSpMkLst>
        </pc:cxnChg>
      </pc:sldChg>
      <pc:sldChg chg="addSp delSp modSp add mod">
        <pc:chgData name="UBAID QURESHI" userId="dd4ae95d8f7c04fe" providerId="LiveId" clId="{AF920071-46B6-4E4C-A6D8-3E93B456AF12}" dt="2025-11-27T01:14:55.030" v="614" actId="20577"/>
        <pc:sldMkLst>
          <pc:docMk/>
          <pc:sldMk cId="43180170" sldId="458"/>
        </pc:sldMkLst>
        <pc:spChg chg="del">
          <ac:chgData name="UBAID QURESHI" userId="dd4ae95d8f7c04fe" providerId="LiveId" clId="{AF920071-46B6-4E4C-A6D8-3E93B456AF12}" dt="2025-11-27T01:08:15.299" v="604" actId="478"/>
          <ac:spMkLst>
            <pc:docMk/>
            <pc:sldMk cId="43180170" sldId="458"/>
            <ac:spMk id="13" creationId="{A2B25CFF-641F-44F8-EC99-47E1F800B6F1}"/>
          </ac:spMkLst>
        </pc:spChg>
        <pc:spChg chg="add mod">
          <ac:chgData name="UBAID QURESHI" userId="dd4ae95d8f7c04fe" providerId="LiveId" clId="{AF920071-46B6-4E4C-A6D8-3E93B456AF12}" dt="2025-11-27T01:14:55.030" v="614" actId="20577"/>
          <ac:spMkLst>
            <pc:docMk/>
            <pc:sldMk cId="43180170" sldId="458"/>
            <ac:spMk id="22" creationId="{8FDBCBD0-C8A7-27D5-87B8-B2B7B72F2300}"/>
          </ac:spMkLst>
        </pc:spChg>
        <pc:spChg chg="add mod">
          <ac:chgData name="UBAID QURESHI" userId="dd4ae95d8f7c04fe" providerId="LiveId" clId="{AF920071-46B6-4E4C-A6D8-3E93B456AF12}" dt="2025-11-26T14:24:32.492" v="473"/>
          <ac:spMkLst>
            <pc:docMk/>
            <pc:sldMk cId="43180170" sldId="458"/>
            <ac:spMk id="23" creationId="{EA8C76D5-6DBD-B8AD-5503-A1E93E5DF57B}"/>
          </ac:spMkLst>
        </pc:spChg>
        <pc:spChg chg="add del mod">
          <ac:chgData name="UBAID QURESHI" userId="dd4ae95d8f7c04fe" providerId="LiveId" clId="{AF920071-46B6-4E4C-A6D8-3E93B456AF12}" dt="2025-11-26T14:26:04.643" v="482" actId="478"/>
          <ac:spMkLst>
            <pc:docMk/>
            <pc:sldMk cId="43180170" sldId="458"/>
            <ac:spMk id="25" creationId="{93A035B0-7FCA-5E3A-1045-2E4A3F9093AE}"/>
          </ac:spMkLst>
        </pc:spChg>
        <pc:spChg chg="add mod">
          <ac:chgData name="UBAID QURESHI" userId="dd4ae95d8f7c04fe" providerId="LiveId" clId="{AF920071-46B6-4E4C-A6D8-3E93B456AF12}" dt="2025-11-26T14:26:46.457" v="488" actId="1582"/>
          <ac:spMkLst>
            <pc:docMk/>
            <pc:sldMk cId="43180170" sldId="458"/>
            <ac:spMk id="26" creationId="{FAED275A-2222-D326-C268-6AA4682889E7}"/>
          </ac:spMkLst>
        </pc:spChg>
      </pc:sldChg>
      <pc:sldChg chg="delSp modSp add mod">
        <pc:chgData name="UBAID QURESHI" userId="dd4ae95d8f7c04fe" providerId="LiveId" clId="{AF920071-46B6-4E4C-A6D8-3E93B456AF12}" dt="2025-11-27T01:15:01.301" v="618" actId="20577"/>
        <pc:sldMkLst>
          <pc:docMk/>
          <pc:sldMk cId="2829150586" sldId="459"/>
        </pc:sldMkLst>
        <pc:spChg chg="del">
          <ac:chgData name="UBAID QURESHI" userId="dd4ae95d8f7c04fe" providerId="LiveId" clId="{AF920071-46B6-4E4C-A6D8-3E93B456AF12}" dt="2025-11-27T01:08:52.143" v="607" actId="478"/>
          <ac:spMkLst>
            <pc:docMk/>
            <pc:sldMk cId="2829150586" sldId="459"/>
            <ac:spMk id="13" creationId="{36B1BD60-A754-6BFE-EA95-7AC436769977}"/>
          </ac:spMkLst>
        </pc:spChg>
        <pc:spChg chg="mod">
          <ac:chgData name="UBAID QURESHI" userId="dd4ae95d8f7c04fe" providerId="LiveId" clId="{AF920071-46B6-4E4C-A6D8-3E93B456AF12}" dt="2025-11-26T14:28:34.496" v="492" actId="1076"/>
          <ac:spMkLst>
            <pc:docMk/>
            <pc:sldMk cId="2829150586" sldId="459"/>
            <ac:spMk id="18" creationId="{7397B99F-5162-7020-FEC5-ABA261D8C94F}"/>
          </ac:spMkLst>
        </pc:spChg>
        <pc:spChg chg="mod">
          <ac:chgData name="UBAID QURESHI" userId="dd4ae95d8f7c04fe" providerId="LiveId" clId="{AF920071-46B6-4E4C-A6D8-3E93B456AF12}" dt="2025-11-27T01:15:01.301" v="618" actId="20577"/>
          <ac:spMkLst>
            <pc:docMk/>
            <pc:sldMk cId="2829150586" sldId="459"/>
            <ac:spMk id="22" creationId="{C3F6FE06-77C9-5FDE-4B06-48E5E8929328}"/>
          </ac:spMkLst>
        </pc:spChg>
        <pc:cxnChg chg="mod">
          <ac:chgData name="UBAID QURESHI" userId="dd4ae95d8f7c04fe" providerId="LiveId" clId="{AF920071-46B6-4E4C-A6D8-3E93B456AF12}" dt="2025-11-26T14:28:34.496" v="492" actId="1076"/>
          <ac:cxnSpMkLst>
            <pc:docMk/>
            <pc:sldMk cId="2829150586" sldId="459"/>
            <ac:cxnSpMk id="16" creationId="{D468AE80-569B-8B5D-5019-2B8FA621D5FF}"/>
          </ac:cxnSpMkLst>
        </pc:cxnChg>
      </pc:sldChg>
      <pc:sldChg chg="delSp modSp add mod">
        <pc:chgData name="UBAID QURESHI" userId="dd4ae95d8f7c04fe" providerId="LiveId" clId="{AF920071-46B6-4E4C-A6D8-3E93B456AF12}" dt="2025-11-27T01:15:07.938" v="622" actId="20577"/>
        <pc:sldMkLst>
          <pc:docMk/>
          <pc:sldMk cId="2206459005" sldId="460"/>
        </pc:sldMkLst>
        <pc:spChg chg="del">
          <ac:chgData name="UBAID QURESHI" userId="dd4ae95d8f7c04fe" providerId="LiveId" clId="{AF920071-46B6-4E4C-A6D8-3E93B456AF12}" dt="2025-11-27T01:08:46.909" v="606" actId="478"/>
          <ac:spMkLst>
            <pc:docMk/>
            <pc:sldMk cId="2206459005" sldId="460"/>
            <ac:spMk id="13" creationId="{2B845353-11EE-F78E-E231-A1F0553F0EA8}"/>
          </ac:spMkLst>
        </pc:spChg>
        <pc:spChg chg="mod">
          <ac:chgData name="UBAID QURESHI" userId="dd4ae95d8f7c04fe" providerId="LiveId" clId="{AF920071-46B6-4E4C-A6D8-3E93B456AF12}" dt="2025-11-26T14:36:33.406" v="517" actId="20577"/>
          <ac:spMkLst>
            <pc:docMk/>
            <pc:sldMk cId="2206459005" sldId="460"/>
            <ac:spMk id="20" creationId="{0CF7453C-1B46-83A8-C308-68D48C905A1C}"/>
          </ac:spMkLst>
        </pc:spChg>
        <pc:spChg chg="mod">
          <ac:chgData name="UBAID QURESHI" userId="dd4ae95d8f7c04fe" providerId="LiveId" clId="{AF920071-46B6-4E4C-A6D8-3E93B456AF12}" dt="2025-11-27T01:15:07.938" v="622" actId="20577"/>
          <ac:spMkLst>
            <pc:docMk/>
            <pc:sldMk cId="2206459005" sldId="460"/>
            <ac:spMk id="22" creationId="{C6FCB994-EF48-A6BF-AFD4-AA3A10C7E6BF}"/>
          </ac:spMkLst>
        </pc:spChg>
      </pc:sldChg>
      <pc:sldChg chg="delSp modSp add mod">
        <pc:chgData name="UBAID QURESHI" userId="dd4ae95d8f7c04fe" providerId="LiveId" clId="{AF920071-46B6-4E4C-A6D8-3E93B456AF12}" dt="2025-11-27T01:08:41.098" v="605" actId="478"/>
        <pc:sldMkLst>
          <pc:docMk/>
          <pc:sldMk cId="1338864978" sldId="461"/>
        </pc:sldMkLst>
        <pc:spChg chg="mod">
          <ac:chgData name="UBAID QURESHI" userId="dd4ae95d8f7c04fe" providerId="LiveId" clId="{AF920071-46B6-4E4C-A6D8-3E93B456AF12}" dt="2025-11-26T14:40:38.745" v="567" actId="20577"/>
          <ac:spMkLst>
            <pc:docMk/>
            <pc:sldMk cId="1338864978" sldId="461"/>
            <ac:spMk id="8" creationId="{CA750336-F07B-2E04-AC1A-FC38107B0E68}"/>
          </ac:spMkLst>
        </pc:spChg>
        <pc:spChg chg="del">
          <ac:chgData name="UBAID QURESHI" userId="dd4ae95d8f7c04fe" providerId="LiveId" clId="{AF920071-46B6-4E4C-A6D8-3E93B456AF12}" dt="2025-11-27T01:08:41.098" v="605" actId="478"/>
          <ac:spMkLst>
            <pc:docMk/>
            <pc:sldMk cId="1338864978" sldId="461"/>
            <ac:spMk id="13" creationId="{6F083C7D-6751-F87C-84D9-00531ACAA4F0}"/>
          </ac:spMkLst>
        </pc:spChg>
        <pc:spChg chg="mod">
          <ac:chgData name="UBAID QURESHI" userId="dd4ae95d8f7c04fe" providerId="LiveId" clId="{AF920071-46B6-4E4C-A6D8-3E93B456AF12}" dt="2025-11-26T14:41:47.213" v="591" actId="1076"/>
          <ac:spMkLst>
            <pc:docMk/>
            <pc:sldMk cId="1338864978" sldId="461"/>
            <ac:spMk id="17" creationId="{5A8A0007-6990-A1FC-F4A6-0FC849562DF4}"/>
          </ac:spMkLst>
        </pc:spChg>
        <pc:spChg chg="mod">
          <ac:chgData name="UBAID QURESHI" userId="dd4ae95d8f7c04fe" providerId="LiveId" clId="{AF920071-46B6-4E4C-A6D8-3E93B456AF12}" dt="2025-11-26T14:42:38.639" v="592" actId="1076"/>
          <ac:spMkLst>
            <pc:docMk/>
            <pc:sldMk cId="1338864978" sldId="461"/>
            <ac:spMk id="18" creationId="{27E80B30-E967-19F2-5771-F7B1A76C1CF7}"/>
          </ac:spMkLst>
        </pc:spChg>
        <pc:spChg chg="mod">
          <ac:chgData name="UBAID QURESHI" userId="dd4ae95d8f7c04fe" providerId="LiveId" clId="{AF920071-46B6-4E4C-A6D8-3E93B456AF12}" dt="2025-11-26T14:47:14.558" v="597" actId="20577"/>
          <ac:spMkLst>
            <pc:docMk/>
            <pc:sldMk cId="1338864978" sldId="461"/>
            <ac:spMk id="20" creationId="{2A17B5FF-0C1F-43B1-DB01-C75922821A09}"/>
          </ac:spMkLst>
        </pc:spChg>
        <pc:spChg chg="mod">
          <ac:chgData name="UBAID QURESHI" userId="dd4ae95d8f7c04fe" providerId="LiveId" clId="{AF920071-46B6-4E4C-A6D8-3E93B456AF12}" dt="2025-11-26T14:40:51.400" v="575" actId="20577"/>
          <ac:spMkLst>
            <pc:docMk/>
            <pc:sldMk cId="1338864978" sldId="461"/>
            <ac:spMk id="21" creationId="{41BCABC1-309A-7B61-EF2E-DFA5D11152A5}"/>
          </ac:spMkLst>
        </pc:spChg>
        <pc:spChg chg="mod">
          <ac:chgData name="UBAID QURESHI" userId="dd4ae95d8f7c04fe" providerId="LiveId" clId="{AF920071-46B6-4E4C-A6D8-3E93B456AF12}" dt="2025-11-26T14:41:40.921" v="590" actId="1076"/>
          <ac:spMkLst>
            <pc:docMk/>
            <pc:sldMk cId="1338864978" sldId="461"/>
            <ac:spMk id="22" creationId="{18B2CE56-881B-7E01-CB32-2A2F119587D8}"/>
          </ac:spMkLst>
        </pc:spChg>
        <pc:spChg chg="mod">
          <ac:chgData name="UBAID QURESHI" userId="dd4ae95d8f7c04fe" providerId="LiveId" clId="{AF920071-46B6-4E4C-A6D8-3E93B456AF12}" dt="2025-11-26T14:41:35.027" v="589" actId="14100"/>
          <ac:spMkLst>
            <pc:docMk/>
            <pc:sldMk cId="1338864978" sldId="461"/>
            <ac:spMk id="26" creationId="{C2BE6D4D-10F5-B5AF-89B6-D205DE28B098}"/>
          </ac:spMkLst>
        </pc:spChg>
        <pc:cxnChg chg="mod">
          <ac:chgData name="UBAID QURESHI" userId="dd4ae95d8f7c04fe" providerId="LiveId" clId="{AF920071-46B6-4E4C-A6D8-3E93B456AF12}" dt="2025-11-26T14:42:38.639" v="592" actId="1076"/>
          <ac:cxnSpMkLst>
            <pc:docMk/>
            <pc:sldMk cId="1338864978" sldId="461"/>
            <ac:cxnSpMk id="16" creationId="{B0F8608D-AB09-61BC-97BF-30AE14ABFBBA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429A42-CB83-40B5-A609-570032DEC17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CF4636-8EDD-4F18-8D6B-E66CA7C6D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5994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CAA71-3ED1-9BD2-2353-00946C879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02C37B-7C14-20F2-D471-10559EA0E4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5CE5AD-DDD7-738D-0688-B6038F73C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D3068-0906-E629-E9E2-EF3A10B1B7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8506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8394E-E2BA-A6EF-C466-CCACF16D4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212963-3131-3C4C-8C8B-E4ED084205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D802AD-0673-142F-C735-E18B5E89F5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582284-BC4D-E666-0CBB-B841697C6B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8095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1F7AE-B87E-EB2A-0AB3-9D4F6F4B8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34E5B4-0F8B-7BD2-0116-4A5836AE19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E2B085-561D-5E07-B2E2-66BF929AF0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D0332E-43C6-75BF-908E-4C11B66527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5494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ABBB4-E56D-0037-8B36-7809F0D1D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E1D8A6-4217-F67E-F60B-4B0B915985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905BB6-AADD-30D4-4571-105A554E91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Traversal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F71BC4-0135-CC0F-578E-E02AF87526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911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6B414-8095-40EF-CEC8-B5B3C1F46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0604C0-7619-C29C-9F6D-EA7BD621A4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90CB38-210F-3E29-B092-9BDCBF34B6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Traversal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4C9D87-620D-2BE5-6D55-89CEE44AF0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4571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F11AB-2E0D-C978-383D-F82B459F6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1EC4B7-6C79-5A7E-1037-20E195BDDD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431C69-9729-0DB8-90AB-1EE39B57C2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Traversal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05757-87B3-8CA7-D82C-AA524D855C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2668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6591C-8513-DFF0-1D59-8B1156884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FE3038-D1FD-F26E-A089-9267C7971B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CEDFDE-782B-F410-B7F6-A82959235C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Traversal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2E7DE5-8860-BF8A-C9C5-7FCF38E642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05604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92385-A9F9-02A1-03C8-3DF887F84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D3A6D3-DDA0-335C-0F8B-51830DB28E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9B6FB3-61AD-46E5-BDC6-6B1575C6A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Traversal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730ACF-49F9-192A-6CEF-56218FED33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1763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BB179-7E85-9EEF-79D5-D292540FF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4500BB-AC54-C474-8B45-1A58D288D0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A93A95-28FF-1B73-565D-C551C95C14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Traversal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2A7D24-7CD0-69F6-A2A4-B81E632215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74472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9849C-0483-88D9-C83D-EC67B7A46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5F2948-4509-C7C4-E4F5-2458A5B084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574692-F98C-B3D7-F886-EF1DAFFE8F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Traversal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CE24A-BE04-427A-39FC-3E89BE17A9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1654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35C2E-7A75-97AA-E9E3-E2B87FF25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24A95B-2794-BFFC-E146-EE6F781670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256210-0E59-5120-11FE-A5D9FD95B4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Traversal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8BC7EC-E6C2-50C8-969B-A4BEC630C8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46101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B1CCC-C167-51A6-E584-A7F3012B4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985E83-7AD1-454C-3063-160B4F5DF7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A0E8AF-BB8F-83CA-A8F8-0135243358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Traversal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4E4DDE-0E7C-53C4-DADD-3689A4187F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44705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24D2D-DB7D-84C9-70B7-2405B9CF6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CB6F10-CE1B-AF01-676C-A712C89CCA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524C80-E965-7291-E2BF-0B18BB8B1D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Traversal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4E5FA2-B660-B80D-5C1E-14E89EEF3C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9190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C26B4-A80E-8FA4-C07B-3A853C72B5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838BD8-369E-95E7-A2E5-DA2E4407D8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1F635-0E4B-FC8D-A23B-0D12167EC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C9974-FB48-46B0-957D-237974D709C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B41B0-FE6F-F17C-5908-0F4AC2619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4EF10-FDB4-05E1-D8D0-5D7967804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ECA1E-0C10-4405-8F61-7600573B7C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422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4D3CA-EDDD-0113-81A4-2FF0100E5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902BF-6386-FC75-FEEC-DB21402B9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15974-9270-D8BD-D882-EC788300C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C9974-FB48-46B0-957D-237974D709C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AC32B-038B-F1AE-8A9E-E9DCA8BBA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ACB33-189F-90A2-DC67-BF3D1870B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ECA1E-0C10-4405-8F61-7600573B7C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420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D4A75-CAD5-924D-8949-22BE9F219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DBE210-82F1-7330-2FA4-96AFDF2F4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BA87D-6DBD-ACFC-2843-391227627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C9974-FB48-46B0-957D-237974D709C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EB2A8-0E1A-C7E9-2762-0ABD84982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68297-D289-20EC-CE88-C79898DFE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ECA1E-0C10-4405-8F61-7600573B7C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8153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CF686-108E-969A-7063-FD8464A02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A02F2-F605-B7E2-B554-DAF07B0986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59A99F-4B67-706E-F33B-56B51F8CA2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EF77EB-AFC4-E42A-5F32-62487DB3B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C9974-FB48-46B0-957D-237974D709C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81CA20-12C3-AC9C-214D-8EF0B766F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5288DC-C2E8-6AC4-D44C-F16295283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ECA1E-0C10-4405-8F61-7600573B7C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0676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77273-C00A-2C1D-EC18-59544E81D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56A20-E6B6-590B-C5F3-E2313CA5F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A95256-12E0-C69C-6D2F-2DC96AE446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E17877-1F1F-0F3B-0157-D78C631283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CFDC5-418D-7E51-6365-E528B4E9CA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8172E3-6179-5CC6-C9EB-6A25D1FF4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C9974-FB48-46B0-957D-237974D709C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5FEAAC-6C01-CA23-BC32-65D60F515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248215-8A49-06CB-D1AC-5853A85DD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ECA1E-0C10-4405-8F61-7600573B7C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956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6285B-40F6-DF25-434B-71972A9E5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58BEEB-63B3-8A74-0E7B-BC286FA1B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C9974-FB48-46B0-957D-237974D709C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1B9DF9-E865-3C29-DB6A-6315258A0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B48719-2741-2C20-1CD8-745FDF34D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ECA1E-0C10-4405-8F61-7600573B7C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6062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A0050D-050F-104F-0325-BF9CF0FDD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C9974-FB48-46B0-957D-237974D709C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644DBF-4CF7-01E2-8F34-0DD06B16C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90D55-539B-B2D2-18CA-5D297D71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ECA1E-0C10-4405-8F61-7600573B7C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0232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C170D-C36F-08BD-08CE-3517327C1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A4619-8D79-6EED-16CF-666A394C5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DE6012-198E-9DDF-CB97-EF459B8C0A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97B8F-CF99-DE96-999F-F4BF520CB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C9974-FB48-46B0-957D-237974D709C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970C3E-121A-858F-0603-99122EC9A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9BE68A-08F2-6BCA-B847-E61CEA10A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ECA1E-0C10-4405-8F61-7600573B7C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310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18450-6B24-F78F-F52B-DC45F3BEC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DD608B-0F6E-94F9-8C73-1A986CCF76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AF8D22-A104-F7E5-22C5-D66C64085D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DC339-B828-9B79-3054-AADB14D5C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C9974-FB48-46B0-957D-237974D709C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333FA-652F-D5A3-B8B8-FD6C60A5B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F52459-89EE-6F99-3BE2-B34A700E4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ECA1E-0C10-4405-8F61-7600573B7C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1913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5F1EF-EC49-909F-644F-3F5A55A48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59C30F-F113-C2C3-E86E-AAFA34D93B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14445-3667-06E3-BDF5-FBBE72B80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C9974-FB48-46B0-957D-237974D709C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EB302-FBD3-3D4C-751A-DF6A2B2C2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065A3-EB07-953E-8F18-DB13B0749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ECA1E-0C10-4405-8F61-7600573B7C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8175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898302-6EC2-F36A-092E-512B649776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008C40-DCD3-FF22-7CD1-D391DAB38E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601E9-209A-B8DA-5886-97C61C6F3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C9974-FB48-46B0-957D-237974D709C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C1997-DBD5-28B3-1AEE-15C7E189F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DE750-42FB-DBB2-FEFA-3FC0810FC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ECA1E-0C10-4405-8F61-7600573B7C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7813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F7BF95-4FA8-32A3-2DBB-F6EAA19CA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31E179-B4FB-9217-0BA8-2B20EEE35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3D5F0B-A1A2-4DDC-D52C-5BBB39D018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2C9974-FB48-46B0-957D-237974D709C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DBB60-0E94-E269-0E65-0EC04913FE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1641-2D42-986B-11F1-C7E6BF3EE8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DECA1E-0C10-4405-8F61-7600573B7C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9895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1235C-CBAA-C9B7-B0CA-2701ECE2F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AAA4D65-B819-1510-857F-2B159D716612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9ADCD0-FE4D-8974-1CB0-190EEEB00E22}"/>
              </a:ext>
            </a:extLst>
          </p:cNvPr>
          <p:cNvSpPr txBox="1"/>
          <p:nvPr/>
        </p:nvSpPr>
        <p:spPr>
          <a:xfrm>
            <a:off x="1451836" y="2924278"/>
            <a:ext cx="928832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Circular Linked List</a:t>
            </a:r>
          </a:p>
        </p:txBody>
      </p:sp>
    </p:spTree>
    <p:extLst>
      <p:ext uri="{BB962C8B-B14F-4D97-AF65-F5344CB8AC3E}">
        <p14:creationId xmlns:p14="http://schemas.microsoft.com/office/powerpoint/2010/main" val="2825844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AF38C-7671-BB3E-6EC4-51784216F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F6D5C6B-2A09-8936-FC57-0908B06D7B72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2238E8F-2D23-141A-0689-437E3C3514CD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17BF302-1585-4712-E235-255308A30266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2B37705-9AAA-1BAC-B0A3-5FFCF97CEE50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CD800CC-7FEC-920A-8295-B9475AA80E85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DFB4F13-3715-3F4E-E703-8B2AD49FD401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6C0F711-D1DB-D533-DE09-67FEB0683871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0695D61-90BD-AC8D-AF87-831E763293C3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AE2096D-5995-F09B-FB15-2BA2055D4D8D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C8768C7-FE0E-3094-2987-696C6D4FD924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BE06478-081C-B6C7-0E1C-81B7A9F189FD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0BC7EF4-F1F4-4D00-5EE5-C91E52C622F1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36402E8-D69C-29F9-E3CF-7A54B3F2BFA5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6453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CA4F8-3E82-3BE8-E833-570CF712B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49C6E82-2BA2-0A78-4264-735E9AF0EA9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90819BF-244B-025A-2ACB-4F62ED8F924E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45A1633-E598-54BF-2548-C60F980C3601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1BFABD8-8B95-EDD2-96B5-A9712B466F4C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4864D2F-BCFA-81DE-595F-5DBF9208436C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E520631-43FC-DFB0-9763-A59FA6637F78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B34CCE9-0D7D-AB02-C391-78BD75FBAA6D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8F43007-7CEE-94F5-7C38-8F528C9B2506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BBE2A1A-43CE-6A55-2A62-21A5D4CD5B80}"/>
              </a:ext>
            </a:extLst>
          </p:cNvPr>
          <p:cNvCxnSpPr>
            <a:cxnSpLocks/>
          </p:cNvCxnSpPr>
          <p:nvPr/>
        </p:nvCxnSpPr>
        <p:spPr>
          <a:xfrm flipH="1">
            <a:off x="1598508" y="3262379"/>
            <a:ext cx="906949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BEEA56A-45FE-8D22-4E2F-11583E1E0577}"/>
              </a:ext>
            </a:extLst>
          </p:cNvPr>
          <p:cNvSpPr txBox="1"/>
          <p:nvPr/>
        </p:nvSpPr>
        <p:spPr>
          <a:xfrm>
            <a:off x="-626532" y="257710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C1809EE-88E1-743D-714D-11FCEAA058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072110"/>
              </p:ext>
            </p:extLst>
          </p:nvPr>
        </p:nvGraphicFramePr>
        <p:xfrm>
          <a:off x="485988" y="2114298"/>
          <a:ext cx="1066800" cy="1387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464217802"/>
                    </a:ext>
                  </a:extLst>
                </a:gridCol>
              </a:tblGrid>
              <a:tr h="693641">
                <a:tc>
                  <a:txBody>
                    <a:bodyPr/>
                    <a:lstStyle/>
                    <a:p>
                      <a:r>
                        <a:rPr lang="en-IN" sz="3600" dirty="0"/>
                        <a:t>    .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332099"/>
                  </a:ext>
                </a:extLst>
              </a:tr>
              <a:tr h="693641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bg1"/>
                          </a:solidFill>
                        </a:rPr>
                        <a:t> 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0757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2C9FFBC-88D9-0E3E-762A-D22E1D124BB4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C594C25-CB57-BF55-F54C-BD48CEFFA606}"/>
              </a:ext>
            </a:extLst>
          </p:cNvPr>
          <p:cNvCxnSpPr>
            <a:cxnSpLocks/>
          </p:cNvCxnSpPr>
          <p:nvPr/>
        </p:nvCxnSpPr>
        <p:spPr>
          <a:xfrm>
            <a:off x="10668000" y="2498125"/>
            <a:ext cx="0" cy="74901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34B91A-9526-0F03-978B-F0B0D539E6BD}"/>
              </a:ext>
            </a:extLst>
          </p:cNvPr>
          <p:cNvCxnSpPr>
            <a:cxnSpLocks/>
          </p:cNvCxnSpPr>
          <p:nvPr/>
        </p:nvCxnSpPr>
        <p:spPr>
          <a:xfrm flipH="1">
            <a:off x="9994902" y="2482882"/>
            <a:ext cx="673098" cy="1524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4604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B9FF4-A65F-92BB-8176-C83A533A2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8465007-226C-0734-79B2-B0F9CFDD917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8485BB7-4D1A-4E49-2CFC-A684BFB49B67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9184E36-DE5A-30D0-19DE-6B6628EEA699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B893A36-8DA4-C523-3544-20DF09CDBAD6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7B86017-0552-3680-2FDB-06EE13494E20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1FB1D3F-7FAC-2332-8631-7ED6D5E090AD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CFCC219-A247-18AE-8059-CA64A6C28C56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372D41D-78A3-3E9C-C578-8C3D7E715DD3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76B98F1-7906-C50D-76AC-7B6B21B2CCA7}"/>
              </a:ext>
            </a:extLst>
          </p:cNvPr>
          <p:cNvCxnSpPr>
            <a:cxnSpLocks/>
          </p:cNvCxnSpPr>
          <p:nvPr/>
        </p:nvCxnSpPr>
        <p:spPr>
          <a:xfrm flipH="1">
            <a:off x="1598508" y="3262379"/>
            <a:ext cx="906949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69AC81D-17E5-08F9-E1ED-B33CF98A3A4A}"/>
              </a:ext>
            </a:extLst>
          </p:cNvPr>
          <p:cNvSpPr txBox="1"/>
          <p:nvPr/>
        </p:nvSpPr>
        <p:spPr>
          <a:xfrm>
            <a:off x="-626532" y="257710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B5A8A2E-9AB5-2514-DBEC-B6966688CDEA}"/>
              </a:ext>
            </a:extLst>
          </p:cNvPr>
          <p:cNvGraphicFramePr>
            <a:graphicFrameLocks noGrp="1"/>
          </p:cNvGraphicFramePr>
          <p:nvPr/>
        </p:nvGraphicFramePr>
        <p:xfrm>
          <a:off x="485988" y="2114298"/>
          <a:ext cx="1066800" cy="1387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464217802"/>
                    </a:ext>
                  </a:extLst>
                </a:gridCol>
              </a:tblGrid>
              <a:tr h="693641">
                <a:tc>
                  <a:txBody>
                    <a:bodyPr/>
                    <a:lstStyle/>
                    <a:p>
                      <a:r>
                        <a:rPr lang="en-IN" sz="3600" dirty="0"/>
                        <a:t>    .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332099"/>
                  </a:ext>
                </a:extLst>
              </a:tr>
              <a:tr h="693641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bg1"/>
                          </a:solidFill>
                        </a:rPr>
                        <a:t> 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0757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822AFF0-AB30-C3DA-2E95-12F9E543320D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AF872C2-4DCC-8389-B379-1706E4830B6F}"/>
              </a:ext>
            </a:extLst>
          </p:cNvPr>
          <p:cNvCxnSpPr>
            <a:cxnSpLocks/>
          </p:cNvCxnSpPr>
          <p:nvPr/>
        </p:nvCxnSpPr>
        <p:spPr>
          <a:xfrm>
            <a:off x="10668000" y="2498125"/>
            <a:ext cx="0" cy="74901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4C07556-B3C1-C32A-4D44-17F0A1A8C72F}"/>
              </a:ext>
            </a:extLst>
          </p:cNvPr>
          <p:cNvCxnSpPr>
            <a:cxnSpLocks/>
          </p:cNvCxnSpPr>
          <p:nvPr/>
        </p:nvCxnSpPr>
        <p:spPr>
          <a:xfrm flipH="1">
            <a:off x="9994902" y="2482882"/>
            <a:ext cx="673098" cy="1524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431911E-AD47-4AA3-0820-BE26A2DFACA6}"/>
              </a:ext>
            </a:extLst>
          </p:cNvPr>
          <p:cNvCxnSpPr>
            <a:cxnSpLocks/>
          </p:cNvCxnSpPr>
          <p:nvPr/>
        </p:nvCxnSpPr>
        <p:spPr>
          <a:xfrm>
            <a:off x="944880" y="1280160"/>
            <a:ext cx="0" cy="701518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1A29FC2-A3C0-9CE7-8DB4-08C16CCE99D3}"/>
              </a:ext>
            </a:extLst>
          </p:cNvPr>
          <p:cNvSpPr txBox="1"/>
          <p:nvPr/>
        </p:nvSpPr>
        <p:spPr>
          <a:xfrm>
            <a:off x="806028" y="879455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113759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CFE3E-D765-04E9-927C-30933A837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781CED2-55DF-09BC-4E8C-4E8E14C1F0EE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03FA89A-B477-F80A-7E5B-D879A573954E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99A9C6B-0558-1C32-0838-F459FA0B04D5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76E6CD-C967-6C39-42AB-4869C10AFE5C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59728C3-E79D-E1C6-B7AC-C4DFAA6AD3C1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FB1FC51-616E-9503-6329-3028927B5538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16A477C-562F-1C18-3933-A48F89AA198F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C723417-A280-34B4-161E-A2D3D626EFD9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08AA7E7-C4FD-1314-D4DE-0835D51C191D}"/>
              </a:ext>
            </a:extLst>
          </p:cNvPr>
          <p:cNvCxnSpPr>
            <a:cxnSpLocks/>
          </p:cNvCxnSpPr>
          <p:nvPr/>
        </p:nvCxnSpPr>
        <p:spPr>
          <a:xfrm flipH="1">
            <a:off x="1598508" y="3262379"/>
            <a:ext cx="906949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3240AC8-83FA-8031-6759-445B35B9C0F1}"/>
              </a:ext>
            </a:extLst>
          </p:cNvPr>
          <p:cNvSpPr txBox="1"/>
          <p:nvPr/>
        </p:nvSpPr>
        <p:spPr>
          <a:xfrm>
            <a:off x="-626532" y="257710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AF24923-043D-570C-C54B-0605EA9E8C55}"/>
              </a:ext>
            </a:extLst>
          </p:cNvPr>
          <p:cNvGraphicFramePr>
            <a:graphicFrameLocks noGrp="1"/>
          </p:cNvGraphicFramePr>
          <p:nvPr/>
        </p:nvGraphicFramePr>
        <p:xfrm>
          <a:off x="485988" y="2114298"/>
          <a:ext cx="1066800" cy="1387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464217802"/>
                    </a:ext>
                  </a:extLst>
                </a:gridCol>
              </a:tblGrid>
              <a:tr h="693641">
                <a:tc>
                  <a:txBody>
                    <a:bodyPr/>
                    <a:lstStyle/>
                    <a:p>
                      <a:r>
                        <a:rPr lang="en-IN" sz="3600" dirty="0"/>
                        <a:t>    .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332099"/>
                  </a:ext>
                </a:extLst>
              </a:tr>
              <a:tr h="693641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bg1"/>
                          </a:solidFill>
                        </a:rPr>
                        <a:t> 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0757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FB0A7C9-CE7E-19BA-8157-7B1D4B0DD6F7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23AC508-159A-FDC8-119A-ADA85533646B}"/>
              </a:ext>
            </a:extLst>
          </p:cNvPr>
          <p:cNvCxnSpPr>
            <a:cxnSpLocks/>
          </p:cNvCxnSpPr>
          <p:nvPr/>
        </p:nvCxnSpPr>
        <p:spPr>
          <a:xfrm>
            <a:off x="10668000" y="2498125"/>
            <a:ext cx="0" cy="74901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3329A39-02D1-3D7B-34A2-B9960D3D6B9D}"/>
              </a:ext>
            </a:extLst>
          </p:cNvPr>
          <p:cNvCxnSpPr>
            <a:cxnSpLocks/>
          </p:cNvCxnSpPr>
          <p:nvPr/>
        </p:nvCxnSpPr>
        <p:spPr>
          <a:xfrm flipH="1">
            <a:off x="9994902" y="2482882"/>
            <a:ext cx="673098" cy="1524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9491EA5-F1A4-B751-9B63-B0ADE5754A94}"/>
              </a:ext>
            </a:extLst>
          </p:cNvPr>
          <p:cNvCxnSpPr>
            <a:cxnSpLocks/>
          </p:cNvCxnSpPr>
          <p:nvPr/>
        </p:nvCxnSpPr>
        <p:spPr>
          <a:xfrm>
            <a:off x="944880" y="1280160"/>
            <a:ext cx="0" cy="701518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717EFBC-A646-8413-FCD8-647D68BC7255}"/>
              </a:ext>
            </a:extLst>
          </p:cNvPr>
          <p:cNvSpPr txBox="1"/>
          <p:nvPr/>
        </p:nvSpPr>
        <p:spPr>
          <a:xfrm>
            <a:off x="806028" y="879455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E48FDF-5B56-B0C9-0A1F-A3344C834D38}"/>
              </a:ext>
            </a:extLst>
          </p:cNvPr>
          <p:cNvSpPr txBox="1"/>
          <p:nvPr/>
        </p:nvSpPr>
        <p:spPr>
          <a:xfrm>
            <a:off x="4358640" y="4208665"/>
            <a:ext cx="1569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P = </a:t>
            </a:r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</p:spTree>
    <p:extLst>
      <p:ext uri="{BB962C8B-B14F-4D97-AF65-F5344CB8AC3E}">
        <p14:creationId xmlns:p14="http://schemas.microsoft.com/office/powerpoint/2010/main" val="2418055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FB28-92FF-1C18-B4CD-A7125AD3C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365D122-5E01-D878-1B2D-A6DE39EF4FB0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2BF6767-E71D-95A4-7CEB-9810BE9B9673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2D426B8-7276-562B-BBED-78BE0F6CF03C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C8BE21A-1503-DC9B-962F-2E8A39E7E312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9B7B687-335D-DE0E-94FF-11CEE2E07A28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6141599-457C-12C5-B5F6-77E931DD6634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A22F130-210C-CA7C-8821-3B8730F7A291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4D3F03D-A465-9D05-CB5C-FE7B45AD75F3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3300CF4-863C-98BB-2834-479B6F48FB3C}"/>
              </a:ext>
            </a:extLst>
          </p:cNvPr>
          <p:cNvCxnSpPr>
            <a:cxnSpLocks/>
          </p:cNvCxnSpPr>
          <p:nvPr/>
        </p:nvCxnSpPr>
        <p:spPr>
          <a:xfrm flipH="1">
            <a:off x="1598508" y="3262379"/>
            <a:ext cx="906949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D3C5058-83BA-C826-78C3-F8B9AC514730}"/>
              </a:ext>
            </a:extLst>
          </p:cNvPr>
          <p:cNvSpPr txBox="1"/>
          <p:nvPr/>
        </p:nvSpPr>
        <p:spPr>
          <a:xfrm>
            <a:off x="-626532" y="257710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8BADFBF-E443-9835-7902-60A6BA95B493}"/>
              </a:ext>
            </a:extLst>
          </p:cNvPr>
          <p:cNvGraphicFramePr>
            <a:graphicFrameLocks noGrp="1"/>
          </p:cNvGraphicFramePr>
          <p:nvPr/>
        </p:nvGraphicFramePr>
        <p:xfrm>
          <a:off x="485988" y="2114298"/>
          <a:ext cx="1066800" cy="1387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464217802"/>
                    </a:ext>
                  </a:extLst>
                </a:gridCol>
              </a:tblGrid>
              <a:tr h="693641">
                <a:tc>
                  <a:txBody>
                    <a:bodyPr/>
                    <a:lstStyle/>
                    <a:p>
                      <a:r>
                        <a:rPr lang="en-IN" sz="3600" dirty="0"/>
                        <a:t>    .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332099"/>
                  </a:ext>
                </a:extLst>
              </a:tr>
              <a:tr h="693641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bg1"/>
                          </a:solidFill>
                        </a:rPr>
                        <a:t> 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0757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D486FA9-FAD6-31E8-C90B-C41EFD9D325E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53B606F-062D-D017-3AE8-71AE402F2225}"/>
              </a:ext>
            </a:extLst>
          </p:cNvPr>
          <p:cNvCxnSpPr>
            <a:cxnSpLocks/>
          </p:cNvCxnSpPr>
          <p:nvPr/>
        </p:nvCxnSpPr>
        <p:spPr>
          <a:xfrm>
            <a:off x="10668000" y="2498125"/>
            <a:ext cx="0" cy="74901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BF1D438-07B0-0A76-9F32-0A3EC0C449D0}"/>
              </a:ext>
            </a:extLst>
          </p:cNvPr>
          <p:cNvCxnSpPr>
            <a:cxnSpLocks/>
          </p:cNvCxnSpPr>
          <p:nvPr/>
        </p:nvCxnSpPr>
        <p:spPr>
          <a:xfrm flipH="1">
            <a:off x="9994902" y="2482882"/>
            <a:ext cx="673098" cy="1524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3746446-7AFF-227A-D6A8-6C69D6BD17EB}"/>
              </a:ext>
            </a:extLst>
          </p:cNvPr>
          <p:cNvCxnSpPr>
            <a:cxnSpLocks/>
          </p:cNvCxnSpPr>
          <p:nvPr/>
        </p:nvCxnSpPr>
        <p:spPr>
          <a:xfrm>
            <a:off x="944880" y="1280160"/>
            <a:ext cx="0" cy="701518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A558B69-CCAD-9003-AFDB-D9C3B231DEC8}"/>
              </a:ext>
            </a:extLst>
          </p:cNvPr>
          <p:cNvSpPr txBox="1"/>
          <p:nvPr/>
        </p:nvSpPr>
        <p:spPr>
          <a:xfrm>
            <a:off x="806028" y="879455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7E44D6-9B10-7E0F-E904-740BB0DEB898}"/>
              </a:ext>
            </a:extLst>
          </p:cNvPr>
          <p:cNvSpPr txBox="1"/>
          <p:nvPr/>
        </p:nvSpPr>
        <p:spPr>
          <a:xfrm>
            <a:off x="4358640" y="4208665"/>
            <a:ext cx="1569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P = </a:t>
            </a:r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47BF18-C2F0-62BD-9E5E-7BD77ED3437F}"/>
              </a:ext>
            </a:extLst>
          </p:cNvPr>
          <p:cNvSpPr txBox="1"/>
          <p:nvPr/>
        </p:nvSpPr>
        <p:spPr>
          <a:xfrm>
            <a:off x="3840480" y="4726848"/>
            <a:ext cx="3017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print ( </a:t>
            </a:r>
            <a:r>
              <a:rPr lang="en-IN" sz="2400" b="1" dirty="0">
                <a:solidFill>
                  <a:schemeClr val="accent2"/>
                </a:solidFill>
              </a:rPr>
              <a:t>p -&gt; data )</a:t>
            </a:r>
          </a:p>
        </p:txBody>
      </p:sp>
    </p:spTree>
    <p:extLst>
      <p:ext uri="{BB962C8B-B14F-4D97-AF65-F5344CB8AC3E}">
        <p14:creationId xmlns:p14="http://schemas.microsoft.com/office/powerpoint/2010/main" val="2494420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4C0CD-86C6-B3B6-128C-B96F102BE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13625B3-BDC9-6E61-8120-4A242272F8DD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3440887-63D3-A028-5589-16D06F9B3C88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47C35B0-7E70-673B-DE2B-1EA2D4345C6F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778CD5-AEE1-B1C5-42BA-988D17AE4AFE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FE47ED9-8C11-473C-7F16-4366FD9DF152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9F8F998-5D5C-3308-926C-5B322BF90263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EE9BE58-18E0-3F0C-4AE8-61C5738094EF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C2393BF-F198-1527-B413-067E5E596904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77E195D-3819-1DA5-3ED5-4D9C61CE6B80}"/>
              </a:ext>
            </a:extLst>
          </p:cNvPr>
          <p:cNvCxnSpPr>
            <a:cxnSpLocks/>
          </p:cNvCxnSpPr>
          <p:nvPr/>
        </p:nvCxnSpPr>
        <p:spPr>
          <a:xfrm flipH="1">
            <a:off x="1598508" y="3262379"/>
            <a:ext cx="906949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D094679-7ECC-CF5B-308F-634B680DA571}"/>
              </a:ext>
            </a:extLst>
          </p:cNvPr>
          <p:cNvSpPr txBox="1"/>
          <p:nvPr/>
        </p:nvSpPr>
        <p:spPr>
          <a:xfrm>
            <a:off x="-626532" y="257710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7FA1E65-1C8B-2E77-A64C-6B9FF0927139}"/>
              </a:ext>
            </a:extLst>
          </p:cNvPr>
          <p:cNvGraphicFramePr>
            <a:graphicFrameLocks noGrp="1"/>
          </p:cNvGraphicFramePr>
          <p:nvPr/>
        </p:nvGraphicFramePr>
        <p:xfrm>
          <a:off x="485988" y="2114298"/>
          <a:ext cx="1066800" cy="1387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464217802"/>
                    </a:ext>
                  </a:extLst>
                </a:gridCol>
              </a:tblGrid>
              <a:tr h="693641">
                <a:tc>
                  <a:txBody>
                    <a:bodyPr/>
                    <a:lstStyle/>
                    <a:p>
                      <a:r>
                        <a:rPr lang="en-IN" sz="3600" dirty="0"/>
                        <a:t>    .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332099"/>
                  </a:ext>
                </a:extLst>
              </a:tr>
              <a:tr h="693641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bg1"/>
                          </a:solidFill>
                        </a:rPr>
                        <a:t> 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0757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CCCB4EF-7D2D-1343-3B37-40C10EC4FF67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DE87680-B056-22C8-32BD-26194C661D05}"/>
              </a:ext>
            </a:extLst>
          </p:cNvPr>
          <p:cNvCxnSpPr>
            <a:cxnSpLocks/>
          </p:cNvCxnSpPr>
          <p:nvPr/>
        </p:nvCxnSpPr>
        <p:spPr>
          <a:xfrm>
            <a:off x="10668000" y="2498125"/>
            <a:ext cx="0" cy="74901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A89A8E6-D1EA-60A3-194C-AC72A27BBCD0}"/>
              </a:ext>
            </a:extLst>
          </p:cNvPr>
          <p:cNvCxnSpPr>
            <a:cxnSpLocks/>
          </p:cNvCxnSpPr>
          <p:nvPr/>
        </p:nvCxnSpPr>
        <p:spPr>
          <a:xfrm flipH="1">
            <a:off x="9994902" y="2482882"/>
            <a:ext cx="673098" cy="1524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89D4D75-C9B8-63F2-996A-8392048ADF5C}"/>
              </a:ext>
            </a:extLst>
          </p:cNvPr>
          <p:cNvCxnSpPr>
            <a:cxnSpLocks/>
          </p:cNvCxnSpPr>
          <p:nvPr/>
        </p:nvCxnSpPr>
        <p:spPr>
          <a:xfrm>
            <a:off x="944880" y="1280160"/>
            <a:ext cx="0" cy="701518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674A549-48F8-5525-F04D-5D1E09BC9ABF}"/>
              </a:ext>
            </a:extLst>
          </p:cNvPr>
          <p:cNvSpPr txBox="1"/>
          <p:nvPr/>
        </p:nvSpPr>
        <p:spPr>
          <a:xfrm>
            <a:off x="806028" y="879455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E8E2C0-BC38-78DA-AA2C-962F4A34E5BB}"/>
              </a:ext>
            </a:extLst>
          </p:cNvPr>
          <p:cNvSpPr txBox="1"/>
          <p:nvPr/>
        </p:nvSpPr>
        <p:spPr>
          <a:xfrm>
            <a:off x="4358640" y="4208665"/>
            <a:ext cx="1569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P = </a:t>
            </a:r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769C64-1377-F998-1A4F-781E2FC15768}"/>
              </a:ext>
            </a:extLst>
          </p:cNvPr>
          <p:cNvSpPr txBox="1"/>
          <p:nvPr/>
        </p:nvSpPr>
        <p:spPr>
          <a:xfrm>
            <a:off x="3840480" y="4726848"/>
            <a:ext cx="3017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print ( </a:t>
            </a:r>
            <a:r>
              <a:rPr lang="en-IN" sz="2400" b="1" dirty="0">
                <a:solidFill>
                  <a:schemeClr val="accent2"/>
                </a:solidFill>
              </a:rPr>
              <a:t>p -&gt; data 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7F93E6-D810-5CCD-9C3F-B0DA04BF07F9}"/>
              </a:ext>
            </a:extLst>
          </p:cNvPr>
          <p:cNvSpPr txBox="1"/>
          <p:nvPr/>
        </p:nvSpPr>
        <p:spPr>
          <a:xfrm>
            <a:off x="-2211492" y="6837725"/>
            <a:ext cx="8139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Output :    </a:t>
            </a:r>
            <a:r>
              <a:rPr lang="en-IN" sz="3200" b="1" dirty="0">
                <a:solidFill>
                  <a:schemeClr val="accent6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873427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3DF4F-7735-97BD-6351-9AFC7001E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392A388-879F-93E7-D69B-244256F4B0A6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BB6DFF9-DE6A-6130-AA55-1A0FF6614166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066FA2-924C-ECC8-3BCD-F3D7C5D7A152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0D75D36-5374-39ED-8675-AAB29FB33956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776B4FD-7EEA-9BA9-CDF4-0A46581C0AD2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3CA5399-6249-6D74-519D-8F96D85F5863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337286B-D5EC-0303-C084-669F23EA2430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5D68BB3-ED11-05E4-1D90-EE5D92E46913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ACEE8AD-6439-7DCC-4503-8E6FDE67FBFB}"/>
              </a:ext>
            </a:extLst>
          </p:cNvPr>
          <p:cNvCxnSpPr>
            <a:cxnSpLocks/>
          </p:cNvCxnSpPr>
          <p:nvPr/>
        </p:nvCxnSpPr>
        <p:spPr>
          <a:xfrm flipH="1">
            <a:off x="1598508" y="3262379"/>
            <a:ext cx="906949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34538BC-AED0-F1DD-B670-B4B75780CD34}"/>
              </a:ext>
            </a:extLst>
          </p:cNvPr>
          <p:cNvSpPr txBox="1"/>
          <p:nvPr/>
        </p:nvSpPr>
        <p:spPr>
          <a:xfrm>
            <a:off x="-626532" y="257710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11E7202-C78D-8814-89A8-CBF434EC3D02}"/>
              </a:ext>
            </a:extLst>
          </p:cNvPr>
          <p:cNvGraphicFramePr>
            <a:graphicFrameLocks noGrp="1"/>
          </p:cNvGraphicFramePr>
          <p:nvPr/>
        </p:nvGraphicFramePr>
        <p:xfrm>
          <a:off x="485988" y="2114298"/>
          <a:ext cx="1066800" cy="1387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464217802"/>
                    </a:ext>
                  </a:extLst>
                </a:gridCol>
              </a:tblGrid>
              <a:tr h="693641">
                <a:tc>
                  <a:txBody>
                    <a:bodyPr/>
                    <a:lstStyle/>
                    <a:p>
                      <a:r>
                        <a:rPr lang="en-IN" sz="3600" dirty="0"/>
                        <a:t>    .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332099"/>
                  </a:ext>
                </a:extLst>
              </a:tr>
              <a:tr h="693641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bg1"/>
                          </a:solidFill>
                        </a:rPr>
                        <a:t> 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0757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8940F4F-0F9C-438C-DEDD-09A167047E1B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756EAC1-FE92-973A-0F78-F144B54E17EE}"/>
              </a:ext>
            </a:extLst>
          </p:cNvPr>
          <p:cNvCxnSpPr>
            <a:cxnSpLocks/>
          </p:cNvCxnSpPr>
          <p:nvPr/>
        </p:nvCxnSpPr>
        <p:spPr>
          <a:xfrm>
            <a:off x="10668000" y="2498125"/>
            <a:ext cx="0" cy="74901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F6B9002-1C9B-6821-C5A7-EEF9A861AD4F}"/>
              </a:ext>
            </a:extLst>
          </p:cNvPr>
          <p:cNvCxnSpPr>
            <a:cxnSpLocks/>
          </p:cNvCxnSpPr>
          <p:nvPr/>
        </p:nvCxnSpPr>
        <p:spPr>
          <a:xfrm flipH="1">
            <a:off x="9994902" y="2482882"/>
            <a:ext cx="673098" cy="1524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84C7509-8F8E-033D-CC73-D23459DABF2C}"/>
              </a:ext>
            </a:extLst>
          </p:cNvPr>
          <p:cNvCxnSpPr>
            <a:cxnSpLocks/>
          </p:cNvCxnSpPr>
          <p:nvPr/>
        </p:nvCxnSpPr>
        <p:spPr>
          <a:xfrm>
            <a:off x="944880" y="1280160"/>
            <a:ext cx="0" cy="701518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0B14E11-6202-0636-6F19-70EB1F7025A5}"/>
              </a:ext>
            </a:extLst>
          </p:cNvPr>
          <p:cNvSpPr txBox="1"/>
          <p:nvPr/>
        </p:nvSpPr>
        <p:spPr>
          <a:xfrm>
            <a:off x="806028" y="879455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770296-05B9-4C31-78EC-6F1A7C2C8CB9}"/>
              </a:ext>
            </a:extLst>
          </p:cNvPr>
          <p:cNvSpPr txBox="1"/>
          <p:nvPr/>
        </p:nvSpPr>
        <p:spPr>
          <a:xfrm>
            <a:off x="4358640" y="4208665"/>
            <a:ext cx="1569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P = </a:t>
            </a:r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E551BC-CE38-BA16-E782-03EBFD81D25B}"/>
              </a:ext>
            </a:extLst>
          </p:cNvPr>
          <p:cNvSpPr txBox="1"/>
          <p:nvPr/>
        </p:nvSpPr>
        <p:spPr>
          <a:xfrm>
            <a:off x="3840480" y="4726848"/>
            <a:ext cx="3017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print ( </a:t>
            </a:r>
            <a:r>
              <a:rPr lang="en-IN" sz="2400" b="1" dirty="0">
                <a:solidFill>
                  <a:schemeClr val="accent2"/>
                </a:solidFill>
              </a:rPr>
              <a:t>p -&gt; data 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14E553-87BC-13FD-0745-943B7A9A6B3A}"/>
              </a:ext>
            </a:extLst>
          </p:cNvPr>
          <p:cNvSpPr txBox="1"/>
          <p:nvPr/>
        </p:nvSpPr>
        <p:spPr>
          <a:xfrm>
            <a:off x="-2211492" y="6837725"/>
            <a:ext cx="8139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Output :    </a:t>
            </a:r>
            <a:r>
              <a:rPr lang="en-IN" sz="3200" b="1" dirty="0">
                <a:solidFill>
                  <a:schemeClr val="accent6"/>
                </a:solidFill>
              </a:rPr>
              <a:t>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885A3D-700F-3390-BDF3-427B23B57387}"/>
              </a:ext>
            </a:extLst>
          </p:cNvPr>
          <p:cNvSpPr txBox="1"/>
          <p:nvPr/>
        </p:nvSpPr>
        <p:spPr>
          <a:xfrm>
            <a:off x="3971370" y="5295811"/>
            <a:ext cx="3017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P = P -&gt; next</a:t>
            </a:r>
          </a:p>
        </p:txBody>
      </p:sp>
    </p:spTree>
    <p:extLst>
      <p:ext uri="{BB962C8B-B14F-4D97-AF65-F5344CB8AC3E}">
        <p14:creationId xmlns:p14="http://schemas.microsoft.com/office/powerpoint/2010/main" val="4137950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29A9B-0047-84E6-06FE-2061614DE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9056B90-15CE-A2F3-2A93-9BD93D91C29E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07D8794-BAAE-460B-D32D-9BCC6CDBC2FE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2C7B553-A5A2-1812-5653-D7CA4AA70D4E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669ED5F-0694-4033-7825-58DB3587430C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4D7F5E0-831F-514E-1F9C-0774F7BE5FB9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853B8EC-A07B-643D-567D-D65CF737E0E8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82365C3-E38A-5E4A-0FE3-CD4CF99664AE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D58084B-D486-B38D-C71F-ECDC8C2320AF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3E933D1-6B87-9858-1EE6-8F9F081A1D08}"/>
              </a:ext>
            </a:extLst>
          </p:cNvPr>
          <p:cNvCxnSpPr>
            <a:cxnSpLocks/>
          </p:cNvCxnSpPr>
          <p:nvPr/>
        </p:nvCxnSpPr>
        <p:spPr>
          <a:xfrm flipH="1">
            <a:off x="1598508" y="3262379"/>
            <a:ext cx="906949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3A45648-2EB7-DFA5-D839-59D873762AC3}"/>
              </a:ext>
            </a:extLst>
          </p:cNvPr>
          <p:cNvSpPr txBox="1"/>
          <p:nvPr/>
        </p:nvSpPr>
        <p:spPr>
          <a:xfrm>
            <a:off x="-626532" y="257710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049A56A-068F-2D29-4F51-735F52AE3F71}"/>
              </a:ext>
            </a:extLst>
          </p:cNvPr>
          <p:cNvGraphicFramePr>
            <a:graphicFrameLocks noGrp="1"/>
          </p:cNvGraphicFramePr>
          <p:nvPr/>
        </p:nvGraphicFramePr>
        <p:xfrm>
          <a:off x="485988" y="2114298"/>
          <a:ext cx="1066800" cy="1387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464217802"/>
                    </a:ext>
                  </a:extLst>
                </a:gridCol>
              </a:tblGrid>
              <a:tr h="693641">
                <a:tc>
                  <a:txBody>
                    <a:bodyPr/>
                    <a:lstStyle/>
                    <a:p>
                      <a:r>
                        <a:rPr lang="en-IN" sz="3600" dirty="0"/>
                        <a:t>    .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332099"/>
                  </a:ext>
                </a:extLst>
              </a:tr>
              <a:tr h="693641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bg1"/>
                          </a:solidFill>
                        </a:rPr>
                        <a:t> 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0757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B1C496D-E147-B41E-BED8-FE12DBCFCECF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5843C3E-3239-5EAE-683D-57387DB1110D}"/>
              </a:ext>
            </a:extLst>
          </p:cNvPr>
          <p:cNvCxnSpPr>
            <a:cxnSpLocks/>
          </p:cNvCxnSpPr>
          <p:nvPr/>
        </p:nvCxnSpPr>
        <p:spPr>
          <a:xfrm>
            <a:off x="10668000" y="2498125"/>
            <a:ext cx="0" cy="74901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CECA8A4-3DB8-1180-26C0-D9A68F3547FE}"/>
              </a:ext>
            </a:extLst>
          </p:cNvPr>
          <p:cNvCxnSpPr>
            <a:cxnSpLocks/>
          </p:cNvCxnSpPr>
          <p:nvPr/>
        </p:nvCxnSpPr>
        <p:spPr>
          <a:xfrm flipH="1">
            <a:off x="9994902" y="2482882"/>
            <a:ext cx="673098" cy="1524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543A114-AF5B-EDEC-9A3B-FDA588B8826C}"/>
              </a:ext>
            </a:extLst>
          </p:cNvPr>
          <p:cNvCxnSpPr>
            <a:cxnSpLocks/>
          </p:cNvCxnSpPr>
          <p:nvPr/>
        </p:nvCxnSpPr>
        <p:spPr>
          <a:xfrm>
            <a:off x="2912532" y="1301942"/>
            <a:ext cx="0" cy="701518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7EDB43E-F2C2-C58D-4224-6CE832505E83}"/>
              </a:ext>
            </a:extLst>
          </p:cNvPr>
          <p:cNvSpPr txBox="1"/>
          <p:nvPr/>
        </p:nvSpPr>
        <p:spPr>
          <a:xfrm>
            <a:off x="2773680" y="901237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5E3059-DB96-D1D7-E30A-AD9211E2D9DA}"/>
              </a:ext>
            </a:extLst>
          </p:cNvPr>
          <p:cNvSpPr txBox="1"/>
          <p:nvPr/>
        </p:nvSpPr>
        <p:spPr>
          <a:xfrm>
            <a:off x="4358640" y="4208665"/>
            <a:ext cx="1569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P = </a:t>
            </a:r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B99BDA-8D27-990A-1D0D-69F1596684D4}"/>
              </a:ext>
            </a:extLst>
          </p:cNvPr>
          <p:cNvSpPr txBox="1"/>
          <p:nvPr/>
        </p:nvSpPr>
        <p:spPr>
          <a:xfrm>
            <a:off x="3840480" y="4726848"/>
            <a:ext cx="3017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print ( </a:t>
            </a:r>
            <a:r>
              <a:rPr lang="en-IN" sz="2400" b="1" dirty="0">
                <a:solidFill>
                  <a:schemeClr val="accent2"/>
                </a:solidFill>
              </a:rPr>
              <a:t>p -&gt; data 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2C3DCB-148D-D9D0-ADA9-28B75D07C5DA}"/>
              </a:ext>
            </a:extLst>
          </p:cNvPr>
          <p:cNvSpPr txBox="1"/>
          <p:nvPr/>
        </p:nvSpPr>
        <p:spPr>
          <a:xfrm>
            <a:off x="-2211492" y="6837725"/>
            <a:ext cx="8139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Output :    </a:t>
            </a:r>
            <a:r>
              <a:rPr lang="en-IN" sz="3200" b="1" dirty="0">
                <a:solidFill>
                  <a:schemeClr val="accent6"/>
                </a:solidFill>
              </a:rPr>
              <a:t>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56D7B3-4493-739D-77FE-C42BC265F4D4}"/>
              </a:ext>
            </a:extLst>
          </p:cNvPr>
          <p:cNvSpPr txBox="1"/>
          <p:nvPr/>
        </p:nvSpPr>
        <p:spPr>
          <a:xfrm>
            <a:off x="3971370" y="5295811"/>
            <a:ext cx="3017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P = P -&gt; next</a:t>
            </a:r>
          </a:p>
        </p:txBody>
      </p:sp>
    </p:spTree>
    <p:extLst>
      <p:ext uri="{BB962C8B-B14F-4D97-AF65-F5344CB8AC3E}">
        <p14:creationId xmlns:p14="http://schemas.microsoft.com/office/powerpoint/2010/main" val="2444676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E7084-AD6C-F6A8-59BA-23F1796B8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C235A60-5939-67D0-3233-F7389E1BB169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71EFE14-8CD9-D1B1-5946-83C6BA8734F3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F0AF89E-58E0-A4D1-E4B4-84292F7157BD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26495D3-B582-5796-6E32-EE36237A7D0F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95EEBBB-C838-06EF-11EA-5CB7D8B49C1C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2AAF6DC-CEFA-18A7-5A8A-21FAD1E15687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1694AA3-4357-FBBF-3B3A-8C87411A7A6C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1B8B65E-F84F-7BDD-7609-78FEEFE9A2AE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B471C14-8FF5-A52E-5A66-A3BE942A3AEB}"/>
              </a:ext>
            </a:extLst>
          </p:cNvPr>
          <p:cNvCxnSpPr>
            <a:cxnSpLocks/>
          </p:cNvCxnSpPr>
          <p:nvPr/>
        </p:nvCxnSpPr>
        <p:spPr>
          <a:xfrm flipH="1">
            <a:off x="1598508" y="3262379"/>
            <a:ext cx="906949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B4ACCF5-6FF2-50A1-5F05-417E3E76DFDA}"/>
              </a:ext>
            </a:extLst>
          </p:cNvPr>
          <p:cNvSpPr txBox="1"/>
          <p:nvPr/>
        </p:nvSpPr>
        <p:spPr>
          <a:xfrm>
            <a:off x="-626532" y="257710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E563133-41D1-E6D4-E0FE-73791C866528}"/>
              </a:ext>
            </a:extLst>
          </p:cNvPr>
          <p:cNvGraphicFramePr>
            <a:graphicFrameLocks noGrp="1"/>
          </p:cNvGraphicFramePr>
          <p:nvPr/>
        </p:nvGraphicFramePr>
        <p:xfrm>
          <a:off x="485988" y="2114298"/>
          <a:ext cx="1066800" cy="1387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464217802"/>
                    </a:ext>
                  </a:extLst>
                </a:gridCol>
              </a:tblGrid>
              <a:tr h="693641">
                <a:tc>
                  <a:txBody>
                    <a:bodyPr/>
                    <a:lstStyle/>
                    <a:p>
                      <a:r>
                        <a:rPr lang="en-IN" sz="3600" dirty="0"/>
                        <a:t>    .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332099"/>
                  </a:ext>
                </a:extLst>
              </a:tr>
              <a:tr h="693641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bg1"/>
                          </a:solidFill>
                        </a:rPr>
                        <a:t> 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0757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88C2C82-C413-7E3E-4DAE-04680963E8FE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38FB4F4-D4CC-B325-13BD-7F92E2A577C3}"/>
              </a:ext>
            </a:extLst>
          </p:cNvPr>
          <p:cNvCxnSpPr>
            <a:cxnSpLocks/>
          </p:cNvCxnSpPr>
          <p:nvPr/>
        </p:nvCxnSpPr>
        <p:spPr>
          <a:xfrm>
            <a:off x="10668000" y="2498125"/>
            <a:ext cx="0" cy="74901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36CD220-43F2-C0D0-E813-A26A187845A0}"/>
              </a:ext>
            </a:extLst>
          </p:cNvPr>
          <p:cNvCxnSpPr>
            <a:cxnSpLocks/>
          </p:cNvCxnSpPr>
          <p:nvPr/>
        </p:nvCxnSpPr>
        <p:spPr>
          <a:xfrm flipH="1">
            <a:off x="9994902" y="2482882"/>
            <a:ext cx="673098" cy="1524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4266A0A-1778-179D-470F-947D55E05E46}"/>
              </a:ext>
            </a:extLst>
          </p:cNvPr>
          <p:cNvCxnSpPr>
            <a:cxnSpLocks/>
          </p:cNvCxnSpPr>
          <p:nvPr/>
        </p:nvCxnSpPr>
        <p:spPr>
          <a:xfrm>
            <a:off x="2912532" y="1301942"/>
            <a:ext cx="0" cy="701518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A240831-1942-C3EA-FD62-7BB33B627D9C}"/>
              </a:ext>
            </a:extLst>
          </p:cNvPr>
          <p:cNvSpPr txBox="1"/>
          <p:nvPr/>
        </p:nvSpPr>
        <p:spPr>
          <a:xfrm>
            <a:off x="2773680" y="901237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32A113-355F-FCF4-F1DC-C7802066C4A9}"/>
              </a:ext>
            </a:extLst>
          </p:cNvPr>
          <p:cNvSpPr txBox="1"/>
          <p:nvPr/>
        </p:nvSpPr>
        <p:spPr>
          <a:xfrm>
            <a:off x="4358640" y="4208665"/>
            <a:ext cx="1569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P = </a:t>
            </a:r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6581B6-FC68-4EE4-AAC7-840F12C5BDFB}"/>
              </a:ext>
            </a:extLst>
          </p:cNvPr>
          <p:cNvSpPr txBox="1"/>
          <p:nvPr/>
        </p:nvSpPr>
        <p:spPr>
          <a:xfrm>
            <a:off x="3840480" y="4726848"/>
            <a:ext cx="3017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print ( </a:t>
            </a:r>
            <a:r>
              <a:rPr lang="en-IN" sz="2400" b="1" dirty="0">
                <a:solidFill>
                  <a:schemeClr val="accent2"/>
                </a:solidFill>
              </a:rPr>
              <a:t>p -&gt; data 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417891-801B-322D-887A-FBBCD9064C59}"/>
              </a:ext>
            </a:extLst>
          </p:cNvPr>
          <p:cNvSpPr txBox="1"/>
          <p:nvPr/>
        </p:nvSpPr>
        <p:spPr>
          <a:xfrm>
            <a:off x="-2211492" y="6837725"/>
            <a:ext cx="8139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Output :    </a:t>
            </a:r>
            <a:r>
              <a:rPr lang="en-IN" sz="3200" b="1" dirty="0">
                <a:solidFill>
                  <a:schemeClr val="accent6"/>
                </a:solidFill>
              </a:rPr>
              <a:t>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50969B-218E-98C5-11D6-C9D90A04A082}"/>
              </a:ext>
            </a:extLst>
          </p:cNvPr>
          <p:cNvSpPr txBox="1"/>
          <p:nvPr/>
        </p:nvSpPr>
        <p:spPr>
          <a:xfrm>
            <a:off x="3971370" y="5295811"/>
            <a:ext cx="3017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P = P -&gt; next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DBCBD0-C8A7-27D5-87B8-B2B7B72F2300}"/>
              </a:ext>
            </a:extLst>
          </p:cNvPr>
          <p:cNvSpPr txBox="1"/>
          <p:nvPr/>
        </p:nvSpPr>
        <p:spPr>
          <a:xfrm>
            <a:off x="-234102" y="4780497"/>
            <a:ext cx="4185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while ( </a:t>
            </a:r>
            <a:r>
              <a:rPr lang="en-IN" sz="2400" b="1" dirty="0">
                <a:solidFill>
                  <a:schemeClr val="accent5"/>
                </a:solidFill>
              </a:rPr>
              <a:t>p -&gt; next != head </a:t>
            </a:r>
            <a:r>
              <a:rPr lang="en-IN" sz="2400" b="1" dirty="0">
                <a:solidFill>
                  <a:srgbClr val="FFC000"/>
                </a:solidFill>
              </a:rPr>
              <a:t>)</a:t>
            </a:r>
            <a:endParaRPr lang="en-IN" sz="2400" b="1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A8C76D5-6DBD-B8AD-5503-A1E93E5DF57B}"/>
                  </a:ext>
                </a:extLst>
              </p:cNvPr>
              <p:cNvSpPr txBox="1"/>
              <p:nvPr/>
            </p:nvSpPr>
            <p:spPr>
              <a:xfrm>
                <a:off x="5387340" y="3040380"/>
                <a:ext cx="20101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IN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A8C76D5-6DBD-B8AD-5503-A1E93E5DF5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7340" y="3040380"/>
                <a:ext cx="2010166" cy="276999"/>
              </a:xfrm>
              <a:prstGeom prst="rect">
                <a:avLst/>
              </a:prstGeom>
              <a:blipFill>
                <a:blip r:embed="rId3"/>
                <a:stretch>
                  <a:fillRect l="-3939" r="-2727" b="-3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Left Brace 25">
            <a:extLst>
              <a:ext uri="{FF2B5EF4-FFF2-40B4-BE49-F238E27FC236}">
                <a16:creationId xmlns:a16="http://schemas.microsoft.com/office/drawing/2014/main" id="{FAED275A-2222-D326-C268-6AA4682889E7}"/>
              </a:ext>
            </a:extLst>
          </p:cNvPr>
          <p:cNvSpPr/>
          <p:nvPr/>
        </p:nvSpPr>
        <p:spPr>
          <a:xfrm>
            <a:off x="3351108" y="4208665"/>
            <a:ext cx="599862" cy="1748084"/>
          </a:xfrm>
          <a:prstGeom prst="leftBrac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80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8BE38-667F-B574-0D84-55B625CD7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753E607-67D2-AA7A-9CF5-90D4DD4F7B0A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0644AC1-9F3A-2A91-E9BD-123AD30B7EC3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F3AA8EA-76F6-5007-6F82-E55758CBFE22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32C13AA-F38B-F15D-39D6-D75C59460EF3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38E7695-D31E-758D-CDBA-1445244A0554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16FDACA-F44E-54CA-D4EA-4415308B2A62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ED76EA9-7DF1-EBA4-D5D7-698F51FD2DAA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D3E3F72-468F-95F2-C01E-B95B8A9CC7BD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F113D95-557B-4C3C-91A1-BB03F234DDBF}"/>
              </a:ext>
            </a:extLst>
          </p:cNvPr>
          <p:cNvCxnSpPr>
            <a:cxnSpLocks/>
          </p:cNvCxnSpPr>
          <p:nvPr/>
        </p:nvCxnSpPr>
        <p:spPr>
          <a:xfrm flipH="1">
            <a:off x="1598508" y="3262379"/>
            <a:ext cx="906949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80B6AC5-5AC5-FFA8-E1B7-163606E3548F}"/>
              </a:ext>
            </a:extLst>
          </p:cNvPr>
          <p:cNvSpPr txBox="1"/>
          <p:nvPr/>
        </p:nvSpPr>
        <p:spPr>
          <a:xfrm>
            <a:off x="-626532" y="257710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F783C78-5210-186C-9798-3217472695A4}"/>
              </a:ext>
            </a:extLst>
          </p:cNvPr>
          <p:cNvGraphicFramePr>
            <a:graphicFrameLocks noGrp="1"/>
          </p:cNvGraphicFramePr>
          <p:nvPr/>
        </p:nvGraphicFramePr>
        <p:xfrm>
          <a:off x="485988" y="2114298"/>
          <a:ext cx="1066800" cy="1387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464217802"/>
                    </a:ext>
                  </a:extLst>
                </a:gridCol>
              </a:tblGrid>
              <a:tr h="693641">
                <a:tc>
                  <a:txBody>
                    <a:bodyPr/>
                    <a:lstStyle/>
                    <a:p>
                      <a:r>
                        <a:rPr lang="en-IN" sz="3600" dirty="0"/>
                        <a:t>    .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332099"/>
                  </a:ext>
                </a:extLst>
              </a:tr>
              <a:tr h="693641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bg1"/>
                          </a:solidFill>
                        </a:rPr>
                        <a:t> 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0757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3E4698D-9D52-1FA6-B6FE-86FA5A2F0CA4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E574A5B-6BDF-3D40-DAC5-C358FDC21DCE}"/>
              </a:ext>
            </a:extLst>
          </p:cNvPr>
          <p:cNvCxnSpPr>
            <a:cxnSpLocks/>
          </p:cNvCxnSpPr>
          <p:nvPr/>
        </p:nvCxnSpPr>
        <p:spPr>
          <a:xfrm>
            <a:off x="10668000" y="2498125"/>
            <a:ext cx="0" cy="74901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3E0FD83-4DF3-3589-3F18-CFB5FC0A292C}"/>
              </a:ext>
            </a:extLst>
          </p:cNvPr>
          <p:cNvCxnSpPr>
            <a:cxnSpLocks/>
          </p:cNvCxnSpPr>
          <p:nvPr/>
        </p:nvCxnSpPr>
        <p:spPr>
          <a:xfrm flipH="1">
            <a:off x="9994902" y="2482882"/>
            <a:ext cx="673098" cy="1524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468AE80-569B-8B5D-5019-2B8FA621D5FF}"/>
              </a:ext>
            </a:extLst>
          </p:cNvPr>
          <p:cNvCxnSpPr>
            <a:cxnSpLocks/>
          </p:cNvCxnSpPr>
          <p:nvPr/>
        </p:nvCxnSpPr>
        <p:spPr>
          <a:xfrm>
            <a:off x="7314354" y="1324674"/>
            <a:ext cx="0" cy="701518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397B99F-5162-7020-FEC5-ABA261D8C94F}"/>
              </a:ext>
            </a:extLst>
          </p:cNvPr>
          <p:cNvSpPr txBox="1"/>
          <p:nvPr/>
        </p:nvSpPr>
        <p:spPr>
          <a:xfrm>
            <a:off x="7175502" y="923969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E55665-B7E9-0B11-1D06-44FD8039FF7B}"/>
              </a:ext>
            </a:extLst>
          </p:cNvPr>
          <p:cNvSpPr txBox="1"/>
          <p:nvPr/>
        </p:nvSpPr>
        <p:spPr>
          <a:xfrm>
            <a:off x="4358640" y="4208665"/>
            <a:ext cx="1569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P = </a:t>
            </a:r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B3E78A-0204-7AC7-BD6A-F132D9400A9C}"/>
              </a:ext>
            </a:extLst>
          </p:cNvPr>
          <p:cNvSpPr txBox="1"/>
          <p:nvPr/>
        </p:nvSpPr>
        <p:spPr>
          <a:xfrm>
            <a:off x="3840480" y="4726848"/>
            <a:ext cx="3017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print ( </a:t>
            </a:r>
            <a:r>
              <a:rPr lang="en-IN" sz="2400" b="1" dirty="0">
                <a:solidFill>
                  <a:schemeClr val="accent2"/>
                </a:solidFill>
              </a:rPr>
              <a:t>p -&gt; data 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8145A8-491A-4798-A47A-228D16EAF8A9}"/>
              </a:ext>
            </a:extLst>
          </p:cNvPr>
          <p:cNvSpPr txBox="1"/>
          <p:nvPr/>
        </p:nvSpPr>
        <p:spPr>
          <a:xfrm>
            <a:off x="-2211492" y="6837725"/>
            <a:ext cx="8139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Output :    </a:t>
            </a:r>
            <a:r>
              <a:rPr lang="en-IN" sz="3200" b="1" dirty="0">
                <a:solidFill>
                  <a:schemeClr val="accent6"/>
                </a:solidFill>
              </a:rPr>
              <a:t>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CE5FDF-E8F6-E95E-70D7-A953A57B9A9A}"/>
              </a:ext>
            </a:extLst>
          </p:cNvPr>
          <p:cNvSpPr txBox="1"/>
          <p:nvPr/>
        </p:nvSpPr>
        <p:spPr>
          <a:xfrm>
            <a:off x="3971370" y="5295811"/>
            <a:ext cx="3017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P = P -&gt; next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F6FE06-77C9-5FDE-4B06-48E5E8929328}"/>
              </a:ext>
            </a:extLst>
          </p:cNvPr>
          <p:cNvSpPr txBox="1"/>
          <p:nvPr/>
        </p:nvSpPr>
        <p:spPr>
          <a:xfrm>
            <a:off x="-234102" y="4780497"/>
            <a:ext cx="4185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while ( </a:t>
            </a:r>
            <a:r>
              <a:rPr lang="en-IN" sz="2400" b="1" dirty="0">
                <a:solidFill>
                  <a:schemeClr val="accent5"/>
                </a:solidFill>
              </a:rPr>
              <a:t>p -&gt; next != head </a:t>
            </a:r>
            <a:r>
              <a:rPr lang="en-IN" sz="2400" b="1" dirty="0">
                <a:solidFill>
                  <a:srgbClr val="FFC000"/>
                </a:solidFill>
              </a:rPr>
              <a:t>)</a:t>
            </a:r>
            <a:endParaRPr lang="en-IN" sz="2400" b="1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8BF917A-72D7-79FF-C12A-26CD33C732BA}"/>
                  </a:ext>
                </a:extLst>
              </p:cNvPr>
              <p:cNvSpPr txBox="1"/>
              <p:nvPr/>
            </p:nvSpPr>
            <p:spPr>
              <a:xfrm>
                <a:off x="5387340" y="3040380"/>
                <a:ext cx="20101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IN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8BF917A-72D7-79FF-C12A-26CD33C73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7340" y="3040380"/>
                <a:ext cx="2010166" cy="276999"/>
              </a:xfrm>
              <a:prstGeom prst="rect">
                <a:avLst/>
              </a:prstGeom>
              <a:blipFill>
                <a:blip r:embed="rId3"/>
                <a:stretch>
                  <a:fillRect l="-3939" r="-2727" b="-3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Left Brace 25">
            <a:extLst>
              <a:ext uri="{FF2B5EF4-FFF2-40B4-BE49-F238E27FC236}">
                <a16:creationId xmlns:a16="http://schemas.microsoft.com/office/drawing/2014/main" id="{05F6F3B7-48F1-9F82-C09B-4442420A1931}"/>
              </a:ext>
            </a:extLst>
          </p:cNvPr>
          <p:cNvSpPr/>
          <p:nvPr/>
        </p:nvSpPr>
        <p:spPr>
          <a:xfrm>
            <a:off x="3351108" y="4208665"/>
            <a:ext cx="599862" cy="1748084"/>
          </a:xfrm>
          <a:prstGeom prst="leftBrac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150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38AA5-FD3D-6793-8341-668CBDD84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F4AFCEB-76C7-9641-908B-3E6342BC3E52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C01228E-7549-95AD-1659-6FBC3679C7D9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8D3F1FB-53CC-A679-496B-B9AFD2C9A7AC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CA09112-6772-84F0-2DD8-E38C7EEB404B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6B32625-DCF4-F326-C2C4-1797007FC062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85607B1-CAAD-4904-B5DA-457636C06DF4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7D7D579-A4EF-1FA7-15C7-F10D3FC9AE11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C1B475D-1B54-155C-FBDA-20AAFDCF6140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B897148-3C68-2909-17C5-D1EC093D1232}"/>
              </a:ext>
            </a:extLst>
          </p:cNvPr>
          <p:cNvCxnSpPr>
            <a:cxnSpLocks/>
          </p:cNvCxnSpPr>
          <p:nvPr/>
        </p:nvCxnSpPr>
        <p:spPr>
          <a:xfrm flipH="1">
            <a:off x="1598508" y="3262379"/>
            <a:ext cx="906949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78568FB-55F5-915B-CE95-476F53E32762}"/>
              </a:ext>
            </a:extLst>
          </p:cNvPr>
          <p:cNvSpPr txBox="1"/>
          <p:nvPr/>
        </p:nvSpPr>
        <p:spPr>
          <a:xfrm>
            <a:off x="-626532" y="257710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46938D5-599E-8F34-C482-17690815DB4A}"/>
              </a:ext>
            </a:extLst>
          </p:cNvPr>
          <p:cNvGraphicFramePr>
            <a:graphicFrameLocks noGrp="1"/>
          </p:cNvGraphicFramePr>
          <p:nvPr/>
        </p:nvGraphicFramePr>
        <p:xfrm>
          <a:off x="485988" y="2114298"/>
          <a:ext cx="1066800" cy="1387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464217802"/>
                    </a:ext>
                  </a:extLst>
                </a:gridCol>
              </a:tblGrid>
              <a:tr h="693641">
                <a:tc>
                  <a:txBody>
                    <a:bodyPr/>
                    <a:lstStyle/>
                    <a:p>
                      <a:r>
                        <a:rPr lang="en-IN" sz="3600" dirty="0"/>
                        <a:t>    .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332099"/>
                  </a:ext>
                </a:extLst>
              </a:tr>
              <a:tr h="693641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bg1"/>
                          </a:solidFill>
                        </a:rPr>
                        <a:t> 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0757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263E981-E96B-6D4D-B154-6ED24F0B0B77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A352315-D0A0-4E68-D01C-5FB1CD2DBD13}"/>
              </a:ext>
            </a:extLst>
          </p:cNvPr>
          <p:cNvCxnSpPr>
            <a:cxnSpLocks/>
          </p:cNvCxnSpPr>
          <p:nvPr/>
        </p:nvCxnSpPr>
        <p:spPr>
          <a:xfrm>
            <a:off x="10668000" y="2498125"/>
            <a:ext cx="0" cy="74901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0889C6F-44DF-31C6-DD5F-8BC821D8B7DF}"/>
              </a:ext>
            </a:extLst>
          </p:cNvPr>
          <p:cNvCxnSpPr>
            <a:cxnSpLocks/>
          </p:cNvCxnSpPr>
          <p:nvPr/>
        </p:nvCxnSpPr>
        <p:spPr>
          <a:xfrm flipH="1">
            <a:off x="9994902" y="2482882"/>
            <a:ext cx="673098" cy="1524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DF576BB-031E-C86A-FD40-B7B532DC3AB5}"/>
              </a:ext>
            </a:extLst>
          </p:cNvPr>
          <p:cNvCxnSpPr>
            <a:cxnSpLocks/>
          </p:cNvCxnSpPr>
          <p:nvPr/>
        </p:nvCxnSpPr>
        <p:spPr>
          <a:xfrm>
            <a:off x="7314354" y="1324674"/>
            <a:ext cx="0" cy="701518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BACA9BF-337A-8DE9-4A3E-CB9EDA2BCF9E}"/>
              </a:ext>
            </a:extLst>
          </p:cNvPr>
          <p:cNvSpPr txBox="1"/>
          <p:nvPr/>
        </p:nvSpPr>
        <p:spPr>
          <a:xfrm>
            <a:off x="7175502" y="923969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42B216-E0F7-DDA3-4D6C-879B0EE553CD}"/>
              </a:ext>
            </a:extLst>
          </p:cNvPr>
          <p:cNvSpPr txBox="1"/>
          <p:nvPr/>
        </p:nvSpPr>
        <p:spPr>
          <a:xfrm>
            <a:off x="4358640" y="4208665"/>
            <a:ext cx="1569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P = </a:t>
            </a:r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8622DF-FCB3-B8EF-429B-F6AD07EAED8A}"/>
              </a:ext>
            </a:extLst>
          </p:cNvPr>
          <p:cNvSpPr txBox="1"/>
          <p:nvPr/>
        </p:nvSpPr>
        <p:spPr>
          <a:xfrm>
            <a:off x="3840480" y="4726848"/>
            <a:ext cx="3017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print ( </a:t>
            </a:r>
            <a:r>
              <a:rPr lang="en-IN" sz="2400" b="1" dirty="0">
                <a:solidFill>
                  <a:schemeClr val="accent2"/>
                </a:solidFill>
              </a:rPr>
              <a:t>p -&gt; data 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F7453C-1B46-83A8-C308-68D48C905A1C}"/>
              </a:ext>
            </a:extLst>
          </p:cNvPr>
          <p:cNvSpPr txBox="1"/>
          <p:nvPr/>
        </p:nvSpPr>
        <p:spPr>
          <a:xfrm>
            <a:off x="-2211492" y="6837725"/>
            <a:ext cx="8139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Output :    </a:t>
            </a:r>
            <a:r>
              <a:rPr lang="en-IN" sz="3200" b="1" dirty="0">
                <a:solidFill>
                  <a:schemeClr val="accent6"/>
                </a:solidFill>
              </a:rPr>
              <a:t>10   20   30   40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767F3D-C142-DD27-E381-B48F0C6A12F4}"/>
              </a:ext>
            </a:extLst>
          </p:cNvPr>
          <p:cNvSpPr txBox="1"/>
          <p:nvPr/>
        </p:nvSpPr>
        <p:spPr>
          <a:xfrm>
            <a:off x="3971370" y="5295811"/>
            <a:ext cx="3017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P = P -&gt; next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FCB994-EF48-A6BF-AFD4-AA3A10C7E6BF}"/>
              </a:ext>
            </a:extLst>
          </p:cNvPr>
          <p:cNvSpPr txBox="1"/>
          <p:nvPr/>
        </p:nvSpPr>
        <p:spPr>
          <a:xfrm>
            <a:off x="-234102" y="4780497"/>
            <a:ext cx="4185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while ( </a:t>
            </a:r>
            <a:r>
              <a:rPr lang="en-IN" sz="2400" b="1" dirty="0">
                <a:solidFill>
                  <a:schemeClr val="accent5"/>
                </a:solidFill>
              </a:rPr>
              <a:t>p -&gt; next != head </a:t>
            </a:r>
            <a:r>
              <a:rPr lang="en-IN" sz="2400" b="1" dirty="0">
                <a:solidFill>
                  <a:srgbClr val="FFC000"/>
                </a:solidFill>
              </a:rPr>
              <a:t>)</a:t>
            </a:r>
            <a:endParaRPr lang="en-IN" sz="2400" b="1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F4A91C2-7638-FF7F-E99A-2750E1AA7AD8}"/>
                  </a:ext>
                </a:extLst>
              </p:cNvPr>
              <p:cNvSpPr txBox="1"/>
              <p:nvPr/>
            </p:nvSpPr>
            <p:spPr>
              <a:xfrm>
                <a:off x="5387340" y="3040380"/>
                <a:ext cx="20101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IN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F4A91C2-7638-FF7F-E99A-2750E1AA7A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7340" y="3040380"/>
                <a:ext cx="2010166" cy="276999"/>
              </a:xfrm>
              <a:prstGeom prst="rect">
                <a:avLst/>
              </a:prstGeom>
              <a:blipFill>
                <a:blip r:embed="rId3"/>
                <a:stretch>
                  <a:fillRect l="-3939" r="-2727" b="-3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Left Brace 25">
            <a:extLst>
              <a:ext uri="{FF2B5EF4-FFF2-40B4-BE49-F238E27FC236}">
                <a16:creationId xmlns:a16="http://schemas.microsoft.com/office/drawing/2014/main" id="{8984860A-C9F0-EC2C-6EDF-0042213534F4}"/>
              </a:ext>
            </a:extLst>
          </p:cNvPr>
          <p:cNvSpPr/>
          <p:nvPr/>
        </p:nvSpPr>
        <p:spPr>
          <a:xfrm>
            <a:off x="3351108" y="4208665"/>
            <a:ext cx="599862" cy="1748084"/>
          </a:xfrm>
          <a:prstGeom prst="leftBrac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64590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68567-1086-5E23-02D6-D3AE5F485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33DED2C-002A-6E3B-1892-F6C9B69856B7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6CBEA84-1893-DB42-100F-DA3DB1F2B8A7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1737857-5AD9-CE3F-0300-64350748A9B4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53098AE-023A-222B-69BD-DE5C6C6B8586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7274034-3218-896B-1D35-EDA2F6224E5E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00AB7EA-34D2-1788-4C6F-6EB4256E0632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BF23CC4-4BE6-8C3F-8BB5-5A62683ED8A5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37FB977-057D-4CAD-3FF9-A59BB5EF4954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F158E60-30CC-195D-7236-E55027AF3E94}"/>
              </a:ext>
            </a:extLst>
          </p:cNvPr>
          <p:cNvCxnSpPr>
            <a:cxnSpLocks/>
          </p:cNvCxnSpPr>
          <p:nvPr/>
        </p:nvCxnSpPr>
        <p:spPr>
          <a:xfrm flipH="1">
            <a:off x="1598508" y="3262379"/>
            <a:ext cx="906949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67D66B7-83DA-6FE4-2348-6CBDDDE1FE43}"/>
              </a:ext>
            </a:extLst>
          </p:cNvPr>
          <p:cNvSpPr txBox="1"/>
          <p:nvPr/>
        </p:nvSpPr>
        <p:spPr>
          <a:xfrm>
            <a:off x="-626532" y="257710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517EEB5-C1CE-ED82-B46D-88B569CB43B1}"/>
              </a:ext>
            </a:extLst>
          </p:cNvPr>
          <p:cNvGraphicFramePr>
            <a:graphicFrameLocks noGrp="1"/>
          </p:cNvGraphicFramePr>
          <p:nvPr/>
        </p:nvGraphicFramePr>
        <p:xfrm>
          <a:off x="485988" y="2114298"/>
          <a:ext cx="1066800" cy="1387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464217802"/>
                    </a:ext>
                  </a:extLst>
                </a:gridCol>
              </a:tblGrid>
              <a:tr h="693641">
                <a:tc>
                  <a:txBody>
                    <a:bodyPr/>
                    <a:lstStyle/>
                    <a:p>
                      <a:r>
                        <a:rPr lang="en-IN" sz="3600" dirty="0"/>
                        <a:t>    .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332099"/>
                  </a:ext>
                </a:extLst>
              </a:tr>
              <a:tr h="693641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bg1"/>
                          </a:solidFill>
                        </a:rPr>
                        <a:t> 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0757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F061A6C-FB4C-048A-6283-B281D56B3146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427EF85-6094-C40A-D5F4-A8CB27E5667E}"/>
              </a:ext>
            </a:extLst>
          </p:cNvPr>
          <p:cNvCxnSpPr>
            <a:cxnSpLocks/>
          </p:cNvCxnSpPr>
          <p:nvPr/>
        </p:nvCxnSpPr>
        <p:spPr>
          <a:xfrm>
            <a:off x="10668000" y="2498125"/>
            <a:ext cx="0" cy="74901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BA1B261-3ED4-C751-622E-624EBA621A48}"/>
              </a:ext>
            </a:extLst>
          </p:cNvPr>
          <p:cNvCxnSpPr>
            <a:cxnSpLocks/>
          </p:cNvCxnSpPr>
          <p:nvPr/>
        </p:nvCxnSpPr>
        <p:spPr>
          <a:xfrm flipH="1">
            <a:off x="9994902" y="2482882"/>
            <a:ext cx="673098" cy="1524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0F8608D-AB09-61BC-97BF-30AE14ABFBBA}"/>
              </a:ext>
            </a:extLst>
          </p:cNvPr>
          <p:cNvCxnSpPr>
            <a:cxnSpLocks/>
          </p:cNvCxnSpPr>
          <p:nvPr/>
        </p:nvCxnSpPr>
        <p:spPr>
          <a:xfrm>
            <a:off x="9463194" y="1341364"/>
            <a:ext cx="0" cy="701518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7E80B30-E967-19F2-5771-F7B1A76C1CF7}"/>
              </a:ext>
            </a:extLst>
          </p:cNvPr>
          <p:cNvSpPr txBox="1"/>
          <p:nvPr/>
        </p:nvSpPr>
        <p:spPr>
          <a:xfrm>
            <a:off x="9324342" y="940659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750336-F07B-2E04-AC1A-FC38107B0E68}"/>
              </a:ext>
            </a:extLst>
          </p:cNvPr>
          <p:cNvSpPr txBox="1"/>
          <p:nvPr/>
        </p:nvSpPr>
        <p:spPr>
          <a:xfrm>
            <a:off x="3351108" y="4270530"/>
            <a:ext cx="4358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        </a:t>
            </a:r>
            <a:r>
              <a:rPr lang="en-IN" sz="2400" b="1" dirty="0" err="1">
                <a:solidFill>
                  <a:schemeClr val="accent2"/>
                </a:solidFill>
              </a:rPr>
              <a:t>cout</a:t>
            </a:r>
            <a:r>
              <a:rPr lang="en-IN" sz="2400" b="1" dirty="0">
                <a:solidFill>
                  <a:schemeClr val="accent2"/>
                </a:solidFill>
              </a:rPr>
              <a:t> &lt;&lt; </a:t>
            </a:r>
            <a:r>
              <a:rPr lang="en-IN" sz="2400" b="1" dirty="0">
                <a:solidFill>
                  <a:schemeClr val="accent5"/>
                </a:solidFill>
              </a:rPr>
              <a:t>p -&gt; data </a:t>
            </a:r>
            <a:r>
              <a:rPr lang="en-IN" sz="2400" b="1" dirty="0">
                <a:solidFill>
                  <a:schemeClr val="accent2"/>
                </a:solidFill>
              </a:rPr>
              <a:t>&lt;&lt; </a:t>
            </a:r>
            <a:r>
              <a:rPr lang="en-IN" sz="2400" b="1" dirty="0">
                <a:solidFill>
                  <a:schemeClr val="bg2"/>
                </a:solidFill>
              </a:rPr>
              <a:t>" "</a:t>
            </a:r>
            <a:r>
              <a:rPr lang="en-IN" sz="2400" b="1" dirty="0">
                <a:solidFill>
                  <a:schemeClr val="accent2"/>
                </a:solidFill>
              </a:rPr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8A0007-6990-A1FC-F4A6-0FC849562DF4}"/>
              </a:ext>
            </a:extLst>
          </p:cNvPr>
          <p:cNvSpPr txBox="1"/>
          <p:nvPr/>
        </p:nvSpPr>
        <p:spPr>
          <a:xfrm>
            <a:off x="3950970" y="5618677"/>
            <a:ext cx="3710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while ( </a:t>
            </a:r>
            <a:r>
              <a:rPr lang="en-IN" sz="2400" b="1" dirty="0">
                <a:solidFill>
                  <a:schemeClr val="accent2"/>
                </a:solidFill>
              </a:rPr>
              <a:t>p != head 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17B5FF-0C1F-43B1-DB01-C75922821A09}"/>
              </a:ext>
            </a:extLst>
          </p:cNvPr>
          <p:cNvSpPr txBox="1"/>
          <p:nvPr/>
        </p:nvSpPr>
        <p:spPr>
          <a:xfrm>
            <a:off x="-2211492" y="6837725"/>
            <a:ext cx="8139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Output :    </a:t>
            </a:r>
            <a:r>
              <a:rPr lang="en-IN" sz="3200" b="1" dirty="0">
                <a:solidFill>
                  <a:schemeClr val="accent6"/>
                </a:solidFill>
              </a:rPr>
              <a:t>10   20   30   </a:t>
            </a:r>
            <a:r>
              <a:rPr lang="en-IN" sz="3200" b="1">
                <a:solidFill>
                  <a:schemeClr val="accent6"/>
                </a:solidFill>
              </a:rPr>
              <a:t>40   </a:t>
            </a:r>
            <a:r>
              <a:rPr lang="en-IN" sz="3200" b="1" dirty="0">
                <a:solidFill>
                  <a:schemeClr val="accent6"/>
                </a:solidFill>
              </a:rPr>
              <a:t>50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BCABC1-309A-7B61-EF2E-DFA5D11152A5}"/>
              </a:ext>
            </a:extLst>
          </p:cNvPr>
          <p:cNvSpPr txBox="1"/>
          <p:nvPr/>
        </p:nvSpPr>
        <p:spPr>
          <a:xfrm>
            <a:off x="3874770" y="4788442"/>
            <a:ext cx="3439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4"/>
                </a:solidFill>
              </a:rPr>
              <a:t>p = p -&gt; next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B2CE56-881B-7E01-CB32-2A2F119587D8}"/>
              </a:ext>
            </a:extLst>
          </p:cNvPr>
          <p:cNvSpPr txBox="1"/>
          <p:nvPr/>
        </p:nvSpPr>
        <p:spPr>
          <a:xfrm>
            <a:off x="2846232" y="4573770"/>
            <a:ext cx="674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do</a:t>
            </a:r>
            <a:endParaRPr lang="en-IN" sz="2400" b="1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65C8791-F882-9BC6-087A-6218DFF2153C}"/>
                  </a:ext>
                </a:extLst>
              </p:cNvPr>
              <p:cNvSpPr txBox="1"/>
              <p:nvPr/>
            </p:nvSpPr>
            <p:spPr>
              <a:xfrm>
                <a:off x="5387340" y="3040380"/>
                <a:ext cx="20101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IN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65C8791-F882-9BC6-087A-6218DFF21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7340" y="3040380"/>
                <a:ext cx="2010166" cy="276999"/>
              </a:xfrm>
              <a:prstGeom prst="rect">
                <a:avLst/>
              </a:prstGeom>
              <a:blipFill>
                <a:blip r:embed="rId3"/>
                <a:stretch>
                  <a:fillRect l="-3939" r="-2727" b="-3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Left Brace 25">
            <a:extLst>
              <a:ext uri="{FF2B5EF4-FFF2-40B4-BE49-F238E27FC236}">
                <a16:creationId xmlns:a16="http://schemas.microsoft.com/office/drawing/2014/main" id="{C2BE6D4D-10F5-B5AF-89B6-D205DE28B098}"/>
              </a:ext>
            </a:extLst>
          </p:cNvPr>
          <p:cNvSpPr/>
          <p:nvPr/>
        </p:nvSpPr>
        <p:spPr>
          <a:xfrm>
            <a:off x="3351108" y="4208665"/>
            <a:ext cx="599862" cy="1224466"/>
          </a:xfrm>
          <a:prstGeom prst="leftBrac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864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470</Words>
  <Application>Microsoft Office PowerPoint</Application>
  <PresentationFormat>Widescreen</PresentationFormat>
  <Paragraphs>205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Berlin Sans FB Demi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UBAID QURESHI</dc:creator>
  <cp:lastModifiedBy>UBAID QURESHI</cp:lastModifiedBy>
  <cp:revision>1</cp:revision>
  <dcterms:created xsi:type="dcterms:W3CDTF">2025-11-26T13:18:41Z</dcterms:created>
  <dcterms:modified xsi:type="dcterms:W3CDTF">2025-11-27T01:15:10Z</dcterms:modified>
</cp:coreProperties>
</file>