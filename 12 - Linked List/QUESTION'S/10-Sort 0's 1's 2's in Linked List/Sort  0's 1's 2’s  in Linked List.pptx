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416" r:id="rId2"/>
    <p:sldId id="452" r:id="rId3"/>
    <p:sldId id="453" r:id="rId4"/>
    <p:sldId id="454" r:id="rId5"/>
    <p:sldId id="455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  <p:sldId id="465" r:id="rId16"/>
    <p:sldId id="466" r:id="rId17"/>
    <p:sldId id="467" r:id="rId18"/>
    <p:sldId id="490" r:id="rId19"/>
    <p:sldId id="468" r:id="rId20"/>
    <p:sldId id="469" r:id="rId21"/>
    <p:sldId id="470" r:id="rId22"/>
    <p:sldId id="471" r:id="rId23"/>
    <p:sldId id="472" r:id="rId24"/>
    <p:sldId id="473" r:id="rId25"/>
    <p:sldId id="474" r:id="rId26"/>
    <p:sldId id="475" r:id="rId27"/>
    <p:sldId id="476" r:id="rId28"/>
    <p:sldId id="477" r:id="rId29"/>
    <p:sldId id="478" r:id="rId30"/>
    <p:sldId id="479" r:id="rId31"/>
    <p:sldId id="480" r:id="rId32"/>
    <p:sldId id="482" r:id="rId33"/>
    <p:sldId id="483" r:id="rId34"/>
    <p:sldId id="484" r:id="rId35"/>
    <p:sldId id="485" r:id="rId36"/>
    <p:sldId id="486" r:id="rId37"/>
    <p:sldId id="487" r:id="rId38"/>
    <p:sldId id="488" r:id="rId39"/>
    <p:sldId id="48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DB7320-2CD1-471F-975B-45654D8CF41C}" v="1" dt="2025-12-04T02:07:13.5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77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addSld delSld modSld">
      <pc:chgData name="UBAID QURESHI" userId="dd4ae95d8f7c04fe" providerId="LiveId" clId="{AF920071-46B6-4E4C-A6D8-3E93B456AF12}" dt="2025-12-04T02:12:40.174" v="3" actId="47"/>
      <pc:docMkLst>
        <pc:docMk/>
      </pc:docMkLst>
      <pc:sldChg chg="modSp mod">
        <pc:chgData name="UBAID QURESHI" userId="dd4ae95d8f7c04fe" providerId="LiveId" clId="{AF920071-46B6-4E4C-A6D8-3E93B456AF12}" dt="2025-12-04T02:07:41.362" v="2" actId="1076"/>
        <pc:sldMkLst>
          <pc:docMk/>
          <pc:sldMk cId="1601571547" sldId="468"/>
        </pc:sldMkLst>
        <pc:spChg chg="mod">
          <ac:chgData name="UBAID QURESHI" userId="dd4ae95d8f7c04fe" providerId="LiveId" clId="{AF920071-46B6-4E4C-A6D8-3E93B456AF12}" dt="2025-12-04T02:07:41.362" v="2" actId="1076"/>
          <ac:spMkLst>
            <pc:docMk/>
            <pc:sldMk cId="1601571547" sldId="468"/>
            <ac:spMk id="23" creationId="{28E2686C-F641-D865-5F91-2A9CD335B05E}"/>
          </ac:spMkLst>
        </pc:spChg>
        <pc:cxnChg chg="mod">
          <ac:chgData name="UBAID QURESHI" userId="dd4ae95d8f7c04fe" providerId="LiveId" clId="{AF920071-46B6-4E4C-A6D8-3E93B456AF12}" dt="2025-12-04T02:07:41.362" v="2" actId="1076"/>
          <ac:cxnSpMkLst>
            <pc:docMk/>
            <pc:sldMk cId="1601571547" sldId="468"/>
            <ac:cxnSpMk id="21" creationId="{D7705E07-2177-A318-ACD3-E816999F9724}"/>
          </ac:cxnSpMkLst>
        </pc:cxnChg>
      </pc:sldChg>
      <pc:sldChg chg="del">
        <pc:chgData name="UBAID QURESHI" userId="dd4ae95d8f7c04fe" providerId="LiveId" clId="{AF920071-46B6-4E4C-A6D8-3E93B456AF12}" dt="2025-12-04T02:12:40.174" v="3" actId="47"/>
        <pc:sldMkLst>
          <pc:docMk/>
          <pc:sldMk cId="2987580953" sldId="481"/>
        </pc:sldMkLst>
      </pc:sldChg>
      <pc:sldChg chg="modSp add mod">
        <pc:chgData name="UBAID QURESHI" userId="dd4ae95d8f7c04fe" providerId="LiveId" clId="{AF920071-46B6-4E4C-A6D8-3E93B456AF12}" dt="2025-12-04T02:07:21.372" v="1" actId="1076"/>
        <pc:sldMkLst>
          <pc:docMk/>
          <pc:sldMk cId="3568861154" sldId="490"/>
        </pc:sldMkLst>
        <pc:spChg chg="mod">
          <ac:chgData name="UBAID QURESHI" userId="dd4ae95d8f7c04fe" providerId="LiveId" clId="{AF920071-46B6-4E4C-A6D8-3E93B456AF12}" dt="2025-12-04T02:07:21.372" v="1" actId="1076"/>
          <ac:spMkLst>
            <pc:docMk/>
            <pc:sldMk cId="3568861154" sldId="490"/>
            <ac:spMk id="23" creationId="{A8C290FA-555D-46CD-AD85-6106FF423D8B}"/>
          </ac:spMkLst>
        </pc:spChg>
        <pc:cxnChg chg="mod">
          <ac:chgData name="UBAID QURESHI" userId="dd4ae95d8f7c04fe" providerId="LiveId" clId="{AF920071-46B6-4E4C-A6D8-3E93B456AF12}" dt="2025-12-04T02:07:21.372" v="1" actId="1076"/>
          <ac:cxnSpMkLst>
            <pc:docMk/>
            <pc:sldMk cId="3568861154" sldId="490"/>
            <ac:cxnSpMk id="21" creationId="{6AE9CDF6-DF48-D3CD-90B7-574AD388DA3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7AD0AF-EC9D-486B-83E0-4ECAF7A8C8B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9A565-2383-41A1-9D06-E267646C7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95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167D-18DE-7EB9-83F9-E4674585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2A81C-875A-2443-49C6-C445DAEA0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276C8-2EB4-55AE-6034-DA4DCD5E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7F5B-CE20-A165-9339-0CC6DB4C6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675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A981-57E9-1E03-1707-C67BCD39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37E0E-578D-00BE-DE0E-3D4F14658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94677-9677-43D3-B282-D87DC83C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8EDD7-87A9-FCA9-8A00-DF2EFCB93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33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DE28B-C286-5FD6-3695-7DB56B43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F019D-0AEB-FD25-8EED-A07A65B4F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42CF1-0BAF-CE7F-978F-A155540AF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F169-A92A-1EAB-F6B8-6E08B4EA8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101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E6F2-CBEE-D1EE-A343-0E40C002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06CC1-2F9B-AF63-2186-3A714012D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E0C86-6BDA-CCC5-3967-3AB86762D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0D44E-03C6-E900-7815-9122C61CF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474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323CF-2BAC-3C98-EEEE-C8AE994D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6F343-2288-0B53-855A-7BA882448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197FC-A627-79C3-C665-BEF0AFFBB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9F718-EEFA-D29F-73D3-96628174D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9047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3E45-63E3-87AF-7F2C-9432C265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34DB3-930F-9AE0-B72B-6BC8AD895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ED9B4-6672-8CB6-ACE2-0BE5941A8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0177E-F729-44E3-A8A5-5D60A094D3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770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1125E-300E-CB0D-330C-0F973F90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F36D9-218D-1329-F046-0FCFB5E6A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4EB9C-0661-328F-3DCD-FBAA882F7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59830-883F-3413-818B-BF4E30856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795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108B4-45AD-3531-1EE3-E327F6AF7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A96EA-1CBA-B694-D7ED-47AF5E82C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18D65-B89B-3B3A-D06A-A66E3EA00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99C6A-0E3D-D15B-46D0-6BCC6414D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1566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E280F-BFBF-2B87-AD49-3147019C9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66C62-4550-C0CF-6C81-0FE223E98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7C3DF-9B3F-A9C2-6FC4-52B8D9DC0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47C8F-F61A-D2A9-F31F-94FF8A8F0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2837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D7B40-7034-38C4-679C-F5572167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385E9-0C2F-2AF2-24ED-83FB44CE9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0BC67-FD60-CB40-4DC3-548D7A9B8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F7414-E300-4DA7-B470-571B4DCE2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684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3F5C3-6121-C55A-475A-B6EF2C90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67799-5B89-52CC-D013-197DAD84C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C0380-1EBA-CC24-ECD0-085509A4A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9DC38-A784-4BF5-262F-48850D3D4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9724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1D6DB-1441-308E-C26A-52463FF1A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24855-96F1-6E93-71FB-8AA9C7C0B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88953-CF67-E1BD-2670-2CDB74A88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EA7C7-A284-49BE-F371-23DD3E62C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8651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FD80A-A38D-3985-A7AC-D4AB7A04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B19C7-5D88-E0EA-144A-E84E08691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AAE60-B471-43E3-8DC5-EF9F1549D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E259B-F80D-6DE4-F353-A6B8F0AE7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150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2D59-015F-679F-27C8-58ACDCCAA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8CCCE-F01F-80ED-FE03-536DB0A4A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8E5FE-1F18-442E-ABFD-32EB949E9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3B050-23B5-96F8-E4CA-347D24BED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8041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61C9A-A1AA-1B75-275F-1016855E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19EF4-886F-195C-A792-949BF83A6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EFCAA-8AAA-6ADD-4492-FC80AC970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A8C2B-B90E-DAB2-C700-526596034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42890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8A11-14DF-7302-26F3-07A724CB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57511-657D-D74B-51D1-4CCF3A3B1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8E8C6-1C49-83B4-74C3-70081C0D1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B1F13-2DBB-01A3-6D43-A837F9FA8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956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3D8BE-D00A-EC7D-E7B6-E6D253D11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51559-7879-9D7F-A074-EFDC6E35C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24E1D-E379-B379-5388-092D28ADB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B5087-8DF8-FF21-0CF4-5714DDCE7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5179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5A9AE-DA5E-A70A-AB63-2903A876F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F5E32-E432-F647-9C11-E77221303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21EF7-CCD6-7476-0365-2219B688C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F8FBC-A1F4-906B-CE63-44A0971FC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5156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E5A77-DE7A-815A-64B1-A70F59CA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ECBD7B-4051-CAAD-51EF-7DA1D12DB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E38B0-531B-32E0-5A7D-AB4C761E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B6059-6069-4CA2-7206-5F88D85D5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1986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EC7A-8840-A7FC-9D65-5BBB402F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340BB-1659-F1F9-45C0-E40725FDF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9A79E-1F4B-87F6-6D1D-FD0723312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C402F-BD12-1EC7-BD12-1B2C9D0CE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3201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35BB2-7CEF-BA68-51A5-027D248E6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69BD8-F81A-232D-E5B9-3EF79FECC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BD489-156E-A4D2-8C66-81E287284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D2150-D159-980B-32A7-37C684DE3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3330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4BA7C-D007-9B2E-BD64-5C44FB4D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C6FBA-44F9-C5D7-86DF-A2955C5BA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43CE1-18AA-1521-FF3A-349D39EAB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F7BD5-DC3A-D46C-FE9A-86A8E1C87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5430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FF6A-D885-DBD8-4BC1-4ECDB10B9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EDCD5-EE72-C53C-B717-18EFE84BE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3385C-FCDF-FFFD-3572-65AE15D3D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CBBD9-1DC3-08FA-D64C-ED2B9F8F1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4969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C3DBB-7FBF-FE46-9AEA-6D4735C24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8132E-37C1-3F06-181E-7556DDFC1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6558B-0ED6-1112-A50A-0BD75ADC2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652FE-BFB2-AF5D-D6F2-BE150179E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75646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46897-45C1-7F9F-C5D6-6BD4FE40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8E2AD-3A04-B404-5D78-1A010872B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94237-B716-13C4-0CAD-240B3435A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5A5FD-EF79-6507-2466-BE1AEE2CC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2086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BD218-D4D4-DC0B-4B54-F69CA863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E5737-E6B0-11B1-E824-ABA1C3210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DB90C-C45E-537D-A193-57C51FFF2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E0A6-8241-C2A4-6C18-4DCCBBF86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72332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81D8-9E1C-A634-5C77-7DAC2074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E18BE-0C96-B099-B82A-B387ED939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37BFD0-4174-9CAF-4D0A-0A2DD9D19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4B860-B3E9-6851-D09F-3855908FF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68342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3E6C2-19FE-0FA7-5CA9-B9F7EE1F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79DF4-03D5-8637-4BCF-FE0A8BD1B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41885-B4F2-F939-AA10-41ACF1155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96D51-1D3F-52FC-5BA0-625244A01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33710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949F0-DD04-F9A2-BCA3-7BFD2DF32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1BD47-EBAF-135B-B356-D991D95E6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5B119-A839-1907-80BB-C54E8A952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49A5B-6748-3A53-114D-43CCAAC5E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5732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ED409-16A6-6662-BEA8-3527F7F4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91ECF-EA12-246D-E336-9A6B50E80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EB934-651F-EC01-F801-893F8F045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2690B-9984-2D62-D889-D3C1D94CC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95548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8A77-1A0F-91A2-BC16-C73B82EB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8058F-852A-C999-74F4-6CA370C18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21FE7-A1CD-15D0-61E0-E2B18AF22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1743F-76EB-59B3-3DA0-5093489C0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1405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68597-288E-15AA-1F0B-EF01B5FDC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3FDF3-8280-A58E-9FD8-AB8CA0165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801B8-DFDF-41FA-60CB-B338781F9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2AB53-A8B4-9E36-ED44-E1C9580B0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6388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A6EBD-3908-B06C-45EC-20FB9B36D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E23E7F-349C-5CE1-4107-F60BF1DE0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60FF0E-4949-B255-CAE7-C57B06FC8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DFACA-FDD9-50EF-2C3A-67870B9B6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81708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4755-ECAD-A03E-614A-F984ABF45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920B9-5108-CEBF-DAD2-A7094A4E3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D3876-5C38-0B3D-3164-1726A803C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24C9B-D6AD-AC11-764D-60D8454AB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4907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43D4-14F8-CFBD-FA46-BFC1881CD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D7F91-1A61-CB49-2918-2ED0C1135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73528-69BA-DE9E-C31A-F46B216DD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00324-84FD-3CB4-1120-07755EBC1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53267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F1A28-86A4-5E47-75FE-67934671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EB14A-98FA-2C79-BBB1-532EC1E3D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C8C3A-3269-7448-4FB8-60C091AD7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C3C24-74CC-61D7-AEAF-7BF977FF5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95006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D6221-8740-A8D5-5697-DCD5C8861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264A7-5283-9DB2-340F-E7B5F3B26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9285B-2590-B58A-9CA9-399FF003C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33A85-3463-55F9-5F6F-A7D86391C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6087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EA67A-92F9-6A08-072C-2D37861A3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BD613-1FC3-CC8D-3BA9-47E86C674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0DE0B-1B25-D2AE-D336-C96395502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98E25-559B-3DAB-A57D-1DF73A054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03716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55134-633C-0BB7-7676-8204DA7E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67272-DA78-4103-6785-89012BCB1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D0CC6-1399-3D2D-3D71-F7C2974B3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C4D7E-71D6-F882-DFA3-2798A2749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9185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C793-3EC7-5A46-E925-78BFA9C02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19DD2-4037-D263-7AD6-4B84E1AB9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F6D58-D838-35D7-351A-7FC786924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0019-8622-41EA-8043-42FE2FC5600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6F768-DCEC-BD84-E39E-4CEBAA6B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C8F3B-C3F2-4611-6B76-9C5F5E6A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BCD8-C516-48BF-906D-0B829DCF4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45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5A33-07E4-AE97-EA92-4BB1D9E8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8844-44EE-4D29-1B7B-00EFA5BFF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0AA6F-53E0-401B-2EF7-C380E3F6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0019-8622-41EA-8043-42FE2FC5600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A4F5F-5614-3E92-306E-C7DCA245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D635F-D353-8175-DBC6-B4059CA7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BCD8-C516-48BF-906D-0B829DCF4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929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F67A-2D65-4826-A2DB-70493DCE7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40508-140B-2E89-F4CC-CF7F29D53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997FD-441E-2218-F353-E1AD3A1B5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0019-8622-41EA-8043-42FE2FC5600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7CDD1-C939-1E5F-CDAE-ABC0104E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EBD6A-8F7E-7C77-6856-C8050A4C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BCD8-C516-48BF-906D-0B829DCF4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84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9568A-DAEF-E07F-8BFC-047A1416D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43595-95DC-7858-4194-604D54C68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658EE-A315-6D3E-F238-ADAAB221D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3BD11-4421-E412-FB00-977D3A9B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0019-8622-41EA-8043-42FE2FC5600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149A2-90D1-56CE-A48D-E20DF591F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CA2FF-42BE-DEC3-E4A9-F33A4F190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BCD8-C516-48BF-906D-0B829DCF4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240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AD7B-015C-6D29-65AA-20147E26D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93961-D2D1-C9E5-5E5D-8BA54399A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EDB93-E4EC-B95F-7DDB-0209D77E2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77D4D8-C9B1-EB83-9E1B-8CE0866C39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680B4B-4E99-A5C3-192A-15BA2F3B1A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26DB30-1D09-204F-76B6-8CAA0182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0019-8622-41EA-8043-42FE2FC5600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F5DC2-94D6-210F-2412-B7733A59B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03D2F8-D6EE-7361-AF85-CB51EC53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BCD8-C516-48BF-906D-0B829DCF4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89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BBA1-820F-B48D-806B-901257A0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3F49A-9031-D7AA-F274-C6DB4443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0019-8622-41EA-8043-42FE2FC5600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5E8D2-1103-5EED-01ED-0272BC7CE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8655B-73D7-00C7-E8C8-FEE9CA16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BCD8-C516-48BF-906D-0B829DCF4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068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1494B-6265-C900-AD47-39F5A2FCE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0019-8622-41EA-8043-42FE2FC5600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8B6B7-1FD9-94DB-6746-7186FAF5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BD6B0-330C-A5BD-2DF5-37D179A23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BCD8-C516-48BF-906D-0B829DCF4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98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C58FF-85D2-62C0-E79D-37038369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4E9E-FB30-61A8-1FBB-9620F24CD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88EDA-9E41-B86D-EBFE-7068FC61A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83326-764D-742D-1F7A-BCCD2A28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0019-8622-41EA-8043-42FE2FC5600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02BF2-965F-98B0-E4D4-28B8D03D5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BE185-5F99-B15D-4B6E-C853E3DE2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BCD8-C516-48BF-906D-0B829DCF4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11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E52AA-6DE0-B3CA-02F8-7CDE19530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7D81A9-ECC9-730A-190E-F9B951ECA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173B4-B6D3-5D3E-F1E4-2CE8BF852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8F112-2CFC-1CA7-3125-E5F0692B3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0019-8622-41EA-8043-42FE2FC5600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90A33-60F7-D77F-76D6-29CE352BC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3FD46-7B14-C717-AAF7-03146CD3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BCD8-C516-48BF-906D-0B829DCF4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78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1AAAB-951B-483B-8BA9-5C080DDC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972E3-2D1A-0C90-0777-38E0B1047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E49E2-2FB3-EA18-93C1-8A142FC6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0019-8622-41EA-8043-42FE2FC5600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16E8A-C54D-C84A-582B-DC9D1C0C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FCE9-9364-180C-7BFA-E2F7C3BB8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BCD8-C516-48BF-906D-0B829DCF4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010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698A72-2C2B-BD37-A824-B8058B6C0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676F7-D24E-0E04-E735-E6F970EA4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96250-8B61-1673-81B3-F5128628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0019-8622-41EA-8043-42FE2FC5600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4A693-6872-54B6-E99F-8DC7C9D6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5F096-37A5-6767-88BF-D4107496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BCD8-C516-48BF-906D-0B829DCF4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611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1505C0-5824-0C47-8DBF-D80206541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6F8A1-92F9-2F41-2016-975C5278E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22BBC-6C2C-2CED-020A-6345250805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80019-8622-41EA-8043-42FE2FC5600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B000D-C0CC-108F-CC36-4526E899B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341E3-4F05-5BC8-EA12-7BBB56460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EBCD8-C516-48BF-906D-0B829DCF4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27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E544-DC5C-F594-46AE-90033DC3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66638B-22A2-248F-7BA6-B317750367F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BA283-0889-AFDB-4087-CC1A6C9BD25B}"/>
              </a:ext>
            </a:extLst>
          </p:cNvPr>
          <p:cNvSpPr txBox="1"/>
          <p:nvPr/>
        </p:nvSpPr>
        <p:spPr>
          <a:xfrm>
            <a:off x="333928" y="2828835"/>
            <a:ext cx="132140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rgbClr val="0070C0"/>
                </a:solidFill>
                <a:latin typeface="Berlin Sans FB Demi" panose="020E0802020502020306" pitchFamily="34" charset="0"/>
              </a:rPr>
              <a:t>Sort  0's 1's 2’s  in Linked List</a:t>
            </a:r>
            <a:endParaRPr lang="en-IN" sz="72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57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CF4E-6554-243A-3EB0-609A5447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62AD91-8B9D-4B13-823D-C1908809FA4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F5923C-F9C3-3EA7-F206-6EAE98B70343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5F060D-C80A-1CBE-5509-79AA64B54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592999"/>
              </p:ext>
            </p:extLst>
          </p:nvPr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327198-6DCB-E21D-8AAD-5A62FFDF3A5D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C5FAFD-F4D4-5830-229A-8CD83DAA5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082410"/>
              </p:ext>
            </p:extLst>
          </p:nvPr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75E4C1-D633-DACF-7723-45D53498E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925039"/>
              </p:ext>
            </p:extLst>
          </p:nvPr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5BC12F-41B7-F28D-9F40-F09DD7819113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3DC71F-D770-A459-DC6F-198CB574B8DC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67F1C6-C2E2-AC9F-EBE4-8A5903CE66EB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4E6A2-4CE2-599D-6C35-A1AE294BFBCF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E9F6022-D519-89E3-247D-9634811EEB8A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DAE55A1-AA2C-FA0D-E4C7-A432577BF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402339"/>
              </p:ext>
            </p:extLst>
          </p:nvPr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E87AAF-F323-125A-4B01-489F23ABB429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976E71-8339-1D15-2B8A-C31786FBF863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DA41DFD-176D-BFF8-788A-C096A05827AD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417100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C104-B363-8459-15FB-6D7830D77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32C1CD-A8AB-673B-0DF0-2E342F9804C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5B654C-4A19-868C-474A-E41943B1EE88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354E8F-CB22-0C55-5273-7C25DE0BE5BC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E88E29-B68A-62C0-7788-18CCF5E5BD18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BD3B93-D232-ECAC-4A4E-C4CCE8D26B3E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477E6A-7AED-B7E5-206A-C1397547847D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943472-0486-1A73-2FD4-D8EA47435E4F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D12FAD-3143-282D-0F38-9456F6929BEE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CEDC42-58BD-54EB-1B89-C81638655868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48FDBA-409F-D961-51EE-737F9EC469C7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0E73BDD-F961-1CE5-9531-D7C250C09BEC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6B6B03E-3F17-83DA-6798-E7718DC3C4E5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D10ECD-47EE-F82D-D95E-8D59B193AB89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57F173-0384-1301-E666-D85EEB2C9885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B84529B-2786-B29B-0E27-C5B8210441BC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C53CCB-C0C8-41D0-1908-9598A3B2146E}"/>
              </a:ext>
            </a:extLst>
          </p:cNvPr>
          <p:cNvSpPr txBox="1"/>
          <p:nvPr/>
        </p:nvSpPr>
        <p:spPr>
          <a:xfrm>
            <a:off x="-2006738" y="3191737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E6931A-3E7F-7BEB-5F17-B87DEF303753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153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2168B-17A8-BFBE-0DF4-D742FD4B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255C40-E41B-9F4E-2EFE-3183470E517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DBF91F8-6252-DEF0-8143-6EED329F9495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281A9F-BEBC-654B-0028-C138C55306AA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CF1615-DF24-A0D7-9EE8-632A746A80FF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8E0595-B6C0-890F-0BC8-1D34BDDC0764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B3A360-A01E-8E0C-D881-35C9BFBD22AB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A1EAB3-A936-99D3-D0FD-F7739D76BC14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31A084-230B-04AE-CB1A-7BA88FF367E7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CB1769-FF2F-188C-D2CF-4E8914374542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06335A-570D-6CBD-2A4F-9F5117771996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29CDBAC-1B8D-616C-8BDC-1DE3CFB9573D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99F3184-ADAF-121B-E1BF-DAE203D56048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9B6292-0C24-6022-9837-8C3CEDF2A35D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AA3C0A-6612-DAA7-7C26-1E9C1691B09F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29F8D0-6B88-B3CF-B0CE-87F30C9DEB79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4941B-AD3C-0151-00CF-BA6FECC410E0}"/>
              </a:ext>
            </a:extLst>
          </p:cNvPr>
          <p:cNvSpPr txBox="1"/>
          <p:nvPr/>
        </p:nvSpPr>
        <p:spPr>
          <a:xfrm>
            <a:off x="-2006738" y="3191737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58A5C2-C066-075F-4EE2-44AD158AE49B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5CE18EF-005C-866A-47D0-8F2E556CA4F3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23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376BD-F33E-D70F-9331-E3D0641E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3E6F74-CBC2-D455-0C41-B49C4E28469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BBAD55-1ECF-C02C-4914-F6EA97C0ED58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E9D66D-737C-0386-FAC1-07D33BF672AB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6E4091-C766-241C-9152-25FE59FD6C3B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1192CD-4A2F-DB70-BC24-7A44F694C1AB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2CBFB7-180A-461E-1D3D-0CBD147DF957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EC6003-4AB9-A509-D6A6-C184F2B9B2CF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E977BA-EA2D-BCE0-991B-D9B8D5277332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AE28F9-733F-A57E-6161-39346DA53985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2724B0-88F8-719E-5A25-873395FCE8B2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CB7AE84-191B-FE45-0ABE-32FBB11530B8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ECB73C1-C8AE-5AA2-4A71-4C81F696034D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57B9A5-E23B-FD8A-8ECF-2BCB56E66BF5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2CF58D-626D-BD0F-D2F0-057F8CE74519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67E5E00-9DA3-3028-FE1F-4CC3AB949400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171060-A37C-2C80-B3A1-8839029222B1}"/>
              </a:ext>
            </a:extLst>
          </p:cNvPr>
          <p:cNvSpPr txBox="1"/>
          <p:nvPr/>
        </p:nvSpPr>
        <p:spPr>
          <a:xfrm>
            <a:off x="-2006738" y="3191737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28E7F4-E5A7-E3D9-F3E1-8150AAF417AE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9A6610-22CD-785E-33B5-D8675736A524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7C5E8FF-C26C-FA30-6B0A-8823431D4E9C}"/>
              </a:ext>
            </a:extLst>
          </p:cNvPr>
          <p:cNvCxnSpPr>
            <a:cxnSpLocks/>
          </p:cNvCxnSpPr>
          <p:nvPr/>
        </p:nvCxnSpPr>
        <p:spPr>
          <a:xfrm>
            <a:off x="437709" y="978391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05C502-0AE2-5B93-0D34-706871DB2CCE}"/>
              </a:ext>
            </a:extLst>
          </p:cNvPr>
          <p:cNvSpPr txBox="1"/>
          <p:nvPr/>
        </p:nvSpPr>
        <p:spPr>
          <a:xfrm>
            <a:off x="95684" y="717722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18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08202-A126-A3B5-12E9-A7A6FCF78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B22A14-405B-E120-8656-2AD70087D7F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6538853-C67E-946D-965B-EF1E6B9F038B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2B1F5D-BD45-E0F0-1D1F-1A2BED9764DF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D40674-6493-D8F3-0DD1-CC8137B699FB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C940BE-26DF-2308-FBDD-4DA386EEBA7C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41D1C6-345C-58A8-6D27-EFBDADBE76AF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AAF14F-0DC7-8996-D1CD-2B268A7493E0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36B96E-4E2F-BB27-DDF2-07ADCF3A7930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D93835-CD21-5B76-2AC0-42646B02C1BB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4BB471-2E79-9EAE-C7DC-E43C9DF75070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DE8215C-4898-38F1-465C-B7F2D977AEC0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D387A81-828B-A7A6-5BFA-6D007EDB805D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D9D61A-4401-D38B-54BE-8E0DE3CEA5D3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4B3182-1F71-2312-266A-A05B457664C8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EF751F-9400-BB1D-9E16-03429D139529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AE4E2-6F48-86D5-CC10-536F3CDBD545}"/>
              </a:ext>
            </a:extLst>
          </p:cNvPr>
          <p:cNvSpPr txBox="1"/>
          <p:nvPr/>
        </p:nvSpPr>
        <p:spPr>
          <a:xfrm>
            <a:off x="-2006738" y="3191737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5FC62C-1757-8538-1F72-A39F4DC8F91C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5EAA7B6-7BCB-3AE2-0BFC-C05C3D651061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67F8F77-0515-1F89-1D4F-F0A09E7B3655}"/>
              </a:ext>
            </a:extLst>
          </p:cNvPr>
          <p:cNvCxnSpPr>
            <a:cxnSpLocks/>
          </p:cNvCxnSpPr>
          <p:nvPr/>
        </p:nvCxnSpPr>
        <p:spPr>
          <a:xfrm>
            <a:off x="437709" y="978391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24A2F2D-32EC-E51A-47BC-D689170E16B2}"/>
              </a:ext>
            </a:extLst>
          </p:cNvPr>
          <p:cNvSpPr txBox="1"/>
          <p:nvPr/>
        </p:nvSpPr>
        <p:spPr>
          <a:xfrm>
            <a:off x="95684" y="717722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C7240B-D4EA-53B8-B529-084255D489EE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720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AD7EA-6D42-DD1D-8695-8FCE836BE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260D61-6F76-A87B-0E2A-996A1EC97B0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59F95A-653F-8AB1-EA48-386C805F9F09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2B976A-C45B-EBB5-4BA2-3CA24E6629C3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023D8B-3FCA-4BD7-075B-FFF589A9BCE9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46B120-648B-3C78-106F-74F350549CA9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F3BDD9-24AC-17A4-8C94-AA345DB76158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79493D-8644-94D3-8CA1-C831C238558A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C1A908-6B88-FA38-8315-85574EC0FB32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0142B3-BF39-AC4B-8910-21DF70B20B6C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EE5220-7AB2-55A6-0283-95B4CE10323A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625CC57-7809-E151-8EBA-BCFCB6334988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C562754-B18F-1A66-ABFE-F40AEED05927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FD8A60-09A6-9A9F-B5DA-C3DD76EFF5DE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ECD547-840F-FE69-619D-9B775077ED10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A76D26-0F6F-7008-E007-778AF096889A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D33BD-3445-C9B1-7364-C1D5669FE863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E5C824-0412-AD55-3B4D-6B7FF44B43EF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612C657-6B9D-36A6-8A34-E01CC16C72C0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2FE4CDC-C215-C800-D891-02925BCFD586}"/>
              </a:ext>
            </a:extLst>
          </p:cNvPr>
          <p:cNvCxnSpPr>
            <a:cxnSpLocks/>
          </p:cNvCxnSpPr>
          <p:nvPr/>
        </p:nvCxnSpPr>
        <p:spPr>
          <a:xfrm>
            <a:off x="437709" y="978391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4EAFE27-F876-7E52-AFAA-38F1316DCB81}"/>
              </a:ext>
            </a:extLst>
          </p:cNvPr>
          <p:cNvSpPr txBox="1"/>
          <p:nvPr/>
        </p:nvSpPr>
        <p:spPr>
          <a:xfrm>
            <a:off x="95684" y="717722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48B76F-154D-5C6C-80F4-EAF9DCD51FC3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627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0ABF4-95E2-45B1-56A8-9846CCD3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F1D3F45-2F3C-BC7D-1BC3-0A3837D0DB8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B948323-4074-ADF5-2470-9C68E710BAD9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171C79-CE01-9E94-5F13-0D17E3441442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D6F0E7-A368-E5DA-A357-8203DBB432AF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40A653-BC20-28FA-B44D-4C0FA75DC47C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96D57D-1CBB-B1BC-84B4-343234F75430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683418-67CD-0CD5-3D75-95E1DB58970F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074DE4-E5C2-F903-6F3E-D1C3053781E5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AC9B71-6FF1-EAF9-E61F-C8583EFA3C26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32CE17-55E7-A14D-E2C7-73F74891B352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7C403B9-05D7-487A-6E68-8E17F1CA7E36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31C27C1-24C1-F68B-C932-AC05DA52990D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FB10-0985-90BA-41FB-252250163FEC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2020DE-4963-82B9-4828-7ED8857ADC4C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FC70144-FA5D-60BA-4BB5-49C8768BC077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E651E7-5E74-0105-E029-029C24DFE52C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C321BF-CE14-E10E-8928-B29F3D293DA4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EF8D488-3D64-CCE6-B23E-C242DB5938D7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1BCC06-2EE7-C49B-CC2A-D2ACC3D0D8F0}"/>
              </a:ext>
            </a:extLst>
          </p:cNvPr>
          <p:cNvCxnSpPr>
            <a:cxnSpLocks/>
          </p:cNvCxnSpPr>
          <p:nvPr/>
        </p:nvCxnSpPr>
        <p:spPr>
          <a:xfrm>
            <a:off x="2131039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413A79D-5D74-342F-9F2C-8646C9EAC191}"/>
              </a:ext>
            </a:extLst>
          </p:cNvPr>
          <p:cNvSpPr txBox="1"/>
          <p:nvPr/>
        </p:nvSpPr>
        <p:spPr>
          <a:xfrm>
            <a:off x="1789014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78B017-6C22-EFB2-C6C4-9415D04C544B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561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9146-E68D-1846-B66A-B3104C34A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456C90-8E13-8573-E6EE-400588E520B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6EAD6F4-CE8D-61B5-AE4E-58B46211F2C3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A88B47-F3E5-B167-16A9-1B8D4F532AEF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59D841-024F-B006-5692-2901B8000CB2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4DF051-16BD-523E-BBF3-74027A1D0FD8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B55A89-02AC-8ACE-03CB-A45E137C581F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D3EC3F-D9FC-26B3-CBE5-941D45CDAC93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6E5394-5E0D-6650-539B-1A1E72B1D1F0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D6441D-F236-2094-E3C3-14A85FEF452F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CAC262-F2A2-A696-255C-E54AE4FA88B5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59A3023-AAF0-61E8-BDE3-7702D6AEFD65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2362EF7-6D7D-7B2B-013C-3111F88D64DA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978072-CA1F-4009-907E-859D9EF49538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2EF9A2-9B9F-281E-BFF3-BDCA48C7DA00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A19837-8DC3-85F7-C5C0-6D790097919F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36A2EC-0F18-DA66-9F0D-0825E9D9E645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E12770-09AD-7573-D26C-EF3E18961237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C50DDA5-8BEB-4860-FB85-14B16D6A0799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1D0EDFB-C8FF-855C-E344-5C1850113997}"/>
              </a:ext>
            </a:extLst>
          </p:cNvPr>
          <p:cNvCxnSpPr>
            <a:cxnSpLocks/>
          </p:cNvCxnSpPr>
          <p:nvPr/>
        </p:nvCxnSpPr>
        <p:spPr>
          <a:xfrm>
            <a:off x="2131039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47C18ED-0BD0-FE7C-2204-8B7CF90DE11A}"/>
              </a:ext>
            </a:extLst>
          </p:cNvPr>
          <p:cNvSpPr txBox="1"/>
          <p:nvPr/>
        </p:nvSpPr>
        <p:spPr>
          <a:xfrm>
            <a:off x="1789014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112AEE-B3F3-6450-ABB3-743EA5D9A527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463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3E389-D64C-A7FF-9DB6-0D1BC00CB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D64242-8B43-F340-70A1-E6953A5EADF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6EADC2-BDBB-D0D0-665E-C4DF10931257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53D001-97D8-AF08-78EC-C384E774C5E1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EE663C-5667-C292-FFAB-E55E72305A46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AF4D08-BF74-9229-07EE-C09D1FBF8855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FCE1C1-E88A-A8A9-0FC4-442A2E5A97E1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62D0E5-F55F-443D-34E9-E81EAF36C4C0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AE9441-DF81-AB75-19E1-625E0A9E10B6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1BA2A7-E014-1348-5AC5-E82BBB8DCA4D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0D0625-A68D-FF86-AA34-EDA3A674ED87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BA772E3-9F04-3EA2-3582-8AE2539F87B5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FAAAE2E-063C-796A-A406-DEC83C07BDD3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1A9C9B-698C-902A-C7BA-574E6A4F5781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CF329B3-96E6-E022-4986-CFB6C5A6DC40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223191-C1C7-0534-9AC6-58864A6BEFBF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B4A02F-5F32-B03F-24A5-A40DBBB4FEDA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4D2FB43-E512-05C9-4EFE-044DBA0AEB35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C5B38EF-F9CC-070D-1839-85607B4B5D34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7A94702-E00C-F52D-446B-181165ECEDB9}"/>
              </a:ext>
            </a:extLst>
          </p:cNvPr>
          <p:cNvCxnSpPr>
            <a:cxnSpLocks/>
          </p:cNvCxnSpPr>
          <p:nvPr/>
        </p:nvCxnSpPr>
        <p:spPr>
          <a:xfrm>
            <a:off x="4258718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A77D2F1-F1FC-312B-42A0-A22F5FECE123}"/>
              </a:ext>
            </a:extLst>
          </p:cNvPr>
          <p:cNvSpPr txBox="1"/>
          <p:nvPr/>
        </p:nvSpPr>
        <p:spPr>
          <a:xfrm>
            <a:off x="3916693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1D7367-89F5-7C86-8FC1-D12544C508E4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230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B034-5A98-A3BE-5951-2DD4C0E8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B48482-2192-F3B6-8954-D422F19F59A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F21BA2-7D97-4A1E-F2E8-527EF4833FF6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95117A-1E6E-A635-2A1C-0E361038A569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61A3D5-32AA-B34A-8226-0DCDAC665FD2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2BF87B-405A-324A-64DD-D8A9454B86B7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7D23E2-779A-76E0-E640-4089C2F4079D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F3EC40-E924-F308-7C19-C863DBF26FB3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8EB3E-CEE8-7125-3126-2B76B04595E5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24AE28-7747-5F80-4665-2C8966DE7F91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CF829E-92A7-2571-450F-27F01FBD442D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857C84F-A025-22A3-F8D6-866B084FEA90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510CA96-C314-E9FA-3274-ADAC3B41E232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FFB718-6979-4DEA-FEAA-3662D5EEC2BA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8125FA-6B94-B5B3-3DAB-B2D9FFF61569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2239F79-5A28-5BE5-18DE-196C14377A9F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D9D6E4-BB2D-531A-E513-4AB6E78C5C31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862983-1FFD-3314-E364-DE661FA95241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D867147-3F53-5BEB-5507-8412477C0395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8EE7BD-3A94-5C06-77AC-0BAB25C1FD1D}"/>
              </a:ext>
            </a:extLst>
          </p:cNvPr>
          <p:cNvCxnSpPr>
            <a:cxnSpLocks/>
          </p:cNvCxnSpPr>
          <p:nvPr/>
        </p:nvCxnSpPr>
        <p:spPr>
          <a:xfrm>
            <a:off x="4258718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8E6590C-D01B-B6D0-8460-F4BE4F248F50}"/>
              </a:ext>
            </a:extLst>
          </p:cNvPr>
          <p:cNvSpPr txBox="1"/>
          <p:nvPr/>
        </p:nvSpPr>
        <p:spPr>
          <a:xfrm>
            <a:off x="3916693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DD68D6-4AF4-BA2B-34D1-4A0D520302C1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982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9309A-8E27-8484-E806-D0C9113EA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30AEB6-EF6D-8BE3-6D7A-7C6577824B7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8493F5-4ED9-4810-32FF-832940AD5478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3B8B65-43AB-2D0A-761B-A3B6F6E48077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E1C8A7-BA5D-53E5-0DF8-428F24BE58E1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A8EF41-E291-8EFC-02D6-45B9590F2B7C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097B37-76E3-147B-15B4-5A99BF1622A3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0BED2C-BA78-DD73-3826-626926C1C57C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2A48AA-24AD-C966-7CA2-B0C172AADFEC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EF7F7E-BCED-8047-18D4-6DA8A633E3F0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DFBA04-F112-F050-B7D7-A7BDBC6EA794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844799E-333E-722A-3CC1-1D09C1F17055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9AB778F-C12F-B3BE-45A2-E291751E2111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F80670-E6A7-834C-F51C-D06AA9BD8DCE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1D2629-7162-7351-D11A-1B7EDF6B8E63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37E6DFB-A7D5-8AF2-C61E-C00DC4E76469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FE6508-A283-C199-36BD-F0D5D5F35AA4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62BE84-2A8A-8DA0-F098-307E366DDF72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37E1BE6-52BB-398E-1C70-1CFD8C35FE04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2231A5-0698-2CCE-52EF-A816C40B2742}"/>
              </a:ext>
            </a:extLst>
          </p:cNvPr>
          <p:cNvCxnSpPr>
            <a:cxnSpLocks/>
          </p:cNvCxnSpPr>
          <p:nvPr/>
        </p:nvCxnSpPr>
        <p:spPr>
          <a:xfrm>
            <a:off x="6438025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187378D-4096-19B1-63CA-81D6273E90A4}"/>
              </a:ext>
            </a:extLst>
          </p:cNvPr>
          <p:cNvSpPr txBox="1"/>
          <p:nvPr/>
        </p:nvSpPr>
        <p:spPr>
          <a:xfrm>
            <a:off x="6096000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D58AB4-CBB0-FD08-790D-710928FC8211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054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2333B-D05C-55C8-17FA-D515B794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6C5BFA-F3EB-81EE-08C0-2F23B119FED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D83935-CB2B-2491-5437-75C2BB74A856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88A377-6B44-3FCB-C110-E6ECC79EE304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7819D6-B618-C68D-039C-94369E1F0320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009D29-3DA6-BB19-9796-174668F87DA9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45962A-6033-9766-3F5F-D87CD75FF933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250968-F2A9-8CBB-C79E-BFFFD6927186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42B227-B69D-B1F1-3CD5-F37784EFC344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B75E36-BFC8-4E4F-78C8-69E2FEB93765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02E0D7-194A-2CF9-99C7-651664DDB7BC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1DCE423-474F-6B17-B64D-B516CB940FE9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351ACCE-3F7B-91C7-02FC-5D77A89877EB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A03E8F-896D-46BC-41E3-8B1977015A80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3B5C6E-44C6-8A7F-DA64-83DB74364872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E44599F-0784-EBFB-C69F-E34A55556A28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9B1567-ECC7-1D53-54A6-5C0C6CDFE2F2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36022A-330B-9910-E7F2-0D75859D07AB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5D99BBD-C82F-E261-63F5-E0913CB61E4E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1EFD4D-3E0C-1868-F608-6873BF054D5C}"/>
              </a:ext>
            </a:extLst>
          </p:cNvPr>
          <p:cNvCxnSpPr>
            <a:cxnSpLocks/>
          </p:cNvCxnSpPr>
          <p:nvPr/>
        </p:nvCxnSpPr>
        <p:spPr>
          <a:xfrm>
            <a:off x="6438025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0030517-12A9-D14A-152A-A5E026587F73}"/>
              </a:ext>
            </a:extLst>
          </p:cNvPr>
          <p:cNvSpPr txBox="1"/>
          <p:nvPr/>
        </p:nvSpPr>
        <p:spPr>
          <a:xfrm>
            <a:off x="6096000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1D537A-B021-80D4-F7DE-859857387039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186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315F6-BFB5-A48F-C2EB-4FCB0E4AB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AB932C8-DF7A-2324-B0CE-29C190B58CD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FCE527C-2D34-C645-ED53-0357C7630667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09A265-6EF0-C342-0221-7211BBBFEA13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028FD3-F919-17A1-F0B1-16BA7CEA9DD2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37BDF4-4FE8-7013-AAD4-FDC38305D229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BA33EF-D056-1B02-19BF-E47E12A944FE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4125D9-390A-2FB4-E975-5E8DA98BB380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05E54B-A814-FD6E-935D-108048B8E12E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9536D7-8E1F-2DBD-E542-D4995C75C0BC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E9FDC0-440C-59F1-BE53-5B4CB08BA8C4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AAFC0EA-3967-7397-6F17-B1C50B46F2CB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5263DBF-8FE1-B748-7D09-A3A3B4711FD7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47350D-E417-9EE2-5109-62FA46B95CA6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A9E573-CCDF-9249-8E46-5A169B49D71F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18E8CD7-C33F-4E9B-5E79-7C51CB36AF87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5EE01C-A4FA-5E6C-0AB0-20AE7E9538DD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78B926-B2D0-3A1C-2BD5-E79B06E3A558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E8CD7E4-9663-38A4-7492-999FBFC8C277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70E609-B550-4019-9A87-B41F10CD10C8}"/>
              </a:ext>
            </a:extLst>
          </p:cNvPr>
          <p:cNvCxnSpPr>
            <a:cxnSpLocks/>
          </p:cNvCxnSpPr>
          <p:nvPr/>
        </p:nvCxnSpPr>
        <p:spPr>
          <a:xfrm>
            <a:off x="8567767" y="1117164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5E39F06-5EF6-9C15-C79E-B7674A76C5AF}"/>
              </a:ext>
            </a:extLst>
          </p:cNvPr>
          <p:cNvSpPr txBox="1"/>
          <p:nvPr/>
        </p:nvSpPr>
        <p:spPr>
          <a:xfrm>
            <a:off x="8225742" y="856495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5039F9-5993-F1DC-8313-9E1D291F38E8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11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497FC-F687-C9E4-CB77-256DCE48C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F8D7AD-EED5-EFD9-2FCA-E545A98A8CD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26F882-C02A-84D5-FAD9-875FBCAE17B4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BB6C5B-D28D-112D-75F4-C7B7ED8EF07D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19B903-BADC-BAD3-94A7-5F244EAA2A4E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19D406-6057-9199-35A1-6FBCCC338A67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5440E4-9BB8-E0D2-9106-EA1B96D7D71B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10DEA0-86B7-2787-3B89-BF74DB82FA37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22CC97-1C58-E9E3-18EF-3B7ECB7575BE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11DAE6-8EB1-90B0-2AAD-F7826B245DCD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465EA0-75A9-4533-EF64-01C83E82CEA4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2D5C0AC-C9AA-65B9-9A49-A40A91DADF9D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42DBB02-72A8-499D-A7E2-1DD40BB5180D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47C7A2-1D15-494C-6B27-C1AD9422952E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95876F-DE5D-6FE4-3067-5C32DF47E823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1B18A54-50DC-8C64-2D15-CA71569325F4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65100F-C011-9337-C66D-66C507A2C7A0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89229C-D762-3BFE-6BD8-AEB0A4959676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EF9E6DB-2106-A13D-2AA5-FB0C58C5C76E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B2CF3F1-F4CE-3DAB-C966-75DA1A77E37D}"/>
              </a:ext>
            </a:extLst>
          </p:cNvPr>
          <p:cNvCxnSpPr>
            <a:cxnSpLocks/>
          </p:cNvCxnSpPr>
          <p:nvPr/>
        </p:nvCxnSpPr>
        <p:spPr>
          <a:xfrm>
            <a:off x="8567767" y="1117164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4231230-CF9F-B5E3-7D3D-ECC316C03B71}"/>
              </a:ext>
            </a:extLst>
          </p:cNvPr>
          <p:cNvSpPr txBox="1"/>
          <p:nvPr/>
        </p:nvSpPr>
        <p:spPr>
          <a:xfrm>
            <a:off x="8225742" y="856495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2A287A-A369-B157-2715-A003A0169157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141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C7992-55DE-112A-CA26-C4A56199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6935C9-8A2B-9D53-C6D2-7765F97A959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2093C8-3948-6AAF-4D47-7DE2332E0445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BEA299-C577-A8BD-C46D-CEDA40C89349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E29309-DACF-B4E0-5770-E33DB9669EB9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9509D6-3D29-18BB-3DBB-3E256B58410E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BBE2D0-85A1-3EC1-560F-8380C9938440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E4F0FB-F65D-E369-6480-0DD099C184F8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56FF93-2853-DA83-0B09-CA59CF510CCE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5CC2A7-E306-2C15-615A-2A48F53B1C7B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92BE32-5F8D-ABCA-8FCC-C925BF549CED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BBEA7AD-8E70-CECE-D4B1-BA15B85579EE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004DCEB-2D6C-34F9-6F43-4A26C331050D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0C3402-E9D8-D5C9-FBC7-FA6EA05A44E8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9437C4-B3ED-3EC0-F321-FF0243C9DBA9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30D7D3-C939-B15D-AB3E-625DF8B76C38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3BDC1C-7692-46DE-B034-F819ACBAFCE7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D93789-790A-D1FE-243E-1930CE6B1F7D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212671E-0A95-CB67-9922-9A4614719C25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6FDF72-A8C2-3EC5-30DF-4A06995AE6E6}"/>
              </a:ext>
            </a:extLst>
          </p:cNvPr>
          <p:cNvCxnSpPr>
            <a:cxnSpLocks/>
          </p:cNvCxnSpPr>
          <p:nvPr/>
        </p:nvCxnSpPr>
        <p:spPr>
          <a:xfrm>
            <a:off x="10766957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89B8EA-D40F-F7E0-7C34-EA8D7645989C}"/>
              </a:ext>
            </a:extLst>
          </p:cNvPr>
          <p:cNvSpPr txBox="1"/>
          <p:nvPr/>
        </p:nvSpPr>
        <p:spPr>
          <a:xfrm>
            <a:off x="10424932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B3B629-C223-1947-1030-B9E9F3413E5F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475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9E690-6709-8442-FDCF-7D56D9969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1244C6-8756-829D-B593-6EE427AD0DE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E77183D-8463-8722-36DC-63E03FB086A8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323199-8878-B78F-6AA9-AE019303138B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653F87-B460-35AF-BBF3-88018E18C618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EDAB35-2AD5-6AC1-8149-D302394B23D7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CFB0A6-6AF3-5493-EF95-E14BA8B19A2D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3343DA-D53E-90DB-D394-DAC7D3E3709C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25B338-4763-AC5E-E529-F4E7EF40E452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F8D1B39-5AA7-556A-BE43-4671EE679D38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3D5AEB-B8E2-5147-6C0D-99ECFDECF092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908F58B-2EF8-96E5-F7AE-4C0243BA7436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2F8C3A2-03FC-C00E-465D-5D52D397BAF1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5D2603-D2CF-C6F9-6C70-3270AC1F695F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8596CF-ECED-25CB-6384-814A2266CDDF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45CDF9C-30BD-FB4E-E706-043776C7000B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C24567-4DD2-21C5-E6D8-17828E809992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4133ED-89FD-9E0F-5C2A-4214573431C1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C14274A-766D-89EA-CE7B-D52E65ACE217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472BA9-E13B-378D-B056-487412AD37B3}"/>
              </a:ext>
            </a:extLst>
          </p:cNvPr>
          <p:cNvCxnSpPr>
            <a:cxnSpLocks/>
          </p:cNvCxnSpPr>
          <p:nvPr/>
        </p:nvCxnSpPr>
        <p:spPr>
          <a:xfrm>
            <a:off x="10766957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7BB6E9B-69B0-E69B-C60C-7258E1E42311}"/>
              </a:ext>
            </a:extLst>
          </p:cNvPr>
          <p:cNvSpPr txBox="1"/>
          <p:nvPr/>
        </p:nvSpPr>
        <p:spPr>
          <a:xfrm>
            <a:off x="10424932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E1D5D8-8134-FF75-46CC-740E82F2D2DA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148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845AA-5613-726A-7FFA-3170E2DB7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5C8796-20E4-17E5-676C-24E2E7A8546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0410BE-1D14-D5F9-7079-04B458820963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E42C12-3B1E-D532-0009-CB69207B9C42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928B24-3086-128D-846C-DEA936E546B9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25260A-73D0-AB72-4AD2-4A224A68B646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0664F9-E986-3FE7-2846-4B4063BD8AB5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1D4D30-2719-AB73-3199-5C3308DA542A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94C15F-06EF-3FBC-3EAF-3CB6DA0B0003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30E325-29E8-2A8E-5D67-C7D2D4E4B000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A3DA7C-A203-008D-5D42-E8D9FD78258D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6A8BC93-1A3C-DC91-DB18-1E8C2D185982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73902F7-C05C-316E-C23F-44EF0C8EC83E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1243FC-9E02-4014-7D66-6697B32A31F0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C63C6FC-AD4A-9713-1CD8-FD86B6059169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DA25920-0B3D-640F-B703-BE699356CD6E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07A892-59C4-FC18-F174-B2B6D9071444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DE2C2B-8322-3EEF-1292-52127C694162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BABB73F-30EA-16CE-0CE0-A28E86042D22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AE9CDF6-DF48-D3CD-90B7-574AD388DA35}"/>
              </a:ext>
            </a:extLst>
          </p:cNvPr>
          <p:cNvCxnSpPr>
            <a:cxnSpLocks/>
          </p:cNvCxnSpPr>
          <p:nvPr/>
        </p:nvCxnSpPr>
        <p:spPr>
          <a:xfrm>
            <a:off x="12840605" y="1293574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8C290FA-555D-46CD-AD85-6106FF423D8B}"/>
              </a:ext>
            </a:extLst>
          </p:cNvPr>
          <p:cNvSpPr txBox="1"/>
          <p:nvPr/>
        </p:nvSpPr>
        <p:spPr>
          <a:xfrm>
            <a:off x="12498580" y="1032905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9EA27E-871C-51CE-966C-07CCC07DC092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861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5D351-0027-73A5-35A8-0453D23B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FDC286-785D-4413-090C-D24C06A696F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AD1E6A-83DD-F713-26CD-239AADAD1014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7A72AC-F9A2-6937-9B51-CD2EFA374F78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D81303-A568-3EE8-9083-E4236757FFD0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F1D24B-C404-07C4-89D1-DDC0ECA20535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11C842-5317-C498-E530-A7F4130BEF98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749FB4-1306-C4C9-81C8-BECB2A99CD4D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3613A9-18DC-3BA9-3310-4657F3CF60D0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0DE501-90B4-53CC-370D-C613DD5D49B9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A54EA4-D68B-A8F1-F796-A256774C1A13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C0E2ECA-4CC7-721F-AB77-E547D416AF43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B51D1B8-E7B3-4128-779C-1729A7301A8A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00565-A2DC-983E-0DA0-657B00E0F71F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56F0CF-9E29-D968-E498-CF54CB8D4075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E718FD4-BECD-2A8C-E8B7-C45F86EE306C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4AA593-0DB6-C7A7-C81B-BA17280DE5BF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B0AFCE-4CF4-0415-4F34-77AE4E571056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D694989-1375-4668-5EE1-D9D7CE5D6029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7705E07-2177-A318-ACD3-E816999F9724}"/>
              </a:ext>
            </a:extLst>
          </p:cNvPr>
          <p:cNvCxnSpPr>
            <a:cxnSpLocks/>
          </p:cNvCxnSpPr>
          <p:nvPr/>
        </p:nvCxnSpPr>
        <p:spPr>
          <a:xfrm>
            <a:off x="12841827" y="1216418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8E2686C-F641-D865-5F91-2A9CD335B05E}"/>
              </a:ext>
            </a:extLst>
          </p:cNvPr>
          <p:cNvSpPr txBox="1"/>
          <p:nvPr/>
        </p:nvSpPr>
        <p:spPr>
          <a:xfrm>
            <a:off x="12499802" y="955749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E20F63-6EA0-947A-B542-6A3F372A6A24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2A1ED0-61CB-926E-D2A4-2D626781F209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7021709-B443-238E-9EDF-AD24066696D6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571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AC533-A4DA-A040-7002-432A0A91A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8BEFDB-2730-DB87-1FDE-BE14D2FCB50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A8569D8-AB93-A3B4-146A-362B6364625A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9D312E-48BE-8026-2B9C-0159505250B1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8FF753-2980-3A3E-3770-D3700EDA0AEB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7C4509-CB88-ADC3-7996-2563A9D0FBBC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1EDAB5-6693-E464-FEC0-D0BC7C78A2DD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3101C9-0A30-286C-1F2D-56AB85FD2E15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0475A7-4DA2-005C-2E60-6771CBE0BDB1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DED37B-2D2A-DFB5-75EC-F5D71B45B4E5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E77640-3746-E52E-8F6E-4A1CE323B08F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EEEE278-0F3A-E85A-FBCB-1855AE901981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7CF717B-A056-A3ED-490A-5C64977086BA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F9D428-1BAC-B172-60E4-C64488CBC52F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7C85E0-429A-76E3-7CE1-493D52E0D0A2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9E84ED9-885A-2D51-133E-B3506BB039F1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50590B-DC4B-A1EE-90B1-C0BBDB4AF1B6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0BE98D-1ABA-867D-92CB-BCC634718427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8CBAC9B-0AC1-2B30-D229-9039071726AC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4A2A9A0-EAE5-8B1E-58D8-E87559D06A8D}"/>
              </a:ext>
            </a:extLst>
          </p:cNvPr>
          <p:cNvCxnSpPr>
            <a:cxnSpLocks/>
          </p:cNvCxnSpPr>
          <p:nvPr/>
        </p:nvCxnSpPr>
        <p:spPr>
          <a:xfrm>
            <a:off x="430764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46C5BCB-7803-6421-3CF3-07A7BC4AF1D0}"/>
              </a:ext>
            </a:extLst>
          </p:cNvPr>
          <p:cNvSpPr txBox="1"/>
          <p:nvPr/>
        </p:nvSpPr>
        <p:spPr>
          <a:xfrm>
            <a:off x="88739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F83CAD-EC27-F5FF-328C-701311B713C5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AFFFB7-5389-C447-9754-2B4AA6DB7DCB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EB89CD-7D9F-7647-3A20-ABA795FA4223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610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744A-658D-2FAB-7B02-8EC22174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6EEA1F-5784-65DC-1C41-72BA0F16DC1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1107492-A8AA-237A-A380-EB469C0D1E09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82BF4B-D4F6-F227-7D4E-F7E4A48F2F16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808885-BBE4-CE9C-3DBD-A56230558582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0B5B83-9F0B-3CAF-FF3F-A46856FC5E35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9B4108-24D9-E784-412C-73264D94F096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DD462A-D58A-8A3F-930C-D0F1D409613E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FCA215-E09A-9EB0-018D-86ED99B6DD98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C59EBF-B6C8-B217-6964-A4586DDD0D57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2CA425-A1CE-CF1D-2FEC-76E029EC9B47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217447-5A1D-70E7-0FAC-F970746E653C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1577B0E-0FED-E47F-0CBE-7FA6DDB07C2A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DA04A3-4687-8A59-7B04-0E7DE95F1C3D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64CF8D-7FB0-9125-E735-7FA613DE3079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0A1ADC3-6ECD-B4D6-5901-64EF87A0E1F6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257C6F-E0ED-62D1-2DE9-4423E8138B67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DE475A-F895-7E3A-79F0-F386536EB138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E7358BD-3A85-ECD4-0622-1F8D5B3F1751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515E7A-CB3D-4F3E-4F13-286189E98076}"/>
              </a:ext>
            </a:extLst>
          </p:cNvPr>
          <p:cNvCxnSpPr>
            <a:cxnSpLocks/>
          </p:cNvCxnSpPr>
          <p:nvPr/>
        </p:nvCxnSpPr>
        <p:spPr>
          <a:xfrm>
            <a:off x="430764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50B1DDB-2313-FFD2-A3FD-B0A3A5426E4A}"/>
              </a:ext>
            </a:extLst>
          </p:cNvPr>
          <p:cNvSpPr txBox="1"/>
          <p:nvPr/>
        </p:nvSpPr>
        <p:spPr>
          <a:xfrm>
            <a:off x="88739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4C76E8-BA43-71A9-836B-FC95F55CA4E3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48F25F-74B5-69C8-176D-6C5CB62372CA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95B5944-9FFE-4E76-85FE-F1C0C072A9EE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E9A126-0AFB-6150-760D-4A3B71C1F27F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425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B244A-9DD2-F4A4-EB37-101DD15F4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6A20AF7-8502-B592-D375-A4F979B7D86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578A03-BCCB-A135-2D9B-DDF06284FFC5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36E9FC-51AF-442B-008C-3CC34EB95112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79BB9B-53F9-F9E7-A62D-B0A0F8594C9C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CD093A-D04E-AA94-4F50-50A7507BCCD7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87E22D-CFCF-AB8B-110A-95A441F80AB8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37F3EA-22C7-9427-FE5D-95E447618257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DB2DA8-1300-8850-08DD-68DC7CF27942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5D6489-05F1-445F-32F6-B758A94679CE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387884-0D96-E839-7B05-AECD34E119C5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D43003-B19F-3CB7-6716-05C54071F2F1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38E7276-D056-5465-9885-FC67FC1C71E8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1B2FE7-E870-C35D-4E76-C9BAF39A9FEE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F2D26E-8E88-4599-E795-A731AA3D01C0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6FD231-F9AD-EF98-59CA-02DF70BFA8F0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4931E7-05C4-E574-A548-02C766AEA642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B19071-54C6-D09B-3811-873EB23ADC1D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EEBC65A-37E0-2D7F-9495-678C33629805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1AFFE9-9BE4-EDB7-5D83-B3EA9E372F26}"/>
              </a:ext>
            </a:extLst>
          </p:cNvPr>
          <p:cNvCxnSpPr>
            <a:cxnSpLocks/>
          </p:cNvCxnSpPr>
          <p:nvPr/>
        </p:nvCxnSpPr>
        <p:spPr>
          <a:xfrm>
            <a:off x="430764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E1D9BFB-EB94-B29D-9D75-6F5CE31C3D3F}"/>
              </a:ext>
            </a:extLst>
          </p:cNvPr>
          <p:cNvSpPr txBox="1"/>
          <p:nvPr/>
        </p:nvSpPr>
        <p:spPr>
          <a:xfrm>
            <a:off x="88739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5D71BA-30A8-8765-7B68-393C854F223D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47A260-C432-70A4-A6C2-CC343BA61801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C7EE18-A331-6E0A-4FCD-C41BF0076F0A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2C084D-9AE7-1EB0-0D3D-60CCEF41193C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89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A349-7412-BB8E-AB61-A402D215B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570C58-E8A5-1331-9284-57DBADF2367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BA0FF4-F5FA-EB62-CD84-4E831D852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423574"/>
              </p:ext>
            </p:extLst>
          </p:nvPr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E107FC-8EAF-3DFA-32A2-D2DAD02BADF9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4CCF24-2FC5-AA9E-3D00-4D691D7BCB1D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D41FE4-44E7-D725-EF2F-FE8262CD8EAC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F2CD62-F68E-FCB2-AAB5-FE347738753D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469581-5DAB-FCC1-2775-AD698F5ED0CA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A27EBC-1872-4CF9-EC68-04F54EA90131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EA5812-7D0D-0F84-F427-BA6AC425FD75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DD20FB-EA26-A81F-D80E-2449100A8D89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52CA64-A3FA-E2DA-8E78-F2D5B39FA2D5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177782C-986F-CF06-1822-FF9EC7EF5038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25CDD3-CC4B-A9EF-5DAB-FEE414C0B33E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FB0B09-EEFC-881D-26E2-2122F44448D0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DF5BB4-0054-C5B4-51B7-A31A085DFF64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E8ECD-2A08-A56B-7864-F6CFB793FF9D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6A44E1-A37B-36AD-0BA1-9E7FBACE07D4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4BB7576-42EF-1B68-5E5A-1CD23F63E8CC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64766B-3A7C-96E9-7798-AD4739FADDFE}"/>
              </a:ext>
            </a:extLst>
          </p:cNvPr>
          <p:cNvCxnSpPr>
            <a:cxnSpLocks/>
          </p:cNvCxnSpPr>
          <p:nvPr/>
        </p:nvCxnSpPr>
        <p:spPr>
          <a:xfrm>
            <a:off x="430764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212E047-FF07-0408-6773-AA7D133F6497}"/>
              </a:ext>
            </a:extLst>
          </p:cNvPr>
          <p:cNvSpPr txBox="1"/>
          <p:nvPr/>
        </p:nvSpPr>
        <p:spPr>
          <a:xfrm>
            <a:off x="88739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E16ED5-C239-7BDE-ECF7-041BB4684907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B13475-A580-9238-31EB-52343E7DCA33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2D0111C-9FBC-5187-B931-A28AE01A0403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D38A4C-18DB-C9FE-44F4-E0BB72416938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844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B1A23-5E2D-4885-9492-EAC433FBA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F0E30C-B271-60C5-9B0E-F72C5C6E11A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401745-95AE-892B-7DE6-3AAA863A17CE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28755A-E493-FB3F-4C32-FA0E610841AF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F679F7-B66A-24C4-EF33-7FE3F4A22700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24A790-3CA0-55B4-DB52-D0FB28F9EE91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588E35-9811-B0A3-C2D8-F880EC0E1057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A9F4DC-070C-97DB-638C-6209F6E5FB0C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3E89FB-2B16-4132-5288-BB90714B30A3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52E5C0-2932-CB80-03D3-B30F79B1C400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49E8DA-1EA3-E901-D55B-DE2B17D34136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14D461B-ECBA-48FC-E105-9CA1C4E93B7E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8503D85-FC9C-C51B-38E0-A92E8A4E7264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E789C7-5986-1F04-79E2-22660742D5AF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4276C5-26E9-17B3-E270-F00BDAA6114C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EED4A3-7327-5493-33DD-422539060E3E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2EC6B4-778C-5359-78DA-599C1C54DA00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02F678-C670-1F66-0A58-3D16458D8915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A201C0C-F90C-FE21-CF40-3654AF007D5C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C1D0A3-DC63-C9D8-CD5B-40AFDD6959E7}"/>
              </a:ext>
            </a:extLst>
          </p:cNvPr>
          <p:cNvCxnSpPr>
            <a:cxnSpLocks/>
          </p:cNvCxnSpPr>
          <p:nvPr/>
        </p:nvCxnSpPr>
        <p:spPr>
          <a:xfrm>
            <a:off x="2131039" y="1117166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E908C63-8C2C-66A3-C5C8-146126E86187}"/>
              </a:ext>
            </a:extLst>
          </p:cNvPr>
          <p:cNvSpPr txBox="1"/>
          <p:nvPr/>
        </p:nvSpPr>
        <p:spPr>
          <a:xfrm>
            <a:off x="1789014" y="856497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002AF3-7BD6-AE63-7B89-805B27C86FC1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AA23BF-808B-541F-8A07-D9F313A4F161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AAC69A8-8103-2C04-C273-8BC9B0DD459D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F8090A-A877-5C99-BDFE-B4417C335B40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572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EC83-91D9-8BA9-A145-5DD5F3B64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589219-E72D-6A9B-DF3E-4048BC27440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EF4FFA-0E83-BD9F-2FDA-498AF38FABAA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B76A5A-1FB9-0831-5B40-B0CD85E00571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4A0126-7D09-5199-DD35-04BE4254318D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1BCEF7-8CE8-5E8E-0AEA-D93E57987BBC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1D388F-1DF0-0ECA-5164-63763311CE92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CBA8CA-DDB1-E97A-3C00-7BD188DCB883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1271AC-1BA8-3A11-B2F6-CFC9D4E8BBFD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CAC91F-9B68-893D-180D-563BED777865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FCE25B-B1D3-F33C-A0C6-7402748D88BD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2EAB132-C675-FA34-DE93-6866A58245E4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29ADC6A-78F5-E9CF-37F7-610029EF66FB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91C7399-2D42-435F-F4F7-63B0ACB27FC0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4438BE-887A-58F3-AA56-13F1BE1B6F73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AAAA221-3E74-46C5-0E0B-7E2428D02FC5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BEF538-ABEF-AC02-E501-E38FC20379EF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08A70C-65C0-171A-A761-BAB68DF62AB0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8B4A07-2CCB-4FEB-7D1F-77E56DBA3078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CF6874-F547-896B-405F-2810A564D743}"/>
              </a:ext>
            </a:extLst>
          </p:cNvPr>
          <p:cNvCxnSpPr>
            <a:cxnSpLocks/>
          </p:cNvCxnSpPr>
          <p:nvPr/>
        </p:nvCxnSpPr>
        <p:spPr>
          <a:xfrm>
            <a:off x="2131039" y="1117166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FD70832-9030-A4A5-4065-32C2B0011A6E}"/>
              </a:ext>
            </a:extLst>
          </p:cNvPr>
          <p:cNvSpPr txBox="1"/>
          <p:nvPr/>
        </p:nvSpPr>
        <p:spPr>
          <a:xfrm>
            <a:off x="1789014" y="856497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42D1FA-6FB0-FB7A-38FB-C19B09BFF420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C21B93-3AA2-3238-CDEF-94F16F1DED81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BD9E926-3DE9-082C-D484-852B0FEEFCDC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A9DF2C-C89D-6133-25E1-3A2600838049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928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CD54C-A310-22EB-1225-5BC4CA084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2B2058-A1D2-A6B6-41E2-5F157500000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8B3132D-25F5-33F5-9B28-A1C1D6795532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E73DB5-79A8-A71D-0316-FB8CA636FA5D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0EC54D-5FDF-9150-38FA-7AA5592FE0E7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B9A4EE-0953-D391-6F91-6F9FFCE679D9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D2BDD6-93EA-F534-CCD1-C90A6EEC762B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440D36-E378-11DD-37B8-F354C06F47F5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2F75C8-3793-3B0A-C7F7-AB1A9748DBF3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24BF55-D764-8476-CA76-4432B750D1A5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A7416B-B5E9-C4BD-87E6-15C3FB048FDB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100E21B-FC34-9924-07AC-FE77D6D6AF87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F811DB2-A0F6-9822-A181-FD552DFE70EB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347033-FD69-B154-2E0D-2EDAA0C9DFAA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BF3836-7E31-DD2A-2FA2-7AD2F80562E7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8281269-C9FF-ADC4-D976-6B4FB7D8A6FB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F2FF24-CFC4-6183-9065-843C2E1ABD1D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A87732-2CD2-9FB2-2D35-877D9421413E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1E5CEE8-0B42-ADB2-A9C6-E84C1707915B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AF5731D-C22D-2D3B-6EE8-A8DDE3F81BC4}"/>
              </a:ext>
            </a:extLst>
          </p:cNvPr>
          <p:cNvCxnSpPr>
            <a:cxnSpLocks/>
          </p:cNvCxnSpPr>
          <p:nvPr/>
        </p:nvCxnSpPr>
        <p:spPr>
          <a:xfrm>
            <a:off x="4258718" y="1101607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072BBCC-4028-2001-8695-8565D66A7543}"/>
              </a:ext>
            </a:extLst>
          </p:cNvPr>
          <p:cNvSpPr txBox="1"/>
          <p:nvPr/>
        </p:nvSpPr>
        <p:spPr>
          <a:xfrm>
            <a:off x="3916693" y="840938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C0AAFF-2EA5-6601-ADD2-40016E94F47E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075444-F547-D064-25C3-EAAA4CD4FFA8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5E940E1-2AAA-F713-559B-3470002333F5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5B7FD1-910C-CDA6-DC02-34E9DFB23F8D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737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50015-813D-4C3B-E271-9F057F42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F27EE2-E9DB-ADD9-5732-EAAD847C68B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3A88FCC-02A5-442F-5599-4E4AD8B7A85D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417E54-3BA2-E487-EC40-8AE07CB1851B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EEBD69-D36A-B692-F66A-B939113B403F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22F36C-EF35-CD09-312A-5084C5E5C04D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2DF5FB-E14F-DCAA-BBC3-41547FE41DB0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307DC7-FD9F-41D1-7B93-64EF78188BB1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A74C1A-D4AB-A6A6-1E88-F886BE3236FC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4B8C92-0F68-36AE-4B67-C143B8BC96AA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E2705B-2B93-0956-0BE3-35EEAC79E5C7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AA9A67C-0280-7491-3CF2-512C6CAED2CB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2F17FC0-E924-BDFD-AB61-9FAE19C68C47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B09905-ADF4-F668-6BFF-2DAC45688C18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3BD3884-E258-FF8B-F174-5FA7618E4D08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308BE4C-55E4-6351-4AF5-BD1B10CD8E14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070B5F-BA25-8C29-E1AB-5ACA27271BB5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59DBFE-CB79-5645-BC6B-D497E408540E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57C36AA-130D-3CC5-D04A-A4D18A87F3EB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7503A8-6B33-FCC6-F835-93489F515F38}"/>
              </a:ext>
            </a:extLst>
          </p:cNvPr>
          <p:cNvCxnSpPr>
            <a:cxnSpLocks/>
          </p:cNvCxnSpPr>
          <p:nvPr/>
        </p:nvCxnSpPr>
        <p:spPr>
          <a:xfrm>
            <a:off x="4258718" y="1101607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D691252-2837-784D-EBC0-DA5E915609A3}"/>
              </a:ext>
            </a:extLst>
          </p:cNvPr>
          <p:cNvSpPr txBox="1"/>
          <p:nvPr/>
        </p:nvSpPr>
        <p:spPr>
          <a:xfrm>
            <a:off x="3916693" y="840938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EB6BB8-8663-3B22-01A9-EDCE3D2720B7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9A984B-B489-63BD-76BC-D440424D5E30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990CB6-849B-E846-B3DD-98FE6439B520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C6EE9A-A310-7D79-0A3B-5B48814C614A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6DA1AE-9A8B-DAEF-E715-42CECD16B5A6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151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AAB8-1663-E7F5-4405-0733639BA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8CE8C2-5D91-8864-9600-5B9F8F5D0AD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0ED505-91A7-BFAC-0D9F-3BDE440063F0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EE6011-4926-3D22-4577-E3873958A917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97A817-E1BB-76F9-6746-65BBFF229AD4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DAE393-992B-10AD-E692-3C203A7376AE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BD55BD-3933-6083-041A-A2609C7E4952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C2485F5-4D34-E14F-B323-A6F8516A0562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170A58-1AC4-A618-F074-BE49B8A80BE1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1EEBFC-DEF6-2ADA-4525-21A1E2BBC995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606BA3-B82C-1FC0-E4C9-BCFEA87B40A0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0EF42B-E27D-9CF3-B1E4-5713CEDBEB94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C17164B-C7E6-3D1E-E047-DC25D2A84AFB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3881A-2BB5-3927-E3A6-51ADE6B2B6AC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CE4F37-5634-1534-6806-AE6FF9DF5A69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80BDB04-5CE8-7BE0-2394-B14A2B8959FE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A5E58C-190D-AC7A-F9E8-79D623D772C9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BD9C11-07C2-A40C-4CBF-AA1881147D2F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CB39505-15B0-9294-856E-196E40760820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ECA72C-B643-C06F-7113-8E5ECFB4B1A2}"/>
              </a:ext>
            </a:extLst>
          </p:cNvPr>
          <p:cNvCxnSpPr>
            <a:cxnSpLocks/>
          </p:cNvCxnSpPr>
          <p:nvPr/>
        </p:nvCxnSpPr>
        <p:spPr>
          <a:xfrm>
            <a:off x="4258718" y="1101607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B843326-9A9D-C319-240D-9AB5B2CD5E06}"/>
              </a:ext>
            </a:extLst>
          </p:cNvPr>
          <p:cNvSpPr txBox="1"/>
          <p:nvPr/>
        </p:nvSpPr>
        <p:spPr>
          <a:xfrm>
            <a:off x="3916693" y="840938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816F51-2891-9C95-4AA6-ECBE93925C33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6BA8DA-C935-6659-C305-A50FE78F2C90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9E2EF1B-C1FD-54E0-33B8-9BEE1ED25D2D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837A9-1F46-E047-0961-F2C6F44FBCBB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9EC1C4-9006-C5C4-CACC-7F7570B91B08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074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FC821-9DC9-E13E-2253-1E52D57A3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FDFC7B-7073-68F3-2897-05CCE98AFFD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830924-68C2-4234-2ED3-815863C51F4B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EC985A-05D1-814E-0994-362AFD7FC0C0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FEC8D2-6693-EF96-D6E5-B965803DA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727406"/>
              </p:ext>
            </p:extLst>
          </p:nvPr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A6F9F5-55AC-1E80-D2B7-3D3DBBD0C41F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D41993-F95F-D7C6-15D6-BC4D3F9A991A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1A610E-6084-D1DA-9DA3-F3757CDA77C5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A356213-D46C-9BC8-0F58-DCD88A6FE37E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68F66C-96CC-FF5C-4ACA-A40A33329B41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5329A7-297B-99A6-D6F4-4E9C2BA67D73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857202C-7AD8-4A6B-B27D-732E1CAE034C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AD444A8-9B33-086B-731C-2E6C12C7AEF2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95EF2F-9538-468D-0B76-11EB47997071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5BD5B1-CD73-7DEA-CCCF-CF3509711DAE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5665D1-B96D-0687-25EA-948FC0AEAF93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639113-61AE-774B-423E-19DD32BAFAE6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2D0FD58-22E8-6BA3-317D-D85309698862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66242F8-4C4B-13F5-22F7-86165DDAC6AD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2299121-48E1-2DEE-FA16-2DF279985EC3}"/>
              </a:ext>
            </a:extLst>
          </p:cNvPr>
          <p:cNvCxnSpPr>
            <a:cxnSpLocks/>
          </p:cNvCxnSpPr>
          <p:nvPr/>
        </p:nvCxnSpPr>
        <p:spPr>
          <a:xfrm>
            <a:off x="4258718" y="1101607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E59E325-E67F-1592-06CC-02CD3861B764}"/>
              </a:ext>
            </a:extLst>
          </p:cNvPr>
          <p:cNvSpPr txBox="1"/>
          <p:nvPr/>
        </p:nvSpPr>
        <p:spPr>
          <a:xfrm>
            <a:off x="3916693" y="840938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6BB9AE-93ED-C7A2-5B8E-2AA13E40208D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3EBC3C-D9C7-D92D-DEF2-5D2516A06B73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E6F669-F59C-00B1-EB46-BA01F1F4E2B2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3DEF4D-60A8-1136-5B36-F68885F6BD09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FE5D6E-0CAE-CE9F-20AD-3C7EF27EB556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257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03209-37F2-4401-46E5-F80F7AE16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BA3185-12A7-8AFF-053D-81444D6E326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7498D6-B462-AEDF-FE3B-E28B6E4E2CD4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B58742-0349-16AD-F356-3F26C293BCEF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BF0D4E-1278-4BCE-3A0C-C7D59A389E6F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E5C035-3631-FC13-3EC9-2CEBB11D6B6B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D44740-4D12-F7B4-B286-FADB3A400CE4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F6637F-B2D1-BA4B-205D-F4E2AECDFA11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7B2463-C56B-708B-6840-6E6F98E0E218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528A9F-D229-9F07-1795-185FE305B496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3C4F6F-9EBE-0564-00C8-842BB4528F69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33FCE65-6736-B7A7-676B-65EB34DC7CDF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0A28360-AF8E-4C8F-CD57-2EDF34BD9DBC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B4FFAC-CE24-05B5-2A7A-7E09CA14632D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826B69-6D09-32F7-0750-64A622686068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B6CC94-D2F2-A35F-6FAE-3A0EC059EC00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9F351A-9971-7055-A5AD-63632E43F18B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E5AD83-E1A6-1BF3-3439-87BED53ACA86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22AC77B-D338-4E5C-D39B-B86317B0AC91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F9B795-4459-FF7E-1014-CED4314F6D7A}"/>
              </a:ext>
            </a:extLst>
          </p:cNvPr>
          <p:cNvCxnSpPr>
            <a:cxnSpLocks/>
          </p:cNvCxnSpPr>
          <p:nvPr/>
        </p:nvCxnSpPr>
        <p:spPr>
          <a:xfrm>
            <a:off x="6489679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CE9A742-7045-EA87-B72F-D217D7CF0A3F}"/>
              </a:ext>
            </a:extLst>
          </p:cNvPr>
          <p:cNvSpPr txBox="1"/>
          <p:nvPr/>
        </p:nvSpPr>
        <p:spPr>
          <a:xfrm>
            <a:off x="6147654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E926ED-4248-6C09-0D57-C67EC9390680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EFF4FC-7A23-DCD5-2110-C24CEB6D038C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AA96A32-1545-9F64-BE5E-039AC4768673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29A2BB-E6F0-862C-3093-5286C607EC7B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ABADA1-AFFB-F3A9-F9BD-71C492555AF1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823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E40F7-DA1A-5ECE-34C8-6C9B397F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A77738-2F18-8B68-D0C7-37C7686B123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D6B04F-C526-BC09-AAF3-A35C3F389E4B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66D45B-A551-F3D4-8BE0-977BEDEAABC4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960671-1DD8-4072-52F0-68371A8109A1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E950E5-6592-F66C-2080-F6A657948E92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DCD003-7D3B-4649-2FF5-9DB145469CE1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CAFEC8-F52C-0543-185D-2708E5D2F524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6043AD-042F-027C-DDA8-76BA8498DAFB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6807DC-5282-37F0-9E6E-AB203AD32C9A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DDC06F-6A73-31C8-9CD1-406CBDB65062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1E1DFC-E5AE-6A43-F34D-E582B48DC559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6567E41-982D-A4A0-9C3F-FE849AD0A088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FEEA41-D9AA-152A-CA53-5B15CE970D32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902997E-6FEB-207E-6737-1CE57B1132B7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BFA599D-9DBD-7433-8FE3-EDF06699D109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24E433-4019-E773-060B-01EF25353EEA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05F4A2-710F-D652-D3FA-485C57FFBF82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58DE00-464A-0DAC-1227-780C7B0C8B2E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70D65-AF5F-AD91-EC51-74B757F1140E}"/>
              </a:ext>
            </a:extLst>
          </p:cNvPr>
          <p:cNvCxnSpPr>
            <a:cxnSpLocks/>
          </p:cNvCxnSpPr>
          <p:nvPr/>
        </p:nvCxnSpPr>
        <p:spPr>
          <a:xfrm>
            <a:off x="6489679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EEDB231-0930-01C5-4676-C5904CF001E3}"/>
              </a:ext>
            </a:extLst>
          </p:cNvPr>
          <p:cNvSpPr txBox="1"/>
          <p:nvPr/>
        </p:nvSpPr>
        <p:spPr>
          <a:xfrm>
            <a:off x="6147654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C6A90D-EBC1-ADC0-11DC-4B4277586B62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149D80-BA11-3685-90B8-5E0B186F04A2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B610E68-6668-46AA-B73D-1FF1CE0DDF13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3EAB87-7731-0102-012A-3B36DEA3CFF3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3955ED-43AB-2AE6-6A2C-F210A7739328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235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638EF-EC58-D48C-1E64-EB2ED66F7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690C68-4CFE-F500-ECC0-86B429F1974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1EC880E-6956-E75E-3392-9497E26790A0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643330-6A32-9B02-7898-7AB1B78AD3C7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2674BA-B3AC-A3E7-2F4B-89C15ADC6475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7E8D03-9672-D60F-90B4-08A4B794C8B9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E9FD1E-4FD2-E59D-5E4C-1861A34E7179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84C0CAF-822F-6721-37B6-71E4FD29169B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EFCAB5-C331-C8F8-4180-18110F1260E3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86B7CC-3E71-2D8E-7515-5E23518C34E1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303DCD-3BA3-B244-B0BC-EECC66FD0673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B77F3C-901F-FD0A-2FA0-A3818C3E3497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38AE633-9E44-8645-B0CF-68B45856B8D6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88BCE5-308F-3EB7-3E57-639F3494FE60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BF3C9E-3F74-4A5C-F992-356844641DEB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56C1587-AAB7-AA64-D033-23C4CFBB8B8B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25325F-017E-80BD-4151-020F7D507B68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126B5C-F5EB-7380-EB96-1A4D98D8C93E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960DED3-4709-2118-DB5A-A6BFF3FB7338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2C32CC-B289-C188-13FA-331579747F9B}"/>
              </a:ext>
            </a:extLst>
          </p:cNvPr>
          <p:cNvCxnSpPr>
            <a:cxnSpLocks/>
          </p:cNvCxnSpPr>
          <p:nvPr/>
        </p:nvCxnSpPr>
        <p:spPr>
          <a:xfrm>
            <a:off x="8668999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962E578-4CD4-DF49-8F1B-A9A1CA9560FE}"/>
              </a:ext>
            </a:extLst>
          </p:cNvPr>
          <p:cNvSpPr txBox="1"/>
          <p:nvPr/>
        </p:nvSpPr>
        <p:spPr>
          <a:xfrm>
            <a:off x="8326974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ABB053-7244-F45F-7F23-24163AF37C43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E2311D-EEFE-54E5-DD78-6C4D3A86D8B5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D01938F-EB3A-D53E-9EC4-8523BC695304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36528A-6B66-C4F9-E021-191B4FB77F89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B77630-1829-54B2-1C1F-931A2C71DCEF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649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F9A74-D32A-7EA3-E8DD-A9E7BC77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DF1AD4-A4B7-7437-96CA-F7213E337F6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19D3124-9163-D570-65D7-251672D38667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D23C45-8D8B-6FFD-3496-B8A2875028D7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22B35B-2DA4-5831-EAD4-6185342EF2FF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79A862-CBE4-7E99-4013-FEBBC9A16461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5323D4-4516-55E9-8F42-F3285E3828DC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85CB25-4CF2-22E2-F791-13DA9319001E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DD948A-7B5A-039F-4EB9-EB8C6FF3433A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254F8D-C272-0549-E3A2-3C20712287CB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FD6EA7-963C-6564-5FB1-DDA99CA20EA8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B8B7F2C-8446-9BA9-489E-D895E2C67ABD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40043AF-3A7B-2D19-04CD-4CCEF634AB5B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714E2E7-4EB9-C20D-174C-2982F04AED8F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BCC8A10-BA52-0EC8-0E93-86A43CAFE41B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8EB0DE9-6281-C216-8F4F-A8BA2155EBC7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8BB58A-2DD4-EED9-D56A-47D8900825E9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87BE33-A6EA-C1F6-C6FB-68919D59A113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A889FB2-A841-9D0B-2765-0162375D0C66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C699C9-380D-B591-4DFA-C38815AE0686}"/>
              </a:ext>
            </a:extLst>
          </p:cNvPr>
          <p:cNvCxnSpPr>
            <a:cxnSpLocks/>
          </p:cNvCxnSpPr>
          <p:nvPr/>
        </p:nvCxnSpPr>
        <p:spPr>
          <a:xfrm>
            <a:off x="8668999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4EFF60F-914B-717E-3979-D1438922A365}"/>
              </a:ext>
            </a:extLst>
          </p:cNvPr>
          <p:cNvSpPr txBox="1"/>
          <p:nvPr/>
        </p:nvSpPr>
        <p:spPr>
          <a:xfrm>
            <a:off x="8326974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D4B0BC-4515-80C4-0C58-8C43B39668DB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274C22-7315-BA77-D4B4-76D24572B5B6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CA22DF-66C8-D79B-0A91-F5A1D8E4D406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DD6B2E-C6E3-0365-FF75-75D94D0E1470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E93B6E-9609-88F7-A65F-53D7FFB2CFB6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5653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8F814-9568-1FE3-4058-DBFFF5F0F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5AEB71-84A0-8F3C-7E1D-CFA6B3A928A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51D6CC0-6567-0924-B422-E33417ACAA76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8D5BF1-0CEA-ECC3-3BE3-EFE8881D9213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8AD62F-66AD-C5D2-5CE8-CA3E6E3EFF1D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761338-6486-CC53-B8B7-2CE41052527F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B68F7A-4B4B-C92E-D5B1-41D49BF6D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677809"/>
              </p:ext>
            </p:extLst>
          </p:nvPr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D3C4F6-4C86-70D9-8333-098E32C090F5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D559A9-18D4-AD76-9A05-598899E2F5D0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35457E-42A1-8D0E-0550-EEA817A46D34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589BDB-C614-31E5-212A-AC23FA011986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BE5C1C-A18A-AB5D-BFC0-C959BB642CCC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937FE77-3990-2FA4-D426-C86BD0FB6EF9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FB04EE-2CDE-13AD-9A8C-6E51601B5F97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FB849B-480E-FF56-9D37-B433AD74EE2B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CB25FF7-6B37-AAF6-CC04-C15820F56BF0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975401-6E2E-8066-98FF-D5491F32A2B7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72A49A4-09E7-53AA-FDA6-871E5347F292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4725910-06EF-24ED-35D6-F0AC1C011D06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730A69-FD22-9738-2B66-2A9F70D1DCF1}"/>
              </a:ext>
            </a:extLst>
          </p:cNvPr>
          <p:cNvCxnSpPr>
            <a:cxnSpLocks/>
          </p:cNvCxnSpPr>
          <p:nvPr/>
        </p:nvCxnSpPr>
        <p:spPr>
          <a:xfrm>
            <a:off x="8668999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251F5A7-95D4-2AB8-EB63-7107A47A0E51}"/>
              </a:ext>
            </a:extLst>
          </p:cNvPr>
          <p:cNvSpPr txBox="1"/>
          <p:nvPr/>
        </p:nvSpPr>
        <p:spPr>
          <a:xfrm>
            <a:off x="8326974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AC6C70-7BE7-153E-4644-58016F5BB947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AAC982-8CE9-C89B-16BD-C386DFD472EC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76D3027-88F0-AD40-17DD-5A785EF6EE49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639113-69A9-BD17-CC01-FCDE71D24774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65C62B-2773-CE64-4C0A-D7696132E1C2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599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5AA3C-C6E7-A797-E90D-BFAF156D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8C17E0-CD4B-4079-3C26-893C40E11DC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E09E01D-639A-DD38-DDA3-8534DD671F78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A35F7F-B24F-B86B-8525-8F730E40EF07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45FDAF-499D-BE4E-F6EB-86BC86737AFB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9F8749-A284-35C7-698D-149F4BDA0CB1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64F090-74C5-49B3-E6C4-5B9349264B28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CD542E-BA6C-8D72-45F4-1ED0C1129AC3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3A24DD-3E93-B1D5-C6B6-3C1B00D298FD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93DA97-F7C4-0587-EF75-CFBD45358771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C6734B-34BC-0E01-6181-EC94EB1985CB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C0A17C8-F996-37CB-39AB-793FC93FBE2F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4AEFD73-F820-7499-BB8A-0B02FF8C2B28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1A69C6-A2DC-DEA4-BE45-C6816E157FC9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1DDF97-9A7D-75B1-F929-13C131D5CBF3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934B33-3F94-66E8-2F20-6E5C30408966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9154D9-881D-F972-1849-7072C7773DD9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BF27BE0-A529-C51C-86FE-D7284826559A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15F5ED0-EC2C-F8EE-3201-7E7A45332C93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AD2AAB-467F-6C13-9BC1-5239129A5007}"/>
              </a:ext>
            </a:extLst>
          </p:cNvPr>
          <p:cNvCxnSpPr>
            <a:cxnSpLocks/>
          </p:cNvCxnSpPr>
          <p:nvPr/>
        </p:nvCxnSpPr>
        <p:spPr>
          <a:xfrm>
            <a:off x="10848319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3B63C7A-E4BF-5222-50F8-6436EE8C980C}"/>
              </a:ext>
            </a:extLst>
          </p:cNvPr>
          <p:cNvSpPr txBox="1"/>
          <p:nvPr/>
        </p:nvSpPr>
        <p:spPr>
          <a:xfrm>
            <a:off x="10506294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BCDDCF-0CE4-D50E-DFC9-FD138E9B23CE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7747A3-4A38-06B4-F87F-4F8A1F0B3F9C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C83B17B-0912-4A78-61E6-59323EEA4A07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A279B7-726B-48B6-C3BF-41950DF334D8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953520-9877-EFB0-7C68-291FDA573747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673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2698E-D12D-CC45-DDE0-C7BC2DC06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A41911-B481-4DFA-DDFF-E18089D28D7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B68CFEC-5ED8-35A8-1A7A-B4D155669B1E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93EDC5-C548-E97A-6E6C-F65E54C82522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C04F2A-6D1C-FE83-FA95-1519175259F2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B7DA89-C8DF-35C7-132C-FD3D9A43B815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547DBC-ECDF-C07A-F8AE-16F9D78F5361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DB3BB3-C098-91E2-7FFA-ECB8930BF7B3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DA9FAF-CDAB-6AEE-E6B8-5EAC635E1628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04F6EA-7B08-E94E-ADC9-1A1292C176CB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98A987-0E95-59EA-20BD-85C7267FED6D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B9C1752-4034-3554-B8AB-62F4AEBD83F4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F5C6A1B-8439-A0AD-011D-6C5202675F03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3537EF-8EFC-554B-67C9-2B16A86C088D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B3C9AC-5B3D-C3C4-C644-9420CA267969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AE9FA7A-FD70-139A-43A8-02FA16806F56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2ED94B-C8C5-994E-11AF-D6DD00F555B5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43B0277-4CCE-67E5-994C-BBCC154729C3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5739A0E-1948-D115-3563-96AA7E1B1E12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6481EA-3F27-B0B5-B5C5-68E6A1104014}"/>
              </a:ext>
            </a:extLst>
          </p:cNvPr>
          <p:cNvCxnSpPr>
            <a:cxnSpLocks/>
          </p:cNvCxnSpPr>
          <p:nvPr/>
        </p:nvCxnSpPr>
        <p:spPr>
          <a:xfrm>
            <a:off x="10848319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B5F05D7-015D-888C-7C79-242B94299AAD}"/>
              </a:ext>
            </a:extLst>
          </p:cNvPr>
          <p:cNvSpPr txBox="1"/>
          <p:nvPr/>
        </p:nvSpPr>
        <p:spPr>
          <a:xfrm>
            <a:off x="10506294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62FE12-A314-8003-91A5-470F0C5D55BF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E3E4A0-4ED5-D03A-A2AA-197F25F0FF0C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BB3F116-9C87-73E5-3806-42568571D134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524BEA-7D7F-A83E-A3CE-2D330D1D1EA2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E501DE-907F-914C-3000-5146B452F2A0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7B6A4F-76B5-FC68-83CD-995363425D7D}"/>
              </a:ext>
            </a:extLst>
          </p:cNvPr>
          <p:cNvSpPr txBox="1"/>
          <p:nvPr/>
        </p:nvSpPr>
        <p:spPr>
          <a:xfrm>
            <a:off x="6527526" y="6366390"/>
            <a:ext cx="666697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586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76E07-4435-1331-4485-BF6A5B620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322575-92FA-9050-0679-E8380D97039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DBAA7D-C78A-FE7E-9423-1B83CCABF6D1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1B321A-8273-332B-C1D0-6BE198CEA628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903981-5E8E-12BD-F599-9599A0090655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A72467-2C01-DC20-FABA-2C69C6FC293D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39CD02-5E56-CA9A-F5C2-4CDA5298F542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9F88ED-065B-AC54-5E9C-5B377E01299B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12838F-FC93-AA2D-EBFF-F4E78E8817B1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5C6152-B2CA-2F1F-DB3F-DEB25FB9844A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E44997-7176-7C85-D7DD-550BE9DE00E3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FF3CCB1-D8A3-3C21-B2A6-7330972A70C9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D47C71E-F7BA-0123-2D34-AE7EB05895D5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FEFF53-25CA-C478-C760-E14DC99BF19D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3964117-F672-B04D-4906-906C20D981DF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94D70A-C194-498A-2910-93D95DE5D8E2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B36468-D325-3350-E89B-3353521E4748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endParaRPr lang="en-US" sz="2400" b="0" dirty="0"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7C2D9A-A576-5658-3B2A-66081901F110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2FD7290-07D0-4870-D7C6-8A17C513FFA8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C03064-8EE3-2311-F4D3-2896634BF62E}"/>
              </a:ext>
            </a:extLst>
          </p:cNvPr>
          <p:cNvCxnSpPr>
            <a:cxnSpLocks/>
          </p:cNvCxnSpPr>
          <p:nvPr/>
        </p:nvCxnSpPr>
        <p:spPr>
          <a:xfrm>
            <a:off x="10848319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A66E3D9-C907-78F1-A7CF-EBE0E103B66A}"/>
              </a:ext>
            </a:extLst>
          </p:cNvPr>
          <p:cNvSpPr txBox="1"/>
          <p:nvPr/>
        </p:nvSpPr>
        <p:spPr>
          <a:xfrm>
            <a:off x="10506294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FC5CE9-8490-180D-4CFD-1533C68CC901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20BF6B-1062-1A57-3778-0A0C9B11065A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4A09D4B-08DA-CA25-BDDA-46BBB713A6B3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562A5D-7539-CF25-3D76-1D386856AE63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B43952-E051-6653-752E-C7E31636997F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A22131-90B2-418A-528C-AAFB44E711C1}"/>
              </a:ext>
            </a:extLst>
          </p:cNvPr>
          <p:cNvSpPr txBox="1"/>
          <p:nvPr/>
        </p:nvSpPr>
        <p:spPr>
          <a:xfrm>
            <a:off x="6527526" y="6366390"/>
            <a:ext cx="666697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262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DD262-3531-62AC-29A3-DEFE80EC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B9F8E8-FBFB-BA5C-7F77-1B5026B7EB4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87C619-2F09-536C-4411-88551EDFB915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FBD6D0-7106-4906-E1B6-1E85C055F976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2D2403-2BBF-8445-DAE0-B20BBD3CE88F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64DF85-2394-E0BB-3B01-8DED9A1A2FEF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ECA311-F6BC-A38A-3BED-93F2EF08B03E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794651-B0A0-A562-EEAF-CA5180E62C2A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0E419D-4C43-BDC0-D73D-0D07B46109DE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F574E6-2B03-7E15-EE32-2DAF1D0376A8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10248C-6375-615F-035E-4B6821CE00AD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1A386D-37DD-1168-CA87-333F08782A6B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CF8F43E-FB7B-59EB-2844-C4DF0F96F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935914"/>
              </p:ext>
            </p:extLst>
          </p:nvPr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A3E5C8-35A5-8707-72AE-94CD75837735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DB2D85-41DB-B98E-9B84-D1B219410419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7A3CFB-393C-0592-AC8B-79616AC5065F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137AD8-F43C-BF4C-12BA-D64B4D8BDE56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endParaRPr lang="en-US" sz="2400" b="0" dirty="0"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DDBB64-F182-D86B-4B98-D53B63C2D840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71087E6-85C6-D689-CDF8-03A2BD4FAC7C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7D3AAE-C7CC-C86E-3B1A-A9B8CD59DF29}"/>
              </a:ext>
            </a:extLst>
          </p:cNvPr>
          <p:cNvCxnSpPr>
            <a:cxnSpLocks/>
          </p:cNvCxnSpPr>
          <p:nvPr/>
        </p:nvCxnSpPr>
        <p:spPr>
          <a:xfrm>
            <a:off x="10848319" y="1069935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CDFCB00-6DDB-BDE8-C31D-9BF328D78928}"/>
              </a:ext>
            </a:extLst>
          </p:cNvPr>
          <p:cNvSpPr txBox="1"/>
          <p:nvPr/>
        </p:nvSpPr>
        <p:spPr>
          <a:xfrm>
            <a:off x="10506294" y="809266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D78517-9A09-C7BC-66D7-797D721CEB26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5A3195-C9C9-5281-2E33-D1A7234C8B0F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00A7D33-7464-2449-E4AC-7884DDF70D73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FE5640-1441-BE60-2674-4C8AA55CE9D0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5A39A3-92B3-6DD3-872A-80DB7C803A2E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FA3BC4-40CD-48BC-7D6B-6B015C8FC5BE}"/>
              </a:ext>
            </a:extLst>
          </p:cNvPr>
          <p:cNvSpPr txBox="1"/>
          <p:nvPr/>
        </p:nvSpPr>
        <p:spPr>
          <a:xfrm>
            <a:off x="6527526" y="6366390"/>
            <a:ext cx="666697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572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505F0-C2AA-D462-F129-DD05B9DEE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F1CEE1-BD0B-E0EA-6159-3BD0F5416EE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4CFCF9-9AD8-69E9-7D72-5841911E3E47}"/>
              </a:ext>
            </a:extLst>
          </p:cNvPr>
          <p:cNvGraphicFramePr>
            <a:graphicFrameLocks noGrp="1"/>
          </p:cNvGraphicFramePr>
          <p:nvPr/>
        </p:nvGraphicFramePr>
        <p:xfrm>
          <a:off x="-853440" y="18719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53312B-67C6-0489-2BD4-1D1A5FE2B4B2}"/>
              </a:ext>
            </a:extLst>
          </p:cNvPr>
          <p:cNvGraphicFramePr>
            <a:graphicFrameLocks noGrp="1"/>
          </p:cNvGraphicFramePr>
          <p:nvPr/>
        </p:nvGraphicFramePr>
        <p:xfrm>
          <a:off x="1325880" y="188514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B1BB34-7CF8-2652-A2D0-BF01D87E3D1C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719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598BD9-A046-162B-85DC-7F8DAB7197F3}"/>
              </a:ext>
            </a:extLst>
          </p:cNvPr>
          <p:cNvGraphicFramePr>
            <a:graphicFrameLocks noGrp="1"/>
          </p:cNvGraphicFramePr>
          <p:nvPr/>
        </p:nvGraphicFramePr>
        <p:xfrm>
          <a:off x="5684520" y="187193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6B2F25-36B6-3146-BE70-5A2830BF7127}"/>
              </a:ext>
            </a:extLst>
          </p:cNvPr>
          <p:cNvGraphicFramePr>
            <a:graphicFrameLocks noGrp="1"/>
          </p:cNvGraphicFramePr>
          <p:nvPr/>
        </p:nvGraphicFramePr>
        <p:xfrm>
          <a:off x="7863840" y="18719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5183A1-8ED8-199C-8946-E452DDBCDDDE}"/>
              </a:ext>
            </a:extLst>
          </p:cNvPr>
          <p:cNvCxnSpPr/>
          <p:nvPr/>
        </p:nvCxnSpPr>
        <p:spPr>
          <a:xfrm>
            <a:off x="41418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13B52A-D88A-2543-52FF-CC5C7DD81C16}"/>
              </a:ext>
            </a:extLst>
          </p:cNvPr>
          <p:cNvCxnSpPr>
            <a:cxnSpLocks/>
          </p:cNvCxnSpPr>
          <p:nvPr/>
        </p:nvCxnSpPr>
        <p:spPr>
          <a:xfrm>
            <a:off x="2596200" y="226897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03280A-9B3A-4D9D-FB9D-57E3439CB142}"/>
              </a:ext>
            </a:extLst>
          </p:cNvPr>
          <p:cNvCxnSpPr/>
          <p:nvPr/>
        </p:nvCxnSpPr>
        <p:spPr>
          <a:xfrm>
            <a:off x="4803300" y="225373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67D54B-0896-5E39-18D3-3B4BFB64D768}"/>
              </a:ext>
            </a:extLst>
          </p:cNvPr>
          <p:cNvCxnSpPr/>
          <p:nvPr/>
        </p:nvCxnSpPr>
        <p:spPr>
          <a:xfrm>
            <a:off x="6967380" y="22689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981979B-84CD-9EFB-875E-89CFA6F0DBFC}"/>
              </a:ext>
            </a:extLst>
          </p:cNvPr>
          <p:cNvSpPr txBox="1"/>
          <p:nvPr/>
        </p:nvSpPr>
        <p:spPr>
          <a:xfrm>
            <a:off x="-603623" y="1325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71CE456-7451-420F-456D-34A6CEEEF460}"/>
              </a:ext>
            </a:extLst>
          </p:cNvPr>
          <p:cNvGraphicFramePr>
            <a:graphicFrameLocks noGrp="1"/>
          </p:cNvGraphicFramePr>
          <p:nvPr/>
        </p:nvGraphicFramePr>
        <p:xfrm>
          <a:off x="10043160" y="187475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2D1DAC-92E8-1544-F0F9-3993D4E0D5B0}"/>
              </a:ext>
            </a:extLst>
          </p:cNvPr>
          <p:cNvCxnSpPr>
            <a:cxnSpLocks/>
          </p:cNvCxnSpPr>
          <p:nvPr/>
        </p:nvCxnSpPr>
        <p:spPr>
          <a:xfrm>
            <a:off x="9164833" y="226921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0D6D1A-D8C9-34D3-C0FC-45CF7B101E6B}"/>
              </a:ext>
            </a:extLst>
          </p:cNvPr>
          <p:cNvCxnSpPr>
            <a:cxnSpLocks/>
          </p:cNvCxnSpPr>
          <p:nvPr/>
        </p:nvCxnSpPr>
        <p:spPr>
          <a:xfrm>
            <a:off x="11351143" y="225432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B2A31A5-A762-68B4-8704-863EFEEE3974}"/>
              </a:ext>
            </a:extLst>
          </p:cNvPr>
          <p:cNvSpPr txBox="1"/>
          <p:nvPr/>
        </p:nvSpPr>
        <p:spPr>
          <a:xfrm>
            <a:off x="12448423" y="200825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2B9AA8-532A-6702-660C-73F58B87427A}"/>
              </a:ext>
            </a:extLst>
          </p:cNvPr>
          <p:cNvSpPr txBox="1"/>
          <p:nvPr/>
        </p:nvSpPr>
        <p:spPr>
          <a:xfrm>
            <a:off x="-2006738" y="3191737"/>
            <a:ext cx="821802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endParaRPr lang="en-US" sz="2400" b="0" dirty="0"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89E7BE-895C-63E3-4545-7C0F564D0EF6}"/>
              </a:ext>
            </a:extLst>
          </p:cNvPr>
          <p:cNvCxnSpPr/>
          <p:nvPr/>
        </p:nvCxnSpPr>
        <p:spPr>
          <a:xfrm>
            <a:off x="-2361235" y="2824223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24E7B48-7669-9CCA-512B-6930208CF0F7}"/>
              </a:ext>
            </a:extLst>
          </p:cNvPr>
          <p:cNvSpPr txBox="1"/>
          <p:nvPr/>
        </p:nvSpPr>
        <p:spPr>
          <a:xfrm>
            <a:off x="-2122024" y="3839661"/>
            <a:ext cx="8218024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802C5ED-DECC-4291-1EB6-F2E6AF92FBCF}"/>
              </a:ext>
            </a:extLst>
          </p:cNvPr>
          <p:cNvCxnSpPr>
            <a:cxnSpLocks/>
          </p:cNvCxnSpPr>
          <p:nvPr/>
        </p:nvCxnSpPr>
        <p:spPr>
          <a:xfrm>
            <a:off x="12841827" y="1248090"/>
            <a:ext cx="0" cy="694958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9657CD2-1E27-C864-5F3D-F3B990C7EB81}"/>
              </a:ext>
            </a:extLst>
          </p:cNvPr>
          <p:cNvSpPr txBox="1"/>
          <p:nvPr/>
        </p:nvSpPr>
        <p:spPr>
          <a:xfrm>
            <a:off x="12499802" y="987421"/>
            <a:ext cx="2179307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F60DC9-3561-FCD5-59AF-CDFA4C1084A7}"/>
              </a:ext>
            </a:extLst>
          </p:cNvPr>
          <p:cNvSpPr txBox="1"/>
          <p:nvPr/>
        </p:nvSpPr>
        <p:spPr>
          <a:xfrm>
            <a:off x="-2612792" y="4661026"/>
            <a:ext cx="8218024" cy="264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6BFAD2-7A95-646D-95B3-B963E4F0889D}"/>
              </a:ext>
            </a:extLst>
          </p:cNvPr>
          <p:cNvCxnSpPr>
            <a:cxnSpLocks/>
          </p:cNvCxnSpPr>
          <p:nvPr/>
        </p:nvCxnSpPr>
        <p:spPr>
          <a:xfrm>
            <a:off x="6532023" y="2824223"/>
            <a:ext cx="67519" cy="4752089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9EEC357-17E6-279D-9F90-59A1B177679C}"/>
              </a:ext>
            </a:extLst>
          </p:cNvPr>
          <p:cNvSpPr txBox="1"/>
          <p:nvPr/>
        </p:nvSpPr>
        <p:spPr>
          <a:xfrm>
            <a:off x="6967380" y="2991372"/>
            <a:ext cx="8339558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BD7A14-BD81-EACA-C4F3-96D45F59DAB0}"/>
              </a:ext>
            </a:extLst>
          </p:cNvPr>
          <p:cNvSpPr txBox="1"/>
          <p:nvPr/>
        </p:nvSpPr>
        <p:spPr>
          <a:xfrm>
            <a:off x="6458953" y="3513938"/>
            <a:ext cx="895880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zeroCount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FBCD55-3D70-D252-7FC0-D9EE625542B1}"/>
              </a:ext>
            </a:extLst>
          </p:cNvPr>
          <p:cNvSpPr txBox="1"/>
          <p:nvPr/>
        </p:nvSpPr>
        <p:spPr>
          <a:xfrm>
            <a:off x="6527526" y="4949801"/>
            <a:ext cx="6361061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oneCount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BA41ED-4552-1A99-981A-B9BA1C1E1EE0}"/>
              </a:ext>
            </a:extLst>
          </p:cNvPr>
          <p:cNvSpPr txBox="1"/>
          <p:nvPr/>
        </p:nvSpPr>
        <p:spPr>
          <a:xfrm>
            <a:off x="6527526" y="6366390"/>
            <a:ext cx="6666974" cy="119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twoCount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589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4024</Words>
  <Application>Microsoft Office PowerPoint</Application>
  <PresentationFormat>Widescreen</PresentationFormat>
  <Paragraphs>1359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Berlin Sans FB Demi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2025-12-04T01:31:52Z</dcterms:created>
  <dcterms:modified xsi:type="dcterms:W3CDTF">2025-12-04T02:12:50Z</dcterms:modified>
</cp:coreProperties>
</file>