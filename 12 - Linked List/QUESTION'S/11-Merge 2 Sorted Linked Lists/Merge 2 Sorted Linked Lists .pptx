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16" r:id="rId2"/>
    <p:sldId id="452" r:id="rId3"/>
    <p:sldId id="453" r:id="rId4"/>
    <p:sldId id="454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5" r:id="rId15"/>
    <p:sldId id="464" r:id="rId16"/>
    <p:sldId id="466" r:id="rId17"/>
    <p:sldId id="467" r:id="rId18"/>
    <p:sldId id="468" r:id="rId19"/>
    <p:sldId id="469" r:id="rId20"/>
    <p:sldId id="470" r:id="rId21"/>
    <p:sldId id="471" r:id="rId22"/>
    <p:sldId id="472" r:id="rId23"/>
    <p:sldId id="473" r:id="rId24"/>
    <p:sldId id="474" r:id="rId25"/>
    <p:sldId id="475" r:id="rId26"/>
    <p:sldId id="476" r:id="rId27"/>
    <p:sldId id="477" r:id="rId28"/>
    <p:sldId id="478" r:id="rId29"/>
    <p:sldId id="479" r:id="rId30"/>
    <p:sldId id="480" r:id="rId31"/>
    <p:sldId id="48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43E5B-B753-4F15-B7E3-F6BF8E2FF37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B4904-6364-44BD-AAF6-F8D0B2F95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975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A981-57E9-1E03-1707-C67BCD39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37E0E-578D-00BE-DE0E-3D4F14658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4677-9677-43D3-B282-D87DC83C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8EDD7-87A9-FCA9-8A00-DF2EFCB93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33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79F77-EBE2-7CD7-133F-F41B61FEB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79603-654D-9DFC-7A75-7A0995806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C55ED-2B60-9710-4DB2-27A216AB3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F53EA-E675-31E3-B186-E4C41F749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3075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89E5-8CAB-F713-725F-B42738598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A28F4-A6B2-F086-EB97-C1ADD2FB3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D7238-09CC-369B-100D-3CC5E000F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1947A-3847-3366-2C3E-DFE27726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7195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F6020-C5ED-871A-C04D-5340A8695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71EED-2B4A-47D4-805A-3939C3145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91995-B389-55F6-69B6-32F1D278C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9B992-71B7-BBF9-8DCF-760F175FB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6357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FE716-124C-BA13-212E-8813D990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7AA2B-B0BD-0A2E-1497-C30EDB7AA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250D4-E222-2EAB-5EFE-DBFBD8881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EA9B3-6D56-09B0-7B4B-156C2A3FD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030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EFAE2-48A4-DCCC-7E71-98673F91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7A4B4-C39E-4DE2-EAB1-299A5FA6C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901EB-D915-9B51-A25C-BDA7A063E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D01ED-912B-800B-1E91-C972EA8AF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275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C7B6-03BC-1852-7F8D-23EA4C332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0B796-B955-1096-755A-73BDE7BC9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CB6D2-2909-07BF-0AB1-125E89F61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6375F-1851-4CC7-66B2-2BB7D6283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445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E0A4-01BD-04EE-0E3B-4BE6577B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672AA-7780-285E-C321-E37F8AF3B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02F0F-8B41-1D5E-271C-FD325033E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722A2-3974-B05C-5E50-C1F65A344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413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0D96-EAD6-3ACE-FF69-1AF9E2EC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6634F-ED0B-476C-7D56-92BFBC02B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65D83-E199-AB8B-8B1B-DF40E6D42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8C013-3122-5D66-92ED-8C79DE7D0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18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0159-33ED-B88B-E920-1CF3F5D69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4A6CB-57DA-AC40-3407-B616F8700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CFCE4-8895-5745-2725-E52BA59DB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C9E81-B49B-7EF6-DF0D-83564CFF9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246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286C-9B9D-7EDA-BD11-822254E7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FE113-E294-04D8-BD75-A43973E25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6222E-38D5-FBFD-6A6C-7C4C873DC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BF083-2ECA-B4D9-5DB4-5A1A42896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413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1A81D-BB38-F6B7-49A9-7B1DA021A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C7C4F-08EE-4E51-6145-3A9319893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ED6E4-3FA6-9160-A197-0A1F7AE5E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DE584-C0F5-2E21-33F1-BEF1DE01B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450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36A9D-C20C-3B01-A513-587439A4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4DB74-5CBF-7807-C537-A5072B3C9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CF1E0-41F7-BF26-F96F-860C047C4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87936-C064-E0A6-1995-BBDCC4363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031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F8F1A-4757-2318-5114-060BB392B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ACDE1-78F6-7A09-7936-3E015CC62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FDC64-2617-0E2E-5686-605DF7F91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0CC79-39F5-82E8-944D-C19C31F27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8770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821A-8185-427E-DC0D-54248F210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A6B82-00D7-9B01-11ED-FA7C5C00B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DD7CD-CA84-D890-FB97-1BE1F02D0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F49BE-7142-1F7F-15B9-9F746EE91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627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94CE-E3E6-BBAA-9C97-D2A99BF1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41486-B904-A6AD-D041-185871169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F7ABD-B694-D825-D0A2-4D28CDD9A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CCA7B-591C-113A-3A16-37642BAAE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813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2BF13-4A21-15E3-7649-35606D83B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05D5E-A46F-9ECC-EF25-62F4BA657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A7458-86C8-BF59-C162-01CD03B34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9835E-8888-8B78-8937-A2A8FC09F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5670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90589-EF84-0FFB-6FF9-AE90094A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B6BEC-01EB-2697-ADB7-3FA243252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DF4B7-35F9-93C0-7A88-42932C244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AF410-68D1-D022-6263-64DD771AB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573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5B52-F695-FB69-67F0-F5EE68E7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08768-4CC1-37B3-E095-8F93AE830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7E838-BB88-5C7B-C6B4-0C80E410B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37B75-041F-4388-26CA-DDD0F35BE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165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6AA7-5CBB-8124-2E0C-933570A7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0A001-7533-FDF1-4F26-6F6D28CCE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F397E-1D7C-27C5-2E8E-92C7D272C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F41FE-DDE4-2223-59BC-8A759EA43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4826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2F43B-C4A7-F22D-F3E3-4427B9B7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97C35-4996-98F4-AF21-BD03070D5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69966-6A7E-593C-F253-688E89CC5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46BC0-1374-F66F-6603-13A297D0B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74779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CE448-C12D-08F8-D5BF-FE161727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EA2C7-7B7D-EB2F-FF1F-D7C67829F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45AC2-4FF2-A669-4D19-C86CDAB3C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891EE-6581-F686-CAB0-FFB09F1BB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5608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62293-2AE4-7945-284D-6108ED06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B5D29-FB28-F25E-807B-612D470A4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1C6BB-9651-AC37-32FA-C62FBFF25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F9326-50E6-AEB4-32F0-CFE6CDFE8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7192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B6E5D-DDB3-823C-E434-23D54800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63596-ACD4-5C8A-3B62-50B212E1A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14EB7-84E9-2D9C-C757-93CD9895F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F8C3D-F0FC-8483-6DE3-2C29D974B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7452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FFC3-EE84-CECD-E3D3-FFDCCC64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55B6D-EA22-63C6-4983-565A27FA8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D8D2A-DCB5-7D64-4022-967E35C9E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1DD27-958E-161D-DE50-F40F1E769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8899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0D0D-0E64-7F8F-8935-6D1E66B17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1FC62-7EB1-F805-1BE9-200CA8319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986C2-46AE-0606-0D19-70A5E012A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B4971-6D76-26D8-CBBC-73E2A2EC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87818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B840D-2D40-8BA1-0338-E97DF169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A534E-C1A1-0170-5F9F-B6A1B791F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6CAFF-0EF1-CAAD-FF85-46C1ED6F4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5D84F-AE87-F691-A56F-42E41565B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3214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473E4-2462-EB87-D961-E7FD87832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212AF-A6F8-E459-9604-663F1EF95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B7050-10C9-37C7-B714-C839C7550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C1EFE-6EFC-C0BE-CA73-9E931786C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2220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7083B-F66C-F05B-BD0E-E04B5EED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8EF92-E51E-822C-E24B-F593025C2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21EE4-F2BB-4755-599B-FBCB8DF03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8B7E7-92B7-6A7B-3EEA-5EE7B8169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44442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282B2-700D-CF4F-CE0E-33BE9C47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5382E-5B76-8833-06E7-85F2C802B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F51E9-ABCF-91EF-CC2A-1CBC98117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4936A-B6DF-FEAB-A453-7A54B66B7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049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DB93F-A959-13C3-0A52-D9D6EA255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29F2E-0390-3960-1BED-A295A351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FD8B7-7507-1C48-7D9D-F52F7537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156F2-7F3D-6E83-9997-92421275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F2E83-B457-1964-6784-6AD26A08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945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8BBA-2AB4-61CC-F2D3-DF5A1045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FDB0A-C885-C64C-6806-2FC3D4C2F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1C90-BA4C-E6B4-330A-05155C79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0460D-9002-3CF8-0516-435CA6BA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5C545-CE90-CB1D-3256-B01591B9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73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E6ED-9382-F013-1A8D-90514A7AD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92899-1E08-6327-E88D-B4566E0CE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F51AD-B5A8-2831-442D-13F791DD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B6229-70BE-FF71-56B5-D0F8B3AC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949E0-9E08-E96D-E4E4-FC146596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8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8EA8-FBE5-D35F-50BD-EEF741F8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CAFCC-68AB-5013-E540-43D97AAE3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ABAC9-C8C6-DDB1-97FD-86F198358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FCC77-E902-9881-9764-9F03F5D0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D412A-6376-F7A8-74F9-0703F77E4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1FC81-E605-88A2-C465-3DDA40F9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48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8D724-F0A6-9E38-608D-4C2530B4F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8EC65-44D2-42FC-89F6-A14ACAC77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017AF-F897-D97F-7992-2B345C17B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6E83E-1F5D-982D-B486-524051E7D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F0DAE-D6D4-6B3C-A9C3-B512C176A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8DE7A8-1930-604B-30C3-D4201426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5F2A6-700A-8231-22B8-C0D6E955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B05906-1491-FA2D-D84B-65FC88D9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799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87B5F-0379-476C-B9C6-15D3F75A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5CC1F-5306-3B87-EDD5-C88EC4E0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96100-79A4-9DF8-9280-4952A40F9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1B22C-2B22-B7DC-A3C0-01EB979D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142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F4A2B-49C4-77AF-B992-6F8A0AF9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2E6C4-FFA4-1B70-6D4A-6C1A73564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4EAEE-437C-21A1-80A7-25F2A74B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83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5527-E6FE-6F1B-50E6-F57149EA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04283-0111-5A3D-9DF2-F776AFC8A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4359E-4609-A609-825E-3081A9557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A0906-3734-5BC1-6F35-E363E39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78276-5C54-9181-6482-0BAF1E48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1A51C-7290-EB6F-EFAD-CB7C5144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90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74FB-EFC3-247E-B06F-0AF2EBED7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CBBDA-DB33-D061-5AEB-E256CFC3D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BEA4F-928E-4816-4302-3D10D21E1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15811-2FEE-AA2E-93A4-D1D1825E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C9F1D-8931-E7DE-6B45-E444E745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05928-D709-31AD-3BF8-B6234723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18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D47A-34EE-7848-4FA9-839AA715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61AA7-69F3-F15E-429A-861F1DC18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B64FA-78E8-709C-68D5-D043F6A6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D33C1-ABF8-3032-264D-739AE3E8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63916-5BD3-9F13-5526-E7D3A9F99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79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AB1440-011C-F650-A831-650F24B4EF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7270A-2DAD-453C-033F-5F11386CC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8FAB2-0DC7-4E20-07B9-76B53B59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25D89-7A9E-224E-3169-52454811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83069-3792-78BF-DB42-1A8E05FE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94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EFCAA5-BBCD-71AE-EEC8-FCF7B8BEB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85086-CF21-AAD8-D23A-4E257DA1D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9574A-AA50-9BF9-92D5-1C6CA46E7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6D790-599A-40E3-89E1-D7B8C73499B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A0CDA-EE38-A312-9422-0F3E6D101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958AC-3657-4E4A-AD5F-404175CF9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41944-5763-4EFA-9E1F-4B8002EE6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91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A283-0889-AFDB-4087-CC1A6C9BD25B}"/>
              </a:ext>
            </a:extLst>
          </p:cNvPr>
          <p:cNvSpPr txBox="1"/>
          <p:nvPr/>
        </p:nvSpPr>
        <p:spPr>
          <a:xfrm>
            <a:off x="333928" y="2828835"/>
            <a:ext cx="132140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Merge 2 Sorted Linked Lists </a:t>
            </a:r>
          </a:p>
          <a:p>
            <a:endParaRPr lang="en-IN" sz="7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CF4E-6554-243A-3EB0-609A5447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62AD91-8B9D-4B13-823D-C1908809FA4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F5923C-F9C3-3EA7-F206-6EAE98B70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394587"/>
              </p:ext>
            </p:extLst>
          </p:nvPr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5F060D-C80A-1CBE-5509-79AA64B54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933868"/>
              </p:ext>
            </p:extLst>
          </p:nvPr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327198-6DCB-E21D-8AAD-5A62FFDF3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641392"/>
              </p:ext>
            </p:extLst>
          </p:nvPr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5BC12F-41B7-F28D-9F40-F09DD7819113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DC71F-D770-A459-DC6F-198CB574B8DC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67F1C6-C2E2-AC9F-EBE4-8A5903CE66EB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E9F6022-D519-89E3-247D-9634811EEB8A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A41DFD-176D-BFF8-788A-C096A05827AD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903F04A-57D7-8968-993A-4E383BA9B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322021"/>
              </p:ext>
            </p:extLst>
          </p:nvPr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66C1DC5-18B3-50A1-AD88-4919EAA21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702570"/>
              </p:ext>
            </p:extLst>
          </p:nvPr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60F328B-47F9-A844-B381-18F09E3E0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134133"/>
              </p:ext>
            </p:extLst>
          </p:nvPr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A429F1-C976-27BC-CBCE-135929708DFD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E2104A-0601-D99A-BA3F-5A00FA05D3A6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F1F905A-643D-0055-AB7D-87DCBDEB3516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9E632-6E92-268C-B5FF-A6A4DB66FDA1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856115-22E8-12BB-37AE-5F58C23BB889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5D0EBF9-AB68-3ECC-4E63-AC9C133E0081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11645A-5A51-444F-2096-52104C836B9B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0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09750-6D12-7B8C-1746-81E2F010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F828FA-AAA4-FC7D-C283-90D8A5DC02C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D1D30F7-7E75-5995-1286-BFC5A8C63737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A2F45A-3E94-F658-2580-9BBD9955CC7C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16227F-9902-D148-0594-344AB9E9A38E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AE33EE-EE0F-C5F9-153B-35F1F75AA749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B7A05B-6CF8-C135-9852-3D72B2FEAF00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58C2B4-04F9-9849-BF4C-8BF5A19B7024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6F17D00-05B2-ADBF-15A9-7BAB9D88884B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D8BBDA-90DA-4EDC-CDB4-E1BC395D4D7E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5832AAE-CE22-CAFF-76F9-6A9D6FA20F5D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ABDEA9F-BF52-F88B-AEA6-0A251C843764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56A354F-D862-3180-C760-6853AB7F8653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2E42BF-C649-0C2B-747C-128463D7C30C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6FD004-812D-FBD4-E432-2EA0E02E0479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1CFF82-0DC3-CF4F-0826-DC8680177465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49EB158-FA0A-117C-9CD3-2435A66E142E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E6CF13-F01B-F4C8-864D-3FEA5585E492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35F1EFD-0A63-DB40-4BB3-68AAD990574E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FE7B26D-948C-C43E-C268-8E5F74FF0FB6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88B6FA-8B40-FE07-EF71-C7A91309DB0B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798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DF1F-8577-B4D3-F42D-F5C28C19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DEEEBC-B8FC-06AA-BE21-A33BE6A27A0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F5DF86-25EF-2492-80F0-A57BD16CD628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FFF201-AD50-20D1-82F9-5775572C964B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06281F-0198-03E9-D705-6076FA843B88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E00CE4-D0EC-86C0-5F04-D71F25465794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67D9FD-B9C0-1DBA-8443-6489623E9996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BA6475-1248-0B32-F126-6096004AEFFC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10BC2E5-0BDC-B486-C85C-611BBE5C103F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D98113-E973-47FC-D706-191E0CACE2B0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31C3660-6565-E33A-EBEB-219A58B02C3E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807D5EC-7A19-B843-FA83-66A0CD1151AB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030823C-02C5-1190-B0CE-5756C9C1FBE7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F8CDE4-9B02-2E8D-DD7A-0927736C257C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F91358-BF7F-C41C-90F4-7351F04F41B8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BDA2F3-5ACD-26FC-FEB4-DFDBCBA5DC6D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AA239FF-5AFF-72B4-9E35-6E1CD6D182C5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979429-99FC-2C56-61E9-623A31E25D23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F4E1751-C72D-8FC7-8342-90335EEC1A5B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4CC8C28-BD8F-5BEF-FF75-DECF2BC19293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06C9D9A-CFEF-8B6F-11BB-3D6E5E34944A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0BFDE-8138-F4EA-D51B-0AC64714FC4E}"/>
              </a:ext>
            </a:extLst>
          </p:cNvPr>
          <p:cNvSpPr txBox="1"/>
          <p:nvPr/>
        </p:nvSpPr>
        <p:spPr>
          <a:xfrm>
            <a:off x="-930332" y="-408828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403652-BAD3-7BB3-D7E0-5DE4374D6960}"/>
              </a:ext>
            </a:extLst>
          </p:cNvPr>
          <p:cNvCxnSpPr>
            <a:cxnSpLocks/>
          </p:cNvCxnSpPr>
          <p:nvPr/>
        </p:nvCxnSpPr>
        <p:spPr>
          <a:xfrm>
            <a:off x="-559971" y="-81355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92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2CBA-FFD0-FFD0-9EAB-897E8746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137707-4DB5-DE7F-4053-56F1081E088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112D1F-A441-EADC-F9B0-82C632B34A68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7B3EB9-24ED-9DBA-04E6-BFD26CCA67F7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F51709-2A58-0CBD-0FE6-72BC7154E667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070579-ABE8-2CA2-FB6C-9F6D17BF70F3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32B904-BBC7-7127-F24B-255D3FC6EFBD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A4B297-E71E-A1B7-CAEB-46CCF7FC3755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3594F8C-CB0F-8CC9-879C-B4172AC03566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138AB8-A041-13F1-4E65-9F1DECFB3590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4B6DDEC-8FB7-3AAB-D06D-DCF68523AD86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26500E6-57D6-BF94-3572-10B7D68EAA9C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4A90885-8CD6-486E-3CC7-8BCBDDE818A5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2113C3-A810-CC1E-F0DD-89361FE1BA5B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FA6334-C208-69E9-B8B2-A8C8ACF98132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B9FDB8-C685-89AE-FF83-2B5BAB761D43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0B6BF9C-041F-72AE-D25D-DDB26F86DD9C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E158C3-0A58-E7CA-F2F0-7DBDDBAE0BB0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D5147C2-62F9-1488-A97A-43778F244C1A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622E99-FB28-3BA8-2E6D-5834081A1CC5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C1A53C4-F973-5D65-C0C3-397FA267A97B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A2E6E-8038-375E-C885-FFB195479A22}"/>
              </a:ext>
            </a:extLst>
          </p:cNvPr>
          <p:cNvSpPr txBox="1"/>
          <p:nvPr/>
        </p:nvSpPr>
        <p:spPr>
          <a:xfrm>
            <a:off x="-930332" y="-408828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0B90F4-2245-EB13-92AC-8359F1D6D789}"/>
              </a:ext>
            </a:extLst>
          </p:cNvPr>
          <p:cNvCxnSpPr>
            <a:cxnSpLocks/>
          </p:cNvCxnSpPr>
          <p:nvPr/>
        </p:nvCxnSpPr>
        <p:spPr>
          <a:xfrm>
            <a:off x="-559971" y="-81355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D989A2-D0D8-BA3B-DC18-16A95FDE664C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690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B75D-29DA-51C7-D4DE-99CF2070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804300-677D-C3A0-0464-F6BA6B72CC3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D1C947C-5BC9-6FEA-73A5-771D8F31AA61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301EF8-ABA6-370D-CB60-21F03046B0FF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36993D-7F3F-71AB-79CE-CAB6D33AF18D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4EFEBD-D35D-030C-A1BD-20309EA45DE5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BCE6B7-2A67-201E-141F-F1FF40C6E926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B74905-37E4-DAC9-4EEC-31F36C0C9522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0BD8EA-7A1F-CAC1-A8AB-4CB89936574F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31781F-E986-1B38-5344-AF8021456436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EBD98EA-9DC9-F089-27DA-5522D3D08D76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6145797-1663-4914-AC18-5D6D832EEAF6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3CEA3D9-E583-5554-357E-DD4CFDAB8673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6D9741-811E-E203-ABC8-EDE47B181C3F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2B8584-E6A4-93A9-8FF0-02D1014D6905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23E183-BFD7-27D9-0889-3B0E419C118E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23A8AA0-22FF-FDA4-CE93-A315E67AFC04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36948C-F168-2F4A-80EC-4E184D68F5EB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1E2AF7A-884F-CB78-C916-3B78A3C4F6F4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F04B4-6452-A4FD-9C61-E4B9DBD06006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C7E57A-1F1F-7CB0-3E76-627A2D690F9C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DAB2A-E7BD-79D9-CEBE-383FF4EFD1DE}"/>
              </a:ext>
            </a:extLst>
          </p:cNvPr>
          <p:cNvSpPr txBox="1"/>
          <p:nvPr/>
        </p:nvSpPr>
        <p:spPr>
          <a:xfrm>
            <a:off x="-930332" y="-408828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3A529F-D1C3-D959-CCE1-8BA35AEA6B2B}"/>
              </a:ext>
            </a:extLst>
          </p:cNvPr>
          <p:cNvCxnSpPr>
            <a:cxnSpLocks/>
          </p:cNvCxnSpPr>
          <p:nvPr/>
        </p:nvCxnSpPr>
        <p:spPr>
          <a:xfrm>
            <a:off x="-559971" y="-81355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8353D5E-5F1E-583B-B8FC-F6C9575112BF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47165-10E2-86B3-A5F3-8F584C2839DA}"/>
              </a:ext>
            </a:extLst>
          </p:cNvPr>
          <p:cNvSpPr txBox="1"/>
          <p:nvPr/>
        </p:nvSpPr>
        <p:spPr>
          <a:xfrm>
            <a:off x="720815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19E5F5-88E9-EF13-70E1-7A9CA2EF431C}"/>
              </a:ext>
            </a:extLst>
          </p:cNvPr>
          <p:cNvCxnSpPr>
            <a:cxnSpLocks/>
          </p:cNvCxnSpPr>
          <p:nvPr/>
        </p:nvCxnSpPr>
        <p:spPr>
          <a:xfrm>
            <a:off x="757851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881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14445-5603-F3DE-9DA2-93E92D75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DC612A-C733-6BB7-D6AB-D091741C1A0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C8E9B38-6E5E-B739-5497-72F54DC64D7D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19E047-5DE0-85A3-3129-19B6EBC4B6C6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A08A79-5DBD-C65B-B3A0-53EE267E2979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0355F8-7081-3FE9-EDFE-ACB3BB542EE8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2A7F27-3497-7443-9712-1B0874051B2E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0BC272-B29B-ECBA-130B-AF942E06472A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973014-21A1-5002-C379-96FC5CDB76D7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1E7AD0-D5F9-3A10-8E5B-A4B1150BDE08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1C45F58-6220-11D0-1F40-AC5749D0F78F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8FDDED2-B3AF-7BE6-FD19-A485B99E71F9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89DFE1C-A35D-635E-B580-3897EAB37DE6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9873F2-F693-4C2F-3D98-55E4968D5BBC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EDE6DD-5094-2D0F-7070-470A10A1FE45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3C2140-A43B-4BCD-9EA1-9E123078B590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7907C13-78D7-7DDB-7CBF-4A0BF4722B17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B89EFD-C06C-02DF-8F17-A13CB5BB83A9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43758F-AF60-EB2E-8527-7D113B0B06AF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2F6530E-4AF7-3C3E-6325-262107C9093C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18F7BA-3531-F3F7-2019-3C68E3363DB9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26652-7329-2967-E9F7-DDD9EA351717}"/>
              </a:ext>
            </a:extLst>
          </p:cNvPr>
          <p:cNvSpPr txBox="1"/>
          <p:nvPr/>
        </p:nvSpPr>
        <p:spPr>
          <a:xfrm>
            <a:off x="-930332" y="-408828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6A8E93-8C83-5C72-DD3D-E1BCC1049059}"/>
              </a:ext>
            </a:extLst>
          </p:cNvPr>
          <p:cNvCxnSpPr>
            <a:cxnSpLocks/>
          </p:cNvCxnSpPr>
          <p:nvPr/>
        </p:nvCxnSpPr>
        <p:spPr>
          <a:xfrm>
            <a:off x="-559971" y="-81355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6DD4A8F-CFE3-06DE-EAB7-BF92BB750C8E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79DD2-F2B1-6270-1F35-312FC7BACBD3}"/>
              </a:ext>
            </a:extLst>
          </p:cNvPr>
          <p:cNvSpPr txBox="1"/>
          <p:nvPr/>
        </p:nvSpPr>
        <p:spPr>
          <a:xfrm>
            <a:off x="720815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DC63E2-6E61-1239-289A-425066FC6492}"/>
              </a:ext>
            </a:extLst>
          </p:cNvPr>
          <p:cNvCxnSpPr>
            <a:cxnSpLocks/>
          </p:cNvCxnSpPr>
          <p:nvPr/>
        </p:nvCxnSpPr>
        <p:spPr>
          <a:xfrm>
            <a:off x="757851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F325C48-2E2F-E288-A223-472E602234FC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42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BA970-7437-66A8-A620-4554681AA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2575DF-8642-8C3F-12CB-2B41C8314CC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A11EE3D-B6B5-0579-DD6A-76D8280FB666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809C03-4DF3-1097-6429-822B5CDCD1C2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7894C2-CCC5-6CD5-CB10-D38F2A99D4AA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246D5A-C9C5-84DB-5B5B-5D4E1E8F20ED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F9752D-E13E-EBD4-FD48-105C035D1660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4A3725-7269-3B33-32BE-FF155633FEB4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70520C-F298-F1EB-8698-2D31AA98847E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F074F8-F9AF-B097-A8D3-4867680E6207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C592A12-19B1-63B1-A999-3A9D0E1FDF3C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5F44E24-3C75-BB5F-9FAE-38B0F24DC5BE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194E9A7-94D9-9C3A-23C5-C7B2B37012F1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BDB04D-F05A-5FDA-D813-EA7A2056CD19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0F0E63-7612-AC95-DB15-9532D246D30C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FFC93C9-E3E1-E208-7FF0-6F09B01E065F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BFE25FD-C5EC-EAF3-BFBB-47CEB101CB1F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D0987C-6CE3-D7B0-CB52-B0BCCD76F247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A3C163-55D0-984A-A460-17C84A7AFE41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92FD1F-199C-9E24-8F4A-432F90B1F552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C41BD05-70BD-CEE2-6FDC-3549D32F124E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70A8A-0FBD-A863-7407-EE9218C9D0D8}"/>
              </a:ext>
            </a:extLst>
          </p:cNvPr>
          <p:cNvSpPr txBox="1"/>
          <p:nvPr/>
        </p:nvSpPr>
        <p:spPr>
          <a:xfrm>
            <a:off x="-930332" y="-408828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3E2F1-A441-CBED-D86C-91050A1CA2E5}"/>
              </a:ext>
            </a:extLst>
          </p:cNvPr>
          <p:cNvCxnSpPr>
            <a:cxnSpLocks/>
          </p:cNvCxnSpPr>
          <p:nvPr/>
        </p:nvCxnSpPr>
        <p:spPr>
          <a:xfrm>
            <a:off x="-559971" y="-81355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8F2FA84-4916-33C9-99B3-D44696B9AB03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2946AE-7178-F073-52C5-1E139AE7BCD9}"/>
              </a:ext>
            </a:extLst>
          </p:cNvPr>
          <p:cNvSpPr txBox="1"/>
          <p:nvPr/>
        </p:nvSpPr>
        <p:spPr>
          <a:xfrm>
            <a:off x="720815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B3772A-9947-6066-452A-78DF9197B285}"/>
              </a:ext>
            </a:extLst>
          </p:cNvPr>
          <p:cNvCxnSpPr>
            <a:cxnSpLocks/>
          </p:cNvCxnSpPr>
          <p:nvPr/>
        </p:nvCxnSpPr>
        <p:spPr>
          <a:xfrm>
            <a:off x="757851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A3C8EA8-2EB4-7351-B074-8302C4774871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03369A-DF3E-DF25-9505-DBBA113A1A46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60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E6E27-6D99-6CAE-1C07-503C0BB6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6759E7-19FF-DA19-1A92-ABD3E194379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2776732-FD87-17EE-82B1-51868BA7CF2D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69F60A-9DD3-EAEA-0D60-B71AFA03E7CB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64724C-ED16-8EC5-7CE4-549E8D18DBAA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E8DB77-11D5-F1E8-825F-19E0D7015956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D09E5E-0115-86F9-4A81-D87E5E032DB6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B0A2D9-5171-075F-8259-2D76A3204084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79D73F-1F93-EC97-A275-2E82354F321F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6E40E-3C91-F640-B150-BC1CF2CC76C6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51C5296-2BAF-0C46-BDD5-FE14767724D8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BE4833-2E10-C8E1-3AC1-9858046C3987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84B1BD8-8D14-C903-E0BB-65E1145F8F3B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25023E-6A70-C64C-6794-728084934E2B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92698B-8E9F-27E6-3763-56DEB4DF5339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BDD27E-4403-6816-E69E-C38A09440D13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A37E70A-D597-575A-9CBC-3EDE062CC190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CA268D-92A4-70A3-AC21-A974086D9A0E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C424AAF-BCC5-3BC5-D3E8-8FDA7C2E5B82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A816245-7FAB-305C-9B5B-756F9AD6B9A3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B63B4B-537F-0F59-423F-79282DCDD606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74CC7-BB6D-8F64-BA0E-D7B80D1D0976}"/>
              </a:ext>
            </a:extLst>
          </p:cNvPr>
          <p:cNvSpPr txBox="1"/>
          <p:nvPr/>
        </p:nvSpPr>
        <p:spPr>
          <a:xfrm>
            <a:off x="-930332" y="-408828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E8B71E-2B10-D0C6-2315-9FD134A1636C}"/>
              </a:ext>
            </a:extLst>
          </p:cNvPr>
          <p:cNvCxnSpPr>
            <a:cxnSpLocks/>
          </p:cNvCxnSpPr>
          <p:nvPr/>
        </p:nvCxnSpPr>
        <p:spPr>
          <a:xfrm>
            <a:off x="-559971" y="-81355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C900CF-DA4A-F837-C5E1-9D2B7655E930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C34523-EF87-59C4-44CE-65E55F3A4430}"/>
              </a:ext>
            </a:extLst>
          </p:cNvPr>
          <p:cNvSpPr txBox="1"/>
          <p:nvPr/>
        </p:nvSpPr>
        <p:spPr>
          <a:xfrm>
            <a:off x="720815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FC3895B-5B51-9507-51D6-909C53AD6450}"/>
              </a:ext>
            </a:extLst>
          </p:cNvPr>
          <p:cNvCxnSpPr>
            <a:cxnSpLocks/>
          </p:cNvCxnSpPr>
          <p:nvPr/>
        </p:nvCxnSpPr>
        <p:spPr>
          <a:xfrm>
            <a:off x="757851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129BE3A-50FD-02EE-2E2B-0BEB17E6A65A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BBFF6B-28FC-DAF5-5080-7ED0BEC07872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B13E84-0F17-B289-98A3-3D40EEA77643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D80FF9F-E1EA-C7E0-094D-F997727B4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199689"/>
              </p:ext>
            </p:extLst>
          </p:nvPr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200D7B75-525F-1286-2DFF-38355F74E40E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E3E0A25-F7EF-8F80-5352-8E0F62E33A24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949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5AF83-9845-D925-66D1-919219F65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C8125F-F1AA-794D-5321-15C06181182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E1C7B2-FF39-4C9D-6640-8D9903A0AB61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4C7881-DFCD-DF5E-6E31-F83538605C98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D67A24-4FA2-E3B4-7F72-676A066E89BB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539811-37CC-49FF-2388-828FD87F913E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408A48-D8F1-A50C-9CC2-B2BE8ACB2EB2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385F7A-1BCF-6865-0C82-CD5E0C69637D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B3B30F6-4979-7C34-2232-D27AF3F5BAEC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913D77-B18A-5120-4417-213DC8E24E4A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C156F2B-02FF-6CB5-7D7A-B415EDAA85BC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C096488-4A76-1661-4D9A-54C7A7D93DC3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914C533-4139-BBD0-9C96-B18BA4B56E4B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173E16-C7D9-F96F-F280-238104453F81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09B2BA-4482-5C39-8E57-124C1C9B93A1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533BAC-1812-28C5-690D-5AF8C80F10EF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75FEB3-11D5-D482-1102-225CFFB8248B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AFBEE0-3261-79F9-5D92-EDFBD29C0372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BFF1365-1995-7800-EE91-5742D8555E54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34093D3-B6AD-4A74-FE2D-6B2B20903438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2598A3-79C5-65A8-6ADC-3059CABAB4B3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40F8E-BF46-1D4E-7E1F-735277307F75}"/>
              </a:ext>
            </a:extLst>
          </p:cNvPr>
          <p:cNvSpPr txBox="1"/>
          <p:nvPr/>
        </p:nvSpPr>
        <p:spPr>
          <a:xfrm>
            <a:off x="-930332" y="-408828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080A09-342D-A0A8-1E1F-E270FCC593F4}"/>
              </a:ext>
            </a:extLst>
          </p:cNvPr>
          <p:cNvCxnSpPr>
            <a:cxnSpLocks/>
          </p:cNvCxnSpPr>
          <p:nvPr/>
        </p:nvCxnSpPr>
        <p:spPr>
          <a:xfrm>
            <a:off x="-559971" y="-81355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0C94259-10C8-5A67-EBC7-D64810ED1169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F9E96-D8CE-47D1-8F40-C0C76A31539A}"/>
              </a:ext>
            </a:extLst>
          </p:cNvPr>
          <p:cNvSpPr txBox="1"/>
          <p:nvPr/>
        </p:nvSpPr>
        <p:spPr>
          <a:xfrm>
            <a:off x="720815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E067AC-FB1B-8608-42A0-E8F45FC44806}"/>
              </a:ext>
            </a:extLst>
          </p:cNvPr>
          <p:cNvCxnSpPr>
            <a:cxnSpLocks/>
          </p:cNvCxnSpPr>
          <p:nvPr/>
        </p:nvCxnSpPr>
        <p:spPr>
          <a:xfrm>
            <a:off x="757851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BA8D74E-4BA1-6C9E-34E8-44F32FE685C8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6CD32E-0810-0353-0ABD-1E7F88B07C4D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3198DF-76C6-B7C7-B14B-B4ECEC5ACCC8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4BE41A6-4545-9A81-AE0E-AD4C185069B4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7D4BD3A-F7F0-2E95-F0E5-B11D64EED69D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998A798-1700-0589-D8A3-F184EFA95D54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045CE94-7190-FDDC-61B3-4F0EF70FC5EE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temp1</a:t>
            </a:r>
          </a:p>
        </p:txBody>
      </p:sp>
    </p:spTree>
    <p:extLst>
      <p:ext uri="{BB962C8B-B14F-4D97-AF65-F5344CB8AC3E}">
        <p14:creationId xmlns:p14="http://schemas.microsoft.com/office/powerpoint/2010/main" val="80790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02EF7-F4D1-DC53-D08F-D06C86D02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AE056E-D0C4-46BF-6FD5-352F6B1C586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9D919D0-15B9-1FDB-2300-ED3F25B25D03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91612D-98C5-A137-14E1-4C9A2CE33A4B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F9FCA8-742E-E87F-53FA-4F238DC3841A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045F14-CB4D-F005-16C5-A162D6F950EA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AA6DED-A5AA-6E26-93CB-1055C7C465A3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371D08-7FA6-F4CF-BD9F-24C68BD03707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985BBC4-51F4-3C75-6254-1F41E88B5421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73B71D-A211-A8A0-90AA-527C3CC700C1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F16C51E-B2A2-F0AA-E552-57637FF20B23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180AA6F-752F-AE47-ED45-84EB3666E1E7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268B594-DFCF-5D73-1DAC-EB367153A242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74C510-1309-1108-61B8-437530657B27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617835-1943-D501-D12D-E7AA23B4A59C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9FEFA4-73D5-353A-7A90-888C16C483F1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A73259-D18B-F4CF-FBB4-0865C3D6C0F0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55670A-7E01-74B6-A4E8-E695321E5FD7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343E93-1C3C-7DE4-CDBA-79CA081BBAFA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0EE8AB-7015-C7BC-8D12-AD30C19A82B9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AADC867-C4D2-0829-782E-7E83AFD9F5D1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A4234-27C2-F87E-6667-0B7DBC1085BF}"/>
              </a:ext>
            </a:extLst>
          </p:cNvPr>
          <p:cNvSpPr txBox="1"/>
          <p:nvPr/>
        </p:nvSpPr>
        <p:spPr>
          <a:xfrm>
            <a:off x="69711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998EBD-EC7F-5AC5-067C-37301137948D}"/>
              </a:ext>
            </a:extLst>
          </p:cNvPr>
          <p:cNvCxnSpPr>
            <a:cxnSpLocks/>
          </p:cNvCxnSpPr>
          <p:nvPr/>
        </p:nvCxnSpPr>
        <p:spPr>
          <a:xfrm>
            <a:off x="106747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4C39DA-F8E3-55AD-8541-E0041693DD9E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E44C19-5B81-22A7-6E13-62EA34809D7A}"/>
              </a:ext>
            </a:extLst>
          </p:cNvPr>
          <p:cNvSpPr txBox="1"/>
          <p:nvPr/>
        </p:nvSpPr>
        <p:spPr>
          <a:xfrm>
            <a:off x="720815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610675-EE34-D14C-F89F-162223DDA600}"/>
              </a:ext>
            </a:extLst>
          </p:cNvPr>
          <p:cNvCxnSpPr>
            <a:cxnSpLocks/>
          </p:cNvCxnSpPr>
          <p:nvPr/>
        </p:nvCxnSpPr>
        <p:spPr>
          <a:xfrm>
            <a:off x="757851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BF95AC8-118F-F5CA-61BD-8A043ACE6F5F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050B74-C4DD-650A-CCF5-228ACCEC4CDE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A521A1-AEA4-3040-6990-B515F90E7D2C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DBB53E5-0321-16EF-A998-46173F81504F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ED1E57E-43B6-5D41-E202-C1033887E1B3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7609932-4715-655D-717D-D99E52F401A6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04BAA30-FFB3-DB22-66C9-0D7BFC9F4163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temp1</a:t>
            </a:r>
          </a:p>
        </p:txBody>
      </p:sp>
    </p:spTree>
    <p:extLst>
      <p:ext uri="{BB962C8B-B14F-4D97-AF65-F5344CB8AC3E}">
        <p14:creationId xmlns:p14="http://schemas.microsoft.com/office/powerpoint/2010/main" val="2787552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D4DE-D262-B6F2-C9CE-02686624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954312-8EFE-0D7D-2A84-574F0AA1FF6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C7696B-3131-99F0-0CE0-59178C397B8C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8A6212-950F-A5C6-3DA4-D44174D68A9D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B07808-A9BD-E999-2EDF-996687D1D9F4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23DE65-4A68-DB42-D921-34B1363357C6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117547-213F-7601-ED3F-BD8E75FC78BC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03E849-F38B-39C3-D2BA-AAA17A95335F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6B4908-4D57-75D8-3128-3DC1B2B30FFE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825D9C-4E27-0FB0-8D9E-9ECBDB1656AE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4981382-DF56-B55C-CA68-857DAEE307AE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0A0052D-E083-CD4B-19F0-B58685C281DA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944B16E-7C1E-272B-7294-58C4B53723E6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261CDB-812A-DBFF-0A67-E591CC208148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7A613D-6040-0288-2626-B1E12D554D68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767FD6-E7D4-D8EE-8FCF-63F452B00F14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4297061-B662-E5F4-F8DA-591B5E7C1407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0BFA36-7439-65E9-7B6D-586B535DE41C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6D1181-FECA-EE87-929D-496F4C76966D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DA9CF10-55A6-7807-A849-21ACF5919D85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BCA200-B090-8306-55C9-42CB79E1DC92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E1251-7C1A-FA4F-4B35-164DADAA723A}"/>
              </a:ext>
            </a:extLst>
          </p:cNvPr>
          <p:cNvSpPr txBox="1"/>
          <p:nvPr/>
        </p:nvSpPr>
        <p:spPr>
          <a:xfrm>
            <a:off x="69711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6B3A90-66EF-7433-6385-69853246A40A}"/>
              </a:ext>
            </a:extLst>
          </p:cNvPr>
          <p:cNvCxnSpPr>
            <a:cxnSpLocks/>
          </p:cNvCxnSpPr>
          <p:nvPr/>
        </p:nvCxnSpPr>
        <p:spPr>
          <a:xfrm>
            <a:off x="106747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E836F05-4FF2-6462-A81B-36309C977161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1AD2F1-F446-D598-6E1C-2436195F71CE}"/>
              </a:ext>
            </a:extLst>
          </p:cNvPr>
          <p:cNvSpPr txBox="1"/>
          <p:nvPr/>
        </p:nvSpPr>
        <p:spPr>
          <a:xfrm>
            <a:off x="720815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B62A74-A8DF-A725-3EB8-AA7620E8BAAC}"/>
              </a:ext>
            </a:extLst>
          </p:cNvPr>
          <p:cNvCxnSpPr>
            <a:cxnSpLocks/>
          </p:cNvCxnSpPr>
          <p:nvPr/>
        </p:nvCxnSpPr>
        <p:spPr>
          <a:xfrm>
            <a:off x="757851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0B329A5-9053-52C1-D0E9-10CDCAF77140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3A5F3-7925-F651-BD44-EF2CF3D42703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E9E54C-9DC5-CCC4-D6B7-A4A626E4906A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40A5CEC-5091-C23E-D647-B3352994B0E3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42F4A9B-D781-BA35-66AF-AE7D33DB6023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21434B8-7F2D-28DD-EDA8-895E3F7DE864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FDB5350-B444-55E2-78C5-408F34933894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F17752-7E4A-B891-B880-0028EC3E4D28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257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3561D-FA4E-617B-71F5-3B846134E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E60C66-FC0C-1640-316F-BE65B23E204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E8A62E5-FBC5-1D63-C9E3-20B4CDF3624D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B23B45-B650-9EF6-E87D-D64332E59527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C53697-C8E5-991F-9278-3778DBA2EE40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56BC05-59FC-AA3F-2F17-94872D644B0E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6CD7B9-8E0F-2EE3-A63C-B59AF9974D7D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476B87-47CD-37E4-7B7A-CE054480DF09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A2923E5-E88F-F646-C4EB-3A3D3D3B0C71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62004-05D1-4E3B-B820-6AF001D943A5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0E9EA3E-91BE-3424-6052-8392A9DCEA45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996FE9A-1A95-15BB-DBE6-F33F7D43CF38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9250EC8-630F-C60E-9F91-DE80DB566777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76747C-6BB9-FC60-2252-221D28FB7605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7EF08D-B3F2-7D0F-751D-B5468CE6272C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26F42D-A9B4-E112-75E4-DD9916D129B4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A90EDC-094E-7A98-90AF-C2C5C5F0C586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6F04B6-03B7-3B99-A581-D8EF2A319B8D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B9F0ED5-360F-056F-1A30-727975E909EF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451D70-79DB-8B95-A9FA-1BC016AF5C15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648F3F8-A4B8-D452-321C-C46AD62F3FD4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E2743-C062-26C9-BCB8-6C7728DBA97F}"/>
              </a:ext>
            </a:extLst>
          </p:cNvPr>
          <p:cNvSpPr txBox="1"/>
          <p:nvPr/>
        </p:nvSpPr>
        <p:spPr>
          <a:xfrm>
            <a:off x="69711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FAA223-DA9B-BFF9-D715-E6FE26943109}"/>
              </a:ext>
            </a:extLst>
          </p:cNvPr>
          <p:cNvCxnSpPr>
            <a:cxnSpLocks/>
          </p:cNvCxnSpPr>
          <p:nvPr/>
        </p:nvCxnSpPr>
        <p:spPr>
          <a:xfrm>
            <a:off x="106747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BBEE5C0-2457-65BA-2116-C2CD718AB002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0C792-322D-BB92-BCC6-C47F116CE648}"/>
              </a:ext>
            </a:extLst>
          </p:cNvPr>
          <p:cNvSpPr txBox="1"/>
          <p:nvPr/>
        </p:nvSpPr>
        <p:spPr>
          <a:xfrm>
            <a:off x="720815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9C1618-895A-B594-2DC5-3EC17FD4CBC6}"/>
              </a:ext>
            </a:extLst>
          </p:cNvPr>
          <p:cNvCxnSpPr>
            <a:cxnSpLocks/>
          </p:cNvCxnSpPr>
          <p:nvPr/>
        </p:nvCxnSpPr>
        <p:spPr>
          <a:xfrm>
            <a:off x="757851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71A68CD-4D00-7D06-B53F-E022090ADD6C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E418A9-A605-5D90-CA4B-F285E8BD7309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E42458C-8D14-B9CB-73EF-30E18A30BA06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BEF77D5-B4B1-5222-650E-358CDF7DE94D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C9A8D1B4-78FC-A77A-98E0-A4EDBCDA81C3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51ED6F6-EFA9-7D19-9A66-81504E9CA9D2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EF047A1-7887-C4F7-8915-51DA34C30E25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8519A9-210C-6522-1D71-44B53546EBAD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1EC47E-83CE-FB7B-6DFE-1AFFCC9F40FF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5D5F097-F7C2-5A9B-BE18-07AB502EC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751721"/>
              </p:ext>
            </p:extLst>
          </p:nvPr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788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9B95E-6DAC-5003-E630-6C342259A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54D59C-752E-861E-B4A9-F6CED6A4C65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6850D9-1B81-8FEE-46F3-C9775473F482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1E66A8-2494-886B-9A8C-78BDC5C309F2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944F49-34D4-8283-00EF-38954839A3ED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1C6C85-092D-8018-0E21-AC2FD84C0264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9341B2-D3CF-A63C-274F-4431DD76777A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616B47-701D-9BE8-6A0A-536EA309C726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6C2973-C2D0-5A45-7D43-343B2C1B48B4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5FDF67-8ECA-171A-DCE9-E0999B3B06CC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92EB3D1-0C88-7A84-7291-8A1E8E93255B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1AE7402-1FD7-7113-B5C0-70C8396C51AF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B8E6871-D8CE-C7E6-FF7E-A905FF1CB4FB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BA2016-6921-CED1-930B-BA4DA01F81B9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EA3335-B93E-56B0-FD67-9CC4FD94DFAB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79FE11-5DFC-BB79-8F4B-691AB09A8518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6FA12D-5F70-0FED-8514-0196C6D6D012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64DCBE-715C-976E-2778-DFE54881AC86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D283B3-AD35-2A8D-3BE8-6F41552EF4D6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0D90E2C-579A-6695-C30F-6B7478CEAFB2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B98BDC2-F5DD-ADAE-3335-F302AFCA5919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F84B4-D67A-7F23-AE72-8EB59C6221D0}"/>
              </a:ext>
            </a:extLst>
          </p:cNvPr>
          <p:cNvSpPr txBox="1"/>
          <p:nvPr/>
        </p:nvSpPr>
        <p:spPr>
          <a:xfrm>
            <a:off x="69711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F5220D-C142-03E9-90C6-E832983F0E0A}"/>
              </a:ext>
            </a:extLst>
          </p:cNvPr>
          <p:cNvCxnSpPr>
            <a:cxnSpLocks/>
          </p:cNvCxnSpPr>
          <p:nvPr/>
        </p:nvCxnSpPr>
        <p:spPr>
          <a:xfrm>
            <a:off x="106747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9F5DB8F-FC80-1A2A-804C-B27B121AB2F7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FC9C0-2AE7-151A-CBC1-FB1F38724195}"/>
              </a:ext>
            </a:extLst>
          </p:cNvPr>
          <p:cNvSpPr txBox="1"/>
          <p:nvPr/>
        </p:nvSpPr>
        <p:spPr>
          <a:xfrm>
            <a:off x="720815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DC6042-FF12-5479-1DE4-0BAE7DB5AF0C}"/>
              </a:ext>
            </a:extLst>
          </p:cNvPr>
          <p:cNvCxnSpPr>
            <a:cxnSpLocks/>
          </p:cNvCxnSpPr>
          <p:nvPr/>
        </p:nvCxnSpPr>
        <p:spPr>
          <a:xfrm>
            <a:off x="757851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0AA5C3B-C96A-3875-F596-F9D013C19D13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84882C-31CD-973A-D41E-E60F5ED748D0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79BAC9-BCED-4B12-6B9C-4525B7D61873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DE26628-AE73-5964-3AE2-E73427368A07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F55B33B5-448B-D4F3-3534-824205B93578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8CDC335-5B6C-A040-2671-7D97F48D3829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72807E3-5EA8-1A02-D1BC-9CAB695CFE04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C4954B-067C-A860-24E4-1F8E6077122D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35E04620-9CB3-2526-E298-168D01C1E40D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146D2215-A18F-D54B-D95C-A20D3068B945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75AE1B-FB31-7AE7-CCBD-2F023F7DAFB7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0169D5E-C7F4-2C12-F350-1794E7E7D21A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0A31DAE-79BE-5B7B-B3AC-692143E99E30}"/>
              </a:ext>
            </a:extLst>
          </p:cNvPr>
          <p:cNvCxnSpPr>
            <a:cxnSpLocks/>
          </p:cNvCxnSpPr>
          <p:nvPr/>
        </p:nvCxnSpPr>
        <p:spPr>
          <a:xfrm>
            <a:off x="6068499" y="6491211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185FC35-3D8F-EDA8-2617-9C00494952A1}"/>
              </a:ext>
            </a:extLst>
          </p:cNvPr>
          <p:cNvCxnSpPr>
            <a:cxnSpLocks/>
          </p:cNvCxnSpPr>
          <p:nvPr/>
        </p:nvCxnSpPr>
        <p:spPr>
          <a:xfrm flipV="1">
            <a:off x="5658313" y="7027379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4789475-AEA9-6726-1AEE-641AEC45A663}"/>
              </a:ext>
            </a:extLst>
          </p:cNvPr>
          <p:cNvSpPr txBox="1"/>
          <p:nvPr/>
        </p:nvSpPr>
        <p:spPr>
          <a:xfrm>
            <a:off x="5744440" y="6163323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342CAD2-3154-8FC4-6D9B-22036F1A66CE}"/>
              </a:ext>
            </a:extLst>
          </p:cNvPr>
          <p:cNvCxnSpPr>
            <a:cxnSpLocks/>
          </p:cNvCxnSpPr>
          <p:nvPr/>
        </p:nvCxnSpPr>
        <p:spPr>
          <a:xfrm>
            <a:off x="5658590" y="7121511"/>
            <a:ext cx="62885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4CBBA49-D277-51EF-8D3D-7DBD147C8C5A}"/>
              </a:ext>
            </a:extLst>
          </p:cNvPr>
          <p:cNvSpPr txBox="1"/>
          <p:nvPr/>
        </p:nvSpPr>
        <p:spPr>
          <a:xfrm>
            <a:off x="6253837" y="689067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65455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941F-08E4-189B-53FC-1FFAE01E2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29659D-4D94-25AC-6B6B-AC71C459415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BCECB7-AC89-077E-C05B-689D56FF56CB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732CD5-BCA9-1EB7-993F-E9081CB8351D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472340-5B20-1633-270F-53A8248C28ED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7DFA8A-392F-2C2E-C011-865267E5B52E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B06574-5E0A-C47C-B98B-5AB3B6E1653D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EEDE3D-C9F7-79E5-174C-8D3C9EDB4D5D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261FDE0-6B6D-D2BB-F6CA-F308A9780394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5E6143-2066-C1E3-31C2-963E925D2CD5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59222A1-B75E-6359-6A51-CB6AD82D7920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EAC38C9-8860-A7E5-3BC0-EC40973B36D5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EF6944D-596B-4D77-8C27-823BE776F283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3F194E8-9B80-A5A4-04EC-BA46759C134C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B30251-051F-B6F5-48D3-983E68A1F6F8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D96FC5-9E37-63DC-45B7-E121FA959554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17E2E5-61D0-4F5E-4B5B-F983C197A71F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A73307-A2E2-4878-F8CC-FBD995B3B398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100E71-29E3-BE97-56AE-38B3ED8E1BC0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6CE468-60FE-1854-0134-469607B849F4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48E4B2-30E2-0C90-65E1-1ACAE1D0CC06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3F9AF-04F2-B9A3-A977-A0927C2FAC91}"/>
              </a:ext>
            </a:extLst>
          </p:cNvPr>
          <p:cNvSpPr txBox="1"/>
          <p:nvPr/>
        </p:nvSpPr>
        <p:spPr>
          <a:xfrm>
            <a:off x="69711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9F0810-7B24-F094-1C14-684EE63C5257}"/>
              </a:ext>
            </a:extLst>
          </p:cNvPr>
          <p:cNvCxnSpPr>
            <a:cxnSpLocks/>
          </p:cNvCxnSpPr>
          <p:nvPr/>
        </p:nvCxnSpPr>
        <p:spPr>
          <a:xfrm>
            <a:off x="106747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64D7583-C7E7-A88F-2DFE-0E52A9D1B17F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74710-D5B0-020B-88F3-81EB75616310}"/>
              </a:ext>
            </a:extLst>
          </p:cNvPr>
          <p:cNvSpPr txBox="1"/>
          <p:nvPr/>
        </p:nvSpPr>
        <p:spPr>
          <a:xfrm>
            <a:off x="720815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767C05-0E4C-D712-31C7-41F56EBDEF26}"/>
              </a:ext>
            </a:extLst>
          </p:cNvPr>
          <p:cNvCxnSpPr>
            <a:cxnSpLocks/>
          </p:cNvCxnSpPr>
          <p:nvPr/>
        </p:nvCxnSpPr>
        <p:spPr>
          <a:xfrm>
            <a:off x="757851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A0D911A-961E-D505-D508-EC4B3124473C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CBDEA6-BACB-B6EA-0A79-51B039443EB9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27E76C-F7FE-83C2-333A-139DB9158E18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A96E5373-5E5D-7A8C-2920-52BD5145E64C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8FB1144C-3DAF-D42E-D189-36C0A7149D63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504C10-D339-DDAF-7870-288842AA38EB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678ADFD-EAE5-9EF1-52F5-2F6D67636187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BE49C6-C3B3-8A2F-DAB6-4E51CA6DB203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DBE458A-D8EC-C508-F7F8-571F0C2DDB5F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785F5EF-911E-24C1-2EFB-7AB02417CA4A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BED1FCA3-1F51-0051-F429-F0781DF93435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F06EFA9-19C2-AC11-E51E-FDDA3C2E0CD9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F5CE140-3DEA-426A-916F-108714EF58D4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A193C3-85CA-26B6-03EB-77AD96A400CB}"/>
              </a:ext>
            </a:extLst>
          </p:cNvPr>
          <p:cNvCxnSpPr>
            <a:cxnSpLocks/>
          </p:cNvCxnSpPr>
          <p:nvPr/>
        </p:nvCxnSpPr>
        <p:spPr>
          <a:xfrm>
            <a:off x="6068499" y="6491211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5C1039-91E9-B700-932F-474937C37763}"/>
              </a:ext>
            </a:extLst>
          </p:cNvPr>
          <p:cNvCxnSpPr>
            <a:cxnSpLocks/>
          </p:cNvCxnSpPr>
          <p:nvPr/>
        </p:nvCxnSpPr>
        <p:spPr>
          <a:xfrm flipV="1">
            <a:off x="5658313" y="7027379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E7C4C6C-EC16-BAEC-D126-500603EA7C06}"/>
              </a:ext>
            </a:extLst>
          </p:cNvPr>
          <p:cNvSpPr txBox="1"/>
          <p:nvPr/>
        </p:nvSpPr>
        <p:spPr>
          <a:xfrm>
            <a:off x="5744440" y="6163323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AAA08D1-DC84-FC40-2EA8-54AE34E7DDF8}"/>
              </a:ext>
            </a:extLst>
          </p:cNvPr>
          <p:cNvCxnSpPr>
            <a:cxnSpLocks/>
          </p:cNvCxnSpPr>
          <p:nvPr/>
        </p:nvCxnSpPr>
        <p:spPr>
          <a:xfrm>
            <a:off x="5658590" y="7121511"/>
            <a:ext cx="62885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4A397EB-81C7-3233-BE4A-0A8B827E0C43}"/>
              </a:ext>
            </a:extLst>
          </p:cNvPr>
          <p:cNvSpPr txBox="1"/>
          <p:nvPr/>
        </p:nvSpPr>
        <p:spPr>
          <a:xfrm>
            <a:off x="6253837" y="689067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061842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06800-5B1D-E7C0-BB0F-78558E57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D69FFD-2BC1-9638-8D4D-29BDCD81B62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02C47E-DF7F-1AD5-C26F-8EB81C5914F3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3BEB5A-0092-52C7-DF3C-68E632BEFC88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25426C-D643-B68C-2890-EAC7E455FCBB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9270D8-673C-8759-6DD9-40FF8CF5B9D0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84FF23-5683-6FD5-E5A6-B317230DC5FA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9E1056-689F-0722-CA9A-8C1C4A818FB8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019A6A9-BEA0-2D90-78EC-798E5F0C269F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A7A053-C862-8EAA-374F-C1D97A178696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DF0050C-0026-A65E-A1E3-E0C88E69461D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EC54832-1D51-9C4C-03FC-D952832A4C22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FD3EC5A-8ACA-8B0D-4F6E-E20A73FA36CD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B463CE-6C6C-9A9E-10C0-2756E539C211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AA2AE1-AB7A-B715-1BDF-B4ACCE7E6026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F53732-917B-9641-A27D-14B944865E0C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73F9A53-89CB-DC24-8CD0-B52D66B7C2D4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80DA24-2888-9586-1DC2-B8E72A8E9F2B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300600D-FB20-1ACB-41DD-0DA37910398F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A36882-E413-D3CA-4DC2-FC70B6D678B1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AE819A-21CE-94F7-1495-66D9677F30AC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D59AD-2745-F307-A4F3-C659323BA9DA}"/>
              </a:ext>
            </a:extLst>
          </p:cNvPr>
          <p:cNvSpPr txBox="1"/>
          <p:nvPr/>
        </p:nvSpPr>
        <p:spPr>
          <a:xfrm>
            <a:off x="69711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E53A5A-4159-3730-1A5C-86A28F5186C6}"/>
              </a:ext>
            </a:extLst>
          </p:cNvPr>
          <p:cNvCxnSpPr>
            <a:cxnSpLocks/>
          </p:cNvCxnSpPr>
          <p:nvPr/>
        </p:nvCxnSpPr>
        <p:spPr>
          <a:xfrm>
            <a:off x="106747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4CC3CC-BC57-3FC5-50B4-25456DCA12B0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3F1A-702A-3A5F-7BB7-61EC34965DAC}"/>
              </a:ext>
            </a:extLst>
          </p:cNvPr>
          <p:cNvSpPr txBox="1"/>
          <p:nvPr/>
        </p:nvSpPr>
        <p:spPr>
          <a:xfrm>
            <a:off x="8847437" y="-350575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F3FB641-B8B5-DEC1-A368-3DDF8DBD22D2}"/>
              </a:ext>
            </a:extLst>
          </p:cNvPr>
          <p:cNvCxnSpPr>
            <a:cxnSpLocks/>
          </p:cNvCxnSpPr>
          <p:nvPr/>
        </p:nvCxnSpPr>
        <p:spPr>
          <a:xfrm>
            <a:off x="9217798" y="-23102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F2ACAA9-7321-C2C0-2DBE-514902E49FCC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47D8E5-8D74-8468-8E5A-2FDC5B45AA59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DE5882-BBE2-18E7-CAF5-29F68F1A9D2F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950BECE-663B-4A4C-CF14-89A4AA4B846C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1B6B507-5574-7724-DEB4-7E948CEDD733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355A1C6-BB87-F3C7-45F3-9DD6855D34B7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0D4E79-1D42-216D-8C10-4EAE8DA46C69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5C3084-A97E-7F7D-D895-2472AF6C473F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0386D45-61FF-317C-23EB-B309C41D9802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D89996D-1488-0DB3-209B-D377B8392D86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FA61F0AA-25C0-4010-DF37-D2A0572B31D7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C22B717-1B0B-26D0-FA53-619DF310D5F8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28644CF-65EE-6758-1185-A19D4B8882AD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B6DF39B-86A1-5A2A-B79A-78EABBF98A22}"/>
              </a:ext>
            </a:extLst>
          </p:cNvPr>
          <p:cNvCxnSpPr>
            <a:cxnSpLocks/>
          </p:cNvCxnSpPr>
          <p:nvPr/>
        </p:nvCxnSpPr>
        <p:spPr>
          <a:xfrm>
            <a:off x="6068499" y="6491211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DD7BFDE-6AA7-F9C5-B2AA-CC6BF5520D73}"/>
              </a:ext>
            </a:extLst>
          </p:cNvPr>
          <p:cNvCxnSpPr>
            <a:cxnSpLocks/>
          </p:cNvCxnSpPr>
          <p:nvPr/>
        </p:nvCxnSpPr>
        <p:spPr>
          <a:xfrm flipV="1">
            <a:off x="5658313" y="7027379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3CC91E7-8635-AF5B-A168-355F57293F85}"/>
              </a:ext>
            </a:extLst>
          </p:cNvPr>
          <p:cNvSpPr txBox="1"/>
          <p:nvPr/>
        </p:nvSpPr>
        <p:spPr>
          <a:xfrm>
            <a:off x="5744440" y="6163323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67CBB64-5F66-93CE-6B1A-4247882DFD6A}"/>
              </a:ext>
            </a:extLst>
          </p:cNvPr>
          <p:cNvCxnSpPr>
            <a:cxnSpLocks/>
          </p:cNvCxnSpPr>
          <p:nvPr/>
        </p:nvCxnSpPr>
        <p:spPr>
          <a:xfrm>
            <a:off x="5658590" y="7121511"/>
            <a:ext cx="62885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D2CC907-5E3A-9504-A553-263643090F89}"/>
              </a:ext>
            </a:extLst>
          </p:cNvPr>
          <p:cNvSpPr txBox="1"/>
          <p:nvPr/>
        </p:nvSpPr>
        <p:spPr>
          <a:xfrm>
            <a:off x="6253837" y="689067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389424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B2D2-54DB-D526-27A0-74757DCAD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29F5A3-16CC-E0AF-C5DA-C5F15FE968B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1C949AC-E823-7806-E521-0DC36DDB56BA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71CB75-6D3A-62FF-D598-C8351263664C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25842A-2200-39F1-6ECE-3641DD1C7A7A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15D2C3-2D44-C057-3D64-0B7B7B767B25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3DB6F4-4B59-1E8D-2F54-DA9DD1D3CF92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637CEE-9969-12D7-3636-C0A7DF2F0B7B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314644A-DBC0-BFD8-B0A1-FD68FDC0B45A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31490-4B83-7B56-1629-757F3D5E9CEB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6A44131-FDDE-71EE-3A85-FBA6E8069F0B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833CA05-1BCD-5B8A-3D5D-78FC7CF7772F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77B8FE8-B616-A5E8-EB2B-6B86C8EF8B7A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E37C64-F051-C929-6DC9-B8A6F6F67BC6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F001E73-4583-C8C4-AEDB-8D4888BBC9AB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5CEAF9-F99A-4961-3DF0-4A11F1633D35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B9DF4E5-0474-A0FE-6C91-7B614DDE2761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A6DDC3-750E-1145-1B95-274C1540954A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B00E523-C2D4-F6E5-30F2-B8229FA2A14A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01802F7-50E5-A367-8756-E7685886D7E7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131A717-42E5-E0A9-C2B7-8251FDACECA3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C373F-6407-1F96-8114-4CBFA283B27A}"/>
              </a:ext>
            </a:extLst>
          </p:cNvPr>
          <p:cNvSpPr txBox="1"/>
          <p:nvPr/>
        </p:nvSpPr>
        <p:spPr>
          <a:xfrm>
            <a:off x="69711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6044B1-8DDE-BDCE-1EF3-8964AAF4DDE8}"/>
              </a:ext>
            </a:extLst>
          </p:cNvPr>
          <p:cNvCxnSpPr>
            <a:cxnSpLocks/>
          </p:cNvCxnSpPr>
          <p:nvPr/>
        </p:nvCxnSpPr>
        <p:spPr>
          <a:xfrm>
            <a:off x="106747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8657FE-01BC-75EF-634B-AC9F9D8E6FDD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54ECD9-37DE-6575-795C-2EDB55F879AB}"/>
              </a:ext>
            </a:extLst>
          </p:cNvPr>
          <p:cNvSpPr txBox="1"/>
          <p:nvPr/>
        </p:nvSpPr>
        <p:spPr>
          <a:xfrm>
            <a:off x="8847437" y="-350575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069B1C4-8843-D21C-3DE2-85E605FB8DC5}"/>
              </a:ext>
            </a:extLst>
          </p:cNvPr>
          <p:cNvCxnSpPr>
            <a:cxnSpLocks/>
          </p:cNvCxnSpPr>
          <p:nvPr/>
        </p:nvCxnSpPr>
        <p:spPr>
          <a:xfrm>
            <a:off x="9217798" y="-23102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021EDEE-885D-F06A-1C32-C565645625A3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20C5FC-ECC7-CD7A-34C9-6BE6341627CE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87E972C-E629-C67B-F2D3-CC6B972C3DFB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90213F0-BCEB-6910-1731-C70E714051FC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6D63877D-F3FF-BCF2-9DE1-2DC07F1045EB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39B572A-E25C-95BC-48CE-DC1FF0A26D3D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F073D60-1821-D03B-642E-7C5965F1CBB1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739080D-0435-E03C-6A64-37D9A4674F8B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1F74824-D0D2-70F1-0EA5-2C25474102DE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CFE81F23-486A-841D-0A6B-14F9AB2DE217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D6ABB6-C4DC-0EE3-4053-BF440AD6EB6E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E2C02B-FF24-FC07-3D0F-FA8D669B444A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F2A1684-825E-F2B5-BE0A-24688066D8A0}"/>
              </a:ext>
            </a:extLst>
          </p:cNvPr>
          <p:cNvCxnSpPr>
            <a:cxnSpLocks/>
          </p:cNvCxnSpPr>
          <p:nvPr/>
        </p:nvCxnSpPr>
        <p:spPr>
          <a:xfrm>
            <a:off x="6426078" y="6319465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2C9A249-64F4-FA28-277D-19E4419D44B6}"/>
              </a:ext>
            </a:extLst>
          </p:cNvPr>
          <p:cNvSpPr txBox="1"/>
          <p:nvPr/>
        </p:nvSpPr>
        <p:spPr>
          <a:xfrm>
            <a:off x="6068499" y="6022268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80FD81A-E855-0522-B7A7-9F1FFD985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446341"/>
              </p:ext>
            </p:extLst>
          </p:nvPr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7FF9924-9863-F1B0-13EA-62B33C75FF2E}"/>
              </a:ext>
            </a:extLst>
          </p:cNvPr>
          <p:cNvCxnSpPr>
            <a:cxnSpLocks/>
          </p:cNvCxnSpPr>
          <p:nvPr/>
        </p:nvCxnSpPr>
        <p:spPr>
          <a:xfrm>
            <a:off x="7052312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640FD21-21D0-A9C6-B3C4-8C6672079B34}"/>
              </a:ext>
            </a:extLst>
          </p:cNvPr>
          <p:cNvSpPr txBox="1"/>
          <p:nvPr/>
        </p:nvSpPr>
        <p:spPr>
          <a:xfrm>
            <a:off x="7555065" y="67575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DF8D9F5-E998-5996-F9BE-EB9CAD49BF2B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812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DBF7-8995-D467-A530-2D47DE0EA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D01D41-4DDF-1C8A-7435-978E40C56B1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DE2C6B-B9AB-F252-23C9-166C82515F81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E56874-4AEA-1F2F-D361-DD5DCE49EB4C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90C29C-9DFB-B838-C38C-8C4603940043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2C756B-D9FA-32E6-A882-D95D159B2E06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F395F9-21B4-C327-8357-FA74B2D9E41B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8E983C-3AA1-64DA-12B2-2A7B9306A3D0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B2AFD96-796E-DC59-4A17-BF50C3AE307D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0E3F6-187B-EF17-FF5A-1C87C92AF311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68CCFF5-9918-3626-2FA4-97A857E67F7A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9A2408D-F909-EA8B-6D44-930C9ED268C7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F6FD9A9-B980-A95B-296E-F38510F47AC9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CE6C2D-03F9-BF0C-B320-2BC8E4180F8E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4CD1AC-FE27-2771-A95C-44EF8438BADC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87A33A-A7CF-3359-8D4F-294F5BC0FF15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8947B7D-7256-70EC-B45A-53C41FCD9DD4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22B83E-4BA8-4547-B82E-DA0F15F69C28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38CCDC-B9DD-9680-4337-EA4D80D06B85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A544044-2A98-DEB9-2E83-E47E897851BB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8813E17-E95D-375D-B747-6579CFEF5C55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86619-3917-4F77-5A43-B8549D8D9787}"/>
              </a:ext>
            </a:extLst>
          </p:cNvPr>
          <p:cNvSpPr txBox="1"/>
          <p:nvPr/>
        </p:nvSpPr>
        <p:spPr>
          <a:xfrm>
            <a:off x="697110" y="-383489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9CAF55-71D0-FC51-1FF7-83E7E34D8DAD}"/>
              </a:ext>
            </a:extLst>
          </p:cNvPr>
          <p:cNvCxnSpPr>
            <a:cxnSpLocks/>
          </p:cNvCxnSpPr>
          <p:nvPr/>
        </p:nvCxnSpPr>
        <p:spPr>
          <a:xfrm>
            <a:off x="1067471" y="-56016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FA95D-99C2-B929-369E-6A1675C21277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52CB3-9DD1-DF9E-2868-328A082B3E7D}"/>
              </a:ext>
            </a:extLst>
          </p:cNvPr>
          <p:cNvSpPr txBox="1"/>
          <p:nvPr/>
        </p:nvSpPr>
        <p:spPr>
          <a:xfrm>
            <a:off x="8847437" y="-350575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DB7B6F-E216-09C2-4AE0-B8A5C5DA05DB}"/>
              </a:ext>
            </a:extLst>
          </p:cNvPr>
          <p:cNvCxnSpPr>
            <a:cxnSpLocks/>
          </p:cNvCxnSpPr>
          <p:nvPr/>
        </p:nvCxnSpPr>
        <p:spPr>
          <a:xfrm>
            <a:off x="9217798" y="-23102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85B141-8995-F7F5-F3D9-9C09A1951547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068515-2BA3-0308-A88C-60A206CB0FFF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3A9ECF8-D647-085C-DE83-1C08D49B41B5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7AC063D-AA94-DE97-2CFA-395230EC78AD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E84F835D-1F9C-CB06-6A43-B06E3D2D1BDF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4F4B238-95A7-5E68-7616-FA72468F8BAE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89CCF0E-EC30-695E-9832-4757E3CE0B7A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A39185A-7D30-52B6-2A16-75DB11C0417A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D6DC24D-4D23-EC85-B466-0423098AECAF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132C8073-3EE5-AD6C-1578-32A5FDEFC4FB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70F4F3-B3C8-B6A5-37CD-25689D03B3D7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990C046-2431-E229-5773-4E4E79303C57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1A5EFEE-7BAD-1440-17EC-7FE65980BB94}"/>
              </a:ext>
            </a:extLst>
          </p:cNvPr>
          <p:cNvCxnSpPr>
            <a:cxnSpLocks/>
          </p:cNvCxnSpPr>
          <p:nvPr/>
        </p:nvCxnSpPr>
        <p:spPr>
          <a:xfrm>
            <a:off x="6426078" y="6319465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3046E5A-3204-2CCA-8198-B438AA39270C}"/>
              </a:ext>
            </a:extLst>
          </p:cNvPr>
          <p:cNvSpPr txBox="1"/>
          <p:nvPr/>
        </p:nvSpPr>
        <p:spPr>
          <a:xfrm>
            <a:off x="6068499" y="6022268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A5981AA-D26A-06B4-8AB2-D154498A4EC2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19E4171-A614-F1F3-D226-1230A850FA57}"/>
              </a:ext>
            </a:extLst>
          </p:cNvPr>
          <p:cNvCxnSpPr>
            <a:cxnSpLocks/>
          </p:cNvCxnSpPr>
          <p:nvPr/>
        </p:nvCxnSpPr>
        <p:spPr>
          <a:xfrm>
            <a:off x="7052312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6F7FF3A-9182-0DFF-89ED-FBEFD26E50D0}"/>
              </a:ext>
            </a:extLst>
          </p:cNvPr>
          <p:cNvSpPr txBox="1"/>
          <p:nvPr/>
        </p:nvSpPr>
        <p:spPr>
          <a:xfrm>
            <a:off x="7555065" y="67575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45B5447-F191-39FE-6C35-CB2EBADF0150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57F1131-C2F7-2E0F-B063-86CDF9ACCCBE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endParaRPr lang="en-IN" b="0" dirty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907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F251-1FD7-A6AB-B839-AB3E55FE2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5C8B3C-A823-8133-F4A1-E5DC4F518FC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88C8E9-6C19-94F5-0BFB-2A45EFE2A47B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E40E08-4C06-FD55-E818-CE0A9F123B78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5AF41D-8088-0122-E4E0-198C5411A7B0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18F0BE-09E4-01F1-2513-55BF75F0520B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432DFD-B020-0F2E-5E80-FB5666BA8C35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714384-DA7E-6A84-31F3-3A42E27DE944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97FA601-B8F3-BA9D-AF90-E5743E91AD6B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1C8AD3-9FA5-81B9-498F-41AC8F74220A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9E8DB07-7DA6-7D0A-84FB-BF8896C86508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214043C-CB93-AAFD-F62C-62474EB1D314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18EECCF-1905-F26D-3A22-549FB92675E6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75A3C3-ABB6-9CC3-1C7A-FFC617376D0D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2B3FFA-F104-E2F5-F235-94D8A7DEA360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9203A7-7FC9-48A2-0F59-D95E470886F7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8BC37EE-5853-9B2A-1A9A-E1AB9DBBA733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C1C350-3699-85CC-43DC-C7405E052D39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07A095B-4DB6-1913-C9DE-120A886FB6BC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061A50-7E18-92C6-963C-FB2213E5588C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36603FC-8119-9CBB-8F6F-2C4826ADA849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1E85F-82D2-70BF-24D8-3CD817AB3FAF}"/>
              </a:ext>
            </a:extLst>
          </p:cNvPr>
          <p:cNvSpPr txBox="1"/>
          <p:nvPr/>
        </p:nvSpPr>
        <p:spPr>
          <a:xfrm>
            <a:off x="2850890" y="-382471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946D7D-2C0B-D024-AE07-50465D64925F}"/>
              </a:ext>
            </a:extLst>
          </p:cNvPr>
          <p:cNvCxnSpPr>
            <a:cxnSpLocks/>
          </p:cNvCxnSpPr>
          <p:nvPr/>
        </p:nvCxnSpPr>
        <p:spPr>
          <a:xfrm>
            <a:off x="3221251" y="-5499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7714E4-0259-2F21-FFA2-9640AD371EF1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5EE8F-548C-46E2-E853-755C1716D67C}"/>
              </a:ext>
            </a:extLst>
          </p:cNvPr>
          <p:cNvSpPr txBox="1"/>
          <p:nvPr/>
        </p:nvSpPr>
        <p:spPr>
          <a:xfrm>
            <a:off x="8847437" y="-350575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0725A4-9F43-F9E3-BC16-6B9E8300B2FC}"/>
              </a:ext>
            </a:extLst>
          </p:cNvPr>
          <p:cNvCxnSpPr>
            <a:cxnSpLocks/>
          </p:cNvCxnSpPr>
          <p:nvPr/>
        </p:nvCxnSpPr>
        <p:spPr>
          <a:xfrm>
            <a:off x="9217798" y="-23102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C0A2A5-7BA8-CF29-9C24-D62634F97C04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B9EF3C-8B3A-2FD3-16AD-BBCBDF8A49D1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21F85E-B941-A421-3AE9-1A927BCCBF69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989F8EE-636E-C2F4-4E68-E5E7F8AB0F5A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8D7B3EA2-7FF6-F95F-F101-FE52B763F5FF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45C4DE-ADA8-428B-0AA2-61C570D499E7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C30658-FCE5-B14E-F001-94C850C6DB00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35C5119-6528-1E67-3A3C-3A2FE9CED637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7D1F4CA-8DFD-A7B3-58DF-74A48C391961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09CB03C0-42C9-F189-841D-397F1656341F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71EF44-FEF9-E7AC-7277-1B36F62C28C2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8DABD8-07CA-9772-BFE5-FB4881EA59F8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063A508-2D82-6449-D183-0BABB2A6227D}"/>
              </a:ext>
            </a:extLst>
          </p:cNvPr>
          <p:cNvCxnSpPr>
            <a:cxnSpLocks/>
          </p:cNvCxnSpPr>
          <p:nvPr/>
        </p:nvCxnSpPr>
        <p:spPr>
          <a:xfrm>
            <a:off x="6426078" y="6319465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8FB460F-FB05-B7AB-365E-729D51A6B71C}"/>
              </a:ext>
            </a:extLst>
          </p:cNvPr>
          <p:cNvSpPr txBox="1"/>
          <p:nvPr/>
        </p:nvSpPr>
        <p:spPr>
          <a:xfrm>
            <a:off x="6068499" y="6022268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D589B72-FAA5-651D-18A9-1C5AD9643308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5DAE77-5E4C-94C6-A8CA-60C9AB950020}"/>
              </a:ext>
            </a:extLst>
          </p:cNvPr>
          <p:cNvCxnSpPr>
            <a:cxnSpLocks/>
          </p:cNvCxnSpPr>
          <p:nvPr/>
        </p:nvCxnSpPr>
        <p:spPr>
          <a:xfrm>
            <a:off x="7052312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F17B71F-A4AC-EF20-B020-CC25B005E9E1}"/>
              </a:ext>
            </a:extLst>
          </p:cNvPr>
          <p:cNvSpPr txBox="1"/>
          <p:nvPr/>
        </p:nvSpPr>
        <p:spPr>
          <a:xfrm>
            <a:off x="7555065" y="67575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C7F1A24-2C2E-3EC7-8328-8FAF2DA6D107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C19118A-5DFE-F9E2-40F4-585AE296198A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endParaRPr lang="en-IN" b="0" dirty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304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EF869-1F1B-80CE-8DDF-2523933C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EF468-0ED6-B13D-9788-D43493D3A2D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54046D-712D-0BD9-C1F9-9744DB2669AE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3E290C-9310-4830-3FB8-79B24167F4FB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5E085C-B8F3-ADD3-3352-9EA941781CEF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283B18-2EEC-B189-2ABD-FDFC05B1D01F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61256D-DAF7-E2AB-D380-4AA8C5394731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44F864-786E-0E7B-201C-1149C1BE04FD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4EE1DE8-3B0A-7F18-3764-6CF0AE747EE8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64AF5F-A8B9-B1C1-ADC8-62D19C38BCF4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8883070-A881-B09D-ED89-F320F9679582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7FA6F0B-8E3C-B7BE-34C1-CDB8733477F9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11283D0-98A6-F050-2CD6-1CE0BE0C446E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1535CA-9580-03A8-81B9-C4272A664376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815F013-F922-E3B5-1FD8-460C849F2033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E8EC94-352D-D567-0071-D691FD2C10D0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1268C4-68B2-01B9-B3DD-08E99CAB7985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BAF7E7-41D6-5CC6-1180-512CFB80BA19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3C27A15-80DF-6C69-0AB0-D5265C64FB0C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9437A6-7F46-93BF-B9A0-A470DDCAFDB0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2C0453-78BA-B1CD-C929-7F9882A1E36B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F7C65-E1D4-B2E5-0D47-6177F38BFDD0}"/>
              </a:ext>
            </a:extLst>
          </p:cNvPr>
          <p:cNvSpPr txBox="1"/>
          <p:nvPr/>
        </p:nvSpPr>
        <p:spPr>
          <a:xfrm>
            <a:off x="2850890" y="-382471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807C2F-BD2D-7FEE-FC0D-6D902CD0F35F}"/>
              </a:ext>
            </a:extLst>
          </p:cNvPr>
          <p:cNvCxnSpPr>
            <a:cxnSpLocks/>
          </p:cNvCxnSpPr>
          <p:nvPr/>
        </p:nvCxnSpPr>
        <p:spPr>
          <a:xfrm>
            <a:off x="3221251" y="-5499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2BA609-141D-9012-DF06-82C19DC5A178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D62DBC-3469-D2AE-38A2-44E68D1032BF}"/>
              </a:ext>
            </a:extLst>
          </p:cNvPr>
          <p:cNvSpPr txBox="1"/>
          <p:nvPr/>
        </p:nvSpPr>
        <p:spPr>
          <a:xfrm>
            <a:off x="8847437" y="-350575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2AA2DA-AFAE-9999-B455-57B806BED85A}"/>
              </a:ext>
            </a:extLst>
          </p:cNvPr>
          <p:cNvCxnSpPr>
            <a:cxnSpLocks/>
          </p:cNvCxnSpPr>
          <p:nvPr/>
        </p:nvCxnSpPr>
        <p:spPr>
          <a:xfrm>
            <a:off x="9217798" y="-23102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CE4AB37-542D-D80A-35CC-4ADEB0705417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A23C02-5E50-48F3-5958-30830F7A2DD7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9167C5-F192-D991-78BE-DC707CFD843F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3520D30-D12B-6B29-4FA3-B7F932F86BF1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29E2730-8F73-BBE7-2FDF-B977CA181478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B959E40-DEAA-23FC-B85A-92F38EAD8A30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6BD4453-8246-B069-E081-482DD2EA89DC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DD665EA-4FCA-5267-327C-EDD4F12724A2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6E1D3DF-2012-37B0-9D3B-B9E0D77304E8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6F6201D-7168-4955-F8DA-C886FFE60BCA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240DB50-92D3-486B-438F-850B908AC96C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A5F6DE-30EC-5D40-18F9-DE8B1395F686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B511460-769C-F9E2-7B15-F0F159F0B86E}"/>
              </a:ext>
            </a:extLst>
          </p:cNvPr>
          <p:cNvCxnSpPr>
            <a:cxnSpLocks/>
          </p:cNvCxnSpPr>
          <p:nvPr/>
        </p:nvCxnSpPr>
        <p:spPr>
          <a:xfrm>
            <a:off x="6522090" y="6337370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02A9909-9AB2-E91C-DB31-74664DD111C2}"/>
              </a:ext>
            </a:extLst>
          </p:cNvPr>
          <p:cNvSpPr txBox="1"/>
          <p:nvPr/>
        </p:nvSpPr>
        <p:spPr>
          <a:xfrm>
            <a:off x="6164511" y="6040173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5484DBC-B06E-0DC0-8F7E-22BDB937C13D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B9F0C38-2D72-66F7-D2F5-4BC8BA55FF37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7779A05-B45B-2B67-C73D-9765A5D54ED0}"/>
              </a:ext>
            </a:extLst>
          </p:cNvPr>
          <p:cNvSpPr txBox="1"/>
          <p:nvPr/>
        </p:nvSpPr>
        <p:spPr>
          <a:xfrm>
            <a:off x="8772264" y="67575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A048D0-7FF9-70B4-85E4-7952FDE99D37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4C170DD-DC69-531A-3F4C-3B2E3ABFCF6A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endParaRPr lang="en-IN" b="0" dirty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6A5FA04-A93B-A4AB-81DA-E3FE48B64417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927F3E7C-F4F9-2CE0-F3F6-160346EE7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2015"/>
              </p:ext>
            </p:extLst>
          </p:nvPr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903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4953-44ED-4244-DFD6-A2FE72E8D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A4B63C-08B1-62D1-37F5-A7D71512D88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7FC40F2-96D1-BBD6-4660-F2F74A0A107B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25ECD9-39F2-4161-779F-BCE93239BA6F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20D155-5DFA-A31E-4164-31E857DE1227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4F82BD-F2B3-6461-EF71-C872AD2B8392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1DF471-192C-F26A-2124-F7857B3CE576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57E143-507C-150B-4E1E-819AB3DA5C64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7F99D4-80E0-D83C-E099-62C80C87652F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29A3A0-43F5-E326-FB7E-C6C2DA53B22E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08DF051-688A-D659-51B3-A332BD273690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3C67ADB-0520-11FE-8A65-30122545FB3B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A8E4795-B37B-2D5B-8FB0-74CE98FD8348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B12D4B5-04A0-2EE8-093D-A5ED4D840ED4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5BB6A8-12A5-12AC-432F-2A54FF77CDBA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7C6C94-FE25-2552-7FE4-194C2BEBDFDE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5BE04B-0ADB-C55C-1F87-41D011F7D01B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EACC57-E6BE-35C2-0155-8F4243D642C1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F6DAAE-F23C-8FCA-89BE-EB95F2940049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CF8243-2204-599C-3E45-B7EBA8D0B4DE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F678007-3F90-675C-8113-244C82EDFC29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EDE1A-CC60-55A8-9286-714E1CFF25A9}"/>
              </a:ext>
            </a:extLst>
          </p:cNvPr>
          <p:cNvSpPr txBox="1"/>
          <p:nvPr/>
        </p:nvSpPr>
        <p:spPr>
          <a:xfrm>
            <a:off x="2850890" y="-382471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3FFC57-AA83-4399-CB88-59ACA2B3D959}"/>
              </a:ext>
            </a:extLst>
          </p:cNvPr>
          <p:cNvCxnSpPr>
            <a:cxnSpLocks/>
          </p:cNvCxnSpPr>
          <p:nvPr/>
        </p:nvCxnSpPr>
        <p:spPr>
          <a:xfrm>
            <a:off x="3221251" y="-5499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1C7ACD-8A2C-6822-8B95-D6CF41E70D59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BED306-CA4D-9C6C-EC0C-849420AC0BFD}"/>
              </a:ext>
            </a:extLst>
          </p:cNvPr>
          <p:cNvSpPr txBox="1"/>
          <p:nvPr/>
        </p:nvSpPr>
        <p:spPr>
          <a:xfrm>
            <a:off x="8847437" y="-350575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9A01CD-AB81-42FF-9541-0BE35C54AC3E}"/>
              </a:ext>
            </a:extLst>
          </p:cNvPr>
          <p:cNvCxnSpPr>
            <a:cxnSpLocks/>
          </p:cNvCxnSpPr>
          <p:nvPr/>
        </p:nvCxnSpPr>
        <p:spPr>
          <a:xfrm>
            <a:off x="9217798" y="-23102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5C5185D-9678-1A09-3912-D4A2A4F20588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32A619-AC14-50A9-E247-4087D40ABEE7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9C7969F-B801-AFFB-EBB4-F6F3E00D8BD3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720A9E2-9DF1-378E-1C3F-733FB2BB47C3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B88C84E-A9E2-2354-A1CB-13922E4E649D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63438ED-C234-BC33-1187-173C826A673E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6CA5659-ABA0-9584-EB42-1D0BA46E231A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56C072-561B-AA45-D931-33FD8D151F5C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C72C0CF-6DB4-A348-2C78-866BBC56987E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076DCEB-5226-F147-0548-77B6C5A6395A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60A9892-8DFC-6255-FBCA-8DCB08A1A429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400CDAA-4228-8430-6A3E-B8926115DAF0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4EDCE3E-78B7-3EDB-7EF2-A78A9D9294D8}"/>
              </a:ext>
            </a:extLst>
          </p:cNvPr>
          <p:cNvCxnSpPr>
            <a:cxnSpLocks/>
          </p:cNvCxnSpPr>
          <p:nvPr/>
        </p:nvCxnSpPr>
        <p:spPr>
          <a:xfrm>
            <a:off x="7852012" y="631285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4D73B26-CEED-ED05-AC77-8AD3A910DC0E}"/>
              </a:ext>
            </a:extLst>
          </p:cNvPr>
          <p:cNvSpPr txBox="1"/>
          <p:nvPr/>
        </p:nvSpPr>
        <p:spPr>
          <a:xfrm>
            <a:off x="7494433" y="6015661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7E9DE2F-1733-920F-5591-4D1FF82C4D46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2180964-12D0-F22D-5A4D-4A006199027C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3DE00C8-D7D1-3FBB-C1F4-B59BC27AFEA1}"/>
              </a:ext>
            </a:extLst>
          </p:cNvPr>
          <p:cNvSpPr txBox="1"/>
          <p:nvPr/>
        </p:nvSpPr>
        <p:spPr>
          <a:xfrm>
            <a:off x="8772264" y="67575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CA1FE2B-15A8-E9A3-97DD-9BB01D99BB9C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60A2E73-277A-50D8-9603-8FEABD0FC73E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46CB277E-09AF-DA55-0BEC-7058B06A5EA8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715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71367-0577-6F67-ACAB-F5953D7C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F04D90-B53E-8FBC-B9AD-CAF45F765DB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CB2206-7BD3-DDBC-11AB-C4FE5925AD40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1E6B49-6DC2-C58A-0D25-7F85B26632C7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90DB92-91A9-A541-B98C-D6856CD34F5E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CAA72E-28B9-D12C-07B6-5EB23B535C42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45FCF5-A09A-FEC1-5454-EB459C723399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F5BD74-6715-7E8B-00C8-076B9BE286A6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2CC348-A2A4-74AF-2931-29AC0E4EB341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B83B9F-5402-61DD-8E52-0963CF287919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88BAB49-3FBD-D414-AD7D-C7B9A2EFBB86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AB7D8BD-B804-16C2-DB20-A43A09A5584B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2AA026A-0BE1-9A41-A686-9266B4557D56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17CC8A-1553-5B11-2822-DD90287F2435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C8486E-6AA1-7BFB-A3AA-B85D01D12AC1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9523A85-470A-C9AE-5DE3-59FE0F387C9B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455AA3E-9AEC-5249-DCFD-B52D44268D60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07C276-E9D7-595E-320E-5893F88EFD29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88FCB3A-4997-A8C6-2877-551E1D21E127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15815D-E598-BFA8-EBC8-F07FA3C745E7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4673C7-FFFA-61A8-FAC5-4D54D7D57BF8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6355B-A0BA-4EFC-B5A3-1ECA930F6DED}"/>
              </a:ext>
            </a:extLst>
          </p:cNvPr>
          <p:cNvSpPr txBox="1"/>
          <p:nvPr/>
        </p:nvSpPr>
        <p:spPr>
          <a:xfrm>
            <a:off x="2850890" y="-382471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C12219-DFF3-CBC9-D88F-1F4B128182BB}"/>
              </a:ext>
            </a:extLst>
          </p:cNvPr>
          <p:cNvCxnSpPr>
            <a:cxnSpLocks/>
          </p:cNvCxnSpPr>
          <p:nvPr/>
        </p:nvCxnSpPr>
        <p:spPr>
          <a:xfrm>
            <a:off x="3221251" y="-5499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FD94EC8-C85B-F8C5-372C-262F80178765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D17CAE-FAE1-8473-74D9-3635E62EDDBA}"/>
              </a:ext>
            </a:extLst>
          </p:cNvPr>
          <p:cNvSpPr txBox="1"/>
          <p:nvPr/>
        </p:nvSpPr>
        <p:spPr>
          <a:xfrm>
            <a:off x="8847437" y="-350575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C4584B-147B-2366-B400-0F8863C28304}"/>
              </a:ext>
            </a:extLst>
          </p:cNvPr>
          <p:cNvCxnSpPr>
            <a:cxnSpLocks/>
          </p:cNvCxnSpPr>
          <p:nvPr/>
        </p:nvCxnSpPr>
        <p:spPr>
          <a:xfrm>
            <a:off x="9217798" y="-23102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95D41AC-5FD9-B803-A210-09EDF0CDF1A2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DB2C64-478F-D728-603E-4E9FBD683187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8B7049-8125-107E-4598-66E877A9FA40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8F553A2-9B99-A2DB-4D1A-FEF88987B364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67E65926-2FE8-1EB1-5CE4-303EFC93CEE0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6FB571-01CD-879A-D574-6BBD2D6F54FB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B335F8E-D88A-2C8B-BEBF-62AE893B5E26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5E78F8-4EEB-34B3-151F-E51C3F5EF657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17413A6-24CE-2F6A-A0C5-CEEF58D19E87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9339C230-58D8-828A-21CB-98C3CFB4FA32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6A2E3C-5A0C-CE3B-3637-09A61E739EF8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E9ACBED-9576-2E45-320F-E5206F05EB7D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93EB8CD-0AB5-1DFF-B2B3-C23D80973DB0}"/>
              </a:ext>
            </a:extLst>
          </p:cNvPr>
          <p:cNvCxnSpPr>
            <a:cxnSpLocks/>
          </p:cNvCxnSpPr>
          <p:nvPr/>
        </p:nvCxnSpPr>
        <p:spPr>
          <a:xfrm>
            <a:off x="7852012" y="631285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5ECE546-4E12-DEC5-FE75-4E41B370B4F5}"/>
              </a:ext>
            </a:extLst>
          </p:cNvPr>
          <p:cNvSpPr txBox="1"/>
          <p:nvPr/>
        </p:nvSpPr>
        <p:spPr>
          <a:xfrm>
            <a:off x="7494433" y="6015661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05474E0-23AE-B650-5E6B-9FA0B6DE767A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A54EA63-9ED4-A07B-77D9-0CB9AE8604AB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A80644E-E428-670F-7629-94E6B8FEA245}"/>
              </a:ext>
            </a:extLst>
          </p:cNvPr>
          <p:cNvSpPr txBox="1"/>
          <p:nvPr/>
        </p:nvSpPr>
        <p:spPr>
          <a:xfrm>
            <a:off x="8772264" y="67575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3B00D4C-16F0-52BE-A105-6C91A861E6A1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D597221-2AFB-B272-9E38-E626BB4AB022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559F4F37-231D-E7DE-94D1-1832E355F896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EA1015FC-3175-27A9-9B25-76A7D5F56C6C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temp2</a:t>
            </a:r>
          </a:p>
        </p:txBody>
      </p:sp>
    </p:spTree>
    <p:extLst>
      <p:ext uri="{BB962C8B-B14F-4D97-AF65-F5344CB8AC3E}">
        <p14:creationId xmlns:p14="http://schemas.microsoft.com/office/powerpoint/2010/main" val="826937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63B9-144B-FB32-52A8-3A091B0BD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C066BD-11CB-60B9-E12B-E85B712F170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705D0AE-1ADB-C45B-D398-5B98C21A9B72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A81C49-CDA2-88BA-556D-A5DCF0B1EFEE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343690-BCC3-F9C4-D784-E40DA621B510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C5A6CB-AF33-6998-215D-EF2B1B5D598C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DBDDF7-DAFC-4C35-2EB8-CE3F33C5C620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88F9C5-2927-8CB4-CB20-648D77C92C66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8ACEC31-B726-17A7-FF92-8709FAF292EC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32D0FC-FB18-AAF0-E48B-ACB0C27C766D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C5AD533-6104-AFCE-2FA6-0C35CDFDFD07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A3DFDCB-89AA-6A89-F29F-DDBC95C4A681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46C6649-6271-1F99-B195-D0E412C769ED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F0FDECC-0D81-5153-D983-0824F2A41505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06D081-C269-B012-22FC-A6CA904728FC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6D413C-2853-5F4C-F2A5-B2DF383C322F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18CCEF9-054D-E571-11D8-EF8F47EFC5E8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44EA72-DA97-D843-2584-1745FF801B1E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2C0C6C2-29D1-8A24-1B6A-5ED7A80BE0F6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12772C-B156-8148-F184-F71830AA9529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4DE627-2FB8-3CCE-86E5-5AECF1205353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84283-84F7-CF52-DF4F-EF3C87441663}"/>
              </a:ext>
            </a:extLst>
          </p:cNvPr>
          <p:cNvSpPr txBox="1"/>
          <p:nvPr/>
        </p:nvSpPr>
        <p:spPr>
          <a:xfrm>
            <a:off x="2850890" y="-382471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3D3015-19E3-890B-0FB2-73BFAE9BA679}"/>
              </a:ext>
            </a:extLst>
          </p:cNvPr>
          <p:cNvCxnSpPr>
            <a:cxnSpLocks/>
          </p:cNvCxnSpPr>
          <p:nvPr/>
        </p:nvCxnSpPr>
        <p:spPr>
          <a:xfrm>
            <a:off x="3221251" y="-5499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CBCCF30-7F87-73C9-055C-B95E0130CFA6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55A963-D694-EAA4-0FE2-2529BEBEB5D9}"/>
              </a:ext>
            </a:extLst>
          </p:cNvPr>
          <p:cNvSpPr txBox="1"/>
          <p:nvPr/>
        </p:nvSpPr>
        <p:spPr>
          <a:xfrm>
            <a:off x="11058025" y="-392322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61D4E5-3EA3-22A3-B9E8-0DADD3172E72}"/>
              </a:ext>
            </a:extLst>
          </p:cNvPr>
          <p:cNvCxnSpPr>
            <a:cxnSpLocks/>
          </p:cNvCxnSpPr>
          <p:nvPr/>
        </p:nvCxnSpPr>
        <p:spPr>
          <a:xfrm>
            <a:off x="11428386" y="-6484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2A19BC8-62C1-9116-9590-1E7FF8AE02CE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02088A-D677-44AD-894F-AD17EA322B05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F1066C-4A13-38E3-1880-11B381D1B2F3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F56D388-8926-03B9-696D-E6EC79ED3E01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87AD08B8-A5C8-5451-5681-B20F5F6D3298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2FF0B6-125A-31CB-811A-2C6D5F86CA3C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97791D-3BDE-B4A9-453B-765A5F1166BB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E72FCB-5B50-86BE-8E9C-17608C57B9D8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2A1A6FB-B299-8565-79DB-C88D31256342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9B84EB2E-7BBD-E113-5FF3-C2A855318021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C5DF166-B9E8-FF35-E1A6-3862A26630EB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C2AD9C9-DC21-7148-CD09-EB5099CE12A1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D5BEEE-FDBE-032A-171D-1F3B847A3824}"/>
              </a:ext>
            </a:extLst>
          </p:cNvPr>
          <p:cNvCxnSpPr>
            <a:cxnSpLocks/>
          </p:cNvCxnSpPr>
          <p:nvPr/>
        </p:nvCxnSpPr>
        <p:spPr>
          <a:xfrm>
            <a:off x="7852012" y="631285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AE7770C-6AD8-1554-641A-52FA4ED062C8}"/>
              </a:ext>
            </a:extLst>
          </p:cNvPr>
          <p:cNvSpPr txBox="1"/>
          <p:nvPr/>
        </p:nvSpPr>
        <p:spPr>
          <a:xfrm>
            <a:off x="7494433" y="6015661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F25B0F2-ED6C-9EBC-7E86-CC4DB9E1CCA8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C459903-8B06-550B-0D6F-D062F212303C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797CB67-6F9D-9321-F32C-C739DE920B1E}"/>
              </a:ext>
            </a:extLst>
          </p:cNvPr>
          <p:cNvSpPr txBox="1"/>
          <p:nvPr/>
        </p:nvSpPr>
        <p:spPr>
          <a:xfrm>
            <a:off x="8772264" y="675758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4FDB949-CFC1-E14E-EEFA-D9D989533DD7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0341FE9-0966-1771-1427-E46594622AA9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CC4BBB5A-3E0B-4E41-B7CC-2782807DB75C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6551E462-05F2-944F-64F1-0C26321CC043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temp2</a:t>
            </a:r>
          </a:p>
        </p:txBody>
      </p:sp>
    </p:spTree>
    <p:extLst>
      <p:ext uri="{BB962C8B-B14F-4D97-AF65-F5344CB8AC3E}">
        <p14:creationId xmlns:p14="http://schemas.microsoft.com/office/powerpoint/2010/main" val="2171138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F715-BC10-2707-FB47-26683A64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B671ED-7119-0CEC-C05E-FD82F080404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828828-EEEA-3716-8F93-737A7CF160A2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BBD54B-7787-C82A-C47E-3E4DE97ED2FD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9CA627-2C02-24D3-4DDD-A29ECAD8DAC0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6CF8CE-C905-5B83-4AA2-F0B3B96443E5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9E1E7C-E48A-DF98-020F-C5CFED321614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B81A1E-82A6-3C41-CE44-AEE7F9F190A2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2BD198E-4932-0899-EFA7-8C0CDD235B69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DA2CCC-1EF6-F9EA-9D56-337F0B8725B6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7DFE4BD-B47B-1E03-B086-845CC76BAA21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130EE27-6F36-EEE4-75FD-9212AA90EE1F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D37579D-B5F7-350D-1C7E-73AAD3AE5BB8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2454EB-917B-4224-4945-82F7809B1F50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DB86E0-378D-1AF7-D65C-A4BBCB4D2E3E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10254A6-3474-8F0C-1621-37C5975B222D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09B266-4BAA-79BC-6663-7E8E380FB555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0CF356-C200-6934-118E-8D00F96A91ED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FC89F26-4BA2-D7D1-211D-64601B6DD62A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239C4A7-46DE-EB7E-FD6C-1B5B532D129A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1130648-7288-E91A-8B4B-1C133D2F0EA2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C107F-BD23-C51B-AF54-681F83E91B26}"/>
              </a:ext>
            </a:extLst>
          </p:cNvPr>
          <p:cNvSpPr txBox="1"/>
          <p:nvPr/>
        </p:nvSpPr>
        <p:spPr>
          <a:xfrm>
            <a:off x="2850890" y="-382471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5C25E3-ECEB-7813-871B-18AC3AA7655C}"/>
              </a:ext>
            </a:extLst>
          </p:cNvPr>
          <p:cNvCxnSpPr>
            <a:cxnSpLocks/>
          </p:cNvCxnSpPr>
          <p:nvPr/>
        </p:nvCxnSpPr>
        <p:spPr>
          <a:xfrm>
            <a:off x="3221251" y="-5499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CEB70BC-8007-A820-58E8-A4A1D017E694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B64EA2-EDFA-86BE-3AFB-C99A978D157E}"/>
              </a:ext>
            </a:extLst>
          </p:cNvPr>
          <p:cNvSpPr txBox="1"/>
          <p:nvPr/>
        </p:nvSpPr>
        <p:spPr>
          <a:xfrm>
            <a:off x="11058025" y="-392322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6611AC-9C27-ABFF-8617-E6466190CF96}"/>
              </a:ext>
            </a:extLst>
          </p:cNvPr>
          <p:cNvCxnSpPr>
            <a:cxnSpLocks/>
          </p:cNvCxnSpPr>
          <p:nvPr/>
        </p:nvCxnSpPr>
        <p:spPr>
          <a:xfrm>
            <a:off x="11428386" y="-6484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BEC93B2-5B54-4DE5-C184-6FCDB3C35A52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DFEAE8-DDEB-267C-5E82-7DA7B0051562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05E2FF-104E-7561-F8DF-88027E0CC33E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BF4B6A4-E7A2-4141-D19F-E5DC2ADB04F1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DB970F64-8A27-535D-030A-1D2A91BF0EDE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D3DF0E0-782C-21E2-D26A-766C34FA3247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E489417-802B-AE19-30E3-14F70E537871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B71BBB8-2D89-0A0B-B9B8-CD1449E7FA82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AD7A7CA-A793-7541-EE86-4A8461EB82AD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62E7BA4-FE4C-5246-B264-280781656701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6ADAA59-0829-5C02-57F9-3EEC54522164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BC6F07-A1E9-6DBC-B0EB-AF24874A93D8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722864-0BCF-3560-595C-8AD47ECD592A}"/>
              </a:ext>
            </a:extLst>
          </p:cNvPr>
          <p:cNvCxnSpPr>
            <a:cxnSpLocks/>
          </p:cNvCxnSpPr>
          <p:nvPr/>
        </p:nvCxnSpPr>
        <p:spPr>
          <a:xfrm>
            <a:off x="7852012" y="631285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56D5891-C7BD-E9A6-ED47-429ECD44AD53}"/>
              </a:ext>
            </a:extLst>
          </p:cNvPr>
          <p:cNvSpPr txBox="1"/>
          <p:nvPr/>
        </p:nvSpPr>
        <p:spPr>
          <a:xfrm>
            <a:off x="7494433" y="6015661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756C44B-0264-B61D-E0C2-72E3034E227C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A2C458B-15D2-14E6-99AA-3EDCF5F697E8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3DB578C-5313-FD57-162D-A37690C24E3A}"/>
              </a:ext>
            </a:extLst>
          </p:cNvPr>
          <p:cNvSpPr txBox="1"/>
          <p:nvPr/>
        </p:nvSpPr>
        <p:spPr>
          <a:xfrm>
            <a:off x="10144070" y="677808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10528D-91BD-4376-1929-8F5EFD5F7BFB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D772B06-9D0D-37F8-5965-FA2947C82099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057F80D-6A96-F3F0-480D-875B3E44ADE6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83BFA6B0-02E0-1A33-0727-217A263ED0FD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temp2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1A57C42-A162-A124-19A7-03B7AA78A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670845"/>
              </p:ext>
            </p:extLst>
          </p:nvPr>
        </p:nvGraphicFramePr>
        <p:xfrm>
          <a:off x="8797851" y="6680342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E208C31-34AD-C281-E5A6-A93B742F7940}"/>
              </a:ext>
            </a:extLst>
          </p:cNvPr>
          <p:cNvCxnSpPr>
            <a:cxnSpLocks/>
          </p:cNvCxnSpPr>
          <p:nvPr/>
        </p:nvCxnSpPr>
        <p:spPr>
          <a:xfrm>
            <a:off x="9684003" y="6997703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697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DAB2D-56A8-B35D-7E77-81456956E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7ABC1A-88A3-5A2A-9D1C-42C4C979AF6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E0690BC-3DA2-DC29-B3EB-666C3BC596C2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DBADDF-47F4-3544-AC87-DC7EDAC81358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3C951C-4C1D-E97E-4DB4-13DF23ED1B35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521963-0290-7EA9-6ADC-1E453DE3D1B6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FCE56D-F35D-BE23-D38D-2CF0A473B22F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4A60B7-7767-A544-0E56-13C00014AD37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81EA112-983B-1318-B233-1F880B8B2439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72DCE8-56B6-59C6-D3B4-5174F83EC641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3DB04A4-9109-2A8A-4016-B301AE0774BF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07E853A-0232-3EC6-F84F-D7A37F1582CD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0B9590B-3E2D-23C0-66C7-A90D4576CE8E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8BBF8D-7238-94F3-A4C5-501CDA6829E3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375627-DF80-CA2C-DD18-ACC596CFC5DD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0B251E-CBEA-CE9F-5538-1FE97741EBBB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0316C2C-71B6-BB9D-FBFC-47DADD5862B2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BBBE54-32E5-7864-EA1C-91FB67AB0F1A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4F9693-7D29-1C0F-8F6E-308B46803B2E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31C817-70B3-7EFF-DA72-F6A402882EDB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ACB819-A608-546D-143E-13F2AC50EE8D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8AE24-9473-BB57-0802-98F1C65F8C89}"/>
              </a:ext>
            </a:extLst>
          </p:cNvPr>
          <p:cNvSpPr txBox="1"/>
          <p:nvPr/>
        </p:nvSpPr>
        <p:spPr>
          <a:xfrm>
            <a:off x="2850890" y="-382471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2B8B2A-E9B6-F136-BDF6-4504DD178736}"/>
              </a:ext>
            </a:extLst>
          </p:cNvPr>
          <p:cNvCxnSpPr>
            <a:cxnSpLocks/>
          </p:cNvCxnSpPr>
          <p:nvPr/>
        </p:nvCxnSpPr>
        <p:spPr>
          <a:xfrm>
            <a:off x="3221251" y="-5499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041E1C-2B00-495E-EC15-767AAA57A590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5EA809-8D68-0A15-C86D-9CA014E04202}"/>
              </a:ext>
            </a:extLst>
          </p:cNvPr>
          <p:cNvSpPr txBox="1"/>
          <p:nvPr/>
        </p:nvSpPr>
        <p:spPr>
          <a:xfrm>
            <a:off x="11058025" y="-392322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73D03A-C31A-AEF2-3C7D-5C26C36955C4}"/>
              </a:ext>
            </a:extLst>
          </p:cNvPr>
          <p:cNvCxnSpPr>
            <a:cxnSpLocks/>
          </p:cNvCxnSpPr>
          <p:nvPr/>
        </p:nvCxnSpPr>
        <p:spPr>
          <a:xfrm>
            <a:off x="11428386" y="-6484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61EACA0-2821-A5C2-B77B-7ADF62A84306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AB5AAC-8831-81C6-7441-AC40266C67F3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F03C1F-322A-DF7C-62A8-16665FC8AD9F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0A670CB4-5A5A-797C-4D9C-DDC2E10AC836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BF432534-ABCF-9F74-B8ED-9313B845D81E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5D339C5-4E16-41D9-2B42-C138191DCE76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6BC1A7E-FE02-083B-E594-9783183BD308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354C8E-2D12-3621-364C-A550958D3D01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63F8722-93DB-AE4E-2DC6-FA9DF0FAEB86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64B78F93-FB35-4FE8-2272-66EB32056E1F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26EADDF-9B8F-75A4-C0E0-ED3A27D5D095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1A91CAF-50B2-FA02-D1E1-6A3D9B1FEC32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2032A42-2F86-171D-FF89-0855EBF1A212}"/>
              </a:ext>
            </a:extLst>
          </p:cNvPr>
          <p:cNvCxnSpPr>
            <a:cxnSpLocks/>
          </p:cNvCxnSpPr>
          <p:nvPr/>
        </p:nvCxnSpPr>
        <p:spPr>
          <a:xfrm>
            <a:off x="9254277" y="6291357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C937597-1838-4059-87F5-B25BB5F2BBFF}"/>
              </a:ext>
            </a:extLst>
          </p:cNvPr>
          <p:cNvSpPr txBox="1"/>
          <p:nvPr/>
        </p:nvSpPr>
        <p:spPr>
          <a:xfrm>
            <a:off x="8896698" y="5994160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E4D2112-A5AA-267C-DB28-962B158C4327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675A265-2CF5-632A-5183-21D6AB4EB933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BC09895-F123-8117-DCA8-8CB9E500D59D}"/>
              </a:ext>
            </a:extLst>
          </p:cNvPr>
          <p:cNvSpPr txBox="1"/>
          <p:nvPr/>
        </p:nvSpPr>
        <p:spPr>
          <a:xfrm>
            <a:off x="10144070" y="677808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618488E-39E3-2DDA-8EF3-B908889D4110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F1A9ACE-81AF-78E0-7212-BFD262249616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BADF2885-101E-616C-DB01-CF06F309E066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FDAA8F06-6728-3ED0-206B-EE9218A4C1E8}"/>
              </a:ext>
            </a:extLst>
          </p:cNvPr>
          <p:cNvGraphicFramePr>
            <a:graphicFrameLocks noGrp="1"/>
          </p:cNvGraphicFramePr>
          <p:nvPr/>
        </p:nvGraphicFramePr>
        <p:xfrm>
          <a:off x="8797851" y="6680342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B21DD8E-958C-2B31-BDE5-0CBEBDF66D90}"/>
              </a:ext>
            </a:extLst>
          </p:cNvPr>
          <p:cNvCxnSpPr>
            <a:cxnSpLocks/>
          </p:cNvCxnSpPr>
          <p:nvPr/>
        </p:nvCxnSpPr>
        <p:spPr>
          <a:xfrm>
            <a:off x="9684003" y="6997703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358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A0FBF-1D4C-87E4-6077-71CABB66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65E7F7-1B92-7B2A-2C09-FAC0148429A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51E0FD-DD8B-9F1F-88E7-5847F7D9BFBA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074859-70BC-DD76-6D3F-6AF29C117B89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4B3C24-D3DF-5361-7755-200CC26FA7A7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D77636-1CBC-879E-2DBD-9A8ECBF31630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EEEE5F-6BC3-D48A-4443-80F1B867C61F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4B76B1-0A6F-CDA5-7F26-34FE38515FD9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F5FF3E-01B6-79C5-F15E-D375A569A708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0C1A5A-D124-053C-A289-307BECB2B1BF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2003E20-C400-797F-233C-C095B0F243FF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6D27F15-4766-210E-5005-206BE70CADC0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AC46C32-335D-1722-FFA0-C1CF27C53B22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A0FBF1-291C-0509-C7CF-E822AC9017BD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B75754-CD26-6BCF-6458-FC26EF7A5D6B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2E4903-091C-4574-D78A-5BD639F602B8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4519D64-CC3B-45C4-021F-4EBD768016F0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E5E12A-A092-1F2C-E0E2-361856308C80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FD1DCF0-2659-83AF-D585-5F27B9587A29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6C88D6-BA80-17EC-120C-39C79C26D4D9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09DB2E-CBA3-3E49-0CDB-9BD7224D0F76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B3D9E-D953-2C05-AF91-5EE6FA103D83}"/>
              </a:ext>
            </a:extLst>
          </p:cNvPr>
          <p:cNvSpPr txBox="1"/>
          <p:nvPr/>
        </p:nvSpPr>
        <p:spPr>
          <a:xfrm>
            <a:off x="2850890" y="-382471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C23460-E0A9-CDCF-1D20-3DB5333FF207}"/>
              </a:ext>
            </a:extLst>
          </p:cNvPr>
          <p:cNvCxnSpPr>
            <a:cxnSpLocks/>
          </p:cNvCxnSpPr>
          <p:nvPr/>
        </p:nvCxnSpPr>
        <p:spPr>
          <a:xfrm>
            <a:off x="3221251" y="-54998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8C8993-538A-E005-2B4B-2A5533D6549B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D52635-53D3-23D8-0CDF-CC64859AE898}"/>
              </a:ext>
            </a:extLst>
          </p:cNvPr>
          <p:cNvSpPr txBox="1"/>
          <p:nvPr/>
        </p:nvSpPr>
        <p:spPr>
          <a:xfrm>
            <a:off x="11058025" y="-392322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BD2BAD-2BE4-0884-C3E1-E794FAD13C4E}"/>
              </a:ext>
            </a:extLst>
          </p:cNvPr>
          <p:cNvCxnSpPr>
            <a:cxnSpLocks/>
          </p:cNvCxnSpPr>
          <p:nvPr/>
        </p:nvCxnSpPr>
        <p:spPr>
          <a:xfrm>
            <a:off x="11428386" y="-6484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EC8CA37-0F42-000E-6F8C-F4F28FCA1DB9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98C223-828A-B42D-AA06-3B8512C4401E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FD954F-95CC-FBDE-AB6C-6B81C81854B2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A281960-6C18-1BB8-DB2D-E6D33104EACE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A8796E8-1FD7-8FFE-8B7B-09874F185EFD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BC1257B-2306-3371-5918-B16F371BC181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DC1B26A-D223-3974-6234-77BABCE250EC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6D23E2C-6C43-4659-245E-B2D26C4EF3EA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5FDFB86-D666-C5B2-A2CB-F9E37E89D685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EF78BE6-319C-2902-FE5B-BFCEE8A40861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EAB8F60-F848-0203-A45F-D0432907BE69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3E328FD-D7EF-0741-5A06-5750530C4D98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6FFB86D-CA1E-1B57-485D-B3798DBFAE61}"/>
              </a:ext>
            </a:extLst>
          </p:cNvPr>
          <p:cNvCxnSpPr>
            <a:cxnSpLocks/>
          </p:cNvCxnSpPr>
          <p:nvPr/>
        </p:nvCxnSpPr>
        <p:spPr>
          <a:xfrm>
            <a:off x="9254277" y="6291357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64C85CA-F277-338D-D0DE-D295C6C8D096}"/>
              </a:ext>
            </a:extLst>
          </p:cNvPr>
          <p:cNvSpPr txBox="1"/>
          <p:nvPr/>
        </p:nvSpPr>
        <p:spPr>
          <a:xfrm>
            <a:off x="8896698" y="5994160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6E30EAB-94F0-F100-3A0F-7A2904178FD9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3F680A-1C78-D0CB-80EB-5B55F2A6E705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2FCD852-BA3A-B0DC-76DD-ADC3BE7DCEDD}"/>
              </a:ext>
            </a:extLst>
          </p:cNvPr>
          <p:cNvSpPr txBox="1"/>
          <p:nvPr/>
        </p:nvSpPr>
        <p:spPr>
          <a:xfrm>
            <a:off x="10144070" y="677808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0822938-8B7B-38C8-18FE-43464C6CB78B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29D55CB-0812-D954-DFFF-D6F62C8B962E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81D84F17-D662-5B4E-4D9F-D8BC76C5BF6E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82A4E710-63C2-E68D-3D09-FE0EEC31588B}"/>
              </a:ext>
            </a:extLst>
          </p:cNvPr>
          <p:cNvGraphicFramePr>
            <a:graphicFrameLocks noGrp="1"/>
          </p:cNvGraphicFramePr>
          <p:nvPr/>
        </p:nvGraphicFramePr>
        <p:xfrm>
          <a:off x="8797851" y="6680342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A259859-4450-C5A6-5B2C-0B49FE332503}"/>
              </a:ext>
            </a:extLst>
          </p:cNvPr>
          <p:cNvCxnSpPr>
            <a:cxnSpLocks/>
          </p:cNvCxnSpPr>
          <p:nvPr/>
        </p:nvCxnSpPr>
        <p:spPr>
          <a:xfrm>
            <a:off x="9684003" y="6997703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BB35E31-038D-233D-0F4E-30644824E741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endParaRPr lang="en-IN" b="0" dirty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760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91E28-F924-C6F6-4EE6-6147E13F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751466-C606-0534-4FDE-D2FD2D4CFE4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2013A4-14F0-B535-6E56-7067821361E2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E73CF4-EA42-9D79-2BEF-E9FEEBD40525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D95E8B-D5BD-1F2E-DC77-A4CC6EEEA019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81EC01-71EC-A828-3E82-B19C1C2C62FE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53D09C-0F2A-A8DE-8A53-600AB469BD25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925600-F0DE-A8F2-C603-E4C629D8DCF8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99CBE46-E522-F27A-16E2-A465EA48840C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B35098-030B-4362-161E-43F70BA1F95A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98157AB-A0D4-FA8A-6DF3-72E35E05286F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F904185-EEFF-EDC7-BC1E-26F9B23FC0DA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6F4AF1B-54E7-07B2-7142-8CF438BA7F2A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9ED340-8658-7C43-D1F3-2390268D3B7B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2A8693-D031-BBC1-E947-8790E0341BF6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3672E4-8FC7-06EA-3F1B-80558111112B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9DF58C8-9059-95A8-0900-8B401D1A4DCA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008A81-4A8C-9A50-FB20-7FBB3E077872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97E40C-9379-21BA-96B4-8BFEA02F9A64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D31EB0-484C-C733-9291-83C11F48AE9A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B30F18A-0793-187C-822B-3FB02DD67E00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564A2B-8D2A-1976-DE5C-7705310BD3A2}"/>
              </a:ext>
            </a:extLst>
          </p:cNvPr>
          <p:cNvSpPr txBox="1"/>
          <p:nvPr/>
        </p:nvSpPr>
        <p:spPr>
          <a:xfrm>
            <a:off x="4796862" y="-217966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10B21C-E8B9-6FDA-CFF2-7AF788DCB30A}"/>
              </a:ext>
            </a:extLst>
          </p:cNvPr>
          <p:cNvCxnSpPr>
            <a:cxnSpLocks/>
          </p:cNvCxnSpPr>
          <p:nvPr/>
        </p:nvCxnSpPr>
        <p:spPr>
          <a:xfrm>
            <a:off x="5167223" y="109507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1F1208-ACA8-3679-3554-6D5E62202735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2DC85-877A-3E86-07B8-FF75F97FDBFC}"/>
              </a:ext>
            </a:extLst>
          </p:cNvPr>
          <p:cNvSpPr txBox="1"/>
          <p:nvPr/>
        </p:nvSpPr>
        <p:spPr>
          <a:xfrm>
            <a:off x="11058025" y="-392322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95A099-0F8A-72AD-25F2-0CF55AA8FB3F}"/>
              </a:ext>
            </a:extLst>
          </p:cNvPr>
          <p:cNvCxnSpPr>
            <a:cxnSpLocks/>
          </p:cNvCxnSpPr>
          <p:nvPr/>
        </p:nvCxnSpPr>
        <p:spPr>
          <a:xfrm>
            <a:off x="11428386" y="-6484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78416E9-8E67-6BE6-584D-A7A6CCE4D87A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1D837C-AFD0-0FC4-9DD0-C944E0E5C645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44972B-F96A-21F2-581F-E0EA184DCC31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6B6DE33-0B03-6570-8AE8-E61BDFB070C9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8C1EBF89-7013-F35A-92C2-0DB75D8B3FA9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6BE9C0C-5B4C-CBA0-719E-1CDD2DA418CD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F0C0E3F-01BE-87B7-EF0F-197160FE8924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B53225-19CA-015C-83CE-C766776822A2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FCDEB61-AA57-EB19-A597-45BEA9A4C4C8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CEC4488-8A0E-6064-916E-58C8C80DDACB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8236E0B-A8E9-D0EA-B1BA-47653684BBAD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ECCCCF8-AB3A-A7E5-FA0E-3B2AF0700327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E300900-F151-3678-B278-B5C99F26B423}"/>
              </a:ext>
            </a:extLst>
          </p:cNvPr>
          <p:cNvCxnSpPr>
            <a:cxnSpLocks/>
          </p:cNvCxnSpPr>
          <p:nvPr/>
        </p:nvCxnSpPr>
        <p:spPr>
          <a:xfrm>
            <a:off x="9254277" y="6291357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3DB09F1-9E39-2E79-03C1-E7804AF46A78}"/>
              </a:ext>
            </a:extLst>
          </p:cNvPr>
          <p:cNvSpPr txBox="1"/>
          <p:nvPr/>
        </p:nvSpPr>
        <p:spPr>
          <a:xfrm>
            <a:off x="8896698" y="5994160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40964BF-5A10-8C67-54DB-FA76C5D2918F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4E69A3D-D7EC-608E-9E45-E31C73B6E206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78CAA0E-E385-CFF1-D56A-6435E16EBA00}"/>
              </a:ext>
            </a:extLst>
          </p:cNvPr>
          <p:cNvSpPr txBox="1"/>
          <p:nvPr/>
        </p:nvSpPr>
        <p:spPr>
          <a:xfrm>
            <a:off x="10144070" y="677808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B7C052B-E55C-0EAC-C736-4F80975659B0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1FD8A5-ED61-2CD3-EFA3-E25B0F75F065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6D606ACA-88FD-CD15-751F-79907B8E508B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214FB5F6-D46E-E1C6-9159-B9857F437EA3}"/>
              </a:ext>
            </a:extLst>
          </p:cNvPr>
          <p:cNvGraphicFramePr>
            <a:graphicFrameLocks noGrp="1"/>
          </p:cNvGraphicFramePr>
          <p:nvPr/>
        </p:nvGraphicFramePr>
        <p:xfrm>
          <a:off x="8797851" y="6680342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CD9B929-A23F-D02B-D691-D33ACA9E540D}"/>
              </a:ext>
            </a:extLst>
          </p:cNvPr>
          <p:cNvCxnSpPr>
            <a:cxnSpLocks/>
          </p:cNvCxnSpPr>
          <p:nvPr/>
        </p:nvCxnSpPr>
        <p:spPr>
          <a:xfrm>
            <a:off x="9684003" y="6997703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114989A-461D-B1E9-485A-58BB2492E7B7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endParaRPr lang="en-IN" b="0" dirty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052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0DBE0-0E25-EAD1-2971-79078CBC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AB7470-6B27-53F4-0F27-2EF0A0218D2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72E4D1-A5C0-36D0-B0C8-F861493E3A7F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6AB692-3B3B-F955-4B00-EDE95C295F80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B2C490-15D2-C27D-EFAA-08E116A7D854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F4DB56-0DBA-0680-8B61-E4071C3BA67A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067E3C-B37E-8D24-87CF-7D33F5428C12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2EA288-AACB-4990-65D5-B70683955C0F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9FD78D0-BF56-1AB0-06ED-37CAF0ED7B44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BA5B37-CC7E-44A4-F997-7701376C4C75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F78BEEA-5F23-3A05-5FE9-1819055E1AEB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2AB4443-5E89-D495-5398-8F8D11E9E441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4840B13-7B9B-0407-9130-36AA321FB5DE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5737CE-A481-C32F-097B-B4D47E050A59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FC024D9-C812-C1F6-A30D-A6F1EBEA1D64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7342FB-5B09-0EDF-2637-00549088A29C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CD25894-7DD0-45D9-1266-100D7054B3EC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0E6209-D975-5398-588C-A4F97F49F771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E47C7F8-C7B6-7848-9CEC-412F89A295E4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6EF4EB1-650C-716F-A49C-472C5F625FC4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C44D826-8EA1-1DCF-3512-28DC4F365C6A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C2047-E343-E9EB-EC1C-75A9129278D1}"/>
              </a:ext>
            </a:extLst>
          </p:cNvPr>
          <p:cNvSpPr txBox="1"/>
          <p:nvPr/>
        </p:nvSpPr>
        <p:spPr>
          <a:xfrm>
            <a:off x="4796862" y="-217966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DB6DE0-C28F-D176-936B-D4E75D11FCAA}"/>
              </a:ext>
            </a:extLst>
          </p:cNvPr>
          <p:cNvCxnSpPr>
            <a:cxnSpLocks/>
          </p:cNvCxnSpPr>
          <p:nvPr/>
        </p:nvCxnSpPr>
        <p:spPr>
          <a:xfrm>
            <a:off x="5167223" y="109507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77D8F8D-0118-640D-FBD9-1C7694E5D523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249F13-346D-9C68-1C32-32D7B936A9B7}"/>
              </a:ext>
            </a:extLst>
          </p:cNvPr>
          <p:cNvSpPr txBox="1"/>
          <p:nvPr/>
        </p:nvSpPr>
        <p:spPr>
          <a:xfrm>
            <a:off x="11058025" y="-392322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44C3B7-8F2B-8359-3602-8E76A3E7B2B4}"/>
              </a:ext>
            </a:extLst>
          </p:cNvPr>
          <p:cNvCxnSpPr>
            <a:cxnSpLocks/>
          </p:cNvCxnSpPr>
          <p:nvPr/>
        </p:nvCxnSpPr>
        <p:spPr>
          <a:xfrm>
            <a:off x="11428386" y="-6484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91424BA-09AC-BA8B-573C-4243F099A498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5A5E56-7742-A128-9586-8892D937CCBC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F641EA-63B8-FF83-351A-3AFB62688374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D124D0C-32B8-DBDE-E9A7-30FC185B8529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EFA44AE-13D3-CD71-3943-457D039F18F3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8AC1A7-3AE5-CF13-47AC-BD8A0E2C64EA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B81D5B0-0E6C-FCBA-428D-12D0ECFFC600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734911-93CA-9217-8982-F2DD0B3C8132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6D3C7DF-72D7-5425-1C12-AB595946F6BE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97C4705D-D742-D4D8-0052-E6DA265A328E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4383ED-EC45-6CFA-46AE-93CB6162E138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C101EE9-DC30-40E4-3380-5AC7EDEFEC93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A330465-4092-C747-6AB1-B36946482DD8}"/>
              </a:ext>
            </a:extLst>
          </p:cNvPr>
          <p:cNvCxnSpPr>
            <a:cxnSpLocks/>
          </p:cNvCxnSpPr>
          <p:nvPr/>
        </p:nvCxnSpPr>
        <p:spPr>
          <a:xfrm>
            <a:off x="9254277" y="6291357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E5E8235-3880-920E-4066-93B2951DA65C}"/>
              </a:ext>
            </a:extLst>
          </p:cNvPr>
          <p:cNvSpPr txBox="1"/>
          <p:nvPr/>
        </p:nvSpPr>
        <p:spPr>
          <a:xfrm>
            <a:off x="8896698" y="5994160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CC73C8C-37A5-AFE4-073D-4EED948979F7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079453B-001E-2BDE-4A93-8F50ABAFCA2A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FA0287C-ED3F-127F-397C-D40F0D135548}"/>
              </a:ext>
            </a:extLst>
          </p:cNvPr>
          <p:cNvSpPr txBox="1"/>
          <p:nvPr/>
        </p:nvSpPr>
        <p:spPr>
          <a:xfrm>
            <a:off x="11595911" y="6766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7DD4DFF-1272-D355-394F-E078BC8BA3EC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7B1A6B1-964B-23CA-A9DF-D97D58997891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55CAB62-7812-FA6D-E634-4F2AA1119667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5D7EF37D-2A66-C4F6-1A19-E1644BD5F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738456"/>
              </p:ext>
            </p:extLst>
          </p:nvPr>
        </p:nvGraphicFramePr>
        <p:xfrm>
          <a:off x="8797851" y="66687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E1D1E66-EC8C-6286-E9BF-1DAFD5543E48}"/>
              </a:ext>
            </a:extLst>
          </p:cNvPr>
          <p:cNvCxnSpPr>
            <a:cxnSpLocks/>
          </p:cNvCxnSpPr>
          <p:nvPr/>
        </p:nvCxnSpPr>
        <p:spPr>
          <a:xfrm>
            <a:off x="9684003" y="6997703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40C86C7-7C6F-B0F2-8115-2C4332FBF3B4}"/>
              </a:ext>
            </a:extLst>
          </p:cNvPr>
          <p:cNvSpPr txBox="1"/>
          <p:nvPr/>
        </p:nvSpPr>
        <p:spPr>
          <a:xfrm>
            <a:off x="5099992" y="5258010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dirty="0">
                <a:solidFill>
                  <a:srgbClr val="FFFF00"/>
                </a:solidFill>
                <a:latin typeface="Consolas" panose="020B0609020204030204" pitchFamily="49" charset="0"/>
              </a:rPr>
              <a:t>1</a:t>
            </a:r>
            <a:endParaRPr lang="en-IN" b="0" dirty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69064C28-BF63-A481-5940-9AB05ACE0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787911"/>
              </p:ext>
            </p:extLst>
          </p:nvPr>
        </p:nvGraphicFramePr>
        <p:xfrm>
          <a:off x="10196881" y="6667229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8A90C0D-A4FA-6667-7E88-78B5790BBC52}"/>
              </a:ext>
            </a:extLst>
          </p:cNvPr>
          <p:cNvCxnSpPr>
            <a:cxnSpLocks/>
          </p:cNvCxnSpPr>
          <p:nvPr/>
        </p:nvCxnSpPr>
        <p:spPr>
          <a:xfrm>
            <a:off x="11072908" y="6988417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336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D4517-B81B-08B5-0FA0-071B3DD5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93547C-3C6B-6F3F-C3D2-563AC9AA91D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C1038E-82AC-BE16-0EF4-73012FF97161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E0BD75-BF30-C06F-7C1D-3C5FB0EF866A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CA075C-4F70-314C-FCC0-CEFBEC70BF2A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AEAD52-7CC9-68A9-043E-B650C475C11C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227E7B-F17B-61CF-683A-477DE1880091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5AB1DC-82AB-C37E-9907-FFF6C1CDEE69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3CA7C75-DE63-D2F4-8997-319AF86E1299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086BB-5581-EA46-4C56-729AE85AFBA8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5BADCEE-9E43-CD44-7C0C-CF6875810C1F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4FAB673-8ED0-356C-AC98-226E42DFE856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B2504E2-E322-8262-B55E-0CC7BFA7C766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205F29-74A1-C1B6-9E2A-6B04D1D07A4B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F441FB-2340-81A4-55D5-AF2F23BB2F44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D42F5D-5D56-7BC6-E129-71E11A6851FB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FBBB387-9E2C-A16C-8892-670AFA76E77D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BC3693-CEA4-65A1-827F-F57324A0E86A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B5D6E1-AEF1-82DC-DE62-E41489CC1C97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6124CF0-ED10-BB6B-759B-7C7EBD20B5E1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9D7F0A6-5668-F483-E9D4-BA2A7EA10CCE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D7DB7-E7A4-DAD3-9D96-798219C878F0}"/>
              </a:ext>
            </a:extLst>
          </p:cNvPr>
          <p:cNvSpPr txBox="1"/>
          <p:nvPr/>
        </p:nvSpPr>
        <p:spPr>
          <a:xfrm>
            <a:off x="4796862" y="-217966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D2442F-A540-496D-D569-D0A8EA696CBB}"/>
              </a:ext>
            </a:extLst>
          </p:cNvPr>
          <p:cNvCxnSpPr>
            <a:cxnSpLocks/>
          </p:cNvCxnSpPr>
          <p:nvPr/>
        </p:nvCxnSpPr>
        <p:spPr>
          <a:xfrm>
            <a:off x="5167223" y="109507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CB8A8D-A2DD-38F3-897C-64074FE274A0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A35FCE-E7A6-60AC-C358-7BB9B7F3CF95}"/>
              </a:ext>
            </a:extLst>
          </p:cNvPr>
          <p:cNvSpPr txBox="1"/>
          <p:nvPr/>
        </p:nvSpPr>
        <p:spPr>
          <a:xfrm>
            <a:off x="11058025" y="-392322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D83BAD-4BFD-8FCF-D17F-6BA3EF8A7E73}"/>
              </a:ext>
            </a:extLst>
          </p:cNvPr>
          <p:cNvCxnSpPr>
            <a:cxnSpLocks/>
          </p:cNvCxnSpPr>
          <p:nvPr/>
        </p:nvCxnSpPr>
        <p:spPr>
          <a:xfrm>
            <a:off x="11428386" y="-6484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7A1512B-8A67-150E-BC67-B3AA2B0381A4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E7D9A7-05B9-1CED-C425-FBAE6541FA7A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3D44E3-B2DD-D1BA-8928-58BEA0D13B2A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21F7789-7E85-F2D8-7CC2-6D94E04456AD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A75204F-DCF3-1AC3-A033-EDCDAA0CB998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1F643AA-5332-DDF7-EA96-778BC45AA675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E314CD7-269F-A20B-C2E4-48E91B528FE3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06B2E5-658D-28F5-B57A-E4D1C64EB0ED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4E8FB12-76B1-5230-EDC6-E97D4050FDB1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5E7B923A-7E18-9BDA-FB3C-CB39220F1EC8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FA6710-7728-2B9D-B802-9F9EFDF2DAC0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F5B104D-9DED-E9F7-540B-E68E25B4B959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576F114-FF09-550C-734E-B2D07EF5676B}"/>
              </a:ext>
            </a:extLst>
          </p:cNvPr>
          <p:cNvCxnSpPr>
            <a:cxnSpLocks/>
          </p:cNvCxnSpPr>
          <p:nvPr/>
        </p:nvCxnSpPr>
        <p:spPr>
          <a:xfrm>
            <a:off x="10554460" y="6265131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8C99EE4-4551-FF9F-0F87-BE7572345157}"/>
              </a:ext>
            </a:extLst>
          </p:cNvPr>
          <p:cNvSpPr txBox="1"/>
          <p:nvPr/>
        </p:nvSpPr>
        <p:spPr>
          <a:xfrm>
            <a:off x="10196881" y="5967934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99A6E85-8072-7E18-6754-D2F8AB0FC068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3628983-AB9C-C19E-02B3-A899C6B3CB3D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1850F23-E733-7867-4153-881CC313F2AB}"/>
              </a:ext>
            </a:extLst>
          </p:cNvPr>
          <p:cNvSpPr txBox="1"/>
          <p:nvPr/>
        </p:nvSpPr>
        <p:spPr>
          <a:xfrm>
            <a:off x="11595911" y="6766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4D3F4E1-DAE6-2573-23F4-39B3B5D660F1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9F5C993-9C57-A755-38EC-503FF9405CE2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6CED2EF7-DEC1-286A-D766-3EF88677BDFA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D2410FC1-4EA9-93C2-5608-0160FCB2318F}"/>
              </a:ext>
            </a:extLst>
          </p:cNvPr>
          <p:cNvGraphicFramePr>
            <a:graphicFrameLocks noGrp="1"/>
          </p:cNvGraphicFramePr>
          <p:nvPr/>
        </p:nvGraphicFramePr>
        <p:xfrm>
          <a:off x="8797851" y="66687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200C968-8758-E1A9-0A0D-8295CBF05C0A}"/>
              </a:ext>
            </a:extLst>
          </p:cNvPr>
          <p:cNvCxnSpPr>
            <a:cxnSpLocks/>
          </p:cNvCxnSpPr>
          <p:nvPr/>
        </p:nvCxnSpPr>
        <p:spPr>
          <a:xfrm>
            <a:off x="9684003" y="6997703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1B39964-4FE4-9456-67BD-9778168AAB96}"/>
              </a:ext>
            </a:extLst>
          </p:cNvPr>
          <p:cNvGraphicFramePr>
            <a:graphicFrameLocks noGrp="1"/>
          </p:cNvGraphicFramePr>
          <p:nvPr/>
        </p:nvGraphicFramePr>
        <p:xfrm>
          <a:off x="10196881" y="6667229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6C96F23-BC14-A075-8549-84C8F0E5C605}"/>
              </a:ext>
            </a:extLst>
          </p:cNvPr>
          <p:cNvCxnSpPr>
            <a:cxnSpLocks/>
          </p:cNvCxnSpPr>
          <p:nvPr/>
        </p:nvCxnSpPr>
        <p:spPr>
          <a:xfrm>
            <a:off x="11072908" y="6988417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036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167F0-5EB8-F16A-1653-3BA3DAD7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7BD120-64FE-1E18-66B1-C7830D7EE29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C23BF7-810F-6C50-BB41-76C21C97C9A8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3FC799-068A-F933-F630-7582A6DCE834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02CBBD-1880-1BDD-3418-B87E82BA0C72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267811-E39C-E077-8E6F-F1B1DFD2D0DF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090BB2-6698-EE74-56CF-9F997CCD95D9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5EAFCE-FDEA-535B-7EA5-2F480D9B0D32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C18EDB-A45A-BE22-E896-3C8046D7B1D8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C585A2-21E1-26F9-F6B1-B8E753C57285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1EF422C-8F18-FDC5-3A51-4B464C72FBE8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8107FBC-7BF6-701C-98E3-A09F3DBF00E1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715C744-D159-2897-067F-A55F43B2C8BC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1629AC-B361-E741-C385-60D9D4C70F31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C6EAF0-40FE-9A58-9410-82446FDFB5E7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A5D1B1-0202-B4DF-2DBC-1DC9313EFC94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15C7498-810A-C029-FB9D-D2C04814FC27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B160F9-4573-DB7A-F438-BF5FF77A0ECF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5A3EA5-A81E-4299-6C65-4FB4517DD18A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C81584-9309-A5D3-C46F-B39600BA6A51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414286C-6D7D-E412-879D-E5511D201847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79073-06E1-C6B6-780F-46B269D617EC}"/>
              </a:ext>
            </a:extLst>
          </p:cNvPr>
          <p:cNvSpPr txBox="1"/>
          <p:nvPr/>
        </p:nvSpPr>
        <p:spPr>
          <a:xfrm>
            <a:off x="4796862" y="-217966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2E0274-1557-C55D-9D00-28455ABA7508}"/>
              </a:ext>
            </a:extLst>
          </p:cNvPr>
          <p:cNvCxnSpPr>
            <a:cxnSpLocks/>
          </p:cNvCxnSpPr>
          <p:nvPr/>
        </p:nvCxnSpPr>
        <p:spPr>
          <a:xfrm>
            <a:off x="5167223" y="109507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24B8610-E944-1B63-F3F5-9DB08FE88D5F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03503-15AD-FEEB-4D0F-A07F757296CD}"/>
              </a:ext>
            </a:extLst>
          </p:cNvPr>
          <p:cNvSpPr txBox="1"/>
          <p:nvPr/>
        </p:nvSpPr>
        <p:spPr>
          <a:xfrm>
            <a:off x="11058025" y="-392322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8A40A-1683-DE22-2EC1-5256D618A69B}"/>
              </a:ext>
            </a:extLst>
          </p:cNvPr>
          <p:cNvCxnSpPr>
            <a:cxnSpLocks/>
          </p:cNvCxnSpPr>
          <p:nvPr/>
        </p:nvCxnSpPr>
        <p:spPr>
          <a:xfrm>
            <a:off x="11428386" y="-6484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70A90E-EA88-9161-304B-DA98FAC05779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96D5D8-4E1C-6DF5-D1E7-4E65324FC634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48A3BC9-4FFD-D867-B9EB-B0A622B89CB9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458984D-1A4F-942E-276B-DA3C214F5BEB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E4CACE11-5C21-C33C-9C2A-669EDD6F89F7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74CF74C-8D25-D3E4-B760-BBC15A043A5E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35A6798-86E4-C6A5-AB14-46167F3D3A56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293D743-A75B-1AE8-1275-C4B064CCDE0E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2D08FFB-65B4-964A-5B54-DF707203F12D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B3A85FD1-0683-E050-C2B1-DA5C77821A22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6AA3E6-9654-E7B6-090D-D71EE1BF3C3F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0DC75E6-67BE-D084-C002-293AEDE419F3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95A349E-7294-F493-9D5C-35CBEF59351D}"/>
              </a:ext>
            </a:extLst>
          </p:cNvPr>
          <p:cNvCxnSpPr>
            <a:cxnSpLocks/>
          </p:cNvCxnSpPr>
          <p:nvPr/>
        </p:nvCxnSpPr>
        <p:spPr>
          <a:xfrm>
            <a:off x="10554460" y="6265131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A8FEBF9-E80A-3785-065C-E34AF29922A1}"/>
              </a:ext>
            </a:extLst>
          </p:cNvPr>
          <p:cNvSpPr txBox="1"/>
          <p:nvPr/>
        </p:nvSpPr>
        <p:spPr>
          <a:xfrm>
            <a:off x="10196881" y="5967934"/>
            <a:ext cx="1245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26463F6-4B1E-8A3D-E421-0AD259DC8753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9201633-E945-A63A-F4ED-2A8B98DFB2F0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7B2E304-A169-62CF-3E9D-B64F07F19742}"/>
              </a:ext>
            </a:extLst>
          </p:cNvPr>
          <p:cNvSpPr txBox="1"/>
          <p:nvPr/>
        </p:nvSpPr>
        <p:spPr>
          <a:xfrm>
            <a:off x="11595911" y="67668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694109C-095F-E875-904C-5FB88A2A8370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6B0602B-46D4-F446-EAB9-EFB66259769E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7CAAEA6B-6025-8707-5F79-BB86F9047EEE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077F91EA-8F88-C657-B46D-A5EA5191DDA4}"/>
              </a:ext>
            </a:extLst>
          </p:cNvPr>
          <p:cNvGraphicFramePr>
            <a:graphicFrameLocks noGrp="1"/>
          </p:cNvGraphicFramePr>
          <p:nvPr/>
        </p:nvGraphicFramePr>
        <p:xfrm>
          <a:off x="8797851" y="66687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18B709E-E22E-F51D-0D13-EEFB24D25385}"/>
              </a:ext>
            </a:extLst>
          </p:cNvPr>
          <p:cNvCxnSpPr>
            <a:cxnSpLocks/>
          </p:cNvCxnSpPr>
          <p:nvPr/>
        </p:nvCxnSpPr>
        <p:spPr>
          <a:xfrm>
            <a:off x="9684003" y="6997703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139D67E2-831B-A557-6876-6DA2A2CA3DC6}"/>
              </a:ext>
            </a:extLst>
          </p:cNvPr>
          <p:cNvGraphicFramePr>
            <a:graphicFrameLocks noGrp="1"/>
          </p:cNvGraphicFramePr>
          <p:nvPr/>
        </p:nvGraphicFramePr>
        <p:xfrm>
          <a:off x="10196881" y="6667229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0E8A2B-4A92-18CB-E86E-F6D12110B5BD}"/>
              </a:ext>
            </a:extLst>
          </p:cNvPr>
          <p:cNvCxnSpPr>
            <a:cxnSpLocks/>
          </p:cNvCxnSpPr>
          <p:nvPr/>
        </p:nvCxnSpPr>
        <p:spPr>
          <a:xfrm>
            <a:off x="11072908" y="6988417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533F88F-B9BE-CCE1-2FB5-98431CCB6FA5}"/>
              </a:ext>
            </a:extLst>
          </p:cNvPr>
          <p:cNvSpPr txBox="1"/>
          <p:nvPr/>
        </p:nvSpPr>
        <p:spPr>
          <a:xfrm>
            <a:off x="9328226" y="3062105"/>
            <a:ext cx="4188505" cy="226126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DotDot"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209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5ABA8-0A3A-9603-4C2D-E436B497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D433E4-0F89-CC9C-B178-AF3A6A6C0AA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847F1B-5DDB-F78B-0C45-C210CA9B6ED1}"/>
              </a:ext>
            </a:extLst>
          </p:cNvPr>
          <p:cNvGraphicFramePr>
            <a:graphicFrameLocks noGrp="1"/>
          </p:cNvGraphicFramePr>
          <p:nvPr/>
        </p:nvGraphicFramePr>
        <p:xfrm>
          <a:off x="-1901023" y="53786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45EF90-88BD-CDD0-F567-91D6E9278B7E}"/>
              </a:ext>
            </a:extLst>
          </p:cNvPr>
          <p:cNvGraphicFramePr>
            <a:graphicFrameLocks noGrp="1"/>
          </p:cNvGraphicFramePr>
          <p:nvPr/>
        </p:nvGraphicFramePr>
        <p:xfrm>
          <a:off x="278297" y="55107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9DFC3E-464C-B8B8-15DE-55AC2E4496AE}"/>
              </a:ext>
            </a:extLst>
          </p:cNvPr>
          <p:cNvGraphicFramePr>
            <a:graphicFrameLocks noGrp="1"/>
          </p:cNvGraphicFramePr>
          <p:nvPr/>
        </p:nvGraphicFramePr>
        <p:xfrm>
          <a:off x="2457617" y="5378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4A57A3-7F6D-26A3-B9BB-1B5A01452E7A}"/>
              </a:ext>
            </a:extLst>
          </p:cNvPr>
          <p:cNvCxnSpPr/>
          <p:nvPr/>
        </p:nvCxnSpPr>
        <p:spPr>
          <a:xfrm>
            <a:off x="-633403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00F650-5C24-318B-231E-8B8EFF4E4CA7}"/>
              </a:ext>
            </a:extLst>
          </p:cNvPr>
          <p:cNvCxnSpPr>
            <a:cxnSpLocks/>
          </p:cNvCxnSpPr>
          <p:nvPr/>
        </p:nvCxnSpPr>
        <p:spPr>
          <a:xfrm>
            <a:off x="1548617" y="93490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0C9A97-91A8-0190-5572-3FFA94EDD6E5}"/>
              </a:ext>
            </a:extLst>
          </p:cNvPr>
          <p:cNvCxnSpPr/>
          <p:nvPr/>
        </p:nvCxnSpPr>
        <p:spPr>
          <a:xfrm>
            <a:off x="3755717" y="91966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28B3F60-A0FB-40F5-9CEE-F962F0B1EC2A}"/>
              </a:ext>
            </a:extLst>
          </p:cNvPr>
          <p:cNvSpPr txBox="1"/>
          <p:nvPr/>
        </p:nvSpPr>
        <p:spPr>
          <a:xfrm>
            <a:off x="-1646647" y="121623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814F63-B198-9247-B68B-1EC2B289F8C0}"/>
              </a:ext>
            </a:extLst>
          </p:cNvPr>
          <p:cNvSpPr txBox="1"/>
          <p:nvPr/>
        </p:nvSpPr>
        <p:spPr>
          <a:xfrm>
            <a:off x="4837757" y="6888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6452A5A-2309-861F-7393-C4D07CCABADE}"/>
              </a:ext>
            </a:extLst>
          </p:cNvPr>
          <p:cNvGraphicFramePr>
            <a:graphicFrameLocks noGrp="1"/>
          </p:cNvGraphicFramePr>
          <p:nvPr/>
        </p:nvGraphicFramePr>
        <p:xfrm>
          <a:off x="6287445" y="51001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9DAE257-D21F-638A-1482-AC4B327FAFDA}"/>
              </a:ext>
            </a:extLst>
          </p:cNvPr>
          <p:cNvGraphicFramePr>
            <a:graphicFrameLocks noGrp="1"/>
          </p:cNvGraphicFramePr>
          <p:nvPr/>
        </p:nvGraphicFramePr>
        <p:xfrm>
          <a:off x="8466765" y="52322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283B1DA-0CF7-6051-1187-2477659317BD}"/>
              </a:ext>
            </a:extLst>
          </p:cNvPr>
          <p:cNvGraphicFramePr>
            <a:graphicFrameLocks noGrp="1"/>
          </p:cNvGraphicFramePr>
          <p:nvPr/>
        </p:nvGraphicFramePr>
        <p:xfrm>
          <a:off x="10646085" y="51001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E216DE-378A-448E-BB41-C8B88DA909CF}"/>
              </a:ext>
            </a:extLst>
          </p:cNvPr>
          <p:cNvCxnSpPr/>
          <p:nvPr/>
        </p:nvCxnSpPr>
        <p:spPr>
          <a:xfrm>
            <a:off x="755506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6CE322-5AA5-5C81-388D-86E361C9CE0E}"/>
              </a:ext>
            </a:extLst>
          </p:cNvPr>
          <p:cNvCxnSpPr>
            <a:cxnSpLocks/>
          </p:cNvCxnSpPr>
          <p:nvPr/>
        </p:nvCxnSpPr>
        <p:spPr>
          <a:xfrm>
            <a:off x="9737085" y="907047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EAAD25-52F6-1624-FF98-4AE520C58EAB}"/>
              </a:ext>
            </a:extLst>
          </p:cNvPr>
          <p:cNvCxnSpPr/>
          <p:nvPr/>
        </p:nvCxnSpPr>
        <p:spPr>
          <a:xfrm>
            <a:off x="11944185" y="891807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0F93DEC-054C-757A-9E08-EB95AC2BB6E5}"/>
              </a:ext>
            </a:extLst>
          </p:cNvPr>
          <p:cNvSpPr txBox="1"/>
          <p:nvPr/>
        </p:nvSpPr>
        <p:spPr>
          <a:xfrm>
            <a:off x="6541821" y="93769"/>
            <a:ext cx="1432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Head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B06F8C-9D98-D464-232D-55E92E8785D7}"/>
              </a:ext>
            </a:extLst>
          </p:cNvPr>
          <p:cNvSpPr txBox="1"/>
          <p:nvPr/>
        </p:nvSpPr>
        <p:spPr>
          <a:xfrm>
            <a:off x="13026225" y="66097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AF1ABC-8348-CA96-34D5-D1CCD8FE62F5}"/>
              </a:ext>
            </a:extLst>
          </p:cNvPr>
          <p:cNvCxnSpPr>
            <a:cxnSpLocks/>
          </p:cNvCxnSpPr>
          <p:nvPr/>
        </p:nvCxnSpPr>
        <p:spPr>
          <a:xfrm>
            <a:off x="-2361235" y="1770927"/>
            <a:ext cx="16412515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420213-687A-B5E5-5318-49F299F21452}"/>
              </a:ext>
            </a:extLst>
          </p:cNvPr>
          <p:cNvCxnSpPr>
            <a:cxnSpLocks/>
          </p:cNvCxnSpPr>
          <p:nvPr/>
        </p:nvCxnSpPr>
        <p:spPr>
          <a:xfrm>
            <a:off x="5873997" y="-619760"/>
            <a:ext cx="37549" cy="2390687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261B287-C283-3978-E8E8-8A393E3D9349}"/>
              </a:ext>
            </a:extLst>
          </p:cNvPr>
          <p:cNvSpPr txBox="1"/>
          <p:nvPr/>
        </p:nvSpPr>
        <p:spPr>
          <a:xfrm>
            <a:off x="-2139386" y="2061154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2A631-5E17-979E-F4F3-240B8A71E9B4}"/>
              </a:ext>
            </a:extLst>
          </p:cNvPr>
          <p:cNvSpPr txBox="1"/>
          <p:nvPr/>
        </p:nvSpPr>
        <p:spPr>
          <a:xfrm>
            <a:off x="4796862" y="-217966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DECBA6-8C04-1A2C-4208-075BE3427D22}"/>
              </a:ext>
            </a:extLst>
          </p:cNvPr>
          <p:cNvCxnSpPr>
            <a:cxnSpLocks/>
          </p:cNvCxnSpPr>
          <p:nvPr/>
        </p:nvCxnSpPr>
        <p:spPr>
          <a:xfrm>
            <a:off x="5167223" y="109507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B8D8AC-CEDF-6A76-480A-FD81E42CA922}"/>
              </a:ext>
            </a:extLst>
          </p:cNvPr>
          <p:cNvSpPr txBox="1"/>
          <p:nvPr/>
        </p:nvSpPr>
        <p:spPr>
          <a:xfrm>
            <a:off x="-2139386" y="2444437"/>
            <a:ext cx="823538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9E60D-ED3B-B040-52E3-AAB7BEAD1A12}"/>
              </a:ext>
            </a:extLst>
          </p:cNvPr>
          <p:cNvSpPr txBox="1"/>
          <p:nvPr/>
        </p:nvSpPr>
        <p:spPr>
          <a:xfrm>
            <a:off x="11058025" y="-392322"/>
            <a:ext cx="1133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77140B-10F3-F8D2-586B-22F84A980F37}"/>
              </a:ext>
            </a:extLst>
          </p:cNvPr>
          <p:cNvCxnSpPr>
            <a:cxnSpLocks/>
          </p:cNvCxnSpPr>
          <p:nvPr/>
        </p:nvCxnSpPr>
        <p:spPr>
          <a:xfrm>
            <a:off x="11428386" y="-6484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D58DC46-D1AD-BB21-3635-2580712D8468}"/>
              </a:ext>
            </a:extLst>
          </p:cNvPr>
          <p:cNvSpPr txBox="1"/>
          <p:nvPr/>
        </p:nvSpPr>
        <p:spPr>
          <a:xfrm>
            <a:off x="-2686825" y="2987632"/>
            <a:ext cx="3741516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324A97-4E88-2FE8-7FAE-5F81B48A87D7}"/>
              </a:ext>
            </a:extLst>
          </p:cNvPr>
          <p:cNvSpPr txBox="1"/>
          <p:nvPr/>
        </p:nvSpPr>
        <p:spPr>
          <a:xfrm>
            <a:off x="-2647206" y="3947501"/>
            <a:ext cx="8391646" cy="3524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IN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6E522B-CE73-D1DF-D4DC-80BA412AF5C5}"/>
              </a:ext>
            </a:extLst>
          </p:cNvPr>
          <p:cNvCxnSpPr>
            <a:cxnSpLocks/>
          </p:cNvCxnSpPr>
          <p:nvPr/>
        </p:nvCxnSpPr>
        <p:spPr>
          <a:xfrm>
            <a:off x="3972856" y="1798780"/>
            <a:ext cx="37549" cy="5777532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E1CD6E3-8C55-38F9-E372-6FD9C617BE0C}"/>
              </a:ext>
            </a:extLst>
          </p:cNvPr>
          <p:cNvGraphicFramePr>
            <a:graphicFrameLocks noGrp="1"/>
          </p:cNvGraphicFramePr>
          <p:nvPr/>
        </p:nvGraphicFramePr>
        <p:xfrm>
          <a:off x="5054810" y="508707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16BE9A1-D9A9-D699-B688-F5C42BE9DACF}"/>
              </a:ext>
            </a:extLst>
          </p:cNvPr>
          <p:cNvSpPr txBox="1"/>
          <p:nvPr/>
        </p:nvSpPr>
        <p:spPr>
          <a:xfrm>
            <a:off x="6349224" y="5258010"/>
            <a:ext cx="876027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IN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7D1DC4-6691-8DFB-93C4-8A39E1C96D7F}"/>
              </a:ext>
            </a:extLst>
          </p:cNvPr>
          <p:cNvCxnSpPr/>
          <p:nvPr/>
        </p:nvCxnSpPr>
        <p:spPr>
          <a:xfrm>
            <a:off x="5930837" y="5387947"/>
            <a:ext cx="4458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8C6322A-1C3B-6948-5EDE-0E76FF9E3F0D}"/>
              </a:ext>
            </a:extLst>
          </p:cNvPr>
          <p:cNvSpPr txBox="1"/>
          <p:nvPr/>
        </p:nvSpPr>
        <p:spPr>
          <a:xfrm>
            <a:off x="3800354" y="2223174"/>
            <a:ext cx="8391646" cy="244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mergedHead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endParaRPr lang="en-US" sz="20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pick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825A7E0-D5EF-052A-118B-AA365920A2F2}"/>
              </a:ext>
            </a:extLst>
          </p:cNvPr>
          <p:cNvCxnSpPr>
            <a:cxnSpLocks/>
          </p:cNvCxnSpPr>
          <p:nvPr/>
        </p:nvCxnSpPr>
        <p:spPr>
          <a:xfrm flipH="1">
            <a:off x="3991630" y="5902519"/>
            <a:ext cx="10082620" cy="3582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0B88AF7-C518-69C3-58F3-9CE1BE5E0201}"/>
              </a:ext>
            </a:extLst>
          </p:cNvPr>
          <p:cNvGraphicFramePr>
            <a:graphicFrameLocks noGrp="1"/>
          </p:cNvGraphicFramePr>
          <p:nvPr/>
        </p:nvGraphicFramePr>
        <p:xfrm>
          <a:off x="4790952" y="6696829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7FFC87E-ADF2-5D52-7995-9D7C37C2EA16}"/>
              </a:ext>
            </a:extLst>
          </p:cNvPr>
          <p:cNvSpPr txBox="1"/>
          <p:nvPr/>
        </p:nvSpPr>
        <p:spPr>
          <a:xfrm>
            <a:off x="4010405" y="6236926"/>
            <a:ext cx="145284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mergeHead</a:t>
            </a:r>
            <a:endParaRPr lang="en-IN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E686294-AAAE-0708-6F41-3F84D87DE0AF}"/>
              </a:ext>
            </a:extLst>
          </p:cNvPr>
          <p:cNvCxnSpPr>
            <a:cxnSpLocks/>
          </p:cNvCxnSpPr>
          <p:nvPr/>
        </p:nvCxnSpPr>
        <p:spPr>
          <a:xfrm>
            <a:off x="4380766" y="6564399"/>
            <a:ext cx="0" cy="536168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5997306-3DA6-A493-ABDE-5B5DEB8E7420}"/>
              </a:ext>
            </a:extLst>
          </p:cNvPr>
          <p:cNvCxnSpPr>
            <a:cxnSpLocks/>
          </p:cNvCxnSpPr>
          <p:nvPr/>
        </p:nvCxnSpPr>
        <p:spPr>
          <a:xfrm flipV="1">
            <a:off x="4369371" y="7100567"/>
            <a:ext cx="410186" cy="275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7D2C4EB-6AD1-DC5A-B264-FD1DE957F313}"/>
              </a:ext>
            </a:extLst>
          </p:cNvPr>
          <p:cNvGraphicFramePr>
            <a:graphicFrameLocks noGrp="1"/>
          </p:cNvGraphicFramePr>
          <p:nvPr/>
        </p:nvGraphicFramePr>
        <p:xfrm>
          <a:off x="6123502" y="6687543"/>
          <a:ext cx="876027" cy="6017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601748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EAF1DEE-AF6C-2DBC-C53F-6A1DCF826076}"/>
              </a:ext>
            </a:extLst>
          </p:cNvPr>
          <p:cNvCxnSpPr>
            <a:cxnSpLocks/>
          </p:cNvCxnSpPr>
          <p:nvPr/>
        </p:nvCxnSpPr>
        <p:spPr>
          <a:xfrm>
            <a:off x="8269511" y="6977201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05C14D7-AB4A-4BFD-04B4-B707F019E0DF}"/>
              </a:ext>
            </a:extLst>
          </p:cNvPr>
          <p:cNvSpPr txBox="1"/>
          <p:nvPr/>
        </p:nvSpPr>
        <p:spPr>
          <a:xfrm>
            <a:off x="12961680" y="672595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NULL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6D88A3-E884-A5E4-E221-5A6676CEED25}"/>
              </a:ext>
            </a:extLst>
          </p:cNvPr>
          <p:cNvCxnSpPr>
            <a:cxnSpLocks/>
          </p:cNvCxnSpPr>
          <p:nvPr/>
        </p:nvCxnSpPr>
        <p:spPr>
          <a:xfrm>
            <a:off x="5675088" y="6977201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0FF4A6-EB79-8948-178D-CC66A0D4BEF3}"/>
              </a:ext>
            </a:extLst>
          </p:cNvPr>
          <p:cNvCxnSpPr>
            <a:cxnSpLocks/>
          </p:cNvCxnSpPr>
          <p:nvPr/>
        </p:nvCxnSpPr>
        <p:spPr>
          <a:xfrm>
            <a:off x="7021678" y="6992095"/>
            <a:ext cx="472915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4EC6DEB8-C76B-C519-2513-404CEBFA1255}"/>
              </a:ext>
            </a:extLst>
          </p:cNvPr>
          <p:cNvGraphicFramePr>
            <a:graphicFrameLocks noGrp="1"/>
          </p:cNvGraphicFramePr>
          <p:nvPr/>
        </p:nvGraphicFramePr>
        <p:xfrm>
          <a:off x="7494433" y="66794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22300B2B-8779-B893-8EC9-EF69CE75661D}"/>
              </a:ext>
            </a:extLst>
          </p:cNvPr>
          <p:cNvGraphicFramePr>
            <a:graphicFrameLocks noGrp="1"/>
          </p:cNvGraphicFramePr>
          <p:nvPr/>
        </p:nvGraphicFramePr>
        <p:xfrm>
          <a:off x="8797851" y="6668767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0A9D86E-C8C1-0769-7C16-3C679F18A951}"/>
              </a:ext>
            </a:extLst>
          </p:cNvPr>
          <p:cNvCxnSpPr>
            <a:cxnSpLocks/>
          </p:cNvCxnSpPr>
          <p:nvPr/>
        </p:nvCxnSpPr>
        <p:spPr>
          <a:xfrm>
            <a:off x="9684003" y="6997703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07664771-3785-8534-3C84-B479FB8250A2}"/>
              </a:ext>
            </a:extLst>
          </p:cNvPr>
          <p:cNvGraphicFramePr>
            <a:graphicFrameLocks noGrp="1"/>
          </p:cNvGraphicFramePr>
          <p:nvPr/>
        </p:nvGraphicFramePr>
        <p:xfrm>
          <a:off x="10196881" y="6667229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2523643-280C-DCA8-8FD5-485556E63FB5}"/>
              </a:ext>
            </a:extLst>
          </p:cNvPr>
          <p:cNvCxnSpPr>
            <a:cxnSpLocks/>
          </p:cNvCxnSpPr>
          <p:nvPr/>
        </p:nvCxnSpPr>
        <p:spPr>
          <a:xfrm>
            <a:off x="11072908" y="6988417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0DAA297-5D25-61DB-D82B-D2999E96BB73}"/>
              </a:ext>
            </a:extLst>
          </p:cNvPr>
          <p:cNvSpPr txBox="1"/>
          <p:nvPr/>
        </p:nvSpPr>
        <p:spPr>
          <a:xfrm>
            <a:off x="9328226" y="3062105"/>
            <a:ext cx="4188505" cy="2261260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DotDot"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temp1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temp2</a:t>
            </a: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EE2C42E-E0F2-FB19-6BED-EACA42EF6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478919"/>
              </p:ext>
            </p:extLst>
          </p:nvPr>
        </p:nvGraphicFramePr>
        <p:xfrm>
          <a:off x="11575661" y="6667229"/>
          <a:ext cx="876027" cy="57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027">
                  <a:extLst>
                    <a:ext uri="{9D8B030D-6E8A-4147-A177-3AD203B41FA5}">
                      <a16:colId xmlns:a16="http://schemas.microsoft.com/office/drawing/2014/main" val="4129178766"/>
                    </a:ext>
                  </a:extLst>
                </a:gridCol>
              </a:tblGrid>
              <a:tr h="554754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13039"/>
                  </a:ext>
                </a:extLst>
              </a:tr>
            </a:tbl>
          </a:graphicData>
        </a:graphic>
      </p:graphicFrame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A152C3B-6A06-4A10-D544-819914BD9944}"/>
              </a:ext>
            </a:extLst>
          </p:cNvPr>
          <p:cNvCxnSpPr>
            <a:cxnSpLocks/>
          </p:cNvCxnSpPr>
          <p:nvPr/>
        </p:nvCxnSpPr>
        <p:spPr>
          <a:xfrm>
            <a:off x="12442324" y="7008919"/>
            <a:ext cx="502753" cy="11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841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3895</Words>
  <Application>Microsoft Office PowerPoint</Application>
  <PresentationFormat>Widescreen</PresentationFormat>
  <Paragraphs>1535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Berlin Sans FB Demi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2025-12-04T02:42:57Z</dcterms:created>
  <dcterms:modified xsi:type="dcterms:W3CDTF">2025-12-04T12:03:17Z</dcterms:modified>
</cp:coreProperties>
</file>