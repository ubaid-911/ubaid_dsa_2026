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16" r:id="rId2"/>
    <p:sldId id="452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21333-BF31-4241-945A-6571C2DF7B2F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313108-BC1B-42E0-A4EA-3491686B5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7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AF86A-962D-953A-7887-4D18C6D5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B993B-9D73-BDF7-CA39-31C088FDA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A28BA-60AC-4980-8B3C-9D242C986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F8ABF-FDFD-7772-8DE3-A7A794B51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119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B67E7-D14E-4D66-8264-C6D0E801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C15D8-D7F8-413D-CB7E-6B671AA62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4C2E2-DF7D-FFC6-40B6-38C25640D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9E8F1-C1F4-323F-87DB-C322D3F4B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481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76752-0AF3-6EF7-E22B-CD925B17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603AA-5D54-E3F6-4A53-E23AF2C7B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3C8AB-0A58-5F1D-740D-6674EF915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F5E17-F45D-D7B7-DDC2-B6C659C80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974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0DF63-64E6-06B2-3D5C-26E8C1ED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E28FE-0A8A-7C5E-B6B1-36648992B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93935-ABA9-7217-97B5-99FCB6F40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51DA2-5A51-6A77-C9A0-F086F75DF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058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C274-9F3F-DA7B-58D9-CCD600F9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3C157-4246-BC53-4CA4-44F56F616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B54F7-C26A-88B8-6723-023AED868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51B25-96B7-4B1F-1A3B-0A546CB11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913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C3E7-D96A-C537-8232-C6465393C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1F0A9-4F27-A700-F8EF-AC651D847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2493A-5066-EB96-42F3-4FE95F3D0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7AC78-B86B-9082-B08B-2D1C5B50E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69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255F-5657-E109-B957-AB4E085D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893E7-DAFE-9248-7555-E86C9CE79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03582-4F66-98F6-8F54-7BDCD73DC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2A8A7-A44A-7764-0696-FA88267D6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386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DC006-3DBA-EA66-878F-271EBC9B3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8CBBF-6ABF-8F9B-6AB5-D24E688B8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D5B1E-FE19-AA9F-2EBE-D6E08EA62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BD463-818E-6D1C-4F65-0EC0DB854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767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7D9AA-F443-18F9-2CA7-30D66FFE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9DEBD-897F-B8C1-0993-C9F8377BF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0B35A-44C7-E7C6-11A3-7D10BA40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A0789-18D3-3F84-07D3-A0EC8A6DE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509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220D-91B1-3AD7-6824-52F6B45EA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02757-3936-672C-EF74-062CAB5C4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7661F-972B-0561-CE9A-FC22CD6F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0035-629C-894C-EA95-2C3E9D0D2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0B08F-FE87-EDAB-5319-51810E04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611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9748-E817-BDC1-CE3A-C476171E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5014F-7E92-F977-C2EC-C53CCDDB7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B897-5699-BE33-8A6D-00F56A55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7BAA8-06E9-148D-0CEB-165C30A4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FA10C-6852-3B8E-5BA7-9CC749E7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734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BC8B-6380-E84B-935F-BBC1A791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649C8-E393-98D8-B524-CD4734BD7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44D40-D6A6-5A34-8F11-40D6E5DB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30905-75B2-BA98-B267-E2EFAFF4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46FE-F430-4F1C-62FC-C975E697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14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1F47-BC92-C239-BFFD-7BC1231DE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78A7-2BA2-B983-E932-FC47DC1D3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B8992-3E80-12A5-329C-8F4D601D1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A69C9-DA96-EB11-C903-D8565C3B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2AF57-A9B1-5B90-2A5F-0DCD787D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A21F3-3B7B-E287-54C4-7FAC3C75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EE21-5459-74BE-DD74-E10690D5A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F53E2-126C-DFE8-A897-502757EAB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3DD48-738B-847F-0ECC-BC65B8316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CC063-10B1-62F7-93B0-75804B1C2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FB044-D106-8D96-5150-23637F410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A8A1E-BDEE-0CA1-364A-5D347CE1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4BB650-09B5-01D3-7FC7-B3DF7879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61ACE3-5EA8-D994-F17F-9C4C3E75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30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22AA8-40C2-9839-5DF4-21680013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5822C-A48E-2B39-B865-994D6C7C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CF829-2B47-DC18-3046-E05542D6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BFB90-5677-FD98-04A2-A260005C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490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C0B121-5CFA-A48C-48B1-2A3CFC1E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F5454-A8BA-E94E-9D50-0DAA176D9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2B448-DD2A-3744-1A33-DF67F092E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7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98BA-A3C3-E2AD-C14D-7CC716E9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FE87D-032B-2965-0B8C-33FC500EF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0FA7C-CFDE-2732-ADFE-203CE255B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5230A-741C-A273-F100-1AD3ECDC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E9EBD-02AC-1DB6-41FE-26F8C44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4D4E5-3CF6-B9FB-62CD-E63227B0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98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E3BA8-6469-AB60-5331-88BAC8AA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4E651D-8F38-CA0D-5BB0-D625CDE4D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3198D-AE64-DEFD-9920-3B73BDA79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03C13-C52C-858E-F5D6-66B7F846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4E370-3836-2D21-5788-67322B21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C5355-215C-4A8F-BCC8-5739B322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60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BD1A-E516-19D7-F9E1-E80A59DD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E1575-CE92-EF06-928E-FE7EB5FAD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05A84-858D-59F0-3FAC-F555F50C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E094-3369-B9CE-3C05-90F0D5B4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A4C85-8C97-9261-DF62-5A024BAF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7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6EF0CE-BD41-A889-704C-ECBC4476A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A74CC-7949-9384-AAE0-BA38D8910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619C7-2D94-9A7F-3C01-AE2758AE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D382-0040-BBBA-9D2E-4F9419A2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EE847-2BAD-B93E-9A55-09A62817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61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3BDDE-4506-2F2B-BEA9-B42554B2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A9587-3A4C-9042-8561-D0476E1B9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D94FA-F309-E8A8-2239-9EF1B14AC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C01F0-EE77-4DDD-9BCC-5F8C64976666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68622-71C3-0FD0-CE44-BD133349D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1DDA7-CA65-05D8-E706-D882A5228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F0A5E-13C4-40F9-B437-103DE5887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95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1050595" y="2828835"/>
            <a:ext cx="100908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7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209190"/>
              </p:ext>
            </p:extLst>
          </p:nvPr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17054"/>
              </p:ext>
            </p:extLst>
          </p:nvPr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24290"/>
              </p:ext>
            </p:extLst>
          </p:nvPr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5FAFD-F4D4-5830-229A-8CD83DAA5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433888"/>
              </p:ext>
            </p:extLst>
          </p:nvPr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5E4C1-D633-DACF-7723-45D53498E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64896"/>
              </p:ext>
            </p:extLst>
          </p:nvPr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4E6A2-4CE2-599D-6C35-A1AE294BFBCF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B6D63B-5A26-7665-8D28-DFE8D705DCB5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87AAF-F323-125A-4B01-489F23ABB429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8BC2BE5-535B-BF6F-71CA-795DCC0A78BD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27A3-9993-5D03-F456-2CC37F82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BA5EAB-21FF-0008-0C1A-C1BD90EC9B2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2260135-A4BF-3741-59EF-BF26CD51B7D7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936129-4600-3AD9-CC42-35E788CBD7E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43B636-5963-9530-A555-305A47D5AA5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C045F2-DE6F-B25D-8B2A-68A219CB6C8B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FA827C-CFEE-BE70-BF37-46BE81CDE8F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547086-B781-FD82-5E2C-D2DA46DB9019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91258F-4FA0-40CB-9978-D83C39C597E0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8E11CF-DF59-C2A5-27F9-953E3425F038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DA77CC-98EE-8025-2AEE-4A4FBCA6E47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A362D0-9258-1BD4-7E6A-9D4C887799C9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D4397C-07D1-0105-162C-496D03D0B87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A79E6B-C201-EBA9-00E7-29C264274B90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591DD1-F7C6-08B4-37B2-8B65B5543E0A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2BA6C-02D8-FE83-7147-55B5F31E69D9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218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E789-6355-4DCC-4D79-9B1B03EB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834245-902C-93CA-F683-D4000DAA0A9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77EA4A-75E1-634B-3C42-6F7B0C9B52F8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107705-7780-F845-4689-8869B2C68AE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65835B-9999-D606-DD1C-EDAB0160C55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C5AA85-28BC-DBC6-1F29-859C72E6D18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6AE1E4-A341-E571-AAEC-747C5D28D99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554F2E-367D-FBBF-CD63-510F36658D1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0017DC-1536-5B2C-6710-CD6F1A37CE25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CA8FE1-10A2-2581-8160-AC6F4E4E2779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53564F-1F6A-FEB4-2825-77DA33C29563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15648A-D77F-9946-2A48-F2CD93FE76A6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CFF5B0-10B9-D786-98EA-063FC7BC8AF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C1DC47-ADF1-8646-00A7-85BA7848C035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BCF84A-051E-2B95-48CB-EF837FCB6054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F849E2-4EF6-4E41-0DDE-8DC20D52C77C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AA91C3-72FD-0D79-46CD-8F9FE69D84D5}"/>
              </a:ext>
            </a:extLst>
          </p:cNvPr>
          <p:cNvCxnSpPr/>
          <p:nvPr/>
        </p:nvCxnSpPr>
        <p:spPr>
          <a:xfrm>
            <a:off x="219337" y="1016018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46C182C-9A61-983E-8DB2-9B8C6DD87FBE}"/>
              </a:ext>
            </a:extLst>
          </p:cNvPr>
          <p:cNvSpPr txBox="1"/>
          <p:nvPr/>
        </p:nvSpPr>
        <p:spPr>
          <a:xfrm>
            <a:off x="-265643" y="65102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slow</a:t>
            </a:r>
          </a:p>
        </p:txBody>
      </p:sp>
    </p:spTree>
    <p:extLst>
      <p:ext uri="{BB962C8B-B14F-4D97-AF65-F5344CB8AC3E}">
        <p14:creationId xmlns:p14="http://schemas.microsoft.com/office/powerpoint/2010/main" val="26548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D880-97E2-0FD4-7A21-2E3568F2B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8F2226-3F74-3FB1-292E-1D2549DFEF5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98C8FB-F44B-4D5E-50D0-6C943F41303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02CFF4-09F8-91A8-7CA3-8AD9C2A49E8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218B4B-A322-7849-FD79-ADE19782C45B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F39DED-1AA3-3E35-BEB7-37A2115CB37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940641-3B9F-C2A3-49C3-17347D43AAE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288B5B-5CB1-F13D-E1FB-5635881E0AC0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4BE0A8-FEAB-85F2-0142-D51E8B8EDBDD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4A0FFD-A9FB-E8EE-DE81-4A36F05F2218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14393C-7604-B99D-5A01-3207290A6C96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29A911-6B07-E1EE-391C-7B32D27C1732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1B283B-B258-C9F0-40F3-0D2C945834CA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7ED6D7-0066-3BC4-86E3-D4A1269E98EE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3E9C7F1-116F-D6DC-1EF1-7FF46DB6FDA2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0B3D93-5560-D24D-70E2-8602E790F5FB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2F712A-D69E-32BF-24B4-D0F3703067D0}"/>
              </a:ext>
            </a:extLst>
          </p:cNvPr>
          <p:cNvCxnSpPr/>
          <p:nvPr/>
        </p:nvCxnSpPr>
        <p:spPr>
          <a:xfrm>
            <a:off x="219337" y="1016018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B17E3A2-0273-CB58-8CE1-361CECC9C0D6}"/>
              </a:ext>
            </a:extLst>
          </p:cNvPr>
          <p:cNvSpPr txBox="1"/>
          <p:nvPr/>
        </p:nvSpPr>
        <p:spPr>
          <a:xfrm>
            <a:off x="-265643" y="65102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slow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3AA015-D0CA-4169-DBB4-1662D266F9D9}"/>
              </a:ext>
            </a:extLst>
          </p:cNvPr>
          <p:cNvCxnSpPr/>
          <p:nvPr/>
        </p:nvCxnSpPr>
        <p:spPr>
          <a:xfrm>
            <a:off x="1316617" y="1016018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940352C-B3A1-F3C1-E926-24A8E89B25E0}"/>
              </a:ext>
            </a:extLst>
          </p:cNvPr>
          <p:cNvSpPr txBox="1"/>
          <p:nvPr/>
        </p:nvSpPr>
        <p:spPr>
          <a:xfrm>
            <a:off x="887676" y="6368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fast</a:t>
            </a:r>
          </a:p>
        </p:txBody>
      </p:sp>
    </p:spTree>
    <p:extLst>
      <p:ext uri="{BB962C8B-B14F-4D97-AF65-F5344CB8AC3E}">
        <p14:creationId xmlns:p14="http://schemas.microsoft.com/office/powerpoint/2010/main" val="151587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DC48-7C22-1F9F-6B0E-E34735E1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E824B4-3160-0B35-565B-53F404D03E4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7D1EE96-9FA4-B95F-ED30-E436993F5966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DB3CF3-F1F1-9AB4-B364-212386C6874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9A99A5F-78E3-0B3D-1D7C-BD9FB72000DE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0E1710-0726-8720-BC86-B18780C152C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2EE7CD-CBEB-0B37-3F3B-75AFC61F90CE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82EFE2-7DB5-A713-42B8-1E60581E8C63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7BDE3B-D4A6-5F1C-B103-74DB659462C8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4611F6-5A3F-BD3E-AF4C-8949440D49A6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74A07D-F907-73D4-D4C2-DD4672B2134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8A4F1C-EDE3-4DD8-EFF0-890F793D558A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52FD02-B25F-297D-455B-9A8132EB12E2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CC551C-B922-538C-6CF7-245120DC679F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179098-9967-2868-F7BF-FABD0B04E4B3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9AB037-982C-FF83-AF64-577683ABFAAB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2B8739-570A-77BD-17A6-257A8A7D7431}"/>
              </a:ext>
            </a:extLst>
          </p:cNvPr>
          <p:cNvCxnSpPr/>
          <p:nvPr/>
        </p:nvCxnSpPr>
        <p:spPr>
          <a:xfrm>
            <a:off x="219337" y="1016018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E9CB8CD-7DF7-9BCE-7EC4-BFE3BA3AB2E0}"/>
              </a:ext>
            </a:extLst>
          </p:cNvPr>
          <p:cNvSpPr txBox="1"/>
          <p:nvPr/>
        </p:nvSpPr>
        <p:spPr>
          <a:xfrm>
            <a:off x="-265643" y="651029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slow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F364A9E-70A9-644E-94DA-74B183742D4A}"/>
              </a:ext>
            </a:extLst>
          </p:cNvPr>
          <p:cNvCxnSpPr/>
          <p:nvPr/>
        </p:nvCxnSpPr>
        <p:spPr>
          <a:xfrm>
            <a:off x="1316617" y="1016018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90430CB-FE69-D909-2312-82FDE9521FF1}"/>
              </a:ext>
            </a:extLst>
          </p:cNvPr>
          <p:cNvSpPr txBox="1"/>
          <p:nvPr/>
        </p:nvSpPr>
        <p:spPr>
          <a:xfrm>
            <a:off x="887676" y="6368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fast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0F92FB-AFE8-09FA-37B9-D6703F756BBF}"/>
              </a:ext>
            </a:extLst>
          </p:cNvPr>
          <p:cNvSpPr txBox="1"/>
          <p:nvPr/>
        </p:nvSpPr>
        <p:spPr>
          <a:xfrm>
            <a:off x="1737842" y="5361351"/>
            <a:ext cx="9311158" cy="193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(fast != NULL &amp;&amp;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34234-5BCD-348C-CABA-41D8CBD7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8143B5-A666-EC62-32BA-3030B28B70D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D94924-1F27-7F4E-FABB-33FF240BA55C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88809C-1665-D012-1699-75CF187FBB6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173F54-7063-D20E-B897-03ECE39FD99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EF3699-8327-E87F-FCCF-1B391C826F2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5D7608-D30B-DF19-80C9-8CCD0C09776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FECBC1-95B2-934F-B75B-D3F8974862E5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4DD63A-944B-156D-9B11-6D7550328AF6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E177EE-713F-DEC6-3BC1-F0FC46EA04AA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3B8CA2-53D8-1FC1-64BD-15D51744F33A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D07A14-07D6-7862-10D2-21B08F47F5F0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0F9169-2FBA-E3AE-55B7-3EC05EEF6877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BC0CA0-F082-CDB6-2383-3642B0D2AB95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E0B89C-E5B7-3D1D-49A7-91C4B531A6F5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59A634-E1ED-C852-BD23-FA6E9E87D24A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94C0A5-CE7A-B42C-DD73-1F319956F8B0}"/>
              </a:ext>
            </a:extLst>
          </p:cNvPr>
          <p:cNvCxnSpPr/>
          <p:nvPr/>
        </p:nvCxnSpPr>
        <p:spPr>
          <a:xfrm>
            <a:off x="2972856" y="1063019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96A61EA-B4FF-713C-1EDE-AA29978F754E}"/>
              </a:ext>
            </a:extLst>
          </p:cNvPr>
          <p:cNvSpPr txBox="1"/>
          <p:nvPr/>
        </p:nvSpPr>
        <p:spPr>
          <a:xfrm>
            <a:off x="2487876" y="69803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slow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60C07B-9A72-68E5-BE8F-C7394B715EA7}"/>
              </a:ext>
            </a:extLst>
          </p:cNvPr>
          <p:cNvCxnSpPr/>
          <p:nvPr/>
        </p:nvCxnSpPr>
        <p:spPr>
          <a:xfrm>
            <a:off x="1316617" y="1016018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1FCF7C7-BA9C-641D-3DD1-28CA31B9A999}"/>
              </a:ext>
            </a:extLst>
          </p:cNvPr>
          <p:cNvSpPr txBox="1"/>
          <p:nvPr/>
        </p:nvSpPr>
        <p:spPr>
          <a:xfrm>
            <a:off x="887676" y="63685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fast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5E5C52-E839-7579-F30D-304294444D76}"/>
              </a:ext>
            </a:extLst>
          </p:cNvPr>
          <p:cNvSpPr txBox="1"/>
          <p:nvPr/>
        </p:nvSpPr>
        <p:spPr>
          <a:xfrm>
            <a:off x="1737842" y="5361351"/>
            <a:ext cx="9311158" cy="193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(fast != NULL &amp;&amp;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35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FB82-94F7-C06F-D4F5-1B6E1581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797D21-4C4B-F239-58F2-95555B0B615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DEF2221-9D1C-3F56-C392-D0566AD8900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8A3F30-7848-1721-6AED-3AA9868621A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41AB03-6FC5-B307-CAD1-0182550A900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703E09-7893-96B7-2F44-531BAFE0CB4E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0FA213-7578-4E1D-9BE0-3D7D05B8C1F0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5FA7D-61F5-4941-FD86-83DFAAC9631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E1A3E4-8A34-F022-8E81-1C1DCEEC2CED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8A9EB7-0E52-5686-CE96-9364112FA137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5BAEDC-7FA9-9DD3-4681-BBB164C54D44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E384EE5-21B8-46A9-8220-B1CFB9C2BBF2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8B1DFA-00C1-CD82-EF33-220B99B8FD77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188A5B-C219-63CC-2095-00212CBC1667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71F128-6F9D-B1B2-5140-6221D213EC03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C4C69E-0A0E-17F7-53F8-BE87629A31A3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4EAFFF-F1D9-C612-2F1E-ECA363D60D21}"/>
              </a:ext>
            </a:extLst>
          </p:cNvPr>
          <p:cNvCxnSpPr/>
          <p:nvPr/>
        </p:nvCxnSpPr>
        <p:spPr>
          <a:xfrm>
            <a:off x="2972856" y="1063019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A27601-66C5-3D6E-F6D1-7A47630E0FD7}"/>
              </a:ext>
            </a:extLst>
          </p:cNvPr>
          <p:cNvSpPr txBox="1"/>
          <p:nvPr/>
        </p:nvSpPr>
        <p:spPr>
          <a:xfrm>
            <a:off x="2487876" y="69803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slow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FA8D79-2089-1F99-3AED-086A660AE269}"/>
              </a:ext>
            </a:extLst>
          </p:cNvPr>
          <p:cNvCxnSpPr/>
          <p:nvPr/>
        </p:nvCxnSpPr>
        <p:spPr>
          <a:xfrm>
            <a:off x="5106456" y="1053675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A44B5A8-DE98-0000-D67A-CD0802BA51D0}"/>
              </a:ext>
            </a:extLst>
          </p:cNvPr>
          <p:cNvSpPr txBox="1"/>
          <p:nvPr/>
        </p:nvSpPr>
        <p:spPr>
          <a:xfrm>
            <a:off x="4677515" y="67451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fast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E1C672-0372-8166-6A9E-8B0C3189F34B}"/>
              </a:ext>
            </a:extLst>
          </p:cNvPr>
          <p:cNvSpPr txBox="1"/>
          <p:nvPr/>
        </p:nvSpPr>
        <p:spPr>
          <a:xfrm>
            <a:off x="1737842" y="5361351"/>
            <a:ext cx="9311158" cy="193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(fast != NULL &amp;&amp;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91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6BDD-B2DD-5D12-565E-67161F47A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B2AD03-4CBA-6FAF-A7AA-3482CD2A89A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990459-4048-5EF8-6ADD-1D9B2C2E662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3D2D1D-AE93-E3D5-B159-67D3796E4D5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7B62FB-178A-9B69-2D6B-3C7B91AD9A5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FFBD64-6671-B2D0-663A-D603FA74E1D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288CF1-61C7-27D6-5454-6068C0A6A93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1499B5-979D-DBBC-DA73-BD5485E528C1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8C17F4-8E67-D9BE-2A50-5D1FC98C242D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FF741B-A924-B920-FACF-B43653AC6F7A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E48BCB-D979-9637-17CF-6EACF565747F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2C7ACC1-20EA-E077-5A54-CB4C8A8B3FF5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255EEA-3FD4-908B-1F5D-EC14060B2C3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24FA0B-267E-001C-E4D5-F20D35E0CBDD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223558-8488-ED9A-5A64-3840ECB695CA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5F993-498B-5EEC-26A1-48E26938674A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F87ECA-EC8F-8036-EED6-1635323F831D}"/>
              </a:ext>
            </a:extLst>
          </p:cNvPr>
          <p:cNvCxnSpPr/>
          <p:nvPr/>
        </p:nvCxnSpPr>
        <p:spPr>
          <a:xfrm>
            <a:off x="4556760" y="1034010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F3F4FB1-91CB-2CBD-83F4-B7AA4048BE53}"/>
              </a:ext>
            </a:extLst>
          </p:cNvPr>
          <p:cNvSpPr txBox="1"/>
          <p:nvPr/>
        </p:nvSpPr>
        <p:spPr>
          <a:xfrm>
            <a:off x="4071780" y="6690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slow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7BB125A-E32F-408C-FE09-79C5BCC3C346}"/>
              </a:ext>
            </a:extLst>
          </p:cNvPr>
          <p:cNvCxnSpPr/>
          <p:nvPr/>
        </p:nvCxnSpPr>
        <p:spPr>
          <a:xfrm>
            <a:off x="5594723" y="1023981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53C647-77E5-68DC-EC4A-E7DB7F9AF920}"/>
              </a:ext>
            </a:extLst>
          </p:cNvPr>
          <p:cNvSpPr txBox="1"/>
          <p:nvPr/>
        </p:nvSpPr>
        <p:spPr>
          <a:xfrm>
            <a:off x="5165782" y="6448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fast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14E834-5567-53B9-2BC6-FA2F300DB131}"/>
              </a:ext>
            </a:extLst>
          </p:cNvPr>
          <p:cNvSpPr txBox="1"/>
          <p:nvPr/>
        </p:nvSpPr>
        <p:spPr>
          <a:xfrm>
            <a:off x="1737842" y="5361351"/>
            <a:ext cx="9311158" cy="193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(fast != NULL &amp;&amp;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80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C5950-F101-5651-E5B4-33DEFE15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4FFDB4-A7AD-6378-5B18-819F838F938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1F2AB6-6958-F243-EA8D-4001BB2C8D2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72D2A7-AB9F-563A-88FB-B91FEC61271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A07097-B75B-368B-9E4C-CE77E8955B0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EF199A-DBCA-F538-00E0-7C0E26E6AB4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4C3DAE-84D2-97F8-F14E-843DE1478F1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ED01EF-7291-3A3E-D325-7BA338DECE84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842E58-80BF-EE65-3CF8-4DCE88EA061A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C2664D-60ED-9D61-3EEA-9019844BD408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082BCC-CF3F-C9FB-7F1F-16C22B4315E6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DEC68B-90F2-DD5E-EA57-3AB3C8456B51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F00A35-5132-9497-F768-F0813444DCF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9F1E8F-5D83-0321-C1B0-FA2DBA9755F3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F5FEFE0-8693-18A0-D9FF-1E4FB8C4097B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7EBFDC-7CD1-1F4D-EE06-4B1E7E537C9D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FC8936-39C9-7C72-6297-DBF1B06808D3}"/>
              </a:ext>
            </a:extLst>
          </p:cNvPr>
          <p:cNvCxnSpPr/>
          <p:nvPr/>
        </p:nvCxnSpPr>
        <p:spPr>
          <a:xfrm>
            <a:off x="4556760" y="1034010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C36EB5-FC21-692D-D82F-AD66FEFD2E8E}"/>
              </a:ext>
            </a:extLst>
          </p:cNvPr>
          <p:cNvSpPr txBox="1"/>
          <p:nvPr/>
        </p:nvSpPr>
        <p:spPr>
          <a:xfrm>
            <a:off x="4071780" y="6690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slow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0945E2C-23AB-7F82-F9CF-7DDE50A221A2}"/>
              </a:ext>
            </a:extLst>
          </p:cNvPr>
          <p:cNvCxnSpPr/>
          <p:nvPr/>
        </p:nvCxnSpPr>
        <p:spPr>
          <a:xfrm>
            <a:off x="9490471" y="1048181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DEC8F8A-E40E-402C-869E-B745D3D98843}"/>
              </a:ext>
            </a:extLst>
          </p:cNvPr>
          <p:cNvSpPr txBox="1"/>
          <p:nvPr/>
        </p:nvSpPr>
        <p:spPr>
          <a:xfrm>
            <a:off x="9061530" y="6690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fast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D7167C-BA05-F39A-4BA5-40E61075CA5A}"/>
              </a:ext>
            </a:extLst>
          </p:cNvPr>
          <p:cNvSpPr txBox="1"/>
          <p:nvPr/>
        </p:nvSpPr>
        <p:spPr>
          <a:xfrm>
            <a:off x="1737842" y="5361351"/>
            <a:ext cx="9311158" cy="193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(fast != NULL &amp;&amp;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9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F37FE-72E0-9919-6E37-4A1F4217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68E81A-D7AC-D146-25C1-D3D367F07DF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1EBC2D-65D4-0DAE-5C79-8D03DFFC22C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8B3D92-0E72-F503-FA7A-389839C0BEC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1BF17E-7307-2D99-E31F-995374EBDA9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CCF867-781E-7BD5-2A53-D58A183B783E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500E89-195D-58BA-14A2-3A6379A0B78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B0AC4E-CA91-9309-8821-E5AC4F35A1ED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B5580E-5AF7-4CCC-9638-C30E8C8018BC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029D7D-9D77-A95B-E46F-CAA38BEFA53D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2B7116-4955-4A7A-DA6E-192B5C88DC9D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8EBCE9-C5D0-25BA-572D-909FE0083E3D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5622DD-5B07-CE4D-2321-6900D35F27BA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3AC4DA-83C6-95B1-41A8-B879BF152219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403C1B-44A9-A463-A588-83217E387AF0}"/>
              </a:ext>
            </a:extLst>
          </p:cNvPr>
          <p:cNvSpPr txBox="1"/>
          <p:nvPr/>
        </p:nvSpPr>
        <p:spPr>
          <a:xfrm>
            <a:off x="3316435" y="-413499"/>
            <a:ext cx="100908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Middle of Linked List</a:t>
            </a:r>
            <a:endParaRPr lang="en-IN" sz="3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05866-5E0D-25FF-3794-4750CFF05C79}"/>
              </a:ext>
            </a:extLst>
          </p:cNvPr>
          <p:cNvSpPr txBox="1"/>
          <p:nvPr/>
        </p:nvSpPr>
        <p:spPr>
          <a:xfrm>
            <a:off x="2349660" y="3819732"/>
            <a:ext cx="4647594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9D6BD35-0F74-9936-2897-033DA5E96556}"/>
              </a:ext>
            </a:extLst>
          </p:cNvPr>
          <p:cNvCxnSpPr/>
          <p:nvPr/>
        </p:nvCxnSpPr>
        <p:spPr>
          <a:xfrm>
            <a:off x="4556760" y="1034010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B9E3C88-CA4B-6F43-E6FC-C2F51DD6F81D}"/>
              </a:ext>
            </a:extLst>
          </p:cNvPr>
          <p:cNvSpPr txBox="1"/>
          <p:nvPr/>
        </p:nvSpPr>
        <p:spPr>
          <a:xfrm>
            <a:off x="4071780" y="6690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slow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7571D1-ED2E-3669-CD6D-5DF99EF96356}"/>
              </a:ext>
            </a:extLst>
          </p:cNvPr>
          <p:cNvCxnSpPr/>
          <p:nvPr/>
        </p:nvCxnSpPr>
        <p:spPr>
          <a:xfrm>
            <a:off x="9490471" y="1048181"/>
            <a:ext cx="0" cy="919409"/>
          </a:xfrm>
          <a:prstGeom prst="line">
            <a:avLst/>
          </a:prstGeom>
          <a:ln w="3810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10F0F4D-47A4-9ECF-E7A9-B43D756CF027}"/>
              </a:ext>
            </a:extLst>
          </p:cNvPr>
          <p:cNvSpPr txBox="1"/>
          <p:nvPr/>
        </p:nvSpPr>
        <p:spPr>
          <a:xfrm>
            <a:off x="9061530" y="6690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/>
                </a:solidFill>
              </a:rPr>
              <a:t>fast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74925C-4BC4-0443-2E55-78417DDABB85}"/>
              </a:ext>
            </a:extLst>
          </p:cNvPr>
          <p:cNvSpPr txBox="1"/>
          <p:nvPr/>
        </p:nvSpPr>
        <p:spPr>
          <a:xfrm>
            <a:off x="1737842" y="5361351"/>
            <a:ext cx="9311158" cy="193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(fast != NULL &amp;&amp;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DCC70E-00EB-BB0F-7BB7-41DD155362F2}"/>
              </a:ext>
            </a:extLst>
          </p:cNvPr>
          <p:cNvSpPr txBox="1"/>
          <p:nvPr/>
        </p:nvSpPr>
        <p:spPr>
          <a:xfrm>
            <a:off x="-1843638" y="5585531"/>
            <a:ext cx="3396426" cy="102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dirty="0">
                <a:solidFill>
                  <a:schemeClr val="accent6"/>
                </a:solidFill>
                <a:latin typeface="Consolas" panose="020B0609020204030204" pitchFamily="49" charset="0"/>
              </a:rPr>
              <a:t>Print : </a:t>
            </a:r>
          </a:p>
          <a:p>
            <a:pPr>
              <a:lnSpc>
                <a:spcPts val="1425"/>
              </a:lnSpc>
              <a:buNone/>
            </a:pPr>
            <a:endParaRPr lang="en-IN" sz="2400" dirty="0">
              <a:solidFill>
                <a:srgbClr val="DDAAFF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dirty="0">
              <a:solidFill>
                <a:srgbClr val="DDAAFF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dirty="0">
              <a:solidFill>
                <a:srgbClr val="DDAAFF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dirty="0">
                <a:solidFill>
                  <a:srgbClr val="FFFF00"/>
                </a:solidFill>
                <a:latin typeface="Consolas" panose="020B0609020204030204" pitchFamily="49" charset="0"/>
              </a:rPr>
              <a:t>s</a:t>
            </a:r>
            <a:r>
              <a:rPr lang="en-IN" sz="2400" b="0" dirty="0">
                <a:solidFill>
                  <a:srgbClr val="FFFF00"/>
                </a:solidFill>
                <a:effectLst/>
                <a:latin typeface="Consolas" panose="020B0609020204030204" pitchFamily="49" charset="0"/>
              </a:rPr>
              <a:t>low -&gt; data</a:t>
            </a:r>
            <a:endParaRPr lang="en-IN" b="0" dirty="0">
              <a:solidFill>
                <a:srgbClr val="FFFF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107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641</Words>
  <Application>Microsoft Office PowerPoint</Application>
  <PresentationFormat>Widescreen</PresentationFormat>
  <Paragraphs>243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2025-11-30T10:43:37Z</dcterms:created>
  <dcterms:modified xsi:type="dcterms:W3CDTF">2025-11-30T11:08:43Z</dcterms:modified>
</cp:coreProperties>
</file>