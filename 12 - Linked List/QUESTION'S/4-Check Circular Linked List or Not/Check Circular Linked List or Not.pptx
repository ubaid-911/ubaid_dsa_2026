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438" r:id="rId2"/>
    <p:sldId id="451" r:id="rId3"/>
    <p:sldId id="452" r:id="rId4"/>
    <p:sldId id="453" r:id="rId5"/>
    <p:sldId id="454" r:id="rId6"/>
    <p:sldId id="455" r:id="rId7"/>
    <p:sldId id="456" r:id="rId8"/>
    <p:sldId id="457" r:id="rId9"/>
    <p:sldId id="458" r:id="rId10"/>
    <p:sldId id="45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934" y="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CE8D82-1387-4084-954B-00B5C9F339FC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147E2B-B17F-420B-BF70-43F9074263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51862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CAA71-3ED1-9BD2-2353-00946C879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02C37B-7C14-20F2-D471-10559EA0E4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5CE5AD-DDD7-738D-0688-B6038F73C7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8D3068-0906-E629-E9E2-EF3A10B1B7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68506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1F7AE-B87E-EB2A-0AB3-9D4F6F4B8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34E5B4-0F8B-7BD2-0116-4A5836AE19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E2B085-561D-5E07-B2E2-66BF929AF0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D0332E-43C6-75BF-908E-4C11B66527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75494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C9C671-CE82-0536-DC82-E87B93821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B15C53-A733-38AD-9844-893DCC710D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74D565-7F1F-87B2-E54D-C830A1F4EF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9749EA-BAB6-2D5B-6F14-2178A63E68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08090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87E80-83AC-6EA9-F37B-398EEA1D5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2331EE-73BB-3F27-37D0-23B2782F27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BBBF02-D5B0-9107-DD8C-913689CFAE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F6E1F8-20BA-37BD-0399-C5AFBB64C4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05492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D1A456-A29F-952F-0058-82495B485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E2BB4B-E849-4231-6265-79CA394B50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785FE7-5C81-1D00-7E31-7969CAE830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09BB00-4CC0-1DD4-0981-16CBB3C693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81280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6E8BD-4F6F-985F-98EF-54BFA6612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FF4AC7-351E-8AB6-3842-FA0700A6D6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490273-8133-411A-F088-C264984235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BB4F1D-2A41-7B3F-7E43-75CDBA035F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87611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9B695-E278-75DD-E5E3-7A3762236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08986B-B717-1A54-6C5E-F162437BDF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ADA318-B9D8-5B45-37D7-E0FEB1FF83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423620-D41E-5EB9-6AE3-9C97704449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04197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5B0A7-955A-7E67-011A-CA81D31E3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C1D3B9-F1D5-FD54-2205-A928304964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98253B-97B4-3280-EEA5-D3CD1049D5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36052B-59FF-2F7A-0404-092AC5A455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46787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49CD8-0AF9-7216-DFE4-0E82AAAD0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F414ED-AA75-D93B-55E3-C4DCF1FD0F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D296A8-897E-C8EC-F266-BE36B4BF60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F6433B-6C1B-2E56-A89E-3D1155A6DA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17781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D34CE-BD20-5E72-A79D-70D5ED5D2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ECF7C1-1AE0-5E8F-4581-CFBF3723A3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E253D6-4D1F-95D1-DBEC-F14B9742E1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172630-593D-FC80-A1DD-B7B471572D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16043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81560-40D3-D22E-68EC-5EE328C334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BC579B-6183-4F69-44FD-CD0E860A78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71BCEF-758D-4668-AF2B-A47ED7C62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772AA-6FF1-4A4B-AA5B-A09A81D950D9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D1DCEB-AE02-4044-F76D-245D1C496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E5EBBB-A1C7-8067-2415-83BC7A360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A63CD-4251-4FE0-9C86-0563EEE3D7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37978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5F371-C315-D967-2E4D-60400D817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A0AC0E-83CD-79F5-A514-C2EE32643C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8DBD98-C6D1-F958-8892-7367657AC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772AA-6FF1-4A4B-AA5B-A09A81D950D9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F52A00-3B0A-3EEC-ED92-87C7C3421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367121-C364-649C-6095-97EAAD0A4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A63CD-4251-4FE0-9C86-0563EEE3D7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6827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D6F49-DE3D-F605-7E72-A59021B54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4F13D2-0303-5B43-BDC6-F62001771A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063BDC-5BB0-01F2-5151-0C1CEB0A6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772AA-6FF1-4A4B-AA5B-A09A81D950D9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07F5C5-15D1-AD60-1BAE-281BA6B14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F25FDC-327B-404E-DCBA-2AB8A0605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A63CD-4251-4FE0-9C86-0563EEE3D7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9490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E7D7F-E354-48E2-479C-DE01F5060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C4EC15-0199-42A9-4D55-CE1877B665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4F874D-C54F-E4C4-205F-E6A9F5F5C8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854AC1-AD33-DF09-7C9C-0E6373F9F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772AA-6FF1-4A4B-AA5B-A09A81D950D9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90D1A7-109A-66D5-F530-BBBC14A9B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19762D-F1EE-5444-3731-7F87FB2D3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A63CD-4251-4FE0-9C86-0563EEE3D7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4939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7BB44-22E6-7325-5DE2-1CEED7BFD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9826EB-D886-A3BA-584B-869601C8F2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FFCED8-0AC8-AA32-ADFD-DD8FF2EC9E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498C79-E30C-D67C-3C3D-99EBB5FEAF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CB4C22-BF5D-DD84-BE13-DE64F044F9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6F13F2-B7A4-1E7B-AE49-EBBFFA269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772AA-6FF1-4A4B-AA5B-A09A81D950D9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1D8575-62EF-38AB-FEB1-589957635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036B55-3BDA-4EAF-70A5-BCA5CBED8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A63CD-4251-4FE0-9C86-0563EEE3D7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8792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75FB2-42F4-C793-747E-E45E9D3A1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437D6A-A404-29F6-2926-DE4289AF3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772AA-6FF1-4A4B-AA5B-A09A81D950D9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0AF018-6B39-7329-8A20-EB34FFE99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8FE759-1532-AD1F-8552-36891A234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A63CD-4251-4FE0-9C86-0563EEE3D7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7751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F86E58-AA43-F168-00ED-8A7737429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772AA-6FF1-4A4B-AA5B-A09A81D950D9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B284BC-E3DF-777F-D4E0-CB985E40D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731EC7-E4F4-8A44-74C2-4B3FFE85E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A63CD-4251-4FE0-9C86-0563EEE3D7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5284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4E627-9D51-6BFC-F32D-25551ABD2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325D3-C0DC-5795-339B-3E6B06CA69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5F027A-3B5F-5600-855B-9D0EAEB79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CEAAE3-F56F-5292-08C2-8170113AA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772AA-6FF1-4A4B-AA5B-A09A81D950D9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C82373-83F1-763F-ABC9-0A80BA7C0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AAB822-0A59-B7E2-0C9E-642353C36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A63CD-4251-4FE0-9C86-0563EEE3D7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50710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76BFD-73B9-23CE-ABFC-90FA558A6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A0F934-9773-54B6-B3BA-4DB360AF4C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BFD28E-66AB-291C-AADE-395338F7BE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393C3F-6901-B0A2-25EA-A9918EAEA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772AA-6FF1-4A4B-AA5B-A09A81D950D9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721669-D6E9-57BC-6796-DAD6922E4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431AD1-3788-35AB-63B3-24977C843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A63CD-4251-4FE0-9C86-0563EEE3D7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91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422E1-9849-1A51-9DC9-3DFF652EF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3B6C09-4393-F416-8455-00CF3AAA48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C86588-6BFF-1EB8-605B-F4F1D0725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772AA-6FF1-4A4B-AA5B-A09A81D950D9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4FBA35-851A-9FA3-A7C9-4840F5618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607947-5EE7-05AE-25B9-02749371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A63CD-4251-4FE0-9C86-0563EEE3D7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7873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BD52E0-ABBE-D0AF-72D0-0123D8F16C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F66CE4-8918-A794-0753-0A9339E1B6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CA8CBD-B023-C9D3-9594-356987649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772AA-6FF1-4A4B-AA5B-A09A81D950D9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0B0BAE-E32F-FAF5-121D-EB28B3F4A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DEFB8F-07F4-08EF-B147-C64F285DD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A63CD-4251-4FE0-9C86-0563EEE3D7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28736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1C7F3E-08F9-F6D8-18C0-6ABF5D222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A57681-5686-E54E-E713-959B6B1524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D122DB-C4F9-656C-12F6-E47CD20BA0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7772AA-6FF1-4A4B-AA5B-A09A81D950D9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CAE0E9-50D9-FB29-DEE2-EF3733C44C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3C58C4-A15F-D993-118D-536CE9BFB0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2A63CD-4251-4FE0-9C86-0563EEE3D7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128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1235C-CBAA-C9B7-B0CA-2701ECE2F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AAA4D65-B819-1510-857F-2B159D716612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C9ADCD0-FE4D-8974-1CB0-190EEEB00E22}"/>
              </a:ext>
            </a:extLst>
          </p:cNvPr>
          <p:cNvSpPr txBox="1"/>
          <p:nvPr/>
        </p:nvSpPr>
        <p:spPr>
          <a:xfrm>
            <a:off x="-531382" y="2924278"/>
            <a:ext cx="1325476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Check Circular Linked List or Not</a:t>
            </a:r>
          </a:p>
        </p:txBody>
      </p:sp>
    </p:spTree>
    <p:extLst>
      <p:ext uri="{BB962C8B-B14F-4D97-AF65-F5344CB8AC3E}">
        <p14:creationId xmlns:p14="http://schemas.microsoft.com/office/powerpoint/2010/main" val="28258447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BCA4F8-3E82-3BE8-E833-570CF712B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49C6E82-2BA2-0A78-4264-735E9AF0EA9F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90819BF-244B-025A-2ACB-4F62ED8F924E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20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45A1633-E598-54BF-2548-C60F980C3601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30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1BFABD8-8B95-EDD2-96B5-A9712B466F4C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40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4864D2F-BCFA-81DE-595F-5DBF9208436C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50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E520631-43FC-DFB0-9763-A59FA6637F78}"/>
              </a:ext>
            </a:extLst>
          </p:cNvPr>
          <p:cNvCxnSpPr>
            <a:cxnSpLocks/>
          </p:cNvCxnSpPr>
          <p:nvPr/>
        </p:nvCxnSpPr>
        <p:spPr>
          <a:xfrm flipV="1">
            <a:off x="3462180" y="2498125"/>
            <a:ext cx="101838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B34CCE9-0D7D-AB02-C391-78BD75FBAA6D}"/>
              </a:ext>
            </a:extLst>
          </p:cNvPr>
          <p:cNvCxnSpPr>
            <a:cxnSpLocks/>
          </p:cNvCxnSpPr>
          <p:nvPr/>
        </p:nvCxnSpPr>
        <p:spPr>
          <a:xfrm>
            <a:off x="5656740" y="2482885"/>
            <a:ext cx="10031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8F43007-7CEE-94F5-7C38-8F528C9B2506}"/>
              </a:ext>
            </a:extLst>
          </p:cNvPr>
          <p:cNvCxnSpPr>
            <a:cxnSpLocks/>
          </p:cNvCxnSpPr>
          <p:nvPr/>
        </p:nvCxnSpPr>
        <p:spPr>
          <a:xfrm flipV="1">
            <a:off x="7820820" y="2482885"/>
            <a:ext cx="103362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BBE2A1A-43CE-6A55-2A62-21A5D4CD5B80}"/>
              </a:ext>
            </a:extLst>
          </p:cNvPr>
          <p:cNvCxnSpPr>
            <a:cxnSpLocks/>
          </p:cNvCxnSpPr>
          <p:nvPr/>
        </p:nvCxnSpPr>
        <p:spPr>
          <a:xfrm flipH="1">
            <a:off x="1598508" y="3262379"/>
            <a:ext cx="9069492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BEEA56A-45FE-8D22-4E2F-11583E1E0577}"/>
              </a:ext>
            </a:extLst>
          </p:cNvPr>
          <p:cNvSpPr txBox="1"/>
          <p:nvPr/>
        </p:nvSpPr>
        <p:spPr>
          <a:xfrm>
            <a:off x="-626532" y="2577106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1C1809EE-88E1-743D-714D-11FCEAA05880}"/>
              </a:ext>
            </a:extLst>
          </p:cNvPr>
          <p:cNvGraphicFramePr>
            <a:graphicFrameLocks noGrp="1"/>
          </p:cNvGraphicFramePr>
          <p:nvPr/>
        </p:nvGraphicFramePr>
        <p:xfrm>
          <a:off x="485988" y="2114298"/>
          <a:ext cx="1066800" cy="13872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464217802"/>
                    </a:ext>
                  </a:extLst>
                </a:gridCol>
              </a:tblGrid>
              <a:tr h="693641">
                <a:tc>
                  <a:txBody>
                    <a:bodyPr/>
                    <a:lstStyle/>
                    <a:p>
                      <a:r>
                        <a:rPr lang="en-IN" sz="3600" dirty="0"/>
                        <a:t>    .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332099"/>
                  </a:ext>
                </a:extLst>
              </a:tr>
              <a:tr h="693641">
                <a:tc>
                  <a:txBody>
                    <a:bodyPr/>
                    <a:lstStyle/>
                    <a:p>
                      <a:r>
                        <a:rPr lang="en-IN" sz="3600" b="1" dirty="0">
                          <a:solidFill>
                            <a:schemeClr val="bg1"/>
                          </a:solidFill>
                        </a:rPr>
                        <a:t>  10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4340757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2C9FFBC-88D9-0E3E-762A-D22E1D124BB4}"/>
              </a:ext>
            </a:extLst>
          </p:cNvPr>
          <p:cNvCxnSpPr>
            <a:cxnSpLocks/>
          </p:cNvCxnSpPr>
          <p:nvPr/>
        </p:nvCxnSpPr>
        <p:spPr>
          <a:xfrm>
            <a:off x="1239678" y="2482882"/>
            <a:ext cx="10183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C594C25-CB57-BF55-F54C-BD48CEFFA606}"/>
              </a:ext>
            </a:extLst>
          </p:cNvPr>
          <p:cNvCxnSpPr>
            <a:cxnSpLocks/>
          </p:cNvCxnSpPr>
          <p:nvPr/>
        </p:nvCxnSpPr>
        <p:spPr>
          <a:xfrm>
            <a:off x="10668000" y="2498125"/>
            <a:ext cx="0" cy="74901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34B91A-9526-0F03-978B-F0B0D539E6BD}"/>
              </a:ext>
            </a:extLst>
          </p:cNvPr>
          <p:cNvCxnSpPr>
            <a:cxnSpLocks/>
          </p:cNvCxnSpPr>
          <p:nvPr/>
        </p:nvCxnSpPr>
        <p:spPr>
          <a:xfrm flipH="1">
            <a:off x="9994902" y="2482882"/>
            <a:ext cx="673098" cy="15243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46046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8622C7-D234-C8AD-FFD3-126B50570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C200D15-B964-6738-F41F-6B66E530DDDA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4ED307E-B2C0-ED25-6DBE-A3C3B3672EA9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20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6E58267-F554-C267-0E97-B7175A7A1B25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30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4A301A2-838D-AA22-882E-A99EFE97E6C2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40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3A54327-A396-071E-E6F8-6554D1551DA3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50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70A8185-2654-9DFF-61AE-349EE69D2F7B}"/>
              </a:ext>
            </a:extLst>
          </p:cNvPr>
          <p:cNvCxnSpPr>
            <a:cxnSpLocks/>
          </p:cNvCxnSpPr>
          <p:nvPr/>
        </p:nvCxnSpPr>
        <p:spPr>
          <a:xfrm flipV="1">
            <a:off x="3462180" y="2498125"/>
            <a:ext cx="101838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B64CA6C-8DBC-B8C1-8B1D-D0280B795BB3}"/>
              </a:ext>
            </a:extLst>
          </p:cNvPr>
          <p:cNvCxnSpPr>
            <a:cxnSpLocks/>
          </p:cNvCxnSpPr>
          <p:nvPr/>
        </p:nvCxnSpPr>
        <p:spPr>
          <a:xfrm>
            <a:off x="5656740" y="2482885"/>
            <a:ext cx="10031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D2C9291-51C9-88BF-ADE4-C8A001289470}"/>
              </a:ext>
            </a:extLst>
          </p:cNvPr>
          <p:cNvCxnSpPr>
            <a:cxnSpLocks/>
          </p:cNvCxnSpPr>
          <p:nvPr/>
        </p:nvCxnSpPr>
        <p:spPr>
          <a:xfrm flipV="1">
            <a:off x="7820820" y="2482885"/>
            <a:ext cx="103362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06852A0-8EC3-8ADF-2C00-54C3D49FA43E}"/>
              </a:ext>
            </a:extLst>
          </p:cNvPr>
          <p:cNvCxnSpPr>
            <a:cxnSpLocks/>
          </p:cNvCxnSpPr>
          <p:nvPr/>
        </p:nvCxnSpPr>
        <p:spPr>
          <a:xfrm flipH="1">
            <a:off x="1598508" y="3262379"/>
            <a:ext cx="9069492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2791714-9585-2BD0-412C-75EA5B79E102}"/>
              </a:ext>
            </a:extLst>
          </p:cNvPr>
          <p:cNvSpPr txBox="1"/>
          <p:nvPr/>
        </p:nvSpPr>
        <p:spPr>
          <a:xfrm>
            <a:off x="-626532" y="2577106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50AEC337-3981-5C10-67E0-97D95B318624}"/>
              </a:ext>
            </a:extLst>
          </p:cNvPr>
          <p:cNvGraphicFramePr>
            <a:graphicFrameLocks noGrp="1"/>
          </p:cNvGraphicFramePr>
          <p:nvPr/>
        </p:nvGraphicFramePr>
        <p:xfrm>
          <a:off x="485988" y="2114298"/>
          <a:ext cx="1066800" cy="13872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464217802"/>
                    </a:ext>
                  </a:extLst>
                </a:gridCol>
              </a:tblGrid>
              <a:tr h="693641">
                <a:tc>
                  <a:txBody>
                    <a:bodyPr/>
                    <a:lstStyle/>
                    <a:p>
                      <a:r>
                        <a:rPr lang="en-IN" sz="3600" dirty="0"/>
                        <a:t>    .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332099"/>
                  </a:ext>
                </a:extLst>
              </a:tr>
              <a:tr h="693641">
                <a:tc>
                  <a:txBody>
                    <a:bodyPr/>
                    <a:lstStyle/>
                    <a:p>
                      <a:r>
                        <a:rPr lang="en-IN" sz="3600" b="1" dirty="0">
                          <a:solidFill>
                            <a:schemeClr val="bg1"/>
                          </a:solidFill>
                        </a:rPr>
                        <a:t>  10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4340757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CFD4A45-99EE-BF21-F533-788F31A294EF}"/>
              </a:ext>
            </a:extLst>
          </p:cNvPr>
          <p:cNvCxnSpPr>
            <a:cxnSpLocks/>
          </p:cNvCxnSpPr>
          <p:nvPr/>
        </p:nvCxnSpPr>
        <p:spPr>
          <a:xfrm>
            <a:off x="1239678" y="2482882"/>
            <a:ext cx="10183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B95A6CE-8986-95CE-11E9-3B9348090B3F}"/>
              </a:ext>
            </a:extLst>
          </p:cNvPr>
          <p:cNvCxnSpPr>
            <a:cxnSpLocks/>
          </p:cNvCxnSpPr>
          <p:nvPr/>
        </p:nvCxnSpPr>
        <p:spPr>
          <a:xfrm>
            <a:off x="10668000" y="2498125"/>
            <a:ext cx="0" cy="74901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CD54C3E-AE18-49F4-40B1-9B720B852A81}"/>
              </a:ext>
            </a:extLst>
          </p:cNvPr>
          <p:cNvCxnSpPr>
            <a:cxnSpLocks/>
          </p:cNvCxnSpPr>
          <p:nvPr/>
        </p:nvCxnSpPr>
        <p:spPr>
          <a:xfrm flipH="1">
            <a:off x="9994902" y="2482882"/>
            <a:ext cx="673098" cy="15243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1D6A904-8530-8ADE-4F2C-53BC99806A65}"/>
              </a:ext>
            </a:extLst>
          </p:cNvPr>
          <p:cNvSpPr txBox="1"/>
          <p:nvPr/>
        </p:nvSpPr>
        <p:spPr>
          <a:xfrm>
            <a:off x="2552700" y="4198412"/>
            <a:ext cx="8214360" cy="665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24003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33178-4B9D-D2D5-8D99-79A54A1C5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35ABFAB-73CB-10B6-E4A7-D5190169296F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34F5EE2-746A-382A-8C48-75C9E4EA758D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20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D21670F-EB19-8683-F394-4CA6D2643A04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30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58CB8FE-EABC-44A3-E95E-B2524095E892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40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0AEBB91-7208-BF5E-7E79-2646E27A8E41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50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78E19AD-2B4F-6CD9-0366-DFAFC7421CCD}"/>
              </a:ext>
            </a:extLst>
          </p:cNvPr>
          <p:cNvCxnSpPr>
            <a:cxnSpLocks/>
          </p:cNvCxnSpPr>
          <p:nvPr/>
        </p:nvCxnSpPr>
        <p:spPr>
          <a:xfrm flipV="1">
            <a:off x="3462180" y="2498125"/>
            <a:ext cx="101838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0A39838-C3C4-F6D1-F417-D3825A64A339}"/>
              </a:ext>
            </a:extLst>
          </p:cNvPr>
          <p:cNvCxnSpPr>
            <a:cxnSpLocks/>
          </p:cNvCxnSpPr>
          <p:nvPr/>
        </p:nvCxnSpPr>
        <p:spPr>
          <a:xfrm>
            <a:off x="5656740" y="2482885"/>
            <a:ext cx="10031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FC04025-6593-D3D2-A295-9849EE745A1B}"/>
              </a:ext>
            </a:extLst>
          </p:cNvPr>
          <p:cNvCxnSpPr>
            <a:cxnSpLocks/>
          </p:cNvCxnSpPr>
          <p:nvPr/>
        </p:nvCxnSpPr>
        <p:spPr>
          <a:xfrm flipV="1">
            <a:off x="7820820" y="2482885"/>
            <a:ext cx="103362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41D99CE-E5AA-9FBB-6F03-657363E75010}"/>
              </a:ext>
            </a:extLst>
          </p:cNvPr>
          <p:cNvCxnSpPr>
            <a:cxnSpLocks/>
          </p:cNvCxnSpPr>
          <p:nvPr/>
        </p:nvCxnSpPr>
        <p:spPr>
          <a:xfrm flipH="1">
            <a:off x="1598508" y="3262379"/>
            <a:ext cx="9069492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C2D1D33-8CE4-ECB2-1C90-B48899A955E9}"/>
              </a:ext>
            </a:extLst>
          </p:cNvPr>
          <p:cNvSpPr txBox="1"/>
          <p:nvPr/>
        </p:nvSpPr>
        <p:spPr>
          <a:xfrm>
            <a:off x="-626532" y="2577106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2A582AD1-F334-02C4-8139-00CF7AD87551}"/>
              </a:ext>
            </a:extLst>
          </p:cNvPr>
          <p:cNvGraphicFramePr>
            <a:graphicFrameLocks noGrp="1"/>
          </p:cNvGraphicFramePr>
          <p:nvPr/>
        </p:nvGraphicFramePr>
        <p:xfrm>
          <a:off x="485988" y="2114298"/>
          <a:ext cx="1066800" cy="13872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464217802"/>
                    </a:ext>
                  </a:extLst>
                </a:gridCol>
              </a:tblGrid>
              <a:tr h="693641">
                <a:tc>
                  <a:txBody>
                    <a:bodyPr/>
                    <a:lstStyle/>
                    <a:p>
                      <a:r>
                        <a:rPr lang="en-IN" sz="3600" dirty="0"/>
                        <a:t>    .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332099"/>
                  </a:ext>
                </a:extLst>
              </a:tr>
              <a:tr h="693641">
                <a:tc>
                  <a:txBody>
                    <a:bodyPr/>
                    <a:lstStyle/>
                    <a:p>
                      <a:r>
                        <a:rPr lang="en-IN" sz="3600" b="1" dirty="0">
                          <a:solidFill>
                            <a:schemeClr val="bg1"/>
                          </a:solidFill>
                        </a:rPr>
                        <a:t>  10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4340757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3B1AEF3-3D8C-F0C6-C711-481B5789A135}"/>
              </a:ext>
            </a:extLst>
          </p:cNvPr>
          <p:cNvCxnSpPr>
            <a:cxnSpLocks/>
          </p:cNvCxnSpPr>
          <p:nvPr/>
        </p:nvCxnSpPr>
        <p:spPr>
          <a:xfrm>
            <a:off x="1239678" y="2482882"/>
            <a:ext cx="10183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5AD2C23-C8E1-7BF0-700A-2645E7E9C00A}"/>
              </a:ext>
            </a:extLst>
          </p:cNvPr>
          <p:cNvCxnSpPr>
            <a:cxnSpLocks/>
          </p:cNvCxnSpPr>
          <p:nvPr/>
        </p:nvCxnSpPr>
        <p:spPr>
          <a:xfrm>
            <a:off x="10668000" y="2498125"/>
            <a:ext cx="0" cy="74901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2E21210-70C8-28AC-91D9-1FB5D45EDEC8}"/>
              </a:ext>
            </a:extLst>
          </p:cNvPr>
          <p:cNvCxnSpPr>
            <a:cxnSpLocks/>
          </p:cNvCxnSpPr>
          <p:nvPr/>
        </p:nvCxnSpPr>
        <p:spPr>
          <a:xfrm flipH="1">
            <a:off x="9994902" y="2482882"/>
            <a:ext cx="673098" cy="15243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84A6187-744B-DD80-CAF5-9891699297DF}"/>
              </a:ext>
            </a:extLst>
          </p:cNvPr>
          <p:cNvSpPr txBox="1"/>
          <p:nvPr/>
        </p:nvSpPr>
        <p:spPr>
          <a:xfrm>
            <a:off x="2552700" y="4198412"/>
            <a:ext cx="8214360" cy="665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37FEEA-E009-2EAE-EE5C-F647ED95CD7F}"/>
              </a:ext>
            </a:extLst>
          </p:cNvPr>
          <p:cNvSpPr txBox="1"/>
          <p:nvPr/>
        </p:nvSpPr>
        <p:spPr>
          <a:xfrm>
            <a:off x="1988820" y="5248871"/>
            <a:ext cx="8214360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09207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886D14-78E8-257B-AB39-B9ADF08B2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8523D84-5252-F576-5771-FA7C160A306A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2404E11-588F-80F8-5E45-FE773A6C24DD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20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02BC7B3-A7E2-6965-4ECF-5902A5C23F96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30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74D4D28-9BF6-AF87-9290-C1CBB9A571EB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40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EA216A9-2C77-31D7-8D66-2E8D41B8CE54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50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2836CB1-94B9-25BE-906E-B8BD47D3F531}"/>
              </a:ext>
            </a:extLst>
          </p:cNvPr>
          <p:cNvCxnSpPr>
            <a:cxnSpLocks/>
          </p:cNvCxnSpPr>
          <p:nvPr/>
        </p:nvCxnSpPr>
        <p:spPr>
          <a:xfrm flipV="1">
            <a:off x="3462180" y="2498125"/>
            <a:ext cx="101838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669198D-31CA-0396-74AC-32B8364353D9}"/>
              </a:ext>
            </a:extLst>
          </p:cNvPr>
          <p:cNvCxnSpPr>
            <a:cxnSpLocks/>
          </p:cNvCxnSpPr>
          <p:nvPr/>
        </p:nvCxnSpPr>
        <p:spPr>
          <a:xfrm>
            <a:off x="5656740" y="2482885"/>
            <a:ext cx="10031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79F4452-00D0-8320-33FE-6B1F0126F49A}"/>
              </a:ext>
            </a:extLst>
          </p:cNvPr>
          <p:cNvCxnSpPr>
            <a:cxnSpLocks/>
          </p:cNvCxnSpPr>
          <p:nvPr/>
        </p:nvCxnSpPr>
        <p:spPr>
          <a:xfrm flipV="1">
            <a:off x="7820820" y="2482885"/>
            <a:ext cx="103362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FBBA7E5-9ADE-AF61-0514-008C96ADD148}"/>
              </a:ext>
            </a:extLst>
          </p:cNvPr>
          <p:cNvCxnSpPr>
            <a:cxnSpLocks/>
          </p:cNvCxnSpPr>
          <p:nvPr/>
        </p:nvCxnSpPr>
        <p:spPr>
          <a:xfrm flipH="1">
            <a:off x="1598508" y="3262379"/>
            <a:ext cx="9069492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1338E65-B9D0-3589-C1F8-9DFB88D80B7C}"/>
              </a:ext>
            </a:extLst>
          </p:cNvPr>
          <p:cNvSpPr txBox="1"/>
          <p:nvPr/>
        </p:nvSpPr>
        <p:spPr>
          <a:xfrm>
            <a:off x="-626532" y="2577106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81FA14DE-FFE6-FE5A-9EB6-3FFB9DD444F3}"/>
              </a:ext>
            </a:extLst>
          </p:cNvPr>
          <p:cNvGraphicFramePr>
            <a:graphicFrameLocks noGrp="1"/>
          </p:cNvGraphicFramePr>
          <p:nvPr/>
        </p:nvGraphicFramePr>
        <p:xfrm>
          <a:off x="485988" y="2114298"/>
          <a:ext cx="1066800" cy="13872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464217802"/>
                    </a:ext>
                  </a:extLst>
                </a:gridCol>
              </a:tblGrid>
              <a:tr h="693641">
                <a:tc>
                  <a:txBody>
                    <a:bodyPr/>
                    <a:lstStyle/>
                    <a:p>
                      <a:r>
                        <a:rPr lang="en-IN" sz="3600" dirty="0"/>
                        <a:t>    .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332099"/>
                  </a:ext>
                </a:extLst>
              </a:tr>
              <a:tr h="693641">
                <a:tc>
                  <a:txBody>
                    <a:bodyPr/>
                    <a:lstStyle/>
                    <a:p>
                      <a:r>
                        <a:rPr lang="en-IN" sz="3600" b="1" dirty="0">
                          <a:solidFill>
                            <a:schemeClr val="bg1"/>
                          </a:solidFill>
                        </a:rPr>
                        <a:t>  10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4340757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7D831FB-6818-2F35-C340-45BA70BCCBED}"/>
              </a:ext>
            </a:extLst>
          </p:cNvPr>
          <p:cNvCxnSpPr>
            <a:cxnSpLocks/>
          </p:cNvCxnSpPr>
          <p:nvPr/>
        </p:nvCxnSpPr>
        <p:spPr>
          <a:xfrm>
            <a:off x="1239678" y="2482882"/>
            <a:ext cx="10183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BFA75D6-51F5-B356-05A9-7246611AA9DB}"/>
              </a:ext>
            </a:extLst>
          </p:cNvPr>
          <p:cNvCxnSpPr>
            <a:cxnSpLocks/>
          </p:cNvCxnSpPr>
          <p:nvPr/>
        </p:nvCxnSpPr>
        <p:spPr>
          <a:xfrm>
            <a:off x="10668000" y="2498125"/>
            <a:ext cx="0" cy="74901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C2D82D5-D87A-AD18-A544-C328305623C3}"/>
              </a:ext>
            </a:extLst>
          </p:cNvPr>
          <p:cNvCxnSpPr>
            <a:cxnSpLocks/>
          </p:cNvCxnSpPr>
          <p:nvPr/>
        </p:nvCxnSpPr>
        <p:spPr>
          <a:xfrm flipH="1">
            <a:off x="9994902" y="2482882"/>
            <a:ext cx="673098" cy="15243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B3D8CF4-DC05-D65C-6DE2-D0E05259E418}"/>
              </a:ext>
            </a:extLst>
          </p:cNvPr>
          <p:cNvSpPr txBox="1"/>
          <p:nvPr/>
        </p:nvSpPr>
        <p:spPr>
          <a:xfrm>
            <a:off x="2552700" y="4198412"/>
            <a:ext cx="8214360" cy="665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EF60A20-DFFA-F184-AC6B-53FB52ABD329}"/>
              </a:ext>
            </a:extLst>
          </p:cNvPr>
          <p:cNvSpPr txBox="1"/>
          <p:nvPr/>
        </p:nvSpPr>
        <p:spPr>
          <a:xfrm>
            <a:off x="1988820" y="5248871"/>
            <a:ext cx="8214360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3364C3B-F05C-0024-50E9-4A44DF69D960}"/>
              </a:ext>
            </a:extLst>
          </p:cNvPr>
          <p:cNvCxnSpPr>
            <a:cxnSpLocks/>
          </p:cNvCxnSpPr>
          <p:nvPr/>
        </p:nvCxnSpPr>
        <p:spPr>
          <a:xfrm>
            <a:off x="3048000" y="1310640"/>
            <a:ext cx="0" cy="670560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A57E0FA1-DEA0-055B-AB60-1C95B9D3C548}"/>
              </a:ext>
            </a:extLst>
          </p:cNvPr>
          <p:cNvSpPr txBox="1"/>
          <p:nvPr/>
        </p:nvSpPr>
        <p:spPr>
          <a:xfrm>
            <a:off x="2552700" y="890220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4"/>
                </a:solidFill>
              </a:rPr>
              <a:t>temp</a:t>
            </a:r>
          </a:p>
        </p:txBody>
      </p:sp>
    </p:spTree>
    <p:extLst>
      <p:ext uri="{BB962C8B-B14F-4D97-AF65-F5344CB8AC3E}">
        <p14:creationId xmlns:p14="http://schemas.microsoft.com/office/powerpoint/2010/main" val="24611952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EDA5DB-8EC6-0E0B-77F6-D49B19FDD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D0F473E-8DFF-5EB1-7DD5-40011293FE2B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5A6714D-88AA-D1D3-020D-3E3E0E875851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20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CC09A7B-13C6-6943-9FC2-5D76D0FA218D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30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C3E8CA7-662C-F950-AAFC-BC110BF6D20D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40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36FA4A4-2C15-EF70-DBC1-7BBF242E84B4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50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FB05F38-EE50-C662-E99E-38AECD379BEB}"/>
              </a:ext>
            </a:extLst>
          </p:cNvPr>
          <p:cNvCxnSpPr>
            <a:cxnSpLocks/>
          </p:cNvCxnSpPr>
          <p:nvPr/>
        </p:nvCxnSpPr>
        <p:spPr>
          <a:xfrm flipV="1">
            <a:off x="3462180" y="2498125"/>
            <a:ext cx="101838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E2B59CE-E2F0-4385-6B27-5E34FE60A760}"/>
              </a:ext>
            </a:extLst>
          </p:cNvPr>
          <p:cNvCxnSpPr>
            <a:cxnSpLocks/>
          </p:cNvCxnSpPr>
          <p:nvPr/>
        </p:nvCxnSpPr>
        <p:spPr>
          <a:xfrm>
            <a:off x="5656740" y="2482885"/>
            <a:ext cx="10031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901F29F-DBE8-8B4A-9A5A-790EFADBDCF7}"/>
              </a:ext>
            </a:extLst>
          </p:cNvPr>
          <p:cNvCxnSpPr>
            <a:cxnSpLocks/>
          </p:cNvCxnSpPr>
          <p:nvPr/>
        </p:nvCxnSpPr>
        <p:spPr>
          <a:xfrm flipV="1">
            <a:off x="7820820" y="2482885"/>
            <a:ext cx="103362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A8EB98F-92C3-9839-8AEE-AAF46AF4F62F}"/>
              </a:ext>
            </a:extLst>
          </p:cNvPr>
          <p:cNvCxnSpPr>
            <a:cxnSpLocks/>
          </p:cNvCxnSpPr>
          <p:nvPr/>
        </p:nvCxnSpPr>
        <p:spPr>
          <a:xfrm flipH="1">
            <a:off x="1598508" y="3262379"/>
            <a:ext cx="9069492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ADDB68F-B477-EAE5-A13C-5F3C801E27E9}"/>
              </a:ext>
            </a:extLst>
          </p:cNvPr>
          <p:cNvSpPr txBox="1"/>
          <p:nvPr/>
        </p:nvSpPr>
        <p:spPr>
          <a:xfrm>
            <a:off x="-626532" y="2577106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C9F690EC-FF98-245B-0F35-2D07C63B9EAD}"/>
              </a:ext>
            </a:extLst>
          </p:cNvPr>
          <p:cNvGraphicFramePr>
            <a:graphicFrameLocks noGrp="1"/>
          </p:cNvGraphicFramePr>
          <p:nvPr/>
        </p:nvGraphicFramePr>
        <p:xfrm>
          <a:off x="485988" y="2114298"/>
          <a:ext cx="1066800" cy="13872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464217802"/>
                    </a:ext>
                  </a:extLst>
                </a:gridCol>
              </a:tblGrid>
              <a:tr h="693641">
                <a:tc>
                  <a:txBody>
                    <a:bodyPr/>
                    <a:lstStyle/>
                    <a:p>
                      <a:r>
                        <a:rPr lang="en-IN" sz="3600" dirty="0"/>
                        <a:t>    .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332099"/>
                  </a:ext>
                </a:extLst>
              </a:tr>
              <a:tr h="693641">
                <a:tc>
                  <a:txBody>
                    <a:bodyPr/>
                    <a:lstStyle/>
                    <a:p>
                      <a:r>
                        <a:rPr lang="en-IN" sz="3600" b="1" dirty="0">
                          <a:solidFill>
                            <a:schemeClr val="bg1"/>
                          </a:solidFill>
                        </a:rPr>
                        <a:t>  10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4340757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BB499AB-9248-707D-5ACE-0EF61192C944}"/>
              </a:ext>
            </a:extLst>
          </p:cNvPr>
          <p:cNvCxnSpPr>
            <a:cxnSpLocks/>
          </p:cNvCxnSpPr>
          <p:nvPr/>
        </p:nvCxnSpPr>
        <p:spPr>
          <a:xfrm>
            <a:off x="1239678" y="2482882"/>
            <a:ext cx="10183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3281B2F-AECA-5190-E523-89B9C1B85252}"/>
              </a:ext>
            </a:extLst>
          </p:cNvPr>
          <p:cNvCxnSpPr>
            <a:cxnSpLocks/>
          </p:cNvCxnSpPr>
          <p:nvPr/>
        </p:nvCxnSpPr>
        <p:spPr>
          <a:xfrm>
            <a:off x="10668000" y="2498125"/>
            <a:ext cx="0" cy="74901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47DF0D9-0DB7-F148-C83B-1257685B2E06}"/>
              </a:ext>
            </a:extLst>
          </p:cNvPr>
          <p:cNvCxnSpPr>
            <a:cxnSpLocks/>
          </p:cNvCxnSpPr>
          <p:nvPr/>
        </p:nvCxnSpPr>
        <p:spPr>
          <a:xfrm flipH="1">
            <a:off x="9994902" y="2482882"/>
            <a:ext cx="673098" cy="15243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37AF235-B655-507D-5716-C65457CC0C2E}"/>
              </a:ext>
            </a:extLst>
          </p:cNvPr>
          <p:cNvSpPr txBox="1"/>
          <p:nvPr/>
        </p:nvSpPr>
        <p:spPr>
          <a:xfrm>
            <a:off x="2552700" y="4198412"/>
            <a:ext cx="8214360" cy="665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21A6356-D946-296C-9F01-58EDEE94FEAD}"/>
              </a:ext>
            </a:extLst>
          </p:cNvPr>
          <p:cNvSpPr txBox="1"/>
          <p:nvPr/>
        </p:nvSpPr>
        <p:spPr>
          <a:xfrm>
            <a:off x="1988820" y="5248871"/>
            <a:ext cx="8214360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CC24A7C-8745-C31A-C794-9BE6123B46C4}"/>
              </a:ext>
            </a:extLst>
          </p:cNvPr>
          <p:cNvCxnSpPr>
            <a:cxnSpLocks/>
          </p:cNvCxnSpPr>
          <p:nvPr/>
        </p:nvCxnSpPr>
        <p:spPr>
          <a:xfrm>
            <a:off x="3048000" y="1310640"/>
            <a:ext cx="0" cy="670560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EF81F305-B1C3-BFCC-75A2-2B1CF6B72F08}"/>
              </a:ext>
            </a:extLst>
          </p:cNvPr>
          <p:cNvSpPr txBox="1"/>
          <p:nvPr/>
        </p:nvSpPr>
        <p:spPr>
          <a:xfrm>
            <a:off x="2552700" y="890220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4"/>
                </a:solidFill>
              </a:rPr>
              <a:t>temp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E81E12A-6DB8-A73D-E320-C3F589275C26}"/>
              </a:ext>
            </a:extLst>
          </p:cNvPr>
          <p:cNvSpPr txBox="1"/>
          <p:nvPr/>
        </p:nvSpPr>
        <p:spPr>
          <a:xfrm>
            <a:off x="1239678" y="5788503"/>
            <a:ext cx="8214360" cy="120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b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07755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10784-3E63-CC70-375A-30F23BCB2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BE25A8E-AC31-203D-EFC4-09672EF2C814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0703F1B-F9EF-6F60-99AD-F23357DB8E67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20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5249A36-052B-FAC6-F20C-2BA4CC721165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30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F9F4353-8E6A-B8C5-1EFC-DB4DAB3C7479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40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02717D2-381F-2EDC-E07B-56F5F831DF8A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50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ED69296-25CF-BD3C-C468-9F6A7D77BA39}"/>
              </a:ext>
            </a:extLst>
          </p:cNvPr>
          <p:cNvCxnSpPr>
            <a:cxnSpLocks/>
          </p:cNvCxnSpPr>
          <p:nvPr/>
        </p:nvCxnSpPr>
        <p:spPr>
          <a:xfrm flipV="1">
            <a:off x="3462180" y="2498125"/>
            <a:ext cx="101838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FE670C3-BFAC-E535-D255-BEAA83321439}"/>
              </a:ext>
            </a:extLst>
          </p:cNvPr>
          <p:cNvCxnSpPr>
            <a:cxnSpLocks/>
          </p:cNvCxnSpPr>
          <p:nvPr/>
        </p:nvCxnSpPr>
        <p:spPr>
          <a:xfrm>
            <a:off x="5656740" y="2482885"/>
            <a:ext cx="10031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61B2535-8974-0B81-45DA-7FEBB15F894E}"/>
              </a:ext>
            </a:extLst>
          </p:cNvPr>
          <p:cNvCxnSpPr>
            <a:cxnSpLocks/>
          </p:cNvCxnSpPr>
          <p:nvPr/>
        </p:nvCxnSpPr>
        <p:spPr>
          <a:xfrm flipV="1">
            <a:off x="7820820" y="2482885"/>
            <a:ext cx="103362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4651404-7EBD-6016-D2AE-817C299EEE39}"/>
              </a:ext>
            </a:extLst>
          </p:cNvPr>
          <p:cNvCxnSpPr>
            <a:cxnSpLocks/>
          </p:cNvCxnSpPr>
          <p:nvPr/>
        </p:nvCxnSpPr>
        <p:spPr>
          <a:xfrm flipH="1">
            <a:off x="1598508" y="3262379"/>
            <a:ext cx="9069492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98E6151-597B-60DD-C13F-CA3D3817C83A}"/>
              </a:ext>
            </a:extLst>
          </p:cNvPr>
          <p:cNvSpPr txBox="1"/>
          <p:nvPr/>
        </p:nvSpPr>
        <p:spPr>
          <a:xfrm>
            <a:off x="-626532" y="2577106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210B5735-A894-BD2F-3B97-F86F36E5E9B4}"/>
              </a:ext>
            </a:extLst>
          </p:cNvPr>
          <p:cNvGraphicFramePr>
            <a:graphicFrameLocks noGrp="1"/>
          </p:cNvGraphicFramePr>
          <p:nvPr/>
        </p:nvGraphicFramePr>
        <p:xfrm>
          <a:off x="485988" y="2114298"/>
          <a:ext cx="1066800" cy="13872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464217802"/>
                    </a:ext>
                  </a:extLst>
                </a:gridCol>
              </a:tblGrid>
              <a:tr h="693641">
                <a:tc>
                  <a:txBody>
                    <a:bodyPr/>
                    <a:lstStyle/>
                    <a:p>
                      <a:r>
                        <a:rPr lang="en-IN" sz="3600" dirty="0"/>
                        <a:t>    .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332099"/>
                  </a:ext>
                </a:extLst>
              </a:tr>
              <a:tr h="693641">
                <a:tc>
                  <a:txBody>
                    <a:bodyPr/>
                    <a:lstStyle/>
                    <a:p>
                      <a:r>
                        <a:rPr lang="en-IN" sz="3600" b="1" dirty="0">
                          <a:solidFill>
                            <a:schemeClr val="bg1"/>
                          </a:solidFill>
                        </a:rPr>
                        <a:t>  10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4340757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0ED59D1-0B30-432C-3DB0-92A67985C70E}"/>
              </a:ext>
            </a:extLst>
          </p:cNvPr>
          <p:cNvCxnSpPr>
            <a:cxnSpLocks/>
          </p:cNvCxnSpPr>
          <p:nvPr/>
        </p:nvCxnSpPr>
        <p:spPr>
          <a:xfrm>
            <a:off x="1239678" y="2482882"/>
            <a:ext cx="10183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AD1C163-DC64-BA72-B701-D58EB5848FCE}"/>
              </a:ext>
            </a:extLst>
          </p:cNvPr>
          <p:cNvCxnSpPr>
            <a:cxnSpLocks/>
          </p:cNvCxnSpPr>
          <p:nvPr/>
        </p:nvCxnSpPr>
        <p:spPr>
          <a:xfrm>
            <a:off x="10668000" y="2498125"/>
            <a:ext cx="0" cy="74901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968E602-5DC2-C391-364B-671C7055F882}"/>
              </a:ext>
            </a:extLst>
          </p:cNvPr>
          <p:cNvCxnSpPr>
            <a:cxnSpLocks/>
          </p:cNvCxnSpPr>
          <p:nvPr/>
        </p:nvCxnSpPr>
        <p:spPr>
          <a:xfrm flipH="1">
            <a:off x="9994902" y="2482882"/>
            <a:ext cx="673098" cy="15243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D303C12-193E-C73C-8796-DCDB77AFFD0C}"/>
              </a:ext>
            </a:extLst>
          </p:cNvPr>
          <p:cNvSpPr txBox="1"/>
          <p:nvPr/>
        </p:nvSpPr>
        <p:spPr>
          <a:xfrm>
            <a:off x="2552700" y="4198412"/>
            <a:ext cx="8214360" cy="665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FE83F39-4A1F-FA3E-E79A-5889703CF896}"/>
              </a:ext>
            </a:extLst>
          </p:cNvPr>
          <p:cNvSpPr txBox="1"/>
          <p:nvPr/>
        </p:nvSpPr>
        <p:spPr>
          <a:xfrm>
            <a:off x="1988820" y="5248871"/>
            <a:ext cx="8214360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40A4B17-75C6-005B-2C3A-AA65E8429388}"/>
              </a:ext>
            </a:extLst>
          </p:cNvPr>
          <p:cNvCxnSpPr>
            <a:cxnSpLocks/>
          </p:cNvCxnSpPr>
          <p:nvPr/>
        </p:nvCxnSpPr>
        <p:spPr>
          <a:xfrm>
            <a:off x="5085240" y="1337492"/>
            <a:ext cx="0" cy="670560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0051914-F40E-83D9-A152-E9101501A069}"/>
              </a:ext>
            </a:extLst>
          </p:cNvPr>
          <p:cNvSpPr txBox="1"/>
          <p:nvPr/>
        </p:nvSpPr>
        <p:spPr>
          <a:xfrm>
            <a:off x="4589940" y="917072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4"/>
                </a:solidFill>
              </a:rPr>
              <a:t>temp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AC6FDA8-017B-6539-2E01-73C782084FEA}"/>
              </a:ext>
            </a:extLst>
          </p:cNvPr>
          <p:cNvSpPr txBox="1"/>
          <p:nvPr/>
        </p:nvSpPr>
        <p:spPr>
          <a:xfrm>
            <a:off x="1239678" y="5788503"/>
            <a:ext cx="8214360" cy="120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b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70310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AFE83-BEDA-F824-14E6-D589C1F7F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974FB63-FCF2-11B9-4AF3-D90862D7BFC3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21D2377-67AC-6216-A50A-D296090977A2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20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E7514CD-6C1A-9E1D-C12C-176A178F055F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30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5A19236-9F8F-C30A-30E4-5E3574967AD5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40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01303D8-7C03-15D6-80EF-D57F7E9C6AB7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50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95E2999-DA0C-09AF-5C53-144A54236B2F}"/>
              </a:ext>
            </a:extLst>
          </p:cNvPr>
          <p:cNvCxnSpPr>
            <a:cxnSpLocks/>
          </p:cNvCxnSpPr>
          <p:nvPr/>
        </p:nvCxnSpPr>
        <p:spPr>
          <a:xfrm flipV="1">
            <a:off x="3462180" y="2498125"/>
            <a:ext cx="101838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011B278-4B11-97F3-C497-4E38F7619186}"/>
              </a:ext>
            </a:extLst>
          </p:cNvPr>
          <p:cNvCxnSpPr>
            <a:cxnSpLocks/>
          </p:cNvCxnSpPr>
          <p:nvPr/>
        </p:nvCxnSpPr>
        <p:spPr>
          <a:xfrm>
            <a:off x="5656740" y="2482885"/>
            <a:ext cx="10031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99DDDB8-39B0-8D8B-6B18-4590F8C9116D}"/>
              </a:ext>
            </a:extLst>
          </p:cNvPr>
          <p:cNvCxnSpPr>
            <a:cxnSpLocks/>
          </p:cNvCxnSpPr>
          <p:nvPr/>
        </p:nvCxnSpPr>
        <p:spPr>
          <a:xfrm flipV="1">
            <a:off x="7820820" y="2482885"/>
            <a:ext cx="103362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99456BA-DDB6-2BFA-28EB-2ECA4CFB7BCE}"/>
              </a:ext>
            </a:extLst>
          </p:cNvPr>
          <p:cNvCxnSpPr>
            <a:cxnSpLocks/>
          </p:cNvCxnSpPr>
          <p:nvPr/>
        </p:nvCxnSpPr>
        <p:spPr>
          <a:xfrm flipH="1">
            <a:off x="1598508" y="3262379"/>
            <a:ext cx="9069492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52DD084-A4E6-10E1-AB2D-068E833795EF}"/>
              </a:ext>
            </a:extLst>
          </p:cNvPr>
          <p:cNvSpPr txBox="1"/>
          <p:nvPr/>
        </p:nvSpPr>
        <p:spPr>
          <a:xfrm>
            <a:off x="-626532" y="2577106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5735065B-3977-84F6-4894-E9D202502AF3}"/>
              </a:ext>
            </a:extLst>
          </p:cNvPr>
          <p:cNvGraphicFramePr>
            <a:graphicFrameLocks noGrp="1"/>
          </p:cNvGraphicFramePr>
          <p:nvPr/>
        </p:nvGraphicFramePr>
        <p:xfrm>
          <a:off x="485988" y="2114298"/>
          <a:ext cx="1066800" cy="13872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464217802"/>
                    </a:ext>
                  </a:extLst>
                </a:gridCol>
              </a:tblGrid>
              <a:tr h="693641">
                <a:tc>
                  <a:txBody>
                    <a:bodyPr/>
                    <a:lstStyle/>
                    <a:p>
                      <a:r>
                        <a:rPr lang="en-IN" sz="3600" dirty="0"/>
                        <a:t>    .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332099"/>
                  </a:ext>
                </a:extLst>
              </a:tr>
              <a:tr h="693641">
                <a:tc>
                  <a:txBody>
                    <a:bodyPr/>
                    <a:lstStyle/>
                    <a:p>
                      <a:r>
                        <a:rPr lang="en-IN" sz="3600" b="1" dirty="0">
                          <a:solidFill>
                            <a:schemeClr val="bg1"/>
                          </a:solidFill>
                        </a:rPr>
                        <a:t>  10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4340757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B2DFE08-0181-06C4-D841-91F21363A4D6}"/>
              </a:ext>
            </a:extLst>
          </p:cNvPr>
          <p:cNvCxnSpPr>
            <a:cxnSpLocks/>
          </p:cNvCxnSpPr>
          <p:nvPr/>
        </p:nvCxnSpPr>
        <p:spPr>
          <a:xfrm>
            <a:off x="1239678" y="2482882"/>
            <a:ext cx="10183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08592FF-51D7-AF43-CD87-14F5554AAAF9}"/>
              </a:ext>
            </a:extLst>
          </p:cNvPr>
          <p:cNvCxnSpPr>
            <a:cxnSpLocks/>
          </p:cNvCxnSpPr>
          <p:nvPr/>
        </p:nvCxnSpPr>
        <p:spPr>
          <a:xfrm>
            <a:off x="10668000" y="2498125"/>
            <a:ext cx="0" cy="74901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B8612F2-A72B-29E8-12FF-E755505EA3A5}"/>
              </a:ext>
            </a:extLst>
          </p:cNvPr>
          <p:cNvCxnSpPr>
            <a:cxnSpLocks/>
          </p:cNvCxnSpPr>
          <p:nvPr/>
        </p:nvCxnSpPr>
        <p:spPr>
          <a:xfrm flipH="1">
            <a:off x="9994902" y="2482882"/>
            <a:ext cx="673098" cy="15243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6E68F18-A927-93F6-ACB7-61BFA296F789}"/>
              </a:ext>
            </a:extLst>
          </p:cNvPr>
          <p:cNvSpPr txBox="1"/>
          <p:nvPr/>
        </p:nvSpPr>
        <p:spPr>
          <a:xfrm>
            <a:off x="2552700" y="4198412"/>
            <a:ext cx="8214360" cy="665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762F733-7B18-CC65-7E9D-36B1B76AC514}"/>
              </a:ext>
            </a:extLst>
          </p:cNvPr>
          <p:cNvSpPr txBox="1"/>
          <p:nvPr/>
        </p:nvSpPr>
        <p:spPr>
          <a:xfrm>
            <a:off x="1988820" y="5248871"/>
            <a:ext cx="8214360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5DA7F9F-1294-D3BF-BBC9-5B1236994C2C}"/>
              </a:ext>
            </a:extLst>
          </p:cNvPr>
          <p:cNvCxnSpPr>
            <a:cxnSpLocks/>
          </p:cNvCxnSpPr>
          <p:nvPr/>
        </p:nvCxnSpPr>
        <p:spPr>
          <a:xfrm>
            <a:off x="7249320" y="1337492"/>
            <a:ext cx="0" cy="670560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A11E5466-2DD2-5C3E-61D7-C91AFD8FAA7B}"/>
              </a:ext>
            </a:extLst>
          </p:cNvPr>
          <p:cNvSpPr txBox="1"/>
          <p:nvPr/>
        </p:nvSpPr>
        <p:spPr>
          <a:xfrm>
            <a:off x="6754020" y="917072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4"/>
                </a:solidFill>
              </a:rPr>
              <a:t>temp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C3F646C-D035-633A-B0C6-2604BCABB090}"/>
              </a:ext>
            </a:extLst>
          </p:cNvPr>
          <p:cNvSpPr txBox="1"/>
          <p:nvPr/>
        </p:nvSpPr>
        <p:spPr>
          <a:xfrm>
            <a:off x="1239678" y="5788503"/>
            <a:ext cx="8214360" cy="120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b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90444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5AC90-B3E9-CC2A-CC74-4B2952666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7B0698F-6782-9A61-1579-4CE62296C381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95C3091-CA71-2910-423B-E35626C85964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20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67E6DCC-FDA4-075C-1023-3BAAB31F2C56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30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75600B4-07C0-2A0B-0074-675BCF76AE37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40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2336FD4-8547-78EB-43F6-E5B86ED6EC62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50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646DE27-48E2-C3AA-19DE-0ED7F9B01A90}"/>
              </a:ext>
            </a:extLst>
          </p:cNvPr>
          <p:cNvCxnSpPr>
            <a:cxnSpLocks/>
          </p:cNvCxnSpPr>
          <p:nvPr/>
        </p:nvCxnSpPr>
        <p:spPr>
          <a:xfrm flipV="1">
            <a:off x="3462180" y="2498125"/>
            <a:ext cx="101838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60C51BD-1D04-5A8B-AF3D-4442017C9373}"/>
              </a:ext>
            </a:extLst>
          </p:cNvPr>
          <p:cNvCxnSpPr>
            <a:cxnSpLocks/>
          </p:cNvCxnSpPr>
          <p:nvPr/>
        </p:nvCxnSpPr>
        <p:spPr>
          <a:xfrm>
            <a:off x="5656740" y="2482885"/>
            <a:ext cx="10031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43A934C-235C-B646-5E7F-E1C42DD4C282}"/>
              </a:ext>
            </a:extLst>
          </p:cNvPr>
          <p:cNvCxnSpPr>
            <a:cxnSpLocks/>
          </p:cNvCxnSpPr>
          <p:nvPr/>
        </p:nvCxnSpPr>
        <p:spPr>
          <a:xfrm flipV="1">
            <a:off x="7820820" y="2482885"/>
            <a:ext cx="103362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C4B98CA-774C-9FCB-65C5-3C41E7501EE0}"/>
              </a:ext>
            </a:extLst>
          </p:cNvPr>
          <p:cNvCxnSpPr>
            <a:cxnSpLocks/>
          </p:cNvCxnSpPr>
          <p:nvPr/>
        </p:nvCxnSpPr>
        <p:spPr>
          <a:xfrm flipH="1">
            <a:off x="1598508" y="3262379"/>
            <a:ext cx="9069492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5553AF4-7A76-7D50-5FB9-EC9DFC548928}"/>
              </a:ext>
            </a:extLst>
          </p:cNvPr>
          <p:cNvSpPr txBox="1"/>
          <p:nvPr/>
        </p:nvSpPr>
        <p:spPr>
          <a:xfrm>
            <a:off x="-626532" y="2577106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6944C03D-1405-726C-BD8B-9AC8ED996F63}"/>
              </a:ext>
            </a:extLst>
          </p:cNvPr>
          <p:cNvGraphicFramePr>
            <a:graphicFrameLocks noGrp="1"/>
          </p:cNvGraphicFramePr>
          <p:nvPr/>
        </p:nvGraphicFramePr>
        <p:xfrm>
          <a:off x="485988" y="2114298"/>
          <a:ext cx="1066800" cy="13872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464217802"/>
                    </a:ext>
                  </a:extLst>
                </a:gridCol>
              </a:tblGrid>
              <a:tr h="693641">
                <a:tc>
                  <a:txBody>
                    <a:bodyPr/>
                    <a:lstStyle/>
                    <a:p>
                      <a:r>
                        <a:rPr lang="en-IN" sz="3600" dirty="0"/>
                        <a:t>    .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332099"/>
                  </a:ext>
                </a:extLst>
              </a:tr>
              <a:tr h="693641">
                <a:tc>
                  <a:txBody>
                    <a:bodyPr/>
                    <a:lstStyle/>
                    <a:p>
                      <a:r>
                        <a:rPr lang="en-IN" sz="3600" b="1" dirty="0">
                          <a:solidFill>
                            <a:schemeClr val="bg1"/>
                          </a:solidFill>
                        </a:rPr>
                        <a:t>  10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4340757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065B299-2429-86BA-4029-9F5B1121BA7D}"/>
              </a:ext>
            </a:extLst>
          </p:cNvPr>
          <p:cNvCxnSpPr>
            <a:cxnSpLocks/>
          </p:cNvCxnSpPr>
          <p:nvPr/>
        </p:nvCxnSpPr>
        <p:spPr>
          <a:xfrm>
            <a:off x="1239678" y="2482882"/>
            <a:ext cx="10183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0749BF8-75D6-6CA0-E421-AEB4AF9FD34C}"/>
              </a:ext>
            </a:extLst>
          </p:cNvPr>
          <p:cNvCxnSpPr>
            <a:cxnSpLocks/>
          </p:cNvCxnSpPr>
          <p:nvPr/>
        </p:nvCxnSpPr>
        <p:spPr>
          <a:xfrm>
            <a:off x="10668000" y="2498125"/>
            <a:ext cx="0" cy="74901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12E0D24-C666-F1E5-15AB-208F96DF493E}"/>
              </a:ext>
            </a:extLst>
          </p:cNvPr>
          <p:cNvCxnSpPr>
            <a:cxnSpLocks/>
          </p:cNvCxnSpPr>
          <p:nvPr/>
        </p:nvCxnSpPr>
        <p:spPr>
          <a:xfrm flipH="1">
            <a:off x="9994902" y="2482882"/>
            <a:ext cx="673098" cy="15243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1EEDF23-6767-0D16-3F14-F6DEBD5BA832}"/>
              </a:ext>
            </a:extLst>
          </p:cNvPr>
          <p:cNvSpPr txBox="1"/>
          <p:nvPr/>
        </p:nvSpPr>
        <p:spPr>
          <a:xfrm>
            <a:off x="2552700" y="4198412"/>
            <a:ext cx="8214360" cy="665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8080EC6-8095-CE10-CAEE-73B9F7F01742}"/>
              </a:ext>
            </a:extLst>
          </p:cNvPr>
          <p:cNvSpPr txBox="1"/>
          <p:nvPr/>
        </p:nvSpPr>
        <p:spPr>
          <a:xfrm>
            <a:off x="1988820" y="5248871"/>
            <a:ext cx="8214360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9D5D429-7E58-A024-C11E-7B9FE8269067}"/>
              </a:ext>
            </a:extLst>
          </p:cNvPr>
          <p:cNvCxnSpPr>
            <a:cxnSpLocks/>
          </p:cNvCxnSpPr>
          <p:nvPr/>
        </p:nvCxnSpPr>
        <p:spPr>
          <a:xfrm>
            <a:off x="9423402" y="1353372"/>
            <a:ext cx="0" cy="670560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66F40382-AFF0-CE74-7BB7-384CEAC34050}"/>
              </a:ext>
            </a:extLst>
          </p:cNvPr>
          <p:cNvSpPr txBox="1"/>
          <p:nvPr/>
        </p:nvSpPr>
        <p:spPr>
          <a:xfrm>
            <a:off x="8928102" y="932952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4"/>
                </a:solidFill>
              </a:rPr>
              <a:t>temp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7DB6296-F55F-5D4A-D85B-A62B35F00C2D}"/>
              </a:ext>
            </a:extLst>
          </p:cNvPr>
          <p:cNvSpPr txBox="1"/>
          <p:nvPr/>
        </p:nvSpPr>
        <p:spPr>
          <a:xfrm>
            <a:off x="1239678" y="5788503"/>
            <a:ext cx="8214360" cy="120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b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49454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3E3F4-B783-FB74-CC62-5E4170373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E6ECA4C-A860-7412-72AB-56729DD014F0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C1850A1-743A-CD92-7D56-843355769DC5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20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E259559-0E7B-D8F7-D160-20DE12FC8AF9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30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137A356-A2ED-221B-8D52-5CC135129DBD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40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B9CABCC-0F60-A529-4599-8F78F3A7C073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50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722793B-4205-34F1-740D-52F0C828CBD6}"/>
              </a:ext>
            </a:extLst>
          </p:cNvPr>
          <p:cNvCxnSpPr>
            <a:cxnSpLocks/>
          </p:cNvCxnSpPr>
          <p:nvPr/>
        </p:nvCxnSpPr>
        <p:spPr>
          <a:xfrm flipV="1">
            <a:off x="3462180" y="2498125"/>
            <a:ext cx="101838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A4619A2-5A8A-5C9A-8985-FC2A8241F88B}"/>
              </a:ext>
            </a:extLst>
          </p:cNvPr>
          <p:cNvCxnSpPr>
            <a:cxnSpLocks/>
          </p:cNvCxnSpPr>
          <p:nvPr/>
        </p:nvCxnSpPr>
        <p:spPr>
          <a:xfrm>
            <a:off x="5656740" y="2482885"/>
            <a:ext cx="10031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625C49D-1DC0-CE96-FDF8-EE62ECA4F6E9}"/>
              </a:ext>
            </a:extLst>
          </p:cNvPr>
          <p:cNvCxnSpPr>
            <a:cxnSpLocks/>
          </p:cNvCxnSpPr>
          <p:nvPr/>
        </p:nvCxnSpPr>
        <p:spPr>
          <a:xfrm flipV="1">
            <a:off x="7820820" y="2482885"/>
            <a:ext cx="103362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7C384D9-6D7E-1074-9654-DC8CB9067E75}"/>
              </a:ext>
            </a:extLst>
          </p:cNvPr>
          <p:cNvCxnSpPr>
            <a:cxnSpLocks/>
          </p:cNvCxnSpPr>
          <p:nvPr/>
        </p:nvCxnSpPr>
        <p:spPr>
          <a:xfrm flipH="1">
            <a:off x="1598508" y="3262379"/>
            <a:ext cx="9069492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DD8C10F-7CAD-CBBF-4090-098FEFCC12E5}"/>
              </a:ext>
            </a:extLst>
          </p:cNvPr>
          <p:cNvSpPr txBox="1"/>
          <p:nvPr/>
        </p:nvSpPr>
        <p:spPr>
          <a:xfrm>
            <a:off x="-626532" y="2577106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BBF289E9-442A-868C-E677-944F1CC6F8BF}"/>
              </a:ext>
            </a:extLst>
          </p:cNvPr>
          <p:cNvGraphicFramePr>
            <a:graphicFrameLocks noGrp="1"/>
          </p:cNvGraphicFramePr>
          <p:nvPr/>
        </p:nvGraphicFramePr>
        <p:xfrm>
          <a:off x="485988" y="2114298"/>
          <a:ext cx="1066800" cy="13872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>
                  <a:extLst>
                    <a:ext uri="{9D8B030D-6E8A-4147-A177-3AD203B41FA5}">
                      <a16:colId xmlns:a16="http://schemas.microsoft.com/office/drawing/2014/main" val="464217802"/>
                    </a:ext>
                  </a:extLst>
                </a:gridCol>
              </a:tblGrid>
              <a:tr h="693641">
                <a:tc>
                  <a:txBody>
                    <a:bodyPr/>
                    <a:lstStyle/>
                    <a:p>
                      <a:r>
                        <a:rPr lang="en-IN" sz="3600" dirty="0"/>
                        <a:t>    .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332099"/>
                  </a:ext>
                </a:extLst>
              </a:tr>
              <a:tr h="693641">
                <a:tc>
                  <a:txBody>
                    <a:bodyPr/>
                    <a:lstStyle/>
                    <a:p>
                      <a:r>
                        <a:rPr lang="en-IN" sz="3600" b="1" dirty="0">
                          <a:solidFill>
                            <a:schemeClr val="bg1"/>
                          </a:solidFill>
                        </a:rPr>
                        <a:t>  10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4340757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A6A94C6-270B-FA7A-8516-5C3EB043EDED}"/>
              </a:ext>
            </a:extLst>
          </p:cNvPr>
          <p:cNvCxnSpPr>
            <a:cxnSpLocks/>
          </p:cNvCxnSpPr>
          <p:nvPr/>
        </p:nvCxnSpPr>
        <p:spPr>
          <a:xfrm>
            <a:off x="1239678" y="2482882"/>
            <a:ext cx="10183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715512E-FFB9-2650-A775-530A07585DCD}"/>
              </a:ext>
            </a:extLst>
          </p:cNvPr>
          <p:cNvCxnSpPr>
            <a:cxnSpLocks/>
          </p:cNvCxnSpPr>
          <p:nvPr/>
        </p:nvCxnSpPr>
        <p:spPr>
          <a:xfrm>
            <a:off x="10668000" y="2498125"/>
            <a:ext cx="0" cy="749014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AF32636-D04F-40AB-A892-4F3525510DC9}"/>
              </a:ext>
            </a:extLst>
          </p:cNvPr>
          <p:cNvCxnSpPr>
            <a:cxnSpLocks/>
          </p:cNvCxnSpPr>
          <p:nvPr/>
        </p:nvCxnSpPr>
        <p:spPr>
          <a:xfrm flipH="1">
            <a:off x="9994902" y="2482882"/>
            <a:ext cx="673098" cy="15243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FA696F2-3BFB-F135-D8DE-AA9D064307AE}"/>
              </a:ext>
            </a:extLst>
          </p:cNvPr>
          <p:cNvSpPr txBox="1"/>
          <p:nvPr/>
        </p:nvSpPr>
        <p:spPr>
          <a:xfrm>
            <a:off x="2552700" y="4198412"/>
            <a:ext cx="8214360" cy="665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12CDE4-A905-8A3F-6351-2F814445A720}"/>
              </a:ext>
            </a:extLst>
          </p:cNvPr>
          <p:cNvSpPr txBox="1"/>
          <p:nvPr/>
        </p:nvSpPr>
        <p:spPr>
          <a:xfrm>
            <a:off x="1988820" y="5248871"/>
            <a:ext cx="8214360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2400" b="0" dirty="0">
                <a:solidFill>
                  <a:srgbClr val="6BE5F8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IN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IN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9B37A0D-EBF7-9893-F6E0-FF95D2D32CFD}"/>
              </a:ext>
            </a:extLst>
          </p:cNvPr>
          <p:cNvCxnSpPr>
            <a:cxnSpLocks/>
          </p:cNvCxnSpPr>
          <p:nvPr/>
        </p:nvCxnSpPr>
        <p:spPr>
          <a:xfrm>
            <a:off x="9423402" y="1353372"/>
            <a:ext cx="0" cy="670560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BA51261-B42E-A3BC-5DFB-3E883B548B9A}"/>
              </a:ext>
            </a:extLst>
          </p:cNvPr>
          <p:cNvSpPr txBox="1"/>
          <p:nvPr/>
        </p:nvSpPr>
        <p:spPr>
          <a:xfrm>
            <a:off x="8928102" y="932952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4"/>
                </a:solidFill>
              </a:rPr>
              <a:t>temp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F98B52E-7C46-EF4F-3C2D-94000DC2E514}"/>
              </a:ext>
            </a:extLst>
          </p:cNvPr>
          <p:cNvSpPr txBox="1"/>
          <p:nvPr/>
        </p:nvSpPr>
        <p:spPr>
          <a:xfrm>
            <a:off x="1239678" y="5788503"/>
            <a:ext cx="8214360" cy="120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b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</a:b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9F88E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ts val="1425"/>
              </a:lnSpc>
              <a:buNone/>
            </a:pP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sz="24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4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4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7584A30-2D5E-A860-666A-54FCB241EE88}"/>
              </a:ext>
            </a:extLst>
          </p:cNvPr>
          <p:cNvSpPr txBox="1"/>
          <p:nvPr/>
        </p:nvSpPr>
        <p:spPr>
          <a:xfrm>
            <a:off x="8717280" y="4726095"/>
            <a:ext cx="4511040" cy="498855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endParaRPr lang="en-IN" sz="2800" b="0" dirty="0">
              <a:solidFill>
                <a:srgbClr val="BCFABA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IN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IN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head</a:t>
            </a:r>
            <a:r>
              <a:rPr lang="en-IN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);</a:t>
            </a:r>
            <a:endParaRPr lang="en-IN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473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478</Words>
  <Application>Microsoft Office PowerPoint</Application>
  <PresentationFormat>Widescreen</PresentationFormat>
  <Paragraphs>174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Berlin Sans FB Demi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UBAID QURESHI</dc:creator>
  <cp:lastModifiedBy>UBAID QURESHI</cp:lastModifiedBy>
  <cp:revision>1</cp:revision>
  <dcterms:created xsi:type="dcterms:W3CDTF">2025-12-01T10:39:11Z</dcterms:created>
  <dcterms:modified xsi:type="dcterms:W3CDTF">2025-12-01T10:54:45Z</dcterms:modified>
</cp:coreProperties>
</file>