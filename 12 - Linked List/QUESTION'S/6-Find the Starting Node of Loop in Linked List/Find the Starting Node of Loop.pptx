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416" r:id="rId2"/>
    <p:sldId id="452" r:id="rId3"/>
    <p:sldId id="453" r:id="rId4"/>
    <p:sldId id="454" r:id="rId5"/>
    <p:sldId id="455" r:id="rId6"/>
    <p:sldId id="456" r:id="rId7"/>
    <p:sldId id="457" r:id="rId8"/>
    <p:sldId id="458" r:id="rId9"/>
    <p:sldId id="459" r:id="rId10"/>
    <p:sldId id="460" r:id="rId11"/>
    <p:sldId id="461" r:id="rId12"/>
    <p:sldId id="462" r:id="rId13"/>
    <p:sldId id="463" r:id="rId14"/>
    <p:sldId id="464" r:id="rId15"/>
    <p:sldId id="465" r:id="rId16"/>
    <p:sldId id="466" r:id="rId17"/>
    <p:sldId id="467" r:id="rId18"/>
    <p:sldId id="468" r:id="rId19"/>
    <p:sldId id="469" r:id="rId20"/>
    <p:sldId id="470" r:id="rId21"/>
    <p:sldId id="472" r:id="rId22"/>
    <p:sldId id="471" r:id="rId23"/>
    <p:sldId id="473" r:id="rId24"/>
    <p:sldId id="474" r:id="rId25"/>
    <p:sldId id="475" r:id="rId26"/>
    <p:sldId id="476" r:id="rId27"/>
    <p:sldId id="477" r:id="rId28"/>
    <p:sldId id="478" r:id="rId29"/>
    <p:sldId id="479" r:id="rId30"/>
    <p:sldId id="480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C4CAB9E-8856-4534-B98E-44BFBE831CF6}" v="53" dt="2025-12-02T02:05:40.27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1934" y="7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BAID QURESHI" userId="dd4ae95d8f7c04fe" providerId="LiveId" clId="{AF920071-46B6-4E4C-A6D8-3E93B456AF12}"/>
    <pc:docChg chg="undo custSel addSld delSld modSld">
      <pc:chgData name="UBAID QURESHI" userId="dd4ae95d8f7c04fe" providerId="LiveId" clId="{AF920071-46B6-4E4C-A6D8-3E93B456AF12}" dt="2025-12-02T02:06:33.246" v="231" actId="1076"/>
      <pc:docMkLst>
        <pc:docMk/>
      </pc:docMkLst>
      <pc:sldChg chg="addSp delSp modSp add mod">
        <pc:chgData name="UBAID QURESHI" userId="dd4ae95d8f7c04fe" providerId="LiveId" clId="{AF920071-46B6-4E4C-A6D8-3E93B456AF12}" dt="2025-12-02T01:32:29.168" v="36" actId="478"/>
        <pc:sldMkLst>
          <pc:docMk/>
          <pc:sldMk cId="3265261699" sldId="453"/>
        </pc:sldMkLst>
        <pc:spChg chg="add mod ord">
          <ac:chgData name="UBAID QURESHI" userId="dd4ae95d8f7c04fe" providerId="LiveId" clId="{AF920071-46B6-4E4C-A6D8-3E93B456AF12}" dt="2025-12-02T01:25:25.559" v="33" actId="14861"/>
          <ac:spMkLst>
            <pc:docMk/>
            <pc:sldMk cId="3265261699" sldId="453"/>
            <ac:spMk id="16" creationId="{02BF7AE7-9F1B-0611-ACD6-A2FD25C544BF}"/>
          </ac:spMkLst>
        </pc:spChg>
        <pc:spChg chg="add del">
          <ac:chgData name="UBAID QURESHI" userId="dd4ae95d8f7c04fe" providerId="LiveId" clId="{AF920071-46B6-4E4C-A6D8-3E93B456AF12}" dt="2025-12-02T01:32:29.168" v="36" actId="478"/>
          <ac:spMkLst>
            <pc:docMk/>
            <pc:sldMk cId="3265261699" sldId="453"/>
            <ac:spMk id="18" creationId="{CA5B2343-135F-BF7B-B15D-CBE6471CBAC5}"/>
          </ac:spMkLst>
        </pc:spChg>
        <pc:graphicFrameChg chg="mod">
          <ac:chgData name="UBAID QURESHI" userId="dd4ae95d8f7c04fe" providerId="LiveId" clId="{AF920071-46B6-4E4C-A6D8-3E93B456AF12}" dt="2025-12-02T01:21:59.669" v="11" actId="572"/>
          <ac:graphicFrameMkLst>
            <pc:docMk/>
            <pc:sldMk cId="3265261699" sldId="453"/>
            <ac:graphicFrameMk id="4" creationId="{0F7682F6-0423-BC1A-F0EC-E6312BAF463E}"/>
          </ac:graphicFrameMkLst>
        </pc:graphicFrameChg>
        <pc:graphicFrameChg chg="add mod modGraphic">
          <ac:chgData name="UBAID QURESHI" userId="dd4ae95d8f7c04fe" providerId="LiveId" clId="{AF920071-46B6-4E4C-A6D8-3E93B456AF12}" dt="2025-12-02T01:21:19.763" v="10"/>
          <ac:graphicFrameMkLst>
            <pc:docMk/>
            <pc:sldMk cId="3265261699" sldId="453"/>
            <ac:graphicFrameMk id="7" creationId="{219549F2-A8E9-CDF3-08DE-9CC659C34A23}"/>
          </ac:graphicFrameMkLst>
        </pc:graphicFrameChg>
        <pc:graphicFrameChg chg="add del mod modGraphic">
          <ac:chgData name="UBAID QURESHI" userId="dd4ae95d8f7c04fe" providerId="LiveId" clId="{AF920071-46B6-4E4C-A6D8-3E93B456AF12}" dt="2025-12-02T01:22:53.508" v="19" actId="478"/>
          <ac:graphicFrameMkLst>
            <pc:docMk/>
            <pc:sldMk cId="3265261699" sldId="453"/>
            <ac:graphicFrameMk id="13" creationId="{BD3BE455-F91B-27C8-89D9-DEF84931629A}"/>
          </ac:graphicFrameMkLst>
        </pc:graphicFrameChg>
      </pc:sldChg>
      <pc:sldChg chg="addSp modSp add mod">
        <pc:chgData name="UBAID QURESHI" userId="dd4ae95d8f7c04fe" providerId="LiveId" clId="{AF920071-46B6-4E4C-A6D8-3E93B456AF12}" dt="2025-12-02T01:34:09.785" v="47" actId="14100"/>
        <pc:sldMkLst>
          <pc:docMk/>
          <pc:sldMk cId="1641322396" sldId="454"/>
        </pc:sldMkLst>
        <pc:spChg chg="mod">
          <ac:chgData name="UBAID QURESHI" userId="dd4ae95d8f7c04fe" providerId="LiveId" clId="{AF920071-46B6-4E4C-A6D8-3E93B456AF12}" dt="2025-12-02T01:32:57.612" v="41" actId="1076"/>
          <ac:spMkLst>
            <pc:docMk/>
            <pc:sldMk cId="1641322396" sldId="454"/>
            <ac:spMk id="18" creationId="{D7AC3E2A-4BC5-1196-5E14-A3B2F3BBEAA9}"/>
          </ac:spMkLst>
        </pc:spChg>
        <pc:cxnChg chg="add mod">
          <ac:chgData name="UBAID QURESHI" userId="dd4ae95d8f7c04fe" providerId="LiveId" clId="{AF920071-46B6-4E4C-A6D8-3E93B456AF12}" dt="2025-12-02T01:34:09.785" v="47" actId="14100"/>
          <ac:cxnSpMkLst>
            <pc:docMk/>
            <pc:sldMk cId="1641322396" sldId="454"/>
            <ac:cxnSpMk id="13" creationId="{8B263599-16F1-CF1A-6918-62A6F798ACF6}"/>
          </ac:cxnSpMkLst>
        </pc:cxnChg>
      </pc:sldChg>
      <pc:sldChg chg="addSp modSp add mod">
        <pc:chgData name="UBAID QURESHI" userId="dd4ae95d8f7c04fe" providerId="LiveId" clId="{AF920071-46B6-4E4C-A6D8-3E93B456AF12}" dt="2025-12-02T01:37:03.688" v="105"/>
        <pc:sldMkLst>
          <pc:docMk/>
          <pc:sldMk cId="2516684908" sldId="455"/>
        </pc:sldMkLst>
        <pc:spChg chg="add mod">
          <ac:chgData name="UBAID QURESHI" userId="dd4ae95d8f7c04fe" providerId="LiveId" clId="{AF920071-46B6-4E4C-A6D8-3E93B456AF12}" dt="2025-12-02T01:35:59.102" v="82" actId="14100"/>
          <ac:spMkLst>
            <pc:docMk/>
            <pc:sldMk cId="2516684908" sldId="455"/>
            <ac:spMk id="25" creationId="{832D5F1C-9642-AE33-C053-6259C68FFA33}"/>
          </ac:spMkLst>
        </pc:spChg>
        <pc:spChg chg="add mod">
          <ac:chgData name="UBAID QURESHI" userId="dd4ae95d8f7c04fe" providerId="LiveId" clId="{AF920071-46B6-4E4C-A6D8-3E93B456AF12}" dt="2025-12-02T01:36:32.790" v="104" actId="1076"/>
          <ac:spMkLst>
            <pc:docMk/>
            <pc:sldMk cId="2516684908" sldId="455"/>
            <ac:spMk id="26" creationId="{E8593F6D-5787-BA3E-C777-8044283759E4}"/>
          </ac:spMkLst>
        </pc:spChg>
        <pc:spChg chg="add mod">
          <ac:chgData name="UBAID QURESHI" userId="dd4ae95d8f7c04fe" providerId="LiveId" clId="{AF920071-46B6-4E4C-A6D8-3E93B456AF12}" dt="2025-12-02T01:37:03.688" v="105"/>
          <ac:spMkLst>
            <pc:docMk/>
            <pc:sldMk cId="2516684908" sldId="455"/>
            <ac:spMk id="28" creationId="{1030C98B-49E7-BE12-017A-CB87906B4EFA}"/>
          </ac:spMkLst>
        </pc:spChg>
        <pc:cxnChg chg="add mod">
          <ac:chgData name="UBAID QURESHI" userId="dd4ae95d8f7c04fe" providerId="LiveId" clId="{AF920071-46B6-4E4C-A6D8-3E93B456AF12}" dt="2025-12-02T01:35:00.306" v="52" actId="693"/>
          <ac:cxnSpMkLst>
            <pc:docMk/>
            <pc:sldMk cId="2516684908" sldId="455"/>
            <ac:cxnSpMk id="17" creationId="{18928D4C-53E7-1AC2-A3AC-09BE5B8AB116}"/>
          </ac:cxnSpMkLst>
        </pc:cxnChg>
        <pc:cxnChg chg="add mod">
          <ac:chgData name="UBAID QURESHI" userId="dd4ae95d8f7c04fe" providerId="LiveId" clId="{AF920071-46B6-4E4C-A6D8-3E93B456AF12}" dt="2025-12-02T01:35:25.870" v="65" actId="1038"/>
          <ac:cxnSpMkLst>
            <pc:docMk/>
            <pc:sldMk cId="2516684908" sldId="455"/>
            <ac:cxnSpMk id="22" creationId="{8A4A78A7-62D3-EBEE-66DA-F242DD4FB1CD}"/>
          </ac:cxnSpMkLst>
        </pc:cxnChg>
      </pc:sldChg>
      <pc:sldChg chg="addSp modSp add mod">
        <pc:chgData name="UBAID QURESHI" userId="dd4ae95d8f7c04fe" providerId="LiveId" clId="{AF920071-46B6-4E4C-A6D8-3E93B456AF12}" dt="2025-12-02T01:38:10.612" v="116" actId="1076"/>
        <pc:sldMkLst>
          <pc:docMk/>
          <pc:sldMk cId="2063396105" sldId="456"/>
        </pc:sldMkLst>
        <pc:spChg chg="add mod">
          <ac:chgData name="UBAID QURESHI" userId="dd4ae95d8f7c04fe" providerId="LiveId" clId="{AF920071-46B6-4E4C-A6D8-3E93B456AF12}" dt="2025-12-02T01:38:10.612" v="116" actId="1076"/>
          <ac:spMkLst>
            <pc:docMk/>
            <pc:sldMk cId="2063396105" sldId="456"/>
            <ac:spMk id="28" creationId="{CAAC8818-963D-D912-3F79-4A6C91393562}"/>
          </ac:spMkLst>
        </pc:spChg>
      </pc:sldChg>
      <pc:sldChg chg="modSp add mod">
        <pc:chgData name="UBAID QURESHI" userId="dd4ae95d8f7c04fe" providerId="LiveId" clId="{AF920071-46B6-4E4C-A6D8-3E93B456AF12}" dt="2025-12-02T01:44:09.670" v="120" actId="1076"/>
        <pc:sldMkLst>
          <pc:docMk/>
          <pc:sldMk cId="156453460" sldId="457"/>
        </pc:sldMkLst>
        <pc:spChg chg="mod">
          <ac:chgData name="UBAID QURESHI" userId="dd4ae95d8f7c04fe" providerId="LiveId" clId="{AF920071-46B6-4E4C-A6D8-3E93B456AF12}" dt="2025-12-02T01:44:09.670" v="120" actId="1076"/>
          <ac:spMkLst>
            <pc:docMk/>
            <pc:sldMk cId="156453460" sldId="457"/>
            <ac:spMk id="25" creationId="{80467E1C-104C-341C-F852-CC69C95976DF}"/>
          </ac:spMkLst>
        </pc:spChg>
        <pc:cxnChg chg="mod">
          <ac:chgData name="UBAID QURESHI" userId="dd4ae95d8f7c04fe" providerId="LiveId" clId="{AF920071-46B6-4E4C-A6D8-3E93B456AF12}" dt="2025-12-02T01:44:09.670" v="120" actId="1076"/>
          <ac:cxnSpMkLst>
            <pc:docMk/>
            <pc:sldMk cId="156453460" sldId="457"/>
            <ac:cxnSpMk id="22" creationId="{13D0EDC7-AF16-9B98-FAF0-2D4FDE64615C}"/>
          </ac:cxnSpMkLst>
        </pc:cxnChg>
      </pc:sldChg>
      <pc:sldChg chg="modSp add mod">
        <pc:chgData name="UBAID QURESHI" userId="dd4ae95d8f7c04fe" providerId="LiveId" clId="{AF920071-46B6-4E4C-A6D8-3E93B456AF12}" dt="2025-12-02T01:44:56.981" v="123" actId="1076"/>
        <pc:sldMkLst>
          <pc:docMk/>
          <pc:sldMk cId="3950111569" sldId="458"/>
        </pc:sldMkLst>
        <pc:spChg chg="mod">
          <ac:chgData name="UBAID QURESHI" userId="dd4ae95d8f7c04fe" providerId="LiveId" clId="{AF920071-46B6-4E4C-A6D8-3E93B456AF12}" dt="2025-12-02T01:44:56.981" v="123" actId="1076"/>
          <ac:spMkLst>
            <pc:docMk/>
            <pc:sldMk cId="3950111569" sldId="458"/>
            <ac:spMk id="26" creationId="{E3B649BE-8859-80F4-30A3-52EF7DECB814}"/>
          </ac:spMkLst>
        </pc:spChg>
        <pc:cxnChg chg="mod">
          <ac:chgData name="UBAID QURESHI" userId="dd4ae95d8f7c04fe" providerId="LiveId" clId="{AF920071-46B6-4E4C-A6D8-3E93B456AF12}" dt="2025-12-02T01:44:56.981" v="123" actId="1076"/>
          <ac:cxnSpMkLst>
            <pc:docMk/>
            <pc:sldMk cId="3950111569" sldId="458"/>
            <ac:cxnSpMk id="17" creationId="{E34D3535-A429-6886-B223-33A1BFD2B3FD}"/>
          </ac:cxnSpMkLst>
        </pc:cxnChg>
      </pc:sldChg>
      <pc:sldChg chg="modSp add mod">
        <pc:chgData name="UBAID QURESHI" userId="dd4ae95d8f7c04fe" providerId="LiveId" clId="{AF920071-46B6-4E4C-A6D8-3E93B456AF12}" dt="2025-12-02T01:45:12.853" v="125" actId="1076"/>
        <pc:sldMkLst>
          <pc:docMk/>
          <pc:sldMk cId="78329087" sldId="459"/>
        </pc:sldMkLst>
        <pc:spChg chg="mod">
          <ac:chgData name="UBAID QURESHI" userId="dd4ae95d8f7c04fe" providerId="LiveId" clId="{AF920071-46B6-4E4C-A6D8-3E93B456AF12}" dt="2025-12-02T01:45:12.853" v="125" actId="1076"/>
          <ac:spMkLst>
            <pc:docMk/>
            <pc:sldMk cId="78329087" sldId="459"/>
            <ac:spMk id="25" creationId="{7E6AA746-B0C7-F5D0-B035-18FA3C92A65F}"/>
          </ac:spMkLst>
        </pc:spChg>
        <pc:cxnChg chg="mod">
          <ac:chgData name="UBAID QURESHI" userId="dd4ae95d8f7c04fe" providerId="LiveId" clId="{AF920071-46B6-4E4C-A6D8-3E93B456AF12}" dt="2025-12-02T01:45:12.853" v="125" actId="1076"/>
          <ac:cxnSpMkLst>
            <pc:docMk/>
            <pc:sldMk cId="78329087" sldId="459"/>
            <ac:cxnSpMk id="22" creationId="{EB4B8540-E105-E4CB-FF1D-9D005F5C8979}"/>
          </ac:cxnSpMkLst>
        </pc:cxnChg>
      </pc:sldChg>
      <pc:sldChg chg="modSp add mod">
        <pc:chgData name="UBAID QURESHI" userId="dd4ae95d8f7c04fe" providerId="LiveId" clId="{AF920071-46B6-4E4C-A6D8-3E93B456AF12}" dt="2025-12-02T01:45:46.798" v="129" actId="1076"/>
        <pc:sldMkLst>
          <pc:docMk/>
          <pc:sldMk cId="80294031" sldId="460"/>
        </pc:sldMkLst>
        <pc:spChg chg="mod">
          <ac:chgData name="UBAID QURESHI" userId="dd4ae95d8f7c04fe" providerId="LiveId" clId="{AF920071-46B6-4E4C-A6D8-3E93B456AF12}" dt="2025-12-02T01:45:46.798" v="129" actId="1076"/>
          <ac:spMkLst>
            <pc:docMk/>
            <pc:sldMk cId="80294031" sldId="460"/>
            <ac:spMk id="26" creationId="{D05D444B-0500-AE6D-B4AA-01B7A1BBD51E}"/>
          </ac:spMkLst>
        </pc:spChg>
        <pc:cxnChg chg="mod">
          <ac:chgData name="UBAID QURESHI" userId="dd4ae95d8f7c04fe" providerId="LiveId" clId="{AF920071-46B6-4E4C-A6D8-3E93B456AF12}" dt="2025-12-02T01:45:46.798" v="129" actId="1076"/>
          <ac:cxnSpMkLst>
            <pc:docMk/>
            <pc:sldMk cId="80294031" sldId="460"/>
            <ac:cxnSpMk id="17" creationId="{924E277F-0BE7-5146-182E-F0ECBDD112AD}"/>
          </ac:cxnSpMkLst>
        </pc:cxnChg>
      </pc:sldChg>
      <pc:sldChg chg="new del">
        <pc:chgData name="UBAID QURESHI" userId="dd4ae95d8f7c04fe" providerId="LiveId" clId="{AF920071-46B6-4E4C-A6D8-3E93B456AF12}" dt="2025-12-02T01:45:23.035" v="127" actId="680"/>
        <pc:sldMkLst>
          <pc:docMk/>
          <pc:sldMk cId="683413098" sldId="460"/>
        </pc:sldMkLst>
      </pc:sldChg>
      <pc:sldChg chg="modSp add mod">
        <pc:chgData name="UBAID QURESHI" userId="dd4ae95d8f7c04fe" providerId="LiveId" clId="{AF920071-46B6-4E4C-A6D8-3E93B456AF12}" dt="2025-12-02T01:46:13.198" v="131" actId="1076"/>
        <pc:sldMkLst>
          <pc:docMk/>
          <pc:sldMk cId="3713811958" sldId="461"/>
        </pc:sldMkLst>
        <pc:spChg chg="mod">
          <ac:chgData name="UBAID QURESHI" userId="dd4ae95d8f7c04fe" providerId="LiveId" clId="{AF920071-46B6-4E4C-A6D8-3E93B456AF12}" dt="2025-12-02T01:46:13.198" v="131" actId="1076"/>
          <ac:spMkLst>
            <pc:docMk/>
            <pc:sldMk cId="3713811958" sldId="461"/>
            <ac:spMk id="25" creationId="{9FD1EB73-5764-8933-1D3E-96C6F84C9491}"/>
          </ac:spMkLst>
        </pc:spChg>
        <pc:cxnChg chg="mod">
          <ac:chgData name="UBAID QURESHI" userId="dd4ae95d8f7c04fe" providerId="LiveId" clId="{AF920071-46B6-4E4C-A6D8-3E93B456AF12}" dt="2025-12-02T01:46:13.198" v="131" actId="1076"/>
          <ac:cxnSpMkLst>
            <pc:docMk/>
            <pc:sldMk cId="3713811958" sldId="461"/>
            <ac:cxnSpMk id="22" creationId="{424736AE-0DB4-58D6-F572-5907DA0B7536}"/>
          </ac:cxnSpMkLst>
        </pc:cxnChg>
      </pc:sldChg>
      <pc:sldChg chg="addSp modSp add mod">
        <pc:chgData name="UBAID QURESHI" userId="dd4ae95d8f7c04fe" providerId="LiveId" clId="{AF920071-46B6-4E4C-A6D8-3E93B456AF12}" dt="2025-12-02T01:46:54.268" v="136" actId="1076"/>
        <pc:sldMkLst>
          <pc:docMk/>
          <pc:sldMk cId="2369416453" sldId="462"/>
        </pc:sldMkLst>
        <pc:spChg chg="mod">
          <ac:chgData name="UBAID QURESHI" userId="dd4ae95d8f7c04fe" providerId="LiveId" clId="{AF920071-46B6-4E4C-A6D8-3E93B456AF12}" dt="2025-12-02T01:46:44.758" v="133" actId="1076"/>
          <ac:spMkLst>
            <pc:docMk/>
            <pc:sldMk cId="2369416453" sldId="462"/>
            <ac:spMk id="26" creationId="{5A443090-FDFA-09C9-74C0-EDDF42D8582E}"/>
          </ac:spMkLst>
        </pc:spChg>
        <pc:cxnChg chg="add mod">
          <ac:chgData name="UBAID QURESHI" userId="dd4ae95d8f7c04fe" providerId="LiveId" clId="{AF920071-46B6-4E4C-A6D8-3E93B456AF12}" dt="2025-12-02T01:46:54.268" v="136" actId="1076"/>
          <ac:cxnSpMkLst>
            <pc:docMk/>
            <pc:sldMk cId="2369416453" sldId="462"/>
            <ac:cxnSpMk id="7" creationId="{5BD90BF2-EA8E-A9BB-4621-DDAE63FA0881}"/>
          </ac:cxnSpMkLst>
        </pc:cxnChg>
        <pc:cxnChg chg="mod">
          <ac:chgData name="UBAID QURESHI" userId="dd4ae95d8f7c04fe" providerId="LiveId" clId="{AF920071-46B6-4E4C-A6D8-3E93B456AF12}" dt="2025-12-02T01:46:44.758" v="133" actId="1076"/>
          <ac:cxnSpMkLst>
            <pc:docMk/>
            <pc:sldMk cId="2369416453" sldId="462"/>
            <ac:cxnSpMk id="17" creationId="{895988E8-F511-71B6-D5B6-077DC4D858B1}"/>
          </ac:cxnSpMkLst>
        </pc:cxnChg>
      </pc:sldChg>
      <pc:sldChg chg="modSp add mod">
        <pc:chgData name="UBAID QURESHI" userId="dd4ae95d8f7c04fe" providerId="LiveId" clId="{AF920071-46B6-4E4C-A6D8-3E93B456AF12}" dt="2025-12-02T01:47:13.571" v="138" actId="1076"/>
        <pc:sldMkLst>
          <pc:docMk/>
          <pc:sldMk cId="3421982119" sldId="463"/>
        </pc:sldMkLst>
        <pc:spChg chg="mod">
          <ac:chgData name="UBAID QURESHI" userId="dd4ae95d8f7c04fe" providerId="LiveId" clId="{AF920071-46B6-4E4C-A6D8-3E93B456AF12}" dt="2025-12-02T01:47:13.571" v="138" actId="1076"/>
          <ac:spMkLst>
            <pc:docMk/>
            <pc:sldMk cId="3421982119" sldId="463"/>
            <ac:spMk id="25" creationId="{CD372D40-7E33-2B09-7227-9B76F6A952E8}"/>
          </ac:spMkLst>
        </pc:spChg>
        <pc:cxnChg chg="mod">
          <ac:chgData name="UBAID QURESHI" userId="dd4ae95d8f7c04fe" providerId="LiveId" clId="{AF920071-46B6-4E4C-A6D8-3E93B456AF12}" dt="2025-12-02T01:47:13.571" v="138" actId="1076"/>
          <ac:cxnSpMkLst>
            <pc:docMk/>
            <pc:sldMk cId="3421982119" sldId="463"/>
            <ac:cxnSpMk id="22" creationId="{04BC4879-BB11-8392-6CB7-09856AE837C3}"/>
          </ac:cxnSpMkLst>
        </pc:cxnChg>
      </pc:sldChg>
      <pc:sldChg chg="delSp modSp add mod">
        <pc:chgData name="UBAID QURESHI" userId="dd4ae95d8f7c04fe" providerId="LiveId" clId="{AF920071-46B6-4E4C-A6D8-3E93B456AF12}" dt="2025-12-02T01:49:02.483" v="141" actId="478"/>
        <pc:sldMkLst>
          <pc:docMk/>
          <pc:sldMk cId="741555016" sldId="464"/>
        </pc:sldMkLst>
        <pc:spChg chg="mod">
          <ac:chgData name="UBAID QURESHI" userId="dd4ae95d8f7c04fe" providerId="LiveId" clId="{AF920071-46B6-4E4C-A6D8-3E93B456AF12}" dt="2025-12-02T01:48:59.277" v="140" actId="1076"/>
          <ac:spMkLst>
            <pc:docMk/>
            <pc:sldMk cId="741555016" sldId="464"/>
            <ac:spMk id="26" creationId="{9C663135-573E-CF5A-412F-EBD2D08E5334}"/>
          </ac:spMkLst>
        </pc:spChg>
        <pc:cxnChg chg="del">
          <ac:chgData name="UBAID QURESHI" userId="dd4ae95d8f7c04fe" providerId="LiveId" clId="{AF920071-46B6-4E4C-A6D8-3E93B456AF12}" dt="2025-12-02T01:49:02.483" v="141" actId="478"/>
          <ac:cxnSpMkLst>
            <pc:docMk/>
            <pc:sldMk cId="741555016" sldId="464"/>
            <ac:cxnSpMk id="7" creationId="{C16540A3-92FB-2FBF-030C-59500EF34259}"/>
          </ac:cxnSpMkLst>
        </pc:cxnChg>
        <pc:cxnChg chg="mod">
          <ac:chgData name="UBAID QURESHI" userId="dd4ae95d8f7c04fe" providerId="LiveId" clId="{AF920071-46B6-4E4C-A6D8-3E93B456AF12}" dt="2025-12-02T01:48:59.277" v="140" actId="1076"/>
          <ac:cxnSpMkLst>
            <pc:docMk/>
            <pc:sldMk cId="741555016" sldId="464"/>
            <ac:cxnSpMk id="17" creationId="{A383B3E3-2882-A08A-AEB8-AA1E3FAF53BF}"/>
          </ac:cxnSpMkLst>
        </pc:cxnChg>
      </pc:sldChg>
      <pc:sldChg chg="modSp add mod">
        <pc:chgData name="UBAID QURESHI" userId="dd4ae95d8f7c04fe" providerId="LiveId" clId="{AF920071-46B6-4E4C-A6D8-3E93B456AF12}" dt="2025-12-02T01:50:41.365" v="146" actId="1076"/>
        <pc:sldMkLst>
          <pc:docMk/>
          <pc:sldMk cId="206531631" sldId="465"/>
        </pc:sldMkLst>
        <pc:spChg chg="mod">
          <ac:chgData name="UBAID QURESHI" userId="dd4ae95d8f7c04fe" providerId="LiveId" clId="{AF920071-46B6-4E4C-A6D8-3E93B456AF12}" dt="2025-12-02T01:50:41.365" v="146" actId="1076"/>
          <ac:spMkLst>
            <pc:docMk/>
            <pc:sldMk cId="206531631" sldId="465"/>
            <ac:spMk id="25" creationId="{118C7FC6-F443-1F80-DE98-7944D2BB1E69}"/>
          </ac:spMkLst>
        </pc:spChg>
        <pc:cxnChg chg="mod">
          <ac:chgData name="UBAID QURESHI" userId="dd4ae95d8f7c04fe" providerId="LiveId" clId="{AF920071-46B6-4E4C-A6D8-3E93B456AF12}" dt="2025-12-02T01:50:41.365" v="146" actId="1076"/>
          <ac:cxnSpMkLst>
            <pc:docMk/>
            <pc:sldMk cId="206531631" sldId="465"/>
            <ac:cxnSpMk id="22" creationId="{1923DD59-E1DD-3700-888B-998C3322249F}"/>
          </ac:cxnSpMkLst>
        </pc:cxnChg>
      </pc:sldChg>
      <pc:sldChg chg="modSp add del mod">
        <pc:chgData name="UBAID QURESHI" userId="dd4ae95d8f7c04fe" providerId="LiveId" clId="{AF920071-46B6-4E4C-A6D8-3E93B456AF12}" dt="2025-12-02T01:51:06.848" v="149" actId="47"/>
        <pc:sldMkLst>
          <pc:docMk/>
          <pc:sldMk cId="1481729839" sldId="466"/>
        </pc:sldMkLst>
        <pc:spChg chg="mod">
          <ac:chgData name="UBAID QURESHI" userId="dd4ae95d8f7c04fe" providerId="LiveId" clId="{AF920071-46B6-4E4C-A6D8-3E93B456AF12}" dt="2025-12-02T01:50:55.346" v="148" actId="1076"/>
          <ac:spMkLst>
            <pc:docMk/>
            <pc:sldMk cId="1481729839" sldId="466"/>
            <ac:spMk id="26" creationId="{DBC09FC6-1E47-B318-1FA3-3C131532331D}"/>
          </ac:spMkLst>
        </pc:spChg>
        <pc:cxnChg chg="mod">
          <ac:chgData name="UBAID QURESHI" userId="dd4ae95d8f7c04fe" providerId="LiveId" clId="{AF920071-46B6-4E4C-A6D8-3E93B456AF12}" dt="2025-12-02T01:50:55.346" v="148" actId="1076"/>
          <ac:cxnSpMkLst>
            <pc:docMk/>
            <pc:sldMk cId="1481729839" sldId="466"/>
            <ac:cxnSpMk id="17" creationId="{082CEE16-6744-7F31-B56B-5B63A382F5E5}"/>
          </ac:cxnSpMkLst>
        </pc:cxnChg>
      </pc:sldChg>
      <pc:sldChg chg="modSp add mod">
        <pc:chgData name="UBAID QURESHI" userId="dd4ae95d8f7c04fe" providerId="LiveId" clId="{AF920071-46B6-4E4C-A6D8-3E93B456AF12}" dt="2025-12-02T01:51:20.519" v="151" actId="1076"/>
        <pc:sldMkLst>
          <pc:docMk/>
          <pc:sldMk cId="2189811465" sldId="466"/>
        </pc:sldMkLst>
        <pc:spChg chg="mod">
          <ac:chgData name="UBAID QURESHI" userId="dd4ae95d8f7c04fe" providerId="LiveId" clId="{AF920071-46B6-4E4C-A6D8-3E93B456AF12}" dt="2025-12-02T01:51:20.519" v="151" actId="1076"/>
          <ac:spMkLst>
            <pc:docMk/>
            <pc:sldMk cId="2189811465" sldId="466"/>
            <ac:spMk id="26" creationId="{1EE699AA-6EEF-45B5-912A-0345E82B0D3E}"/>
          </ac:spMkLst>
        </pc:spChg>
        <pc:cxnChg chg="mod">
          <ac:chgData name="UBAID QURESHI" userId="dd4ae95d8f7c04fe" providerId="LiveId" clId="{AF920071-46B6-4E4C-A6D8-3E93B456AF12}" dt="2025-12-02T01:51:20.519" v="151" actId="1076"/>
          <ac:cxnSpMkLst>
            <pc:docMk/>
            <pc:sldMk cId="2189811465" sldId="466"/>
            <ac:cxnSpMk id="17" creationId="{6EA635F0-DDDC-3C60-60EB-4ACD50CABCCA}"/>
          </ac:cxnSpMkLst>
        </pc:cxnChg>
      </pc:sldChg>
      <pc:sldChg chg="add del">
        <pc:chgData name="UBAID QURESHI" userId="dd4ae95d8f7c04fe" providerId="LiveId" clId="{AF920071-46B6-4E4C-A6D8-3E93B456AF12}" dt="2025-12-02T01:50:31.544" v="145"/>
        <pc:sldMkLst>
          <pc:docMk/>
          <pc:sldMk cId="4010726424" sldId="466"/>
        </pc:sldMkLst>
      </pc:sldChg>
      <pc:sldChg chg="addSp modSp add mod">
        <pc:chgData name="UBAID QURESHI" userId="dd4ae95d8f7c04fe" providerId="LiveId" clId="{AF920071-46B6-4E4C-A6D8-3E93B456AF12}" dt="2025-12-02T01:52:39.567" v="157" actId="1076"/>
        <pc:sldMkLst>
          <pc:docMk/>
          <pc:sldMk cId="1460421754" sldId="467"/>
        </pc:sldMkLst>
        <pc:spChg chg="add mod">
          <ac:chgData name="UBAID QURESHI" userId="dd4ae95d8f7c04fe" providerId="LiveId" clId="{AF920071-46B6-4E4C-A6D8-3E93B456AF12}" dt="2025-12-02T01:52:39.567" v="157" actId="1076"/>
          <ac:spMkLst>
            <pc:docMk/>
            <pc:sldMk cId="1460421754" sldId="467"/>
            <ac:spMk id="29" creationId="{4976CC98-23BB-4905-75A9-2E1B88B6D3BA}"/>
          </ac:spMkLst>
        </pc:spChg>
      </pc:sldChg>
      <pc:sldChg chg="modSp add mod">
        <pc:chgData name="UBAID QURESHI" userId="dd4ae95d8f7c04fe" providerId="LiveId" clId="{AF920071-46B6-4E4C-A6D8-3E93B456AF12}" dt="2025-12-02T01:53:23.488" v="161" actId="2085"/>
        <pc:sldMkLst>
          <pc:docMk/>
          <pc:sldMk cId="1792934732" sldId="468"/>
        </pc:sldMkLst>
        <pc:spChg chg="mod">
          <ac:chgData name="UBAID QURESHI" userId="dd4ae95d8f7c04fe" providerId="LiveId" clId="{AF920071-46B6-4E4C-A6D8-3E93B456AF12}" dt="2025-12-02T01:53:23.488" v="161" actId="2085"/>
          <ac:spMkLst>
            <pc:docMk/>
            <pc:sldMk cId="1792934732" sldId="468"/>
            <ac:spMk id="25" creationId="{4C378378-5A77-22C5-C2D1-02EAD616DAF1}"/>
          </ac:spMkLst>
        </pc:spChg>
        <pc:cxnChg chg="mod">
          <ac:chgData name="UBAID QURESHI" userId="dd4ae95d8f7c04fe" providerId="LiveId" clId="{AF920071-46B6-4E4C-A6D8-3E93B456AF12}" dt="2025-12-02T01:53:16.230" v="160" actId="208"/>
          <ac:cxnSpMkLst>
            <pc:docMk/>
            <pc:sldMk cId="1792934732" sldId="468"/>
            <ac:cxnSpMk id="22" creationId="{C73554B5-4FB7-A6D9-FF83-EB74495B1725}"/>
          </ac:cxnSpMkLst>
        </pc:cxnChg>
      </pc:sldChg>
      <pc:sldChg chg="addSp modSp add mod">
        <pc:chgData name="UBAID QURESHI" userId="dd4ae95d8f7c04fe" providerId="LiveId" clId="{AF920071-46B6-4E4C-A6D8-3E93B456AF12}" dt="2025-12-02T01:56:00.495" v="172" actId="20577"/>
        <pc:sldMkLst>
          <pc:docMk/>
          <pc:sldMk cId="1162024544" sldId="469"/>
        </pc:sldMkLst>
        <pc:spChg chg="add mod">
          <ac:chgData name="UBAID QURESHI" userId="dd4ae95d8f7c04fe" providerId="LiveId" clId="{AF920071-46B6-4E4C-A6D8-3E93B456AF12}" dt="2025-12-02T01:56:00.495" v="172" actId="20577"/>
          <ac:spMkLst>
            <pc:docMk/>
            <pc:sldMk cId="1162024544" sldId="469"/>
            <ac:spMk id="30" creationId="{B3AC1D16-2660-D98E-0250-A3F64B021BF9}"/>
          </ac:spMkLst>
        </pc:spChg>
        <pc:cxnChg chg="add mod">
          <ac:chgData name="UBAID QURESHI" userId="dd4ae95d8f7c04fe" providerId="LiveId" clId="{AF920071-46B6-4E4C-A6D8-3E93B456AF12}" dt="2025-12-02T01:55:32.320" v="169" actId="14100"/>
          <ac:cxnSpMkLst>
            <pc:docMk/>
            <pc:sldMk cId="1162024544" sldId="469"/>
            <ac:cxnSpMk id="31" creationId="{395CC468-14B4-4E28-2834-1DC3C9BF61F1}"/>
          </ac:cxnSpMkLst>
        </pc:cxnChg>
      </pc:sldChg>
      <pc:sldChg chg="addSp modSp add mod">
        <pc:chgData name="UBAID QURESHI" userId="dd4ae95d8f7c04fe" providerId="LiveId" clId="{AF920071-46B6-4E4C-A6D8-3E93B456AF12}" dt="2025-12-02T01:58:34.808" v="188" actId="20577"/>
        <pc:sldMkLst>
          <pc:docMk/>
          <pc:sldMk cId="127599817" sldId="470"/>
        </pc:sldMkLst>
        <pc:spChg chg="add mod">
          <ac:chgData name="UBAID QURESHI" userId="dd4ae95d8f7c04fe" providerId="LiveId" clId="{AF920071-46B6-4E4C-A6D8-3E93B456AF12}" dt="2025-12-02T01:58:34.808" v="188" actId="20577"/>
          <ac:spMkLst>
            <pc:docMk/>
            <pc:sldMk cId="127599817" sldId="470"/>
            <ac:spMk id="32" creationId="{31F0DBEA-4F0B-57EE-DB91-5F7BF67CC911}"/>
          </ac:spMkLst>
        </pc:spChg>
      </pc:sldChg>
      <pc:sldChg chg="addSp modSp add">
        <pc:chgData name="UBAID QURESHI" userId="dd4ae95d8f7c04fe" providerId="LiveId" clId="{AF920071-46B6-4E4C-A6D8-3E93B456AF12}" dt="2025-12-02T01:59:55.537" v="197"/>
        <pc:sldMkLst>
          <pc:docMk/>
          <pc:sldMk cId="104449074" sldId="471"/>
        </pc:sldMkLst>
        <pc:spChg chg="add mod">
          <ac:chgData name="UBAID QURESHI" userId="dd4ae95d8f7c04fe" providerId="LiveId" clId="{AF920071-46B6-4E4C-A6D8-3E93B456AF12}" dt="2025-12-02T01:59:55.537" v="197"/>
          <ac:spMkLst>
            <pc:docMk/>
            <pc:sldMk cId="104449074" sldId="471"/>
            <ac:spMk id="33" creationId="{A49ADB55-8718-DC47-9021-5697D04F5160}"/>
          </ac:spMkLst>
        </pc:spChg>
        <pc:cxnChg chg="add mod">
          <ac:chgData name="UBAID QURESHI" userId="dd4ae95d8f7c04fe" providerId="LiveId" clId="{AF920071-46B6-4E4C-A6D8-3E93B456AF12}" dt="2025-12-02T01:59:55.537" v="197"/>
          <ac:cxnSpMkLst>
            <pc:docMk/>
            <pc:sldMk cId="104449074" sldId="471"/>
            <ac:cxnSpMk id="7" creationId="{736C90E8-D3DA-D712-9AE9-2A1A9DD92178}"/>
          </ac:cxnSpMkLst>
        </pc:cxnChg>
      </pc:sldChg>
      <pc:sldChg chg="addSp modSp add mod">
        <pc:chgData name="UBAID QURESHI" userId="dd4ae95d8f7c04fe" providerId="LiveId" clId="{AF920071-46B6-4E4C-A6D8-3E93B456AF12}" dt="2025-12-02T01:59:41.037" v="196" actId="207"/>
        <pc:sldMkLst>
          <pc:docMk/>
          <pc:sldMk cId="498438856" sldId="472"/>
        </pc:sldMkLst>
        <pc:spChg chg="add mod">
          <ac:chgData name="UBAID QURESHI" userId="dd4ae95d8f7c04fe" providerId="LiveId" clId="{AF920071-46B6-4E4C-A6D8-3E93B456AF12}" dt="2025-12-02T01:58:59.393" v="190"/>
          <ac:spMkLst>
            <pc:docMk/>
            <pc:sldMk cId="498438856" sldId="472"/>
            <ac:spMk id="33" creationId="{CC73864B-587B-DFBC-3543-606F7E73AA06}"/>
          </ac:spMkLst>
        </pc:spChg>
        <pc:spChg chg="add mod">
          <ac:chgData name="UBAID QURESHI" userId="dd4ae95d8f7c04fe" providerId="LiveId" clId="{AF920071-46B6-4E4C-A6D8-3E93B456AF12}" dt="2025-12-02T01:59:41.037" v="196" actId="207"/>
          <ac:spMkLst>
            <pc:docMk/>
            <pc:sldMk cId="498438856" sldId="472"/>
            <ac:spMk id="35" creationId="{C43E57CD-FB37-C518-DE7B-C41F853A4238}"/>
          </ac:spMkLst>
        </pc:spChg>
        <pc:cxnChg chg="add mod">
          <ac:chgData name="UBAID QURESHI" userId="dd4ae95d8f7c04fe" providerId="LiveId" clId="{AF920071-46B6-4E4C-A6D8-3E93B456AF12}" dt="2025-12-02T01:58:59.393" v="190"/>
          <ac:cxnSpMkLst>
            <pc:docMk/>
            <pc:sldMk cId="498438856" sldId="472"/>
            <ac:cxnSpMk id="7" creationId="{806E3960-E7A3-A411-EEF5-DC8570C0E49C}"/>
          </ac:cxnSpMkLst>
        </pc:cxnChg>
        <pc:cxnChg chg="add mod">
          <ac:chgData name="UBAID QURESHI" userId="dd4ae95d8f7c04fe" providerId="LiveId" clId="{AF920071-46B6-4E4C-A6D8-3E93B456AF12}" dt="2025-12-02T01:59:19.024" v="193" actId="208"/>
          <ac:cxnSpMkLst>
            <pc:docMk/>
            <pc:sldMk cId="498438856" sldId="472"/>
            <ac:cxnSpMk id="34" creationId="{C657B27A-0430-83F6-EBA8-C65CF56CCE7A}"/>
          </ac:cxnSpMkLst>
        </pc:cxnChg>
      </pc:sldChg>
      <pc:sldChg chg="addSp modSp add mod">
        <pc:chgData name="UBAID QURESHI" userId="dd4ae95d8f7c04fe" providerId="LiveId" clId="{AF920071-46B6-4E4C-A6D8-3E93B456AF12}" dt="2025-12-02T02:02:49.352" v="208" actId="1076"/>
        <pc:sldMkLst>
          <pc:docMk/>
          <pc:sldMk cId="447281960" sldId="473"/>
        </pc:sldMkLst>
        <pc:spChg chg="add mod">
          <ac:chgData name="UBAID QURESHI" userId="dd4ae95d8f7c04fe" providerId="LiveId" clId="{AF920071-46B6-4E4C-A6D8-3E93B456AF12}" dt="2025-12-02T02:02:49.352" v="208" actId="1076"/>
          <ac:spMkLst>
            <pc:docMk/>
            <pc:sldMk cId="447281960" sldId="473"/>
            <ac:spMk id="35" creationId="{851E949A-6D68-B299-0D4E-41F16ABEE46E}"/>
          </ac:spMkLst>
        </pc:spChg>
      </pc:sldChg>
      <pc:sldChg chg="modSp add mod">
        <pc:chgData name="UBAID QURESHI" userId="dd4ae95d8f7c04fe" providerId="LiveId" clId="{AF920071-46B6-4E4C-A6D8-3E93B456AF12}" dt="2025-12-02T02:03:28.849" v="210" actId="1076"/>
        <pc:sldMkLst>
          <pc:docMk/>
          <pc:sldMk cId="4021807660" sldId="474"/>
        </pc:sldMkLst>
        <pc:spChg chg="mod">
          <ac:chgData name="UBAID QURESHI" userId="dd4ae95d8f7c04fe" providerId="LiveId" clId="{AF920071-46B6-4E4C-A6D8-3E93B456AF12}" dt="2025-12-02T02:03:28.849" v="210" actId="1076"/>
          <ac:spMkLst>
            <pc:docMk/>
            <pc:sldMk cId="4021807660" sldId="474"/>
            <ac:spMk id="33" creationId="{015BC366-F2F2-C3EE-91DF-353AFBC1F3CF}"/>
          </ac:spMkLst>
        </pc:spChg>
        <pc:cxnChg chg="mod">
          <ac:chgData name="UBAID QURESHI" userId="dd4ae95d8f7c04fe" providerId="LiveId" clId="{AF920071-46B6-4E4C-A6D8-3E93B456AF12}" dt="2025-12-02T02:03:28.849" v="210" actId="1076"/>
          <ac:cxnSpMkLst>
            <pc:docMk/>
            <pc:sldMk cId="4021807660" sldId="474"/>
            <ac:cxnSpMk id="7" creationId="{7D1EA828-55E1-DF8A-B512-70FE5E7B7223}"/>
          </ac:cxnSpMkLst>
        </pc:cxnChg>
      </pc:sldChg>
      <pc:sldChg chg="addSp modSp add mod">
        <pc:chgData name="UBAID QURESHI" userId="dd4ae95d8f7c04fe" providerId="LiveId" clId="{AF920071-46B6-4E4C-A6D8-3E93B456AF12}" dt="2025-12-02T02:04:00.709" v="214" actId="1076"/>
        <pc:sldMkLst>
          <pc:docMk/>
          <pc:sldMk cId="2980080397" sldId="475"/>
        </pc:sldMkLst>
        <pc:spChg chg="mod">
          <ac:chgData name="UBAID QURESHI" userId="dd4ae95d8f7c04fe" providerId="LiveId" clId="{AF920071-46B6-4E4C-A6D8-3E93B456AF12}" dt="2025-12-02T02:03:46.155" v="212" actId="1076"/>
          <ac:spMkLst>
            <pc:docMk/>
            <pc:sldMk cId="2980080397" sldId="475"/>
            <ac:spMk id="26" creationId="{C97B6DDC-F24F-190E-2F1A-738AD099D69F}"/>
          </ac:spMkLst>
        </pc:spChg>
        <pc:cxnChg chg="mod">
          <ac:chgData name="UBAID QURESHI" userId="dd4ae95d8f7c04fe" providerId="LiveId" clId="{AF920071-46B6-4E4C-A6D8-3E93B456AF12}" dt="2025-12-02T02:03:46.155" v="212" actId="1076"/>
          <ac:cxnSpMkLst>
            <pc:docMk/>
            <pc:sldMk cId="2980080397" sldId="475"/>
            <ac:cxnSpMk id="17" creationId="{16BFDAAC-F669-6EDE-7F34-32E63D8F95F2}"/>
          </ac:cxnSpMkLst>
        </pc:cxnChg>
        <pc:cxnChg chg="add mod">
          <ac:chgData name="UBAID QURESHI" userId="dd4ae95d8f7c04fe" providerId="LiveId" clId="{AF920071-46B6-4E4C-A6D8-3E93B456AF12}" dt="2025-12-02T02:04:00.709" v="214" actId="1076"/>
          <ac:cxnSpMkLst>
            <pc:docMk/>
            <pc:sldMk cId="2980080397" sldId="475"/>
            <ac:cxnSpMk id="34" creationId="{5989A9F0-DB4F-116E-6954-6C2947A35022}"/>
          </ac:cxnSpMkLst>
        </pc:cxnChg>
      </pc:sldChg>
      <pc:sldChg chg="modSp add mod">
        <pc:chgData name="UBAID QURESHI" userId="dd4ae95d8f7c04fe" providerId="LiveId" clId="{AF920071-46B6-4E4C-A6D8-3E93B456AF12}" dt="2025-12-02T02:04:18.431" v="216" actId="1076"/>
        <pc:sldMkLst>
          <pc:docMk/>
          <pc:sldMk cId="566516220" sldId="476"/>
        </pc:sldMkLst>
        <pc:spChg chg="mod">
          <ac:chgData name="UBAID QURESHI" userId="dd4ae95d8f7c04fe" providerId="LiveId" clId="{AF920071-46B6-4E4C-A6D8-3E93B456AF12}" dt="2025-12-02T02:04:18.431" v="216" actId="1076"/>
          <ac:spMkLst>
            <pc:docMk/>
            <pc:sldMk cId="566516220" sldId="476"/>
            <ac:spMk id="33" creationId="{B8CE5386-BD18-581A-1B26-F8332F831C7D}"/>
          </ac:spMkLst>
        </pc:spChg>
        <pc:cxnChg chg="mod">
          <ac:chgData name="UBAID QURESHI" userId="dd4ae95d8f7c04fe" providerId="LiveId" clId="{AF920071-46B6-4E4C-A6D8-3E93B456AF12}" dt="2025-12-02T02:04:18.431" v="216" actId="1076"/>
          <ac:cxnSpMkLst>
            <pc:docMk/>
            <pc:sldMk cId="566516220" sldId="476"/>
            <ac:cxnSpMk id="7" creationId="{631DC98A-5738-3188-67E8-336FB9DAE2EE}"/>
          </ac:cxnSpMkLst>
        </pc:cxnChg>
      </pc:sldChg>
      <pc:sldChg chg="modSp add mod">
        <pc:chgData name="UBAID QURESHI" userId="dd4ae95d8f7c04fe" providerId="LiveId" clId="{AF920071-46B6-4E4C-A6D8-3E93B456AF12}" dt="2025-12-02T02:04:45.449" v="219" actId="1076"/>
        <pc:sldMkLst>
          <pc:docMk/>
          <pc:sldMk cId="4213824531" sldId="477"/>
        </pc:sldMkLst>
        <pc:spChg chg="mod">
          <ac:chgData name="UBAID QURESHI" userId="dd4ae95d8f7c04fe" providerId="LiveId" clId="{AF920071-46B6-4E4C-A6D8-3E93B456AF12}" dt="2025-12-02T02:04:39.825" v="218" actId="1076"/>
          <ac:spMkLst>
            <pc:docMk/>
            <pc:sldMk cId="4213824531" sldId="477"/>
            <ac:spMk id="26" creationId="{BB4469CE-D882-461F-7B66-AC874EFA3635}"/>
          </ac:spMkLst>
        </pc:spChg>
        <pc:cxnChg chg="mod">
          <ac:chgData name="UBAID QURESHI" userId="dd4ae95d8f7c04fe" providerId="LiveId" clId="{AF920071-46B6-4E4C-A6D8-3E93B456AF12}" dt="2025-12-02T02:04:39.825" v="218" actId="1076"/>
          <ac:cxnSpMkLst>
            <pc:docMk/>
            <pc:sldMk cId="4213824531" sldId="477"/>
            <ac:cxnSpMk id="17" creationId="{D5EC6A4D-EA1D-ADE3-28A2-3AD6DC278A73}"/>
          </ac:cxnSpMkLst>
        </pc:cxnChg>
        <pc:cxnChg chg="mod">
          <ac:chgData name="UBAID QURESHI" userId="dd4ae95d8f7c04fe" providerId="LiveId" clId="{AF920071-46B6-4E4C-A6D8-3E93B456AF12}" dt="2025-12-02T02:04:45.449" v="219" actId="1076"/>
          <ac:cxnSpMkLst>
            <pc:docMk/>
            <pc:sldMk cId="4213824531" sldId="477"/>
            <ac:cxnSpMk id="34" creationId="{B7B89046-5B79-6DB9-B1CA-0FB64A9257EB}"/>
          </ac:cxnSpMkLst>
        </pc:cxnChg>
      </pc:sldChg>
      <pc:sldChg chg="modSp add mod">
        <pc:chgData name="UBAID QURESHI" userId="dd4ae95d8f7c04fe" providerId="LiveId" clId="{AF920071-46B6-4E4C-A6D8-3E93B456AF12}" dt="2025-12-02T02:05:02.544" v="221" actId="1076"/>
        <pc:sldMkLst>
          <pc:docMk/>
          <pc:sldMk cId="876547469" sldId="478"/>
        </pc:sldMkLst>
        <pc:spChg chg="mod">
          <ac:chgData name="UBAID QURESHI" userId="dd4ae95d8f7c04fe" providerId="LiveId" clId="{AF920071-46B6-4E4C-A6D8-3E93B456AF12}" dt="2025-12-02T02:05:02.544" v="221" actId="1076"/>
          <ac:spMkLst>
            <pc:docMk/>
            <pc:sldMk cId="876547469" sldId="478"/>
            <ac:spMk id="33" creationId="{FCAD7CBE-70FE-C38B-8B7E-812DDEC347C4}"/>
          </ac:spMkLst>
        </pc:spChg>
        <pc:cxnChg chg="mod">
          <ac:chgData name="UBAID QURESHI" userId="dd4ae95d8f7c04fe" providerId="LiveId" clId="{AF920071-46B6-4E4C-A6D8-3E93B456AF12}" dt="2025-12-02T02:05:02.544" v="221" actId="1076"/>
          <ac:cxnSpMkLst>
            <pc:docMk/>
            <pc:sldMk cId="876547469" sldId="478"/>
            <ac:cxnSpMk id="7" creationId="{6C7F78C3-492B-6E3F-AA2F-5063DC152933}"/>
          </ac:cxnSpMkLst>
        </pc:cxnChg>
      </pc:sldChg>
      <pc:sldChg chg="delSp modSp add mod">
        <pc:chgData name="UBAID QURESHI" userId="dd4ae95d8f7c04fe" providerId="LiveId" clId="{AF920071-46B6-4E4C-A6D8-3E93B456AF12}" dt="2025-12-02T02:05:20.171" v="224" actId="478"/>
        <pc:sldMkLst>
          <pc:docMk/>
          <pc:sldMk cId="3719264929" sldId="479"/>
        </pc:sldMkLst>
        <pc:spChg chg="mod">
          <ac:chgData name="UBAID QURESHI" userId="dd4ae95d8f7c04fe" providerId="LiveId" clId="{AF920071-46B6-4E4C-A6D8-3E93B456AF12}" dt="2025-12-02T02:05:17.848" v="223" actId="1076"/>
          <ac:spMkLst>
            <pc:docMk/>
            <pc:sldMk cId="3719264929" sldId="479"/>
            <ac:spMk id="26" creationId="{844E6F99-B138-6389-4A7F-3D034BCAE8DB}"/>
          </ac:spMkLst>
        </pc:spChg>
        <pc:cxnChg chg="mod">
          <ac:chgData name="UBAID QURESHI" userId="dd4ae95d8f7c04fe" providerId="LiveId" clId="{AF920071-46B6-4E4C-A6D8-3E93B456AF12}" dt="2025-12-02T02:05:17.848" v="223" actId="1076"/>
          <ac:cxnSpMkLst>
            <pc:docMk/>
            <pc:sldMk cId="3719264929" sldId="479"/>
            <ac:cxnSpMk id="17" creationId="{1E4D3149-14FE-3ADE-33AD-390F6719F23B}"/>
          </ac:cxnSpMkLst>
        </pc:cxnChg>
        <pc:cxnChg chg="del">
          <ac:chgData name="UBAID QURESHI" userId="dd4ae95d8f7c04fe" providerId="LiveId" clId="{AF920071-46B6-4E4C-A6D8-3E93B456AF12}" dt="2025-12-02T02:05:20.171" v="224" actId="478"/>
          <ac:cxnSpMkLst>
            <pc:docMk/>
            <pc:sldMk cId="3719264929" sldId="479"/>
            <ac:cxnSpMk id="34" creationId="{A8017FEC-EB27-1960-CB7F-2272368B9FC5}"/>
          </ac:cxnSpMkLst>
        </pc:cxnChg>
      </pc:sldChg>
      <pc:sldChg chg="addSp modSp add mod">
        <pc:chgData name="UBAID QURESHI" userId="dd4ae95d8f7c04fe" providerId="LiveId" clId="{AF920071-46B6-4E4C-A6D8-3E93B456AF12}" dt="2025-12-02T02:06:33.246" v="231" actId="1076"/>
        <pc:sldMkLst>
          <pc:docMk/>
          <pc:sldMk cId="590693362" sldId="480"/>
        </pc:sldMkLst>
        <pc:spChg chg="add mod">
          <ac:chgData name="UBAID QURESHI" userId="dd4ae95d8f7c04fe" providerId="LiveId" clId="{AF920071-46B6-4E4C-A6D8-3E93B456AF12}" dt="2025-12-02T02:06:33.246" v="231" actId="1076"/>
          <ac:spMkLst>
            <pc:docMk/>
            <pc:sldMk cId="590693362" sldId="480"/>
            <ac:spMk id="36" creationId="{2870BAA5-263C-2F00-59EA-D95A791A34E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8E5F37-A52F-4008-960E-CFC9EA5B0950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F67FEE-4A7D-4E43-974D-CCF4969203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61253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D8167D-18DE-7EB9-83F9-E4674585A9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C2A81C-875A-2443-49C6-C445DAEA0D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5276C8-2EB4-55AE-6034-DA4DCD5EF3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407F5B-CE20-A165-9339-0CC6DB4C62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066751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8BA981-57E9-1E03-1707-C67BCD39F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137E0E-578D-00BE-DE0E-3D4F14658F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394677-9677-43D3-B282-D87DC83C4F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A8EDD7-87A9-FCA9-8A00-DF2EFCB933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023309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3E1B52-76BA-1DC3-75E6-C0210A15EF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6C6801-07E0-9283-1FD0-579C461A12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FE9782-E6BF-98D7-8B31-623053884B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FBB1CA-77A5-EBD8-E89C-44AF764497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273467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777361-CAAF-9596-5F52-D1C4C0877A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96B199-053B-EA22-73EB-F3209BEEDC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7DF075-8DBC-DC9F-FFC4-B1D9E4E46B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126A94-43EA-020E-684C-C3B1041A6F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057512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C754F-DB17-4D67-9064-93F48FB8B1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CF705A-8462-B53B-CE3A-2509BEA415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13B2CB-24B4-48A3-A59E-1316B40848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5F5264-A6B6-461B-2D46-3E8A4293DC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170654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0CDAB7-151B-D157-6853-B539524918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9C25B6-2FAC-9379-44A3-4E37C752D8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C98B2D-5337-E22A-191C-E10F49DE31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7FE5D8-35F9-CA54-2729-49A17DA52C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13374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67A773-B3E1-0058-5AB5-B6ACE0A370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2479C9-3F29-8CF6-B47C-D974872ABF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65B165-4C9D-AE4E-D8F7-CC699251D1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CE5D4B-28E0-AF52-F18A-91415D2B7C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65885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B5DD6A-2B86-999E-26AB-F6EA6DBEE4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66C0C5-9D63-7CC4-03F5-BCF149D743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5F7DDE-1B12-71B6-D76D-F189FD094F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293E68-60BB-93DE-D18F-1758CF9759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191479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48A9F8-E0BB-EAF0-5076-BDC72E782B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9D5140-3893-E107-847F-D520FD3837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69B3B8-F9AA-A20E-6429-8D0A4720CB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88075B-3E5D-873C-AFC4-C6EA2EC5E3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948957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59A7F6-11F2-F1C7-AA12-F0F4BCDEEC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4571FB-5CC6-9C32-A6A7-890E8B5A49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FA36A4-631F-066B-F3D2-5D677C206F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9A6616-4344-7B6C-2728-D5B4C3E090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10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632300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8A5D69-377A-3382-5BE2-EC117CC126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6B814B-490D-2E29-8535-93A4E72F52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52F995-3700-D016-8FFC-5DDFD6AA42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46D7C3-8824-C973-296F-63AC4F26DF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11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9245211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879069-87CD-9674-EDFB-ADFBB4469B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E5A44D-AE94-E735-709E-E51313C2AF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1BD4F9-329C-F0D3-3F2E-FBDFE4EE5D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AE5642-2521-3602-8D87-DF3C620FC8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12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328972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DEAEE-FA4B-9AE5-095A-AF7A63FC17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0C2FCA-F648-C08A-F5E6-104775B0E4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0C56E8-C30F-E210-572F-A61E98B623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DD7413-1074-CB7D-DF09-3C6C63AE57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13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0722746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473DD1-01DF-F778-BE8A-57CD7B4334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F98A9D-9094-9C46-596F-72F7EF4C75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939B0B-162C-A277-6431-2A6786FED0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C3207F-36F3-74CD-188B-9A9FDB6FF0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14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7504299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26F05C-D8D9-17AE-B1C2-FBD73D2EEF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1168DC-3133-F7C2-88DF-79170C0963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377376-0BBE-680A-3BC7-4EBD05CF8C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D76B7A-ED56-AC34-07D9-EC4C76A394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15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4181854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BE473F-3243-0AF9-1849-CE010A5FD5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E96F2E-3E4E-D89B-964C-B81AE07B01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E4EA1B-C759-86DF-6E86-007B89CE87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F57757-9CD0-4FDF-587C-C701CE1C4B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16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2984354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1C5C44-098D-8298-7E41-5A5D52BF0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E3FF70-2485-E194-F1A3-70E20D46EC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D66F5D-5FA9-06B0-6518-9CD83D980D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12D4E4-A891-570E-BB01-A30D2E2C1F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17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3452443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496A8A-CA46-F431-518E-75E56DF0EF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4CB28F-0208-4000-4560-6A070E2EA2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ED9E7D-1C0A-CD40-F259-6EC1BE1AC9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8FD10A-C7A2-6EDB-CDE2-770C1D95E6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18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2911342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708B6F-65B4-261F-98DD-FC615C76B4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4EB10A-CA4E-5797-89ED-710EF30BAD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C9CFD8-FB90-652E-E82D-A46A478331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3A9527-1728-4CB4-3025-F33399BD9C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19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9797300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EE84E1-BDAF-1825-5CCC-59B79F29A0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EC0E89-B8CA-8744-7341-291B65EB6C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8077A7-C5A9-C9BF-3822-70F5B0A1E5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5E4156-E559-7F95-B84C-E906E0D87C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20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2993818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00F9C1-054B-7D70-A1C3-447737DF8D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3A763A-444B-4318-4F78-8DB7A25286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1A2F20-8ED3-0313-3FCD-F36B3037EC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05ED93-1DAD-7342-B7EA-75E0A8AE17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21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1500431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2D8D3E-C1E7-EE46-C01C-B8ACD92540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BC3E29-4667-FDAE-115E-3FA4F86454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473AF0-44A9-3FC6-5FE8-2AB2232223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F22834-358C-D16E-0733-CE516208BD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22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875381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46C98D-E3A0-C867-BBBC-83D74E2278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C9E8B1-67D2-AE4B-DEEC-024FAF332D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01C01B-BB97-A35F-E1E3-4EDD04B31C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923C80-340A-B4DA-02AE-D40A4C1E75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23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1947558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2CE75C-A67C-FEC1-C9E6-C44D06F9FF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E011DD-BD15-9F55-668E-6ED2431A1A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68E3F5-D16F-8C5E-3DA6-1051CB3FD8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2FDC7E-2976-8458-33E5-6EAFC8676E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24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4393827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5B468A-A6DA-B01A-E6BF-F4EDAAAF0C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BCA792-B056-B2A6-64D8-A85E984C1F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36FB64-9233-7CC6-6407-BE1BB47CC0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6170BD-2DDB-EEF9-7413-2488B88689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25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9858742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0B58C3-F204-4589-0CBC-EFD075BC0E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F68E05-169D-65BD-A7FD-EB3604429B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14FC2D-84AC-5A1A-B5AA-2100A04B24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CFBAF4-8127-AF80-028F-553A7A2A64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26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7570636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8C40D5-E58F-A6E7-716F-EE66B5BC06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D9524E-1E67-64C5-0CE7-6A3E1BE745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CC320C-3E08-F399-182E-CE88A61EE2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A9B659-C3FB-8CAF-557E-82A28CDE7C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27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0745542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7DBFE4-F57A-3521-ACEF-735F87A0FB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ECED8B-DC27-AEC6-5316-92FB45F939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8C1817-BA59-4BD4-F464-052C38EAE5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7BDBE1-F042-C69E-7E95-7720144932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28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1540702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0B0D9D-66EC-D1CD-3F06-0D019F86DA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5FF18B-F1C0-2768-9273-BC044AE397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CAE1E5-9099-12BE-4F7B-349ACEAF32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6C06C7-4441-15D5-7C8C-B95AA556C6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29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4454021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43F3C1-DAD2-DBB9-1116-A508F17366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5DB7EE-252A-FB08-C38B-8C85C79B89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43975D-54A7-93AD-AAC0-807C25083F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A789FF-97FA-AB5E-BE04-79501B0051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30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901303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E7E26C-1502-4486-3B7D-1421816E0F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55048D-0A53-3CAE-953D-291264967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FE390D-5704-04E3-B361-5FC08EE3D5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A2CD6-EB49-415B-8934-8D9F12BF2D46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3B214C-1923-FD4F-479D-680C1082E7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F56EE8-1C46-C88D-D8E8-A82BF9E92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D250B-83FB-4922-BD05-D9EC51CFEC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26032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BD61B8-D4C5-461B-2464-46A3EBD1D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4D6521-166A-636B-42E9-7E3E3F819C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C48015-8C7A-6359-F477-6A7E54C4C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A2CD6-EB49-415B-8934-8D9F12BF2D46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FB0D40-08CB-4043-49CA-5FAA84194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0E3F16-5D34-C8C8-B923-294EA3116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D250B-83FB-4922-BD05-D9EC51CFEC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48376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1B794-6635-1F11-2E23-E435BCE82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9148B5-7033-F163-9696-600B3E43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54E047-D80B-30A2-0645-A613AB0CD7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A2CD6-EB49-415B-8934-8D9F12BF2D46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30E387-E665-3101-9D04-59F0C8DC4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02F23A-8DF9-EEAF-838F-82D0FC2E3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D250B-83FB-4922-BD05-D9EC51CFEC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75113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0F8A9-2633-8458-6BEF-780D2E48E1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113B66-3F32-DA88-EB54-4771D94BE7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F61FA3-1056-0A3B-5580-7811F68E3C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BA907C-1C78-B6F3-0968-A51C57CA73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A2CD6-EB49-415B-8934-8D9F12BF2D46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317601-91E6-DA04-034E-84A323A92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46495F-61E0-E4B4-64E9-28AFAAA87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D250B-83FB-4922-BD05-D9EC51CFEC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3943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3E8FEE-59C4-AA7A-1201-604AA85022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B97CEB-D527-4389-83DC-7B51978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C21067-C173-96E0-4876-1F75376E5A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F2E7EB-9C41-3CF0-5FCE-904DE71CAC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0940B3-1484-1D07-E79A-29CC0C17A1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AF0E17-6E8F-3ECE-B2D5-0E5664495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A2CD6-EB49-415B-8934-8D9F12BF2D46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9F1480-7FE8-F546-D447-737431C048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612017-5FB3-C988-606E-9E61D58A8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D250B-83FB-4922-BD05-D9EC51CFEC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88775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73D215-A139-B2AF-D30C-43AB50DB1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552A8C-06EB-4541-3F0D-F9ACC11D62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A2CD6-EB49-415B-8934-8D9F12BF2D46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DE96BD-6675-E97A-4F51-FFD8C307C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B823FF-07BA-0E9D-D2CE-9D52ADBEE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D250B-83FB-4922-BD05-D9EC51CFEC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78609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86EB3E-4A38-4273-70F0-3782F4ABC5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A2CD6-EB49-415B-8934-8D9F12BF2D46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1789C2-DA21-EB33-87C5-E313A2FA9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219D2B-E742-2853-B6AB-5917313E4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D250B-83FB-4922-BD05-D9EC51CFEC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2771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A3C60-8DE3-1061-75F2-6FC88FBFBB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33D03D-BDCD-DB7C-6253-675E5E435B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B4C2AD-AC49-8B4C-E17B-488404C07D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CF6367-E76E-E9C4-33BE-A2A3F3AF0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A2CD6-EB49-415B-8934-8D9F12BF2D46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D6A8FA-5753-8CD7-23F1-6FAEA45476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2855B7-0334-CC80-61E5-73C313AC4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D250B-83FB-4922-BD05-D9EC51CFEC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5826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ED3F30-4F41-97BC-B8DA-2F3423B2BC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D2D26B-3E58-573A-1065-4294789A1F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435FE2-0EA1-739B-7EB8-5AB6F8123F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E4102B-ABAE-03EE-20BC-2F89A01AB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A2CD6-EB49-415B-8934-8D9F12BF2D46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85CC75-A37B-0A55-E267-489F88A3F9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F81419-562D-14AE-699B-82846DCF1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D250B-83FB-4922-BD05-D9EC51CFEC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18107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4D02E-7B6E-52D9-1590-4E6567A09D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5BE862-208C-94BA-F246-96E3BB6463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6B44A3-511F-D8E1-CA1C-FBCD425F2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A2CD6-EB49-415B-8934-8D9F12BF2D46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120034-4BFF-55CC-AEDD-B83C31F801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8D5042-B88F-B9C1-1DBD-5F27D0E55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D250B-83FB-4922-BD05-D9EC51CFEC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93209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E64EAE-B5E2-D315-B857-BCDB3F8520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4855AE-7D89-D640-78EB-4DF9AA76E5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F4613F-AB5F-9EA1-1CF0-A7249EF131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A2CD6-EB49-415B-8934-8D9F12BF2D46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1B4120-C32A-18ED-73C1-DD0D6CB57F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EA1A99-2667-1B40-C3D5-6524CB89D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D250B-83FB-4922-BD05-D9EC51CFEC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29978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2B97046-AEE0-7A98-6C8C-E6FB7ADBB0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BFF449-0458-88DB-EDE0-F4241ACF7B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55F3DE-58C5-308D-3719-638250C17A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2A2CD6-EB49-415B-8934-8D9F12BF2D46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A66AAB-1FF2-78A4-2403-1B7A7F6857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C499B8-DD3B-3A49-1C6E-5414F3379A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DD250B-83FB-4922-BD05-D9EC51CFEC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7575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EEE544-DC5C-F594-46AE-90033DC32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E66638B-22A2-248F-7BA6-B317750367FF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13BA283-0889-AFDB-4087-CC1A6C9BD25B}"/>
              </a:ext>
            </a:extLst>
          </p:cNvPr>
          <p:cNvSpPr txBox="1"/>
          <p:nvPr/>
        </p:nvSpPr>
        <p:spPr>
          <a:xfrm>
            <a:off x="-534365" y="2878111"/>
            <a:ext cx="1458564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200" b="1" dirty="0">
                <a:solidFill>
                  <a:schemeClr val="accent4"/>
                </a:solidFill>
                <a:latin typeface="Berlin Sans FB Demi" panose="020E0802020502020306" pitchFamily="34" charset="0"/>
              </a:rPr>
              <a:t>Find the Starting Node of Loop</a:t>
            </a:r>
            <a:endParaRPr lang="en-IN" sz="7200" dirty="0">
              <a:solidFill>
                <a:schemeClr val="accent4"/>
              </a:solidFill>
              <a:latin typeface="Berlin Sans FB Demi" panose="020E08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25743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A8CF4E-6554-243A-3EB0-609A544789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762AD91-8B9D-4B13-823D-C1908809FA43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78F5923C-F9C3-3EA7-F206-6EAE98B703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0854835"/>
              </p:ext>
            </p:extLst>
          </p:nvPr>
        </p:nvGraphicFramePr>
        <p:xfrm>
          <a:off x="-497682" y="835615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C5F060D-C80A-1CBE-5509-79AA64B54B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0453578"/>
              </p:ext>
            </p:extLst>
          </p:nvPr>
        </p:nvGraphicFramePr>
        <p:xfrm>
          <a:off x="1681638" y="84882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B327198-6DCB-E21D-8AAD-5A62FFDF3A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8881928"/>
              </p:ext>
            </p:extLst>
          </p:nvPr>
        </p:nvGraphicFramePr>
        <p:xfrm>
          <a:off x="3860958" y="83561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BC5FAFD-F4D4-5830-229A-8CD83DAA50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0656277"/>
              </p:ext>
            </p:extLst>
          </p:nvPr>
        </p:nvGraphicFramePr>
        <p:xfrm>
          <a:off x="6040278" y="835613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275E4C1-D633-DACF-7723-45D53498E5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6257501"/>
              </p:ext>
            </p:extLst>
          </p:nvPr>
        </p:nvGraphicFramePr>
        <p:xfrm>
          <a:off x="8219598" y="835612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85BC12F-41B7-F28D-9F40-F09DD7819113}"/>
              </a:ext>
            </a:extLst>
          </p:cNvPr>
          <p:cNvCxnSpPr/>
          <p:nvPr/>
        </p:nvCxnSpPr>
        <p:spPr>
          <a:xfrm>
            <a:off x="769938" y="121741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53DC71F-D770-A459-DC6F-198CB574B8DC}"/>
              </a:ext>
            </a:extLst>
          </p:cNvPr>
          <p:cNvCxnSpPr>
            <a:cxnSpLocks/>
          </p:cNvCxnSpPr>
          <p:nvPr/>
        </p:nvCxnSpPr>
        <p:spPr>
          <a:xfrm>
            <a:off x="2951958" y="1232651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467F1C6-C2E2-AC9F-EBE4-8A5903CE66EB}"/>
              </a:ext>
            </a:extLst>
          </p:cNvPr>
          <p:cNvCxnSpPr/>
          <p:nvPr/>
        </p:nvCxnSpPr>
        <p:spPr>
          <a:xfrm>
            <a:off x="5159058" y="121741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174E6A2-4CE2-599D-6C35-A1AE294BFBCF}"/>
              </a:ext>
            </a:extLst>
          </p:cNvPr>
          <p:cNvCxnSpPr/>
          <p:nvPr/>
        </p:nvCxnSpPr>
        <p:spPr>
          <a:xfrm>
            <a:off x="7323138" y="123265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3E9F6022-D519-89E3-247D-9634811EEB8A}"/>
              </a:ext>
            </a:extLst>
          </p:cNvPr>
          <p:cNvSpPr txBox="1"/>
          <p:nvPr/>
        </p:nvSpPr>
        <p:spPr>
          <a:xfrm>
            <a:off x="-247865" y="289550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CDAE55A1-AA2C-FA0D-E4C7-A432577BF5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0427399"/>
              </p:ext>
            </p:extLst>
          </p:nvPr>
        </p:nvGraphicFramePr>
        <p:xfrm>
          <a:off x="10398918" y="838439"/>
          <a:ext cx="15527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38992">
                <a:tc>
                  <a:txBody>
                    <a:bodyPr/>
                    <a:lstStyle/>
                    <a:p>
                      <a:r>
                        <a:rPr lang="en-IN" sz="3200" dirty="0"/>
                        <a:t>   6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0E87AAF-F323-125A-4B01-489F23ABB429}"/>
              </a:ext>
            </a:extLst>
          </p:cNvPr>
          <p:cNvCxnSpPr>
            <a:cxnSpLocks/>
          </p:cNvCxnSpPr>
          <p:nvPr/>
        </p:nvCxnSpPr>
        <p:spPr>
          <a:xfrm>
            <a:off x="9520591" y="1232892"/>
            <a:ext cx="1086449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F16EA4D4-CC12-5268-ED2B-B3630FEA63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442161"/>
              </p:ext>
            </p:extLst>
          </p:nvPr>
        </p:nvGraphicFramePr>
        <p:xfrm>
          <a:off x="10398918" y="2701036"/>
          <a:ext cx="15527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38992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A2F23B4-ABEB-E1D3-DB02-18F5EB156FE4}"/>
              </a:ext>
            </a:extLst>
          </p:cNvPr>
          <p:cNvCxnSpPr>
            <a:cxnSpLocks/>
          </p:cNvCxnSpPr>
          <p:nvPr/>
        </p:nvCxnSpPr>
        <p:spPr>
          <a:xfrm>
            <a:off x="11574979" y="1293611"/>
            <a:ext cx="0" cy="1696985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4954D849-4566-873E-4DAE-21A1071C97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4746612"/>
              </p:ext>
            </p:extLst>
          </p:nvPr>
        </p:nvGraphicFramePr>
        <p:xfrm>
          <a:off x="6156960" y="268579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E929778-4E1E-BDE5-2B99-19B4DA250A5B}"/>
              </a:ext>
            </a:extLst>
          </p:cNvPr>
          <p:cNvCxnSpPr>
            <a:cxnSpLocks/>
          </p:cNvCxnSpPr>
          <p:nvPr/>
        </p:nvCxnSpPr>
        <p:spPr>
          <a:xfrm flipH="1">
            <a:off x="7508345" y="3100832"/>
            <a:ext cx="3024787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756A386C-614C-4186-594C-5A9CD459CD7C}"/>
              </a:ext>
            </a:extLst>
          </p:cNvPr>
          <p:cNvCxnSpPr>
            <a:cxnSpLocks/>
          </p:cNvCxnSpPr>
          <p:nvPr/>
        </p:nvCxnSpPr>
        <p:spPr>
          <a:xfrm flipV="1">
            <a:off x="7323138" y="1433599"/>
            <a:ext cx="0" cy="138580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10041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076A9B-5F84-29E9-D293-136075617F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40708B7-D847-5ADC-75C3-0F2B762668B5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2BF7AE7-9F1B-0611-ACD6-A2FD25C544BF}"/>
              </a:ext>
            </a:extLst>
          </p:cNvPr>
          <p:cNvSpPr/>
          <p:nvPr/>
        </p:nvSpPr>
        <p:spPr>
          <a:xfrm>
            <a:off x="5894851" y="751215"/>
            <a:ext cx="1814897" cy="759773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0300469-1D9E-6E47-945A-808BC7E49EA5}"/>
              </a:ext>
            </a:extLst>
          </p:cNvPr>
          <p:cNvGraphicFramePr>
            <a:graphicFrameLocks noGrp="1"/>
          </p:cNvGraphicFramePr>
          <p:nvPr/>
        </p:nvGraphicFramePr>
        <p:xfrm>
          <a:off x="-497682" y="835615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9621A7F-84FF-2712-875B-D4457915F175}"/>
              </a:ext>
            </a:extLst>
          </p:cNvPr>
          <p:cNvGraphicFramePr>
            <a:graphicFrameLocks noGrp="1"/>
          </p:cNvGraphicFramePr>
          <p:nvPr/>
        </p:nvGraphicFramePr>
        <p:xfrm>
          <a:off x="1681638" y="84882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C260636-5EA7-2332-3082-6F52BD7BC77F}"/>
              </a:ext>
            </a:extLst>
          </p:cNvPr>
          <p:cNvGraphicFramePr>
            <a:graphicFrameLocks noGrp="1"/>
          </p:cNvGraphicFramePr>
          <p:nvPr/>
        </p:nvGraphicFramePr>
        <p:xfrm>
          <a:off x="3860958" y="83561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F7682F6-0423-BC1A-F0EC-E6312BAF46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9717710"/>
              </p:ext>
            </p:extLst>
          </p:nvPr>
        </p:nvGraphicFramePr>
        <p:xfrm>
          <a:off x="6040278" y="835613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9B30DA4-DA6E-D02F-6C00-B50E84368ECD}"/>
              </a:ext>
            </a:extLst>
          </p:cNvPr>
          <p:cNvGraphicFramePr>
            <a:graphicFrameLocks noGrp="1"/>
          </p:cNvGraphicFramePr>
          <p:nvPr/>
        </p:nvGraphicFramePr>
        <p:xfrm>
          <a:off x="8219598" y="835612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F67FA22-70AA-98C7-529B-AE5A8D04DB06}"/>
              </a:ext>
            </a:extLst>
          </p:cNvPr>
          <p:cNvCxnSpPr/>
          <p:nvPr/>
        </p:nvCxnSpPr>
        <p:spPr>
          <a:xfrm>
            <a:off x="769938" y="121741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D58C217-6B6C-CE3C-65F2-E9E43A61D485}"/>
              </a:ext>
            </a:extLst>
          </p:cNvPr>
          <p:cNvCxnSpPr>
            <a:cxnSpLocks/>
          </p:cNvCxnSpPr>
          <p:nvPr/>
        </p:nvCxnSpPr>
        <p:spPr>
          <a:xfrm>
            <a:off x="2951958" y="1232651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613A814-9BFC-313A-120B-127EC7A0F54B}"/>
              </a:ext>
            </a:extLst>
          </p:cNvPr>
          <p:cNvCxnSpPr/>
          <p:nvPr/>
        </p:nvCxnSpPr>
        <p:spPr>
          <a:xfrm>
            <a:off x="5159058" y="121741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3BA3DFC-4ED7-3529-4828-0030B4496ABA}"/>
              </a:ext>
            </a:extLst>
          </p:cNvPr>
          <p:cNvCxnSpPr/>
          <p:nvPr/>
        </p:nvCxnSpPr>
        <p:spPr>
          <a:xfrm>
            <a:off x="7323138" y="123265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F2FB7645-E59C-961C-65AB-6D3301C8F2AA}"/>
              </a:ext>
            </a:extLst>
          </p:cNvPr>
          <p:cNvSpPr txBox="1"/>
          <p:nvPr/>
        </p:nvSpPr>
        <p:spPr>
          <a:xfrm>
            <a:off x="-247865" y="289550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889C0BA1-D376-8BE8-ECAC-4A2870BA4C52}"/>
              </a:ext>
            </a:extLst>
          </p:cNvPr>
          <p:cNvGraphicFramePr>
            <a:graphicFrameLocks noGrp="1"/>
          </p:cNvGraphicFramePr>
          <p:nvPr/>
        </p:nvGraphicFramePr>
        <p:xfrm>
          <a:off x="10398918" y="838439"/>
          <a:ext cx="15527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38992">
                <a:tc>
                  <a:txBody>
                    <a:bodyPr/>
                    <a:lstStyle/>
                    <a:p>
                      <a:r>
                        <a:rPr lang="en-IN" sz="3200" dirty="0"/>
                        <a:t>   6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496963D-CF59-E2EF-4103-B18100EEC334}"/>
              </a:ext>
            </a:extLst>
          </p:cNvPr>
          <p:cNvCxnSpPr>
            <a:cxnSpLocks/>
          </p:cNvCxnSpPr>
          <p:nvPr/>
        </p:nvCxnSpPr>
        <p:spPr>
          <a:xfrm>
            <a:off x="9520591" y="1232892"/>
            <a:ext cx="1086449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E48ED962-D4FA-6A55-6F30-F4F8E7A3337E}"/>
              </a:ext>
            </a:extLst>
          </p:cNvPr>
          <p:cNvGraphicFramePr>
            <a:graphicFrameLocks noGrp="1"/>
          </p:cNvGraphicFramePr>
          <p:nvPr/>
        </p:nvGraphicFramePr>
        <p:xfrm>
          <a:off x="10398918" y="2701036"/>
          <a:ext cx="15527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38992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CDC034A-E3AA-5581-BEDA-9400DEFB2B5B}"/>
              </a:ext>
            </a:extLst>
          </p:cNvPr>
          <p:cNvCxnSpPr>
            <a:cxnSpLocks/>
          </p:cNvCxnSpPr>
          <p:nvPr/>
        </p:nvCxnSpPr>
        <p:spPr>
          <a:xfrm>
            <a:off x="11574979" y="1293611"/>
            <a:ext cx="0" cy="1696985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6714F313-4537-5749-589C-87F510BF56C9}"/>
              </a:ext>
            </a:extLst>
          </p:cNvPr>
          <p:cNvGraphicFramePr>
            <a:graphicFrameLocks noGrp="1"/>
          </p:cNvGraphicFramePr>
          <p:nvPr/>
        </p:nvGraphicFramePr>
        <p:xfrm>
          <a:off x="6156960" y="268579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C2C9E42-7610-2513-2050-D5615E737422}"/>
              </a:ext>
            </a:extLst>
          </p:cNvPr>
          <p:cNvCxnSpPr>
            <a:cxnSpLocks/>
          </p:cNvCxnSpPr>
          <p:nvPr/>
        </p:nvCxnSpPr>
        <p:spPr>
          <a:xfrm flipH="1">
            <a:off x="7508345" y="3100832"/>
            <a:ext cx="3024787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D30B0288-0FD3-84A7-0B9B-8EC42245485B}"/>
              </a:ext>
            </a:extLst>
          </p:cNvPr>
          <p:cNvCxnSpPr>
            <a:cxnSpLocks/>
          </p:cNvCxnSpPr>
          <p:nvPr/>
        </p:nvCxnSpPr>
        <p:spPr>
          <a:xfrm flipV="1">
            <a:off x="7323138" y="1433599"/>
            <a:ext cx="0" cy="138580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52616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705DE2-4916-3639-C188-7D0ADFFC0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AC4B85B-6711-B02C-EF8E-E8759F8EEE7E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D4E45C-4226-BB66-58E5-11B67938F97E}"/>
              </a:ext>
            </a:extLst>
          </p:cNvPr>
          <p:cNvSpPr/>
          <p:nvPr/>
        </p:nvSpPr>
        <p:spPr>
          <a:xfrm>
            <a:off x="5894851" y="751215"/>
            <a:ext cx="1814897" cy="759773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4B489AEA-5E9C-5438-E779-EBA3C386A322}"/>
              </a:ext>
            </a:extLst>
          </p:cNvPr>
          <p:cNvGraphicFramePr>
            <a:graphicFrameLocks noGrp="1"/>
          </p:cNvGraphicFramePr>
          <p:nvPr/>
        </p:nvGraphicFramePr>
        <p:xfrm>
          <a:off x="-497682" y="835615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10C4052-E994-D1AA-F371-E4E2EFEAF7F4}"/>
              </a:ext>
            </a:extLst>
          </p:cNvPr>
          <p:cNvGraphicFramePr>
            <a:graphicFrameLocks noGrp="1"/>
          </p:cNvGraphicFramePr>
          <p:nvPr/>
        </p:nvGraphicFramePr>
        <p:xfrm>
          <a:off x="1681638" y="84882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4A5C89D-E68A-8740-AC3B-6B1AA5D9F76A}"/>
              </a:ext>
            </a:extLst>
          </p:cNvPr>
          <p:cNvGraphicFramePr>
            <a:graphicFrameLocks noGrp="1"/>
          </p:cNvGraphicFramePr>
          <p:nvPr/>
        </p:nvGraphicFramePr>
        <p:xfrm>
          <a:off x="3860958" y="83561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B46FB7C-00BE-84AB-1A7D-6CCC68078172}"/>
              </a:ext>
            </a:extLst>
          </p:cNvPr>
          <p:cNvGraphicFramePr>
            <a:graphicFrameLocks noGrp="1"/>
          </p:cNvGraphicFramePr>
          <p:nvPr/>
        </p:nvGraphicFramePr>
        <p:xfrm>
          <a:off x="6040278" y="835613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A02E131-1251-E2FB-4318-50E87D8829F1}"/>
              </a:ext>
            </a:extLst>
          </p:cNvPr>
          <p:cNvGraphicFramePr>
            <a:graphicFrameLocks noGrp="1"/>
          </p:cNvGraphicFramePr>
          <p:nvPr/>
        </p:nvGraphicFramePr>
        <p:xfrm>
          <a:off x="8219598" y="835612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B4DC52A-9EDC-AB8A-86E0-40CEEF21FA39}"/>
              </a:ext>
            </a:extLst>
          </p:cNvPr>
          <p:cNvCxnSpPr/>
          <p:nvPr/>
        </p:nvCxnSpPr>
        <p:spPr>
          <a:xfrm>
            <a:off x="769938" y="121741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12BC3C7-E841-9FF5-F936-928C6D20A332}"/>
              </a:ext>
            </a:extLst>
          </p:cNvPr>
          <p:cNvCxnSpPr>
            <a:cxnSpLocks/>
          </p:cNvCxnSpPr>
          <p:nvPr/>
        </p:nvCxnSpPr>
        <p:spPr>
          <a:xfrm>
            <a:off x="2951958" y="1232651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D4351BA-AFB3-AA59-7800-0F3EC59A1825}"/>
              </a:ext>
            </a:extLst>
          </p:cNvPr>
          <p:cNvCxnSpPr/>
          <p:nvPr/>
        </p:nvCxnSpPr>
        <p:spPr>
          <a:xfrm>
            <a:off x="5159058" y="121741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145ACDB-6732-494C-6796-CD6A67C3AF6D}"/>
              </a:ext>
            </a:extLst>
          </p:cNvPr>
          <p:cNvCxnSpPr/>
          <p:nvPr/>
        </p:nvCxnSpPr>
        <p:spPr>
          <a:xfrm>
            <a:off x="7323138" y="123265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0B8E5E6F-6928-B84E-9F0B-0716D246E37F}"/>
              </a:ext>
            </a:extLst>
          </p:cNvPr>
          <p:cNvSpPr txBox="1"/>
          <p:nvPr/>
        </p:nvSpPr>
        <p:spPr>
          <a:xfrm>
            <a:off x="-247865" y="289550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791DF867-A983-2E07-0C3E-A725E78FE959}"/>
              </a:ext>
            </a:extLst>
          </p:cNvPr>
          <p:cNvGraphicFramePr>
            <a:graphicFrameLocks noGrp="1"/>
          </p:cNvGraphicFramePr>
          <p:nvPr/>
        </p:nvGraphicFramePr>
        <p:xfrm>
          <a:off x="10398918" y="838439"/>
          <a:ext cx="15527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38992">
                <a:tc>
                  <a:txBody>
                    <a:bodyPr/>
                    <a:lstStyle/>
                    <a:p>
                      <a:r>
                        <a:rPr lang="en-IN" sz="3200" dirty="0"/>
                        <a:t>   6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2A4636B-6895-FDDC-8C96-0853DE43771C}"/>
              </a:ext>
            </a:extLst>
          </p:cNvPr>
          <p:cNvCxnSpPr>
            <a:cxnSpLocks/>
          </p:cNvCxnSpPr>
          <p:nvPr/>
        </p:nvCxnSpPr>
        <p:spPr>
          <a:xfrm>
            <a:off x="9520591" y="1232892"/>
            <a:ext cx="1086449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064E302E-50CB-516D-8F17-2A8F209370C6}"/>
              </a:ext>
            </a:extLst>
          </p:cNvPr>
          <p:cNvGraphicFramePr>
            <a:graphicFrameLocks noGrp="1"/>
          </p:cNvGraphicFramePr>
          <p:nvPr/>
        </p:nvGraphicFramePr>
        <p:xfrm>
          <a:off x="10398918" y="2701036"/>
          <a:ext cx="15527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38992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41502CA-8AEB-3011-BA5D-F7FCC1D9D179}"/>
              </a:ext>
            </a:extLst>
          </p:cNvPr>
          <p:cNvCxnSpPr>
            <a:cxnSpLocks/>
          </p:cNvCxnSpPr>
          <p:nvPr/>
        </p:nvCxnSpPr>
        <p:spPr>
          <a:xfrm>
            <a:off x="11574979" y="1293611"/>
            <a:ext cx="0" cy="1696985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0203C53F-D58E-79AE-D785-121C361E2CEF}"/>
              </a:ext>
            </a:extLst>
          </p:cNvPr>
          <p:cNvGraphicFramePr>
            <a:graphicFrameLocks noGrp="1"/>
          </p:cNvGraphicFramePr>
          <p:nvPr/>
        </p:nvGraphicFramePr>
        <p:xfrm>
          <a:off x="6156960" y="268579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F44BFE0-9297-3134-79BD-6BCDBDBD8C58}"/>
              </a:ext>
            </a:extLst>
          </p:cNvPr>
          <p:cNvCxnSpPr>
            <a:cxnSpLocks/>
          </p:cNvCxnSpPr>
          <p:nvPr/>
        </p:nvCxnSpPr>
        <p:spPr>
          <a:xfrm flipH="1">
            <a:off x="7508345" y="3100832"/>
            <a:ext cx="3024787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BF2C008C-7500-1FE3-0B3F-AFDA9DA56BAF}"/>
              </a:ext>
            </a:extLst>
          </p:cNvPr>
          <p:cNvCxnSpPr>
            <a:cxnSpLocks/>
          </p:cNvCxnSpPr>
          <p:nvPr/>
        </p:nvCxnSpPr>
        <p:spPr>
          <a:xfrm flipV="1">
            <a:off x="7323138" y="1433599"/>
            <a:ext cx="0" cy="138580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D7AC3E2A-4BC5-1196-5E14-A3B2F3BBEAA9}"/>
              </a:ext>
            </a:extLst>
          </p:cNvPr>
          <p:cNvSpPr txBox="1"/>
          <p:nvPr/>
        </p:nvSpPr>
        <p:spPr>
          <a:xfrm>
            <a:off x="-2514282" y="3926971"/>
            <a:ext cx="8214360" cy="6652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head</a:t>
            </a:r>
            <a:endParaRPr lang="en-US" sz="24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head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B263599-16F1-CF1A-6918-62A6F798ACF6}"/>
              </a:ext>
            </a:extLst>
          </p:cNvPr>
          <p:cNvCxnSpPr>
            <a:cxnSpLocks/>
          </p:cNvCxnSpPr>
          <p:nvPr/>
        </p:nvCxnSpPr>
        <p:spPr>
          <a:xfrm>
            <a:off x="-2361236" y="3573256"/>
            <a:ext cx="16412516" cy="121936"/>
          </a:xfrm>
          <a:prstGeom prst="line">
            <a:avLst/>
          </a:prstGeom>
          <a:ln>
            <a:solidFill>
              <a:schemeClr val="bg2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13223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21DE9-8DFA-748B-E76E-0A65A648AD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FD0F1DE-96A5-AF7B-B63D-D4E8931A0CB4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5982941-8E76-F34B-EFFF-4DA6E261701D}"/>
              </a:ext>
            </a:extLst>
          </p:cNvPr>
          <p:cNvSpPr/>
          <p:nvPr/>
        </p:nvSpPr>
        <p:spPr>
          <a:xfrm>
            <a:off x="5894851" y="751215"/>
            <a:ext cx="1814897" cy="759773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4E01AF8-31AD-0572-18EB-6C8B5E738160}"/>
              </a:ext>
            </a:extLst>
          </p:cNvPr>
          <p:cNvGraphicFramePr>
            <a:graphicFrameLocks noGrp="1"/>
          </p:cNvGraphicFramePr>
          <p:nvPr/>
        </p:nvGraphicFramePr>
        <p:xfrm>
          <a:off x="-497682" y="835615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68C789F-7629-C8BB-EDDB-10D72529D67E}"/>
              </a:ext>
            </a:extLst>
          </p:cNvPr>
          <p:cNvGraphicFramePr>
            <a:graphicFrameLocks noGrp="1"/>
          </p:cNvGraphicFramePr>
          <p:nvPr/>
        </p:nvGraphicFramePr>
        <p:xfrm>
          <a:off x="1681638" y="84882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B1F43EB-3395-1F0B-1DA6-6DDB4CDBC41B}"/>
              </a:ext>
            </a:extLst>
          </p:cNvPr>
          <p:cNvGraphicFramePr>
            <a:graphicFrameLocks noGrp="1"/>
          </p:cNvGraphicFramePr>
          <p:nvPr/>
        </p:nvGraphicFramePr>
        <p:xfrm>
          <a:off x="3860958" y="83561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4C7AABA-C58F-B79D-7D13-C626EDD72E38}"/>
              </a:ext>
            </a:extLst>
          </p:cNvPr>
          <p:cNvGraphicFramePr>
            <a:graphicFrameLocks noGrp="1"/>
          </p:cNvGraphicFramePr>
          <p:nvPr/>
        </p:nvGraphicFramePr>
        <p:xfrm>
          <a:off x="6040278" y="835613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EF272A2-0743-9B9C-951F-C66596E10809}"/>
              </a:ext>
            </a:extLst>
          </p:cNvPr>
          <p:cNvGraphicFramePr>
            <a:graphicFrameLocks noGrp="1"/>
          </p:cNvGraphicFramePr>
          <p:nvPr/>
        </p:nvGraphicFramePr>
        <p:xfrm>
          <a:off x="8219598" y="835612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FF3B023-A688-8E59-2BAB-442181436EFE}"/>
              </a:ext>
            </a:extLst>
          </p:cNvPr>
          <p:cNvCxnSpPr/>
          <p:nvPr/>
        </p:nvCxnSpPr>
        <p:spPr>
          <a:xfrm>
            <a:off x="769938" y="121741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9E66581-558B-95CC-C419-BA6860889BD0}"/>
              </a:ext>
            </a:extLst>
          </p:cNvPr>
          <p:cNvCxnSpPr>
            <a:cxnSpLocks/>
          </p:cNvCxnSpPr>
          <p:nvPr/>
        </p:nvCxnSpPr>
        <p:spPr>
          <a:xfrm>
            <a:off x="2951958" y="1232651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4473ADD-172A-A47F-A2C5-4C64E738E82E}"/>
              </a:ext>
            </a:extLst>
          </p:cNvPr>
          <p:cNvCxnSpPr/>
          <p:nvPr/>
        </p:nvCxnSpPr>
        <p:spPr>
          <a:xfrm>
            <a:off x="5159058" y="121741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353AFB9-59DD-5244-084F-DBA714F5FDFF}"/>
              </a:ext>
            </a:extLst>
          </p:cNvPr>
          <p:cNvCxnSpPr/>
          <p:nvPr/>
        </p:nvCxnSpPr>
        <p:spPr>
          <a:xfrm>
            <a:off x="7323138" y="123265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620F3564-34BB-41CD-FB26-FB419317D4CD}"/>
              </a:ext>
            </a:extLst>
          </p:cNvPr>
          <p:cNvSpPr txBox="1"/>
          <p:nvPr/>
        </p:nvSpPr>
        <p:spPr>
          <a:xfrm>
            <a:off x="-247865" y="289550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CE26AFDF-8927-CCFC-F316-D278893D2977}"/>
              </a:ext>
            </a:extLst>
          </p:cNvPr>
          <p:cNvGraphicFramePr>
            <a:graphicFrameLocks noGrp="1"/>
          </p:cNvGraphicFramePr>
          <p:nvPr/>
        </p:nvGraphicFramePr>
        <p:xfrm>
          <a:off x="10398918" y="838439"/>
          <a:ext cx="15527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38992">
                <a:tc>
                  <a:txBody>
                    <a:bodyPr/>
                    <a:lstStyle/>
                    <a:p>
                      <a:r>
                        <a:rPr lang="en-IN" sz="3200" dirty="0"/>
                        <a:t>   6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0BF68C1-1F77-52CD-76D9-65368861A0B3}"/>
              </a:ext>
            </a:extLst>
          </p:cNvPr>
          <p:cNvCxnSpPr>
            <a:cxnSpLocks/>
          </p:cNvCxnSpPr>
          <p:nvPr/>
        </p:nvCxnSpPr>
        <p:spPr>
          <a:xfrm>
            <a:off x="9520591" y="1232892"/>
            <a:ext cx="1086449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8B06DD22-328A-8120-0BE8-803558D3BB7C}"/>
              </a:ext>
            </a:extLst>
          </p:cNvPr>
          <p:cNvGraphicFramePr>
            <a:graphicFrameLocks noGrp="1"/>
          </p:cNvGraphicFramePr>
          <p:nvPr/>
        </p:nvGraphicFramePr>
        <p:xfrm>
          <a:off x="10398918" y="2701036"/>
          <a:ext cx="15527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38992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A6EB38F-BE2F-BCCA-15D1-4F1C37565026}"/>
              </a:ext>
            </a:extLst>
          </p:cNvPr>
          <p:cNvCxnSpPr>
            <a:cxnSpLocks/>
          </p:cNvCxnSpPr>
          <p:nvPr/>
        </p:nvCxnSpPr>
        <p:spPr>
          <a:xfrm>
            <a:off x="11574979" y="1293611"/>
            <a:ext cx="0" cy="1696985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364F760E-9C98-22DF-5059-7B17E4E49D7B}"/>
              </a:ext>
            </a:extLst>
          </p:cNvPr>
          <p:cNvGraphicFramePr>
            <a:graphicFrameLocks noGrp="1"/>
          </p:cNvGraphicFramePr>
          <p:nvPr/>
        </p:nvGraphicFramePr>
        <p:xfrm>
          <a:off x="6156960" y="268579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6D2C8D9-073B-76F3-782E-1318432C24F5}"/>
              </a:ext>
            </a:extLst>
          </p:cNvPr>
          <p:cNvCxnSpPr>
            <a:cxnSpLocks/>
          </p:cNvCxnSpPr>
          <p:nvPr/>
        </p:nvCxnSpPr>
        <p:spPr>
          <a:xfrm flipH="1">
            <a:off x="7508345" y="3100832"/>
            <a:ext cx="3024787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71A7E008-8F30-4148-4743-057FBCC47F4B}"/>
              </a:ext>
            </a:extLst>
          </p:cNvPr>
          <p:cNvCxnSpPr>
            <a:cxnSpLocks/>
          </p:cNvCxnSpPr>
          <p:nvPr/>
        </p:nvCxnSpPr>
        <p:spPr>
          <a:xfrm flipV="1">
            <a:off x="7323138" y="1433599"/>
            <a:ext cx="0" cy="138580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DA1F5B85-63A5-53AE-B710-5A12182E2AF8}"/>
              </a:ext>
            </a:extLst>
          </p:cNvPr>
          <p:cNvSpPr txBox="1"/>
          <p:nvPr/>
        </p:nvSpPr>
        <p:spPr>
          <a:xfrm>
            <a:off x="-2514282" y="3926971"/>
            <a:ext cx="8214360" cy="6652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head</a:t>
            </a:r>
            <a:endParaRPr lang="en-US" sz="24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head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49A22B4-A5C8-8761-B3DC-54558E485A8B}"/>
              </a:ext>
            </a:extLst>
          </p:cNvPr>
          <p:cNvCxnSpPr>
            <a:cxnSpLocks/>
          </p:cNvCxnSpPr>
          <p:nvPr/>
        </p:nvCxnSpPr>
        <p:spPr>
          <a:xfrm>
            <a:off x="-2361236" y="3573256"/>
            <a:ext cx="16412516" cy="121936"/>
          </a:xfrm>
          <a:prstGeom prst="line">
            <a:avLst/>
          </a:prstGeom>
          <a:ln>
            <a:solidFill>
              <a:schemeClr val="bg2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8928D4C-53E7-1AC2-A3AC-09BE5B8AB116}"/>
              </a:ext>
            </a:extLst>
          </p:cNvPr>
          <p:cNvCxnSpPr/>
          <p:nvPr/>
        </p:nvCxnSpPr>
        <p:spPr>
          <a:xfrm>
            <a:off x="818935" y="0"/>
            <a:ext cx="0" cy="624840"/>
          </a:xfrm>
          <a:prstGeom prst="line">
            <a:avLst/>
          </a:prstGeom>
          <a:ln w="38100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A4A78A7-62D3-EBEE-66DA-F242DD4FB1CD}"/>
              </a:ext>
            </a:extLst>
          </p:cNvPr>
          <p:cNvCxnSpPr/>
          <p:nvPr/>
        </p:nvCxnSpPr>
        <p:spPr>
          <a:xfrm>
            <a:off x="-303587" y="0"/>
            <a:ext cx="0" cy="624840"/>
          </a:xfrm>
          <a:prstGeom prst="line">
            <a:avLst/>
          </a:prstGeom>
          <a:ln w="38100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832D5F1C-9642-AE33-C053-6259C68FFA33}"/>
              </a:ext>
            </a:extLst>
          </p:cNvPr>
          <p:cNvSpPr txBox="1"/>
          <p:nvPr/>
        </p:nvSpPr>
        <p:spPr>
          <a:xfrm>
            <a:off x="-733853" y="-307864"/>
            <a:ext cx="947210" cy="30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8593F6D-5787-BA3E-C777-8044283759E4}"/>
              </a:ext>
            </a:extLst>
          </p:cNvPr>
          <p:cNvSpPr txBox="1"/>
          <p:nvPr/>
        </p:nvSpPr>
        <p:spPr>
          <a:xfrm>
            <a:off x="479373" y="-321053"/>
            <a:ext cx="1151466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66849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8E7E75-FC56-600F-F789-3129EA6FF6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9337FEF-400C-B01A-8CBD-ED002B295094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105BE79-C539-01CF-467E-1A6212A10B86}"/>
              </a:ext>
            </a:extLst>
          </p:cNvPr>
          <p:cNvSpPr/>
          <p:nvPr/>
        </p:nvSpPr>
        <p:spPr>
          <a:xfrm>
            <a:off x="5894851" y="751215"/>
            <a:ext cx="1814897" cy="759773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229E7E41-6C02-BBFA-4F2D-1C334A36F9DB}"/>
              </a:ext>
            </a:extLst>
          </p:cNvPr>
          <p:cNvGraphicFramePr>
            <a:graphicFrameLocks noGrp="1"/>
          </p:cNvGraphicFramePr>
          <p:nvPr/>
        </p:nvGraphicFramePr>
        <p:xfrm>
          <a:off x="-497682" y="835615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CF61541-FD16-8B8B-1E5A-3F23D5F038D7}"/>
              </a:ext>
            </a:extLst>
          </p:cNvPr>
          <p:cNvGraphicFramePr>
            <a:graphicFrameLocks noGrp="1"/>
          </p:cNvGraphicFramePr>
          <p:nvPr/>
        </p:nvGraphicFramePr>
        <p:xfrm>
          <a:off x="1681638" y="84882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17158BA-89FD-C347-D3A9-DED8865D0669}"/>
              </a:ext>
            </a:extLst>
          </p:cNvPr>
          <p:cNvGraphicFramePr>
            <a:graphicFrameLocks noGrp="1"/>
          </p:cNvGraphicFramePr>
          <p:nvPr/>
        </p:nvGraphicFramePr>
        <p:xfrm>
          <a:off x="3860958" y="83561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9636E4B-D1B3-2F88-D64E-8AA44681D1D2}"/>
              </a:ext>
            </a:extLst>
          </p:cNvPr>
          <p:cNvGraphicFramePr>
            <a:graphicFrameLocks noGrp="1"/>
          </p:cNvGraphicFramePr>
          <p:nvPr/>
        </p:nvGraphicFramePr>
        <p:xfrm>
          <a:off x="6040278" y="835613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7392D81-A213-4CD5-B6DF-E41E632B628E}"/>
              </a:ext>
            </a:extLst>
          </p:cNvPr>
          <p:cNvGraphicFramePr>
            <a:graphicFrameLocks noGrp="1"/>
          </p:cNvGraphicFramePr>
          <p:nvPr/>
        </p:nvGraphicFramePr>
        <p:xfrm>
          <a:off x="8219598" y="835612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A607D72-2B82-C3B4-5698-B5EA553FB26A}"/>
              </a:ext>
            </a:extLst>
          </p:cNvPr>
          <p:cNvCxnSpPr/>
          <p:nvPr/>
        </p:nvCxnSpPr>
        <p:spPr>
          <a:xfrm>
            <a:off x="769938" y="121741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EEC3AFE-85CF-8869-E024-47EAC704BCA1}"/>
              </a:ext>
            </a:extLst>
          </p:cNvPr>
          <p:cNvCxnSpPr>
            <a:cxnSpLocks/>
          </p:cNvCxnSpPr>
          <p:nvPr/>
        </p:nvCxnSpPr>
        <p:spPr>
          <a:xfrm>
            <a:off x="2951958" y="1232651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A7797F6-AC66-A973-B68E-CDD262FFB8FA}"/>
              </a:ext>
            </a:extLst>
          </p:cNvPr>
          <p:cNvCxnSpPr/>
          <p:nvPr/>
        </p:nvCxnSpPr>
        <p:spPr>
          <a:xfrm>
            <a:off x="5159058" y="121741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71A67FB-8FE3-FB11-9DEF-D80A7DE3EDD8}"/>
              </a:ext>
            </a:extLst>
          </p:cNvPr>
          <p:cNvCxnSpPr/>
          <p:nvPr/>
        </p:nvCxnSpPr>
        <p:spPr>
          <a:xfrm>
            <a:off x="7323138" y="123265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A4296E2F-D343-A250-C867-7C2CC9BFCF5C}"/>
              </a:ext>
            </a:extLst>
          </p:cNvPr>
          <p:cNvSpPr txBox="1"/>
          <p:nvPr/>
        </p:nvSpPr>
        <p:spPr>
          <a:xfrm>
            <a:off x="-247865" y="289550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0A15FA42-5CBF-1D96-1624-32E691A6A32C}"/>
              </a:ext>
            </a:extLst>
          </p:cNvPr>
          <p:cNvGraphicFramePr>
            <a:graphicFrameLocks noGrp="1"/>
          </p:cNvGraphicFramePr>
          <p:nvPr/>
        </p:nvGraphicFramePr>
        <p:xfrm>
          <a:off x="10398918" y="838439"/>
          <a:ext cx="15527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38992">
                <a:tc>
                  <a:txBody>
                    <a:bodyPr/>
                    <a:lstStyle/>
                    <a:p>
                      <a:r>
                        <a:rPr lang="en-IN" sz="3200" dirty="0"/>
                        <a:t>   6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7FC3873-1EDC-8A58-70D8-7CC18F57CAD4}"/>
              </a:ext>
            </a:extLst>
          </p:cNvPr>
          <p:cNvCxnSpPr>
            <a:cxnSpLocks/>
          </p:cNvCxnSpPr>
          <p:nvPr/>
        </p:nvCxnSpPr>
        <p:spPr>
          <a:xfrm>
            <a:off x="9520591" y="1232892"/>
            <a:ext cx="1086449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56E460E0-E525-5FA2-3A62-8566BDA0D3CD}"/>
              </a:ext>
            </a:extLst>
          </p:cNvPr>
          <p:cNvGraphicFramePr>
            <a:graphicFrameLocks noGrp="1"/>
          </p:cNvGraphicFramePr>
          <p:nvPr/>
        </p:nvGraphicFramePr>
        <p:xfrm>
          <a:off x="10398918" y="2701036"/>
          <a:ext cx="15527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38992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049775C-7C2C-03B6-E007-F3E7DCD0F0C2}"/>
              </a:ext>
            </a:extLst>
          </p:cNvPr>
          <p:cNvCxnSpPr>
            <a:cxnSpLocks/>
          </p:cNvCxnSpPr>
          <p:nvPr/>
        </p:nvCxnSpPr>
        <p:spPr>
          <a:xfrm>
            <a:off x="11574979" y="1293611"/>
            <a:ext cx="0" cy="1696985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4054199A-FB48-80DF-0546-9A4572EAD51E}"/>
              </a:ext>
            </a:extLst>
          </p:cNvPr>
          <p:cNvGraphicFramePr>
            <a:graphicFrameLocks noGrp="1"/>
          </p:cNvGraphicFramePr>
          <p:nvPr/>
        </p:nvGraphicFramePr>
        <p:xfrm>
          <a:off x="6156960" y="268579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5752DA9-4E82-1760-B191-2DF81DED4A6B}"/>
              </a:ext>
            </a:extLst>
          </p:cNvPr>
          <p:cNvCxnSpPr>
            <a:cxnSpLocks/>
          </p:cNvCxnSpPr>
          <p:nvPr/>
        </p:nvCxnSpPr>
        <p:spPr>
          <a:xfrm flipH="1">
            <a:off x="7508345" y="3100832"/>
            <a:ext cx="3024787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E281704C-A950-A85E-16B3-8E390E2FCD13}"/>
              </a:ext>
            </a:extLst>
          </p:cNvPr>
          <p:cNvCxnSpPr>
            <a:cxnSpLocks/>
          </p:cNvCxnSpPr>
          <p:nvPr/>
        </p:nvCxnSpPr>
        <p:spPr>
          <a:xfrm flipV="1">
            <a:off x="7323138" y="1433599"/>
            <a:ext cx="0" cy="138580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62369A46-C0D9-7AC5-BBD0-5E00684E918F}"/>
              </a:ext>
            </a:extLst>
          </p:cNvPr>
          <p:cNvSpPr txBox="1"/>
          <p:nvPr/>
        </p:nvSpPr>
        <p:spPr>
          <a:xfrm>
            <a:off x="-2514282" y="3926971"/>
            <a:ext cx="8214360" cy="6652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head</a:t>
            </a:r>
            <a:endParaRPr lang="en-US" sz="24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head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8B9EE56-AD35-7781-C17A-8BE7B529C789}"/>
              </a:ext>
            </a:extLst>
          </p:cNvPr>
          <p:cNvCxnSpPr>
            <a:cxnSpLocks/>
          </p:cNvCxnSpPr>
          <p:nvPr/>
        </p:nvCxnSpPr>
        <p:spPr>
          <a:xfrm>
            <a:off x="-2361236" y="3573256"/>
            <a:ext cx="16412516" cy="121936"/>
          </a:xfrm>
          <a:prstGeom prst="line">
            <a:avLst/>
          </a:prstGeom>
          <a:ln>
            <a:solidFill>
              <a:schemeClr val="bg2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18C7FE5-9C41-8F66-896E-F69035829B5D}"/>
              </a:ext>
            </a:extLst>
          </p:cNvPr>
          <p:cNvCxnSpPr/>
          <p:nvPr/>
        </p:nvCxnSpPr>
        <p:spPr>
          <a:xfrm>
            <a:off x="818935" y="0"/>
            <a:ext cx="0" cy="624840"/>
          </a:xfrm>
          <a:prstGeom prst="line">
            <a:avLst/>
          </a:prstGeom>
          <a:ln w="38100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AC08A96-F465-23DB-121F-48BD267C717E}"/>
              </a:ext>
            </a:extLst>
          </p:cNvPr>
          <p:cNvCxnSpPr/>
          <p:nvPr/>
        </p:nvCxnSpPr>
        <p:spPr>
          <a:xfrm>
            <a:off x="-303587" y="0"/>
            <a:ext cx="0" cy="624840"/>
          </a:xfrm>
          <a:prstGeom prst="line">
            <a:avLst/>
          </a:prstGeom>
          <a:ln w="38100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33AECD8-1A47-2F62-6C33-AB950370EA46}"/>
              </a:ext>
            </a:extLst>
          </p:cNvPr>
          <p:cNvSpPr txBox="1"/>
          <p:nvPr/>
        </p:nvSpPr>
        <p:spPr>
          <a:xfrm>
            <a:off x="-733853" y="-307864"/>
            <a:ext cx="947210" cy="30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96FB5DC-1AE6-7AB8-8582-6D624AE2CA03}"/>
              </a:ext>
            </a:extLst>
          </p:cNvPr>
          <p:cNvSpPr txBox="1"/>
          <p:nvPr/>
        </p:nvSpPr>
        <p:spPr>
          <a:xfrm>
            <a:off x="479373" y="-321053"/>
            <a:ext cx="1151466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AAC8818-963D-D912-3F79-4A6C91393562}"/>
              </a:ext>
            </a:extLst>
          </p:cNvPr>
          <p:cNvSpPr txBox="1"/>
          <p:nvPr/>
        </p:nvSpPr>
        <p:spPr>
          <a:xfrm>
            <a:off x="-2834322" y="5072447"/>
            <a:ext cx="8290560" cy="1383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endParaRPr lang="en-US" sz="24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</a:b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33961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129186-82ED-153F-190D-E4E827B5CB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96DA8AD-FBEF-AEC1-881B-80304B8305AF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6FCB4EA-A5A9-53C6-39A2-940B953CC610}"/>
              </a:ext>
            </a:extLst>
          </p:cNvPr>
          <p:cNvSpPr/>
          <p:nvPr/>
        </p:nvSpPr>
        <p:spPr>
          <a:xfrm>
            <a:off x="5894851" y="751215"/>
            <a:ext cx="1814897" cy="759773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99D8D00-DB86-33AF-B735-82D770C3F977}"/>
              </a:ext>
            </a:extLst>
          </p:cNvPr>
          <p:cNvGraphicFramePr>
            <a:graphicFrameLocks noGrp="1"/>
          </p:cNvGraphicFramePr>
          <p:nvPr/>
        </p:nvGraphicFramePr>
        <p:xfrm>
          <a:off x="-497682" y="835615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059F810-5FED-9E64-9A50-13B4A35F8EA6}"/>
              </a:ext>
            </a:extLst>
          </p:cNvPr>
          <p:cNvGraphicFramePr>
            <a:graphicFrameLocks noGrp="1"/>
          </p:cNvGraphicFramePr>
          <p:nvPr/>
        </p:nvGraphicFramePr>
        <p:xfrm>
          <a:off x="1681638" y="84882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84E63DC-66AF-6952-2BF1-DE8E3AA768EE}"/>
              </a:ext>
            </a:extLst>
          </p:cNvPr>
          <p:cNvGraphicFramePr>
            <a:graphicFrameLocks noGrp="1"/>
          </p:cNvGraphicFramePr>
          <p:nvPr/>
        </p:nvGraphicFramePr>
        <p:xfrm>
          <a:off x="3860958" y="83561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84B33C5-E54A-1CE9-79A7-EEBEB2855A58}"/>
              </a:ext>
            </a:extLst>
          </p:cNvPr>
          <p:cNvGraphicFramePr>
            <a:graphicFrameLocks noGrp="1"/>
          </p:cNvGraphicFramePr>
          <p:nvPr/>
        </p:nvGraphicFramePr>
        <p:xfrm>
          <a:off x="6040278" y="835613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F2CCFFC-81EA-9C21-552F-AF53A0DA8770}"/>
              </a:ext>
            </a:extLst>
          </p:cNvPr>
          <p:cNvGraphicFramePr>
            <a:graphicFrameLocks noGrp="1"/>
          </p:cNvGraphicFramePr>
          <p:nvPr/>
        </p:nvGraphicFramePr>
        <p:xfrm>
          <a:off x="8219598" y="835612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F65AC46-57D6-4AF2-6C89-23D2D3216C9F}"/>
              </a:ext>
            </a:extLst>
          </p:cNvPr>
          <p:cNvCxnSpPr/>
          <p:nvPr/>
        </p:nvCxnSpPr>
        <p:spPr>
          <a:xfrm>
            <a:off x="769938" y="121741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074DB91-DB41-0ADE-C08D-DB624E002030}"/>
              </a:ext>
            </a:extLst>
          </p:cNvPr>
          <p:cNvCxnSpPr>
            <a:cxnSpLocks/>
          </p:cNvCxnSpPr>
          <p:nvPr/>
        </p:nvCxnSpPr>
        <p:spPr>
          <a:xfrm>
            <a:off x="2951958" y="1232651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B47FA87-65DF-F6BB-7986-20F6EA2DCA41}"/>
              </a:ext>
            </a:extLst>
          </p:cNvPr>
          <p:cNvCxnSpPr/>
          <p:nvPr/>
        </p:nvCxnSpPr>
        <p:spPr>
          <a:xfrm>
            <a:off x="5159058" y="121741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AE0067A-283F-8407-B99D-CFFE76852807}"/>
              </a:ext>
            </a:extLst>
          </p:cNvPr>
          <p:cNvCxnSpPr/>
          <p:nvPr/>
        </p:nvCxnSpPr>
        <p:spPr>
          <a:xfrm>
            <a:off x="7323138" y="123265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3B5BC875-A34E-AE0A-EC78-3C8DCC35EBCE}"/>
              </a:ext>
            </a:extLst>
          </p:cNvPr>
          <p:cNvSpPr txBox="1"/>
          <p:nvPr/>
        </p:nvSpPr>
        <p:spPr>
          <a:xfrm>
            <a:off x="-247865" y="289550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CFCC3758-B317-FBBF-C630-931E21475C16}"/>
              </a:ext>
            </a:extLst>
          </p:cNvPr>
          <p:cNvGraphicFramePr>
            <a:graphicFrameLocks noGrp="1"/>
          </p:cNvGraphicFramePr>
          <p:nvPr/>
        </p:nvGraphicFramePr>
        <p:xfrm>
          <a:off x="10398918" y="838439"/>
          <a:ext cx="15527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38992">
                <a:tc>
                  <a:txBody>
                    <a:bodyPr/>
                    <a:lstStyle/>
                    <a:p>
                      <a:r>
                        <a:rPr lang="en-IN" sz="3200" dirty="0"/>
                        <a:t>   6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1448E5A-C586-E109-E04D-19F14E8B8DFA}"/>
              </a:ext>
            </a:extLst>
          </p:cNvPr>
          <p:cNvCxnSpPr>
            <a:cxnSpLocks/>
          </p:cNvCxnSpPr>
          <p:nvPr/>
        </p:nvCxnSpPr>
        <p:spPr>
          <a:xfrm>
            <a:off x="9520591" y="1232892"/>
            <a:ext cx="1086449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6B2A7E40-7E17-FC33-53C8-B9ABB29EB337}"/>
              </a:ext>
            </a:extLst>
          </p:cNvPr>
          <p:cNvGraphicFramePr>
            <a:graphicFrameLocks noGrp="1"/>
          </p:cNvGraphicFramePr>
          <p:nvPr/>
        </p:nvGraphicFramePr>
        <p:xfrm>
          <a:off x="10398918" y="2701036"/>
          <a:ext cx="15527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38992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9346D4E-9C5F-8F19-9DAC-0DE738B9FE07}"/>
              </a:ext>
            </a:extLst>
          </p:cNvPr>
          <p:cNvCxnSpPr>
            <a:cxnSpLocks/>
          </p:cNvCxnSpPr>
          <p:nvPr/>
        </p:nvCxnSpPr>
        <p:spPr>
          <a:xfrm>
            <a:off x="11574979" y="1293611"/>
            <a:ext cx="0" cy="1696985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7C97F209-0ABB-F8BE-A8E2-1DA67A2ECAF7}"/>
              </a:ext>
            </a:extLst>
          </p:cNvPr>
          <p:cNvGraphicFramePr>
            <a:graphicFrameLocks noGrp="1"/>
          </p:cNvGraphicFramePr>
          <p:nvPr/>
        </p:nvGraphicFramePr>
        <p:xfrm>
          <a:off x="6156960" y="268579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ED99D51-6E2F-1C08-02C6-11DE1C93C48C}"/>
              </a:ext>
            </a:extLst>
          </p:cNvPr>
          <p:cNvCxnSpPr>
            <a:cxnSpLocks/>
          </p:cNvCxnSpPr>
          <p:nvPr/>
        </p:nvCxnSpPr>
        <p:spPr>
          <a:xfrm flipH="1">
            <a:off x="7508345" y="3100832"/>
            <a:ext cx="3024787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992B6EAA-E623-87EE-5E61-738583A10144}"/>
              </a:ext>
            </a:extLst>
          </p:cNvPr>
          <p:cNvCxnSpPr>
            <a:cxnSpLocks/>
          </p:cNvCxnSpPr>
          <p:nvPr/>
        </p:nvCxnSpPr>
        <p:spPr>
          <a:xfrm flipV="1">
            <a:off x="7323138" y="1433599"/>
            <a:ext cx="0" cy="138580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03ACB722-A6CF-AF12-8291-1E5358CB9AFD}"/>
              </a:ext>
            </a:extLst>
          </p:cNvPr>
          <p:cNvSpPr txBox="1"/>
          <p:nvPr/>
        </p:nvSpPr>
        <p:spPr>
          <a:xfrm>
            <a:off x="-2514282" y="3926971"/>
            <a:ext cx="8214360" cy="6652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head</a:t>
            </a:r>
            <a:endParaRPr lang="en-US" sz="24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head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2568804-F04A-61FF-0E98-3E3F8316FA8E}"/>
              </a:ext>
            </a:extLst>
          </p:cNvPr>
          <p:cNvCxnSpPr>
            <a:cxnSpLocks/>
          </p:cNvCxnSpPr>
          <p:nvPr/>
        </p:nvCxnSpPr>
        <p:spPr>
          <a:xfrm>
            <a:off x="-2361236" y="3573256"/>
            <a:ext cx="16412516" cy="121936"/>
          </a:xfrm>
          <a:prstGeom prst="line">
            <a:avLst/>
          </a:prstGeom>
          <a:ln>
            <a:solidFill>
              <a:schemeClr val="bg2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A53D23B-D13C-2AAF-9CB1-D370EFBD9D0D}"/>
              </a:ext>
            </a:extLst>
          </p:cNvPr>
          <p:cNvCxnSpPr/>
          <p:nvPr/>
        </p:nvCxnSpPr>
        <p:spPr>
          <a:xfrm>
            <a:off x="818935" y="0"/>
            <a:ext cx="0" cy="624840"/>
          </a:xfrm>
          <a:prstGeom prst="line">
            <a:avLst/>
          </a:prstGeom>
          <a:ln w="38100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13D0EDC7-AF16-9B98-FAF0-2D4FDE64615C}"/>
              </a:ext>
            </a:extLst>
          </p:cNvPr>
          <p:cNvCxnSpPr/>
          <p:nvPr/>
        </p:nvCxnSpPr>
        <p:spPr>
          <a:xfrm>
            <a:off x="2435014" y="60298"/>
            <a:ext cx="0" cy="624840"/>
          </a:xfrm>
          <a:prstGeom prst="line">
            <a:avLst/>
          </a:prstGeom>
          <a:ln w="38100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80467E1C-104C-341C-F852-CC69C95976DF}"/>
              </a:ext>
            </a:extLst>
          </p:cNvPr>
          <p:cNvSpPr txBox="1"/>
          <p:nvPr/>
        </p:nvSpPr>
        <p:spPr>
          <a:xfrm>
            <a:off x="2004748" y="-247566"/>
            <a:ext cx="947210" cy="30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BD7D9EA-4B79-3EB4-E9B5-CB0B613FD020}"/>
              </a:ext>
            </a:extLst>
          </p:cNvPr>
          <p:cNvSpPr txBox="1"/>
          <p:nvPr/>
        </p:nvSpPr>
        <p:spPr>
          <a:xfrm>
            <a:off x="479373" y="-321053"/>
            <a:ext cx="1151466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7C6C24A-6625-99E1-8894-D5A1A0B324D4}"/>
              </a:ext>
            </a:extLst>
          </p:cNvPr>
          <p:cNvSpPr txBox="1"/>
          <p:nvPr/>
        </p:nvSpPr>
        <p:spPr>
          <a:xfrm>
            <a:off x="-2834322" y="5072447"/>
            <a:ext cx="8290560" cy="1383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endParaRPr lang="en-US" sz="24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</a:b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4534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4D0695-32DA-7616-9780-3FD386C33C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7D3095B-CE6A-7B08-2695-917854E7E91B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315099-2EA8-DB8B-B06D-BBA3A6D47B2B}"/>
              </a:ext>
            </a:extLst>
          </p:cNvPr>
          <p:cNvSpPr/>
          <p:nvPr/>
        </p:nvSpPr>
        <p:spPr>
          <a:xfrm>
            <a:off x="5894851" y="751215"/>
            <a:ext cx="1814897" cy="759773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59C13EB-638A-107D-9D2F-94265D48A5B6}"/>
              </a:ext>
            </a:extLst>
          </p:cNvPr>
          <p:cNvGraphicFramePr>
            <a:graphicFrameLocks noGrp="1"/>
          </p:cNvGraphicFramePr>
          <p:nvPr/>
        </p:nvGraphicFramePr>
        <p:xfrm>
          <a:off x="-497682" y="835615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B9B2556-0373-4FD7-7754-D0CF0689D960}"/>
              </a:ext>
            </a:extLst>
          </p:cNvPr>
          <p:cNvGraphicFramePr>
            <a:graphicFrameLocks noGrp="1"/>
          </p:cNvGraphicFramePr>
          <p:nvPr/>
        </p:nvGraphicFramePr>
        <p:xfrm>
          <a:off x="1681638" y="84882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39AF5CF-37C7-7D94-217F-90A89971415D}"/>
              </a:ext>
            </a:extLst>
          </p:cNvPr>
          <p:cNvGraphicFramePr>
            <a:graphicFrameLocks noGrp="1"/>
          </p:cNvGraphicFramePr>
          <p:nvPr/>
        </p:nvGraphicFramePr>
        <p:xfrm>
          <a:off x="3860958" y="83561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17B2C4B-B7CA-6A28-6ECA-C80FA2C749EE}"/>
              </a:ext>
            </a:extLst>
          </p:cNvPr>
          <p:cNvGraphicFramePr>
            <a:graphicFrameLocks noGrp="1"/>
          </p:cNvGraphicFramePr>
          <p:nvPr/>
        </p:nvGraphicFramePr>
        <p:xfrm>
          <a:off x="6040278" y="835613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8713E55-5BE0-A0EC-3719-A9CF269652AC}"/>
              </a:ext>
            </a:extLst>
          </p:cNvPr>
          <p:cNvGraphicFramePr>
            <a:graphicFrameLocks noGrp="1"/>
          </p:cNvGraphicFramePr>
          <p:nvPr/>
        </p:nvGraphicFramePr>
        <p:xfrm>
          <a:off x="8219598" y="835612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ABA2E12-9D6B-E8F0-C882-2372E0AD8BD4}"/>
              </a:ext>
            </a:extLst>
          </p:cNvPr>
          <p:cNvCxnSpPr/>
          <p:nvPr/>
        </p:nvCxnSpPr>
        <p:spPr>
          <a:xfrm>
            <a:off x="769938" y="121741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5A68C02-FD9B-BF57-C842-3295FC75466D}"/>
              </a:ext>
            </a:extLst>
          </p:cNvPr>
          <p:cNvCxnSpPr>
            <a:cxnSpLocks/>
          </p:cNvCxnSpPr>
          <p:nvPr/>
        </p:nvCxnSpPr>
        <p:spPr>
          <a:xfrm>
            <a:off x="2951958" y="1232651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C4664D4-963E-F4AC-C33E-C708E792E414}"/>
              </a:ext>
            </a:extLst>
          </p:cNvPr>
          <p:cNvCxnSpPr/>
          <p:nvPr/>
        </p:nvCxnSpPr>
        <p:spPr>
          <a:xfrm>
            <a:off x="5159058" y="121741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D3CDAED-8E77-720E-F6C2-52C2A1B9426D}"/>
              </a:ext>
            </a:extLst>
          </p:cNvPr>
          <p:cNvCxnSpPr/>
          <p:nvPr/>
        </p:nvCxnSpPr>
        <p:spPr>
          <a:xfrm>
            <a:off x="7323138" y="123265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A6E3216B-2C27-B824-9844-78DDD238271F}"/>
              </a:ext>
            </a:extLst>
          </p:cNvPr>
          <p:cNvSpPr txBox="1"/>
          <p:nvPr/>
        </p:nvSpPr>
        <p:spPr>
          <a:xfrm>
            <a:off x="-247865" y="289550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AFA4C1EA-7E93-40B5-7825-AF7A3C40E7F2}"/>
              </a:ext>
            </a:extLst>
          </p:cNvPr>
          <p:cNvGraphicFramePr>
            <a:graphicFrameLocks noGrp="1"/>
          </p:cNvGraphicFramePr>
          <p:nvPr/>
        </p:nvGraphicFramePr>
        <p:xfrm>
          <a:off x="10398918" y="838439"/>
          <a:ext cx="15527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38992">
                <a:tc>
                  <a:txBody>
                    <a:bodyPr/>
                    <a:lstStyle/>
                    <a:p>
                      <a:r>
                        <a:rPr lang="en-IN" sz="3200" dirty="0"/>
                        <a:t>   6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3A0C425-0435-6175-72DD-45A77E47A7C3}"/>
              </a:ext>
            </a:extLst>
          </p:cNvPr>
          <p:cNvCxnSpPr>
            <a:cxnSpLocks/>
          </p:cNvCxnSpPr>
          <p:nvPr/>
        </p:nvCxnSpPr>
        <p:spPr>
          <a:xfrm>
            <a:off x="9520591" y="1232892"/>
            <a:ext cx="1086449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0ED7A28E-1265-B1BC-F562-843BE4AF5D7C}"/>
              </a:ext>
            </a:extLst>
          </p:cNvPr>
          <p:cNvGraphicFramePr>
            <a:graphicFrameLocks noGrp="1"/>
          </p:cNvGraphicFramePr>
          <p:nvPr/>
        </p:nvGraphicFramePr>
        <p:xfrm>
          <a:off x="10398918" y="2701036"/>
          <a:ext cx="15527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38992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D993AEB-B4B6-2604-66AC-66DEEF05AAE8}"/>
              </a:ext>
            </a:extLst>
          </p:cNvPr>
          <p:cNvCxnSpPr>
            <a:cxnSpLocks/>
          </p:cNvCxnSpPr>
          <p:nvPr/>
        </p:nvCxnSpPr>
        <p:spPr>
          <a:xfrm>
            <a:off x="11574979" y="1293611"/>
            <a:ext cx="0" cy="1696985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36C1DC64-A77D-20E3-9038-2B83DAB5C451}"/>
              </a:ext>
            </a:extLst>
          </p:cNvPr>
          <p:cNvGraphicFramePr>
            <a:graphicFrameLocks noGrp="1"/>
          </p:cNvGraphicFramePr>
          <p:nvPr/>
        </p:nvGraphicFramePr>
        <p:xfrm>
          <a:off x="6156960" y="268579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79F111F-C4F7-792F-5322-3782076A8EDE}"/>
              </a:ext>
            </a:extLst>
          </p:cNvPr>
          <p:cNvCxnSpPr>
            <a:cxnSpLocks/>
          </p:cNvCxnSpPr>
          <p:nvPr/>
        </p:nvCxnSpPr>
        <p:spPr>
          <a:xfrm flipH="1">
            <a:off x="7508345" y="3100832"/>
            <a:ext cx="3024787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8A8D6495-2FA1-A846-32F5-E18DA827F3F8}"/>
              </a:ext>
            </a:extLst>
          </p:cNvPr>
          <p:cNvCxnSpPr>
            <a:cxnSpLocks/>
          </p:cNvCxnSpPr>
          <p:nvPr/>
        </p:nvCxnSpPr>
        <p:spPr>
          <a:xfrm flipV="1">
            <a:off x="7323138" y="1433599"/>
            <a:ext cx="0" cy="138580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93835445-E820-DF1C-D59A-A2B48E96810D}"/>
              </a:ext>
            </a:extLst>
          </p:cNvPr>
          <p:cNvSpPr txBox="1"/>
          <p:nvPr/>
        </p:nvSpPr>
        <p:spPr>
          <a:xfrm>
            <a:off x="-2514282" y="3926971"/>
            <a:ext cx="8214360" cy="6652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head</a:t>
            </a:r>
            <a:endParaRPr lang="en-US" sz="24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head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693DD3D-816E-7CF9-E160-A146C3EC0A6B}"/>
              </a:ext>
            </a:extLst>
          </p:cNvPr>
          <p:cNvCxnSpPr>
            <a:cxnSpLocks/>
          </p:cNvCxnSpPr>
          <p:nvPr/>
        </p:nvCxnSpPr>
        <p:spPr>
          <a:xfrm>
            <a:off x="-2361236" y="3573256"/>
            <a:ext cx="16412516" cy="121936"/>
          </a:xfrm>
          <a:prstGeom prst="line">
            <a:avLst/>
          </a:prstGeom>
          <a:ln>
            <a:solidFill>
              <a:schemeClr val="bg2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34D3535-A429-6886-B223-33A1BFD2B3FD}"/>
              </a:ext>
            </a:extLst>
          </p:cNvPr>
          <p:cNvCxnSpPr/>
          <p:nvPr/>
        </p:nvCxnSpPr>
        <p:spPr>
          <a:xfrm>
            <a:off x="5082947" y="75177"/>
            <a:ext cx="0" cy="624840"/>
          </a:xfrm>
          <a:prstGeom prst="line">
            <a:avLst/>
          </a:prstGeom>
          <a:ln w="38100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10CCF5E0-BABD-8785-B2BD-45B48A47F1A5}"/>
              </a:ext>
            </a:extLst>
          </p:cNvPr>
          <p:cNvCxnSpPr/>
          <p:nvPr/>
        </p:nvCxnSpPr>
        <p:spPr>
          <a:xfrm>
            <a:off x="2435014" y="60298"/>
            <a:ext cx="0" cy="624840"/>
          </a:xfrm>
          <a:prstGeom prst="line">
            <a:avLst/>
          </a:prstGeom>
          <a:ln w="38100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EBAF261D-F04E-37C0-96F7-55A3676909DF}"/>
              </a:ext>
            </a:extLst>
          </p:cNvPr>
          <p:cNvSpPr txBox="1"/>
          <p:nvPr/>
        </p:nvSpPr>
        <p:spPr>
          <a:xfrm>
            <a:off x="2004748" y="-247566"/>
            <a:ext cx="947210" cy="30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3B649BE-8859-80F4-30A3-52EF7DECB814}"/>
              </a:ext>
            </a:extLst>
          </p:cNvPr>
          <p:cNvSpPr txBox="1"/>
          <p:nvPr/>
        </p:nvSpPr>
        <p:spPr>
          <a:xfrm>
            <a:off x="4743385" y="-245876"/>
            <a:ext cx="1151466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D664489-612C-6395-C7A9-90621F109B87}"/>
              </a:ext>
            </a:extLst>
          </p:cNvPr>
          <p:cNvSpPr txBox="1"/>
          <p:nvPr/>
        </p:nvSpPr>
        <p:spPr>
          <a:xfrm>
            <a:off x="-2834322" y="5072447"/>
            <a:ext cx="8290560" cy="1383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endParaRPr lang="en-US" sz="24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</a:b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01115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0D5336-9B63-31D4-4E4C-178F4E808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83F3A7E-25CA-5A4B-DA77-78B210B3B8D8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748706E-2B89-0D27-DDC0-A7D73B476DEB}"/>
              </a:ext>
            </a:extLst>
          </p:cNvPr>
          <p:cNvSpPr/>
          <p:nvPr/>
        </p:nvSpPr>
        <p:spPr>
          <a:xfrm>
            <a:off x="5894851" y="751215"/>
            <a:ext cx="1814897" cy="759773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757B87D-E775-050A-57AE-546871EB9E80}"/>
              </a:ext>
            </a:extLst>
          </p:cNvPr>
          <p:cNvGraphicFramePr>
            <a:graphicFrameLocks noGrp="1"/>
          </p:cNvGraphicFramePr>
          <p:nvPr/>
        </p:nvGraphicFramePr>
        <p:xfrm>
          <a:off x="-497682" y="835615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F7DB196-9D38-BF52-A6B9-FB6A0A526EA9}"/>
              </a:ext>
            </a:extLst>
          </p:cNvPr>
          <p:cNvGraphicFramePr>
            <a:graphicFrameLocks noGrp="1"/>
          </p:cNvGraphicFramePr>
          <p:nvPr/>
        </p:nvGraphicFramePr>
        <p:xfrm>
          <a:off x="1681638" y="84882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DAD919D-9575-BEDE-76F7-6C1B3CB475D4}"/>
              </a:ext>
            </a:extLst>
          </p:cNvPr>
          <p:cNvGraphicFramePr>
            <a:graphicFrameLocks noGrp="1"/>
          </p:cNvGraphicFramePr>
          <p:nvPr/>
        </p:nvGraphicFramePr>
        <p:xfrm>
          <a:off x="3860958" y="83561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3FEDA34-22EA-F5E7-0D0F-76FF85EC7783}"/>
              </a:ext>
            </a:extLst>
          </p:cNvPr>
          <p:cNvGraphicFramePr>
            <a:graphicFrameLocks noGrp="1"/>
          </p:cNvGraphicFramePr>
          <p:nvPr/>
        </p:nvGraphicFramePr>
        <p:xfrm>
          <a:off x="6040278" y="835613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C30D920-FA40-30BE-3210-07E4ADF38956}"/>
              </a:ext>
            </a:extLst>
          </p:cNvPr>
          <p:cNvGraphicFramePr>
            <a:graphicFrameLocks noGrp="1"/>
          </p:cNvGraphicFramePr>
          <p:nvPr/>
        </p:nvGraphicFramePr>
        <p:xfrm>
          <a:off x="8219598" y="835612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F68087D-9E68-231C-AD3C-ED4425218524}"/>
              </a:ext>
            </a:extLst>
          </p:cNvPr>
          <p:cNvCxnSpPr/>
          <p:nvPr/>
        </p:nvCxnSpPr>
        <p:spPr>
          <a:xfrm>
            <a:off x="769938" y="121741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E2DEF46-68A7-5FB0-0A8E-E4A97786AF7B}"/>
              </a:ext>
            </a:extLst>
          </p:cNvPr>
          <p:cNvCxnSpPr>
            <a:cxnSpLocks/>
          </p:cNvCxnSpPr>
          <p:nvPr/>
        </p:nvCxnSpPr>
        <p:spPr>
          <a:xfrm>
            <a:off x="2951958" y="1232651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C0EA2C2-5A27-9D6F-FE28-FECD3DFBABB7}"/>
              </a:ext>
            </a:extLst>
          </p:cNvPr>
          <p:cNvCxnSpPr/>
          <p:nvPr/>
        </p:nvCxnSpPr>
        <p:spPr>
          <a:xfrm>
            <a:off x="5159058" y="121741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CCEE1D1-E399-77EE-E4D9-0B2AA6487F3E}"/>
              </a:ext>
            </a:extLst>
          </p:cNvPr>
          <p:cNvCxnSpPr/>
          <p:nvPr/>
        </p:nvCxnSpPr>
        <p:spPr>
          <a:xfrm>
            <a:off x="7323138" y="123265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BA569A5C-AE0F-4F95-130D-11AE176C1022}"/>
              </a:ext>
            </a:extLst>
          </p:cNvPr>
          <p:cNvSpPr txBox="1"/>
          <p:nvPr/>
        </p:nvSpPr>
        <p:spPr>
          <a:xfrm>
            <a:off x="-247865" y="289550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2210F186-682B-06F3-79DC-EA1FAF78FE3E}"/>
              </a:ext>
            </a:extLst>
          </p:cNvPr>
          <p:cNvGraphicFramePr>
            <a:graphicFrameLocks noGrp="1"/>
          </p:cNvGraphicFramePr>
          <p:nvPr/>
        </p:nvGraphicFramePr>
        <p:xfrm>
          <a:off x="10398918" y="838439"/>
          <a:ext cx="15527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38992">
                <a:tc>
                  <a:txBody>
                    <a:bodyPr/>
                    <a:lstStyle/>
                    <a:p>
                      <a:r>
                        <a:rPr lang="en-IN" sz="3200" dirty="0"/>
                        <a:t>   6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E23DC45-0465-A4DA-A8CF-3E98833CF889}"/>
              </a:ext>
            </a:extLst>
          </p:cNvPr>
          <p:cNvCxnSpPr>
            <a:cxnSpLocks/>
          </p:cNvCxnSpPr>
          <p:nvPr/>
        </p:nvCxnSpPr>
        <p:spPr>
          <a:xfrm>
            <a:off x="9520591" y="1232892"/>
            <a:ext cx="1086449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D67EB87C-A7BF-D3E1-DD05-40A83A045D57}"/>
              </a:ext>
            </a:extLst>
          </p:cNvPr>
          <p:cNvGraphicFramePr>
            <a:graphicFrameLocks noGrp="1"/>
          </p:cNvGraphicFramePr>
          <p:nvPr/>
        </p:nvGraphicFramePr>
        <p:xfrm>
          <a:off x="10398918" y="2701036"/>
          <a:ext cx="15527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38992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324E59E-2243-0106-79D0-B1478DCB6E74}"/>
              </a:ext>
            </a:extLst>
          </p:cNvPr>
          <p:cNvCxnSpPr>
            <a:cxnSpLocks/>
          </p:cNvCxnSpPr>
          <p:nvPr/>
        </p:nvCxnSpPr>
        <p:spPr>
          <a:xfrm>
            <a:off x="11574979" y="1293611"/>
            <a:ext cx="0" cy="1696985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0E1826CA-A4F0-CA09-BE94-38A927642E7D}"/>
              </a:ext>
            </a:extLst>
          </p:cNvPr>
          <p:cNvGraphicFramePr>
            <a:graphicFrameLocks noGrp="1"/>
          </p:cNvGraphicFramePr>
          <p:nvPr/>
        </p:nvGraphicFramePr>
        <p:xfrm>
          <a:off x="6156960" y="268579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0FC6A52-4F73-993C-0DB1-698FB2EB9ED2}"/>
              </a:ext>
            </a:extLst>
          </p:cNvPr>
          <p:cNvCxnSpPr>
            <a:cxnSpLocks/>
          </p:cNvCxnSpPr>
          <p:nvPr/>
        </p:nvCxnSpPr>
        <p:spPr>
          <a:xfrm flipH="1">
            <a:off x="7508345" y="3100832"/>
            <a:ext cx="3024787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4851999B-D0D5-F846-8B88-88C7674620EB}"/>
              </a:ext>
            </a:extLst>
          </p:cNvPr>
          <p:cNvCxnSpPr>
            <a:cxnSpLocks/>
          </p:cNvCxnSpPr>
          <p:nvPr/>
        </p:nvCxnSpPr>
        <p:spPr>
          <a:xfrm flipV="1">
            <a:off x="7323138" y="1433599"/>
            <a:ext cx="0" cy="138580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E77F36EB-C599-EB6C-A634-8C3215567289}"/>
              </a:ext>
            </a:extLst>
          </p:cNvPr>
          <p:cNvSpPr txBox="1"/>
          <p:nvPr/>
        </p:nvSpPr>
        <p:spPr>
          <a:xfrm>
            <a:off x="-2514282" y="3926971"/>
            <a:ext cx="8214360" cy="6652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head</a:t>
            </a:r>
            <a:endParaRPr lang="en-US" sz="24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head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1D0FA24-8877-034E-1345-67C76CB5D276}"/>
              </a:ext>
            </a:extLst>
          </p:cNvPr>
          <p:cNvCxnSpPr>
            <a:cxnSpLocks/>
          </p:cNvCxnSpPr>
          <p:nvPr/>
        </p:nvCxnSpPr>
        <p:spPr>
          <a:xfrm>
            <a:off x="-2361236" y="3573256"/>
            <a:ext cx="16412516" cy="121936"/>
          </a:xfrm>
          <a:prstGeom prst="line">
            <a:avLst/>
          </a:prstGeom>
          <a:ln>
            <a:solidFill>
              <a:schemeClr val="bg2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FCED3B1-A9AB-9687-134C-6F7A63231F14}"/>
              </a:ext>
            </a:extLst>
          </p:cNvPr>
          <p:cNvCxnSpPr/>
          <p:nvPr/>
        </p:nvCxnSpPr>
        <p:spPr>
          <a:xfrm>
            <a:off x="5082947" y="75177"/>
            <a:ext cx="0" cy="624840"/>
          </a:xfrm>
          <a:prstGeom prst="line">
            <a:avLst/>
          </a:prstGeom>
          <a:ln w="38100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B4B8540-E105-E4CB-FF1D-9D005F5C8979}"/>
              </a:ext>
            </a:extLst>
          </p:cNvPr>
          <p:cNvCxnSpPr/>
          <p:nvPr/>
        </p:nvCxnSpPr>
        <p:spPr>
          <a:xfrm>
            <a:off x="4092398" y="81929"/>
            <a:ext cx="0" cy="624840"/>
          </a:xfrm>
          <a:prstGeom prst="line">
            <a:avLst/>
          </a:prstGeom>
          <a:ln w="38100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7E6AA746-B0C7-F5D0-B035-18FA3C92A65F}"/>
              </a:ext>
            </a:extLst>
          </p:cNvPr>
          <p:cNvSpPr txBox="1"/>
          <p:nvPr/>
        </p:nvSpPr>
        <p:spPr>
          <a:xfrm>
            <a:off x="3662132" y="-225935"/>
            <a:ext cx="947210" cy="30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57A1349-3DD5-655A-01AE-25B549879F7A}"/>
              </a:ext>
            </a:extLst>
          </p:cNvPr>
          <p:cNvSpPr txBox="1"/>
          <p:nvPr/>
        </p:nvSpPr>
        <p:spPr>
          <a:xfrm>
            <a:off x="4743385" y="-245876"/>
            <a:ext cx="1151466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FB95B7F-5256-4141-9A2F-BA068D6076F8}"/>
              </a:ext>
            </a:extLst>
          </p:cNvPr>
          <p:cNvSpPr txBox="1"/>
          <p:nvPr/>
        </p:nvSpPr>
        <p:spPr>
          <a:xfrm>
            <a:off x="-2834322" y="5072447"/>
            <a:ext cx="8290560" cy="1383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endParaRPr lang="en-US" sz="24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</a:b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3290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66D87B-EC0C-467E-C193-403DB60CAA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CE1F117-D6F2-00C4-3681-243CAAF1BB46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6D17FD6-8760-C6DA-E8EC-0B6C69C21E18}"/>
              </a:ext>
            </a:extLst>
          </p:cNvPr>
          <p:cNvSpPr/>
          <p:nvPr/>
        </p:nvSpPr>
        <p:spPr>
          <a:xfrm>
            <a:off x="5894851" y="751215"/>
            <a:ext cx="1814897" cy="759773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A03AFB2-3313-E782-A3C0-24E1534C4E4D}"/>
              </a:ext>
            </a:extLst>
          </p:cNvPr>
          <p:cNvGraphicFramePr>
            <a:graphicFrameLocks noGrp="1"/>
          </p:cNvGraphicFramePr>
          <p:nvPr/>
        </p:nvGraphicFramePr>
        <p:xfrm>
          <a:off x="-497682" y="835615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179459F-6FFC-C46B-4386-83D3E0313431}"/>
              </a:ext>
            </a:extLst>
          </p:cNvPr>
          <p:cNvGraphicFramePr>
            <a:graphicFrameLocks noGrp="1"/>
          </p:cNvGraphicFramePr>
          <p:nvPr/>
        </p:nvGraphicFramePr>
        <p:xfrm>
          <a:off x="1681638" y="84882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7B9E063-C472-D0C3-BED5-89EC95051E3E}"/>
              </a:ext>
            </a:extLst>
          </p:cNvPr>
          <p:cNvGraphicFramePr>
            <a:graphicFrameLocks noGrp="1"/>
          </p:cNvGraphicFramePr>
          <p:nvPr/>
        </p:nvGraphicFramePr>
        <p:xfrm>
          <a:off x="3860958" y="83561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281F260-DADD-E5BF-E378-FAE5BC39C127}"/>
              </a:ext>
            </a:extLst>
          </p:cNvPr>
          <p:cNvGraphicFramePr>
            <a:graphicFrameLocks noGrp="1"/>
          </p:cNvGraphicFramePr>
          <p:nvPr/>
        </p:nvGraphicFramePr>
        <p:xfrm>
          <a:off x="6040278" y="835613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7F9F82F-CE8C-AF8C-9CAD-B87A90CDE79C}"/>
              </a:ext>
            </a:extLst>
          </p:cNvPr>
          <p:cNvGraphicFramePr>
            <a:graphicFrameLocks noGrp="1"/>
          </p:cNvGraphicFramePr>
          <p:nvPr/>
        </p:nvGraphicFramePr>
        <p:xfrm>
          <a:off x="8219598" y="835612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CC48E8C-1320-C92C-840C-82D9158A0F22}"/>
              </a:ext>
            </a:extLst>
          </p:cNvPr>
          <p:cNvCxnSpPr/>
          <p:nvPr/>
        </p:nvCxnSpPr>
        <p:spPr>
          <a:xfrm>
            <a:off x="769938" y="121741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381BD13-C155-2D20-689A-EEE7DBA0782C}"/>
              </a:ext>
            </a:extLst>
          </p:cNvPr>
          <p:cNvCxnSpPr>
            <a:cxnSpLocks/>
          </p:cNvCxnSpPr>
          <p:nvPr/>
        </p:nvCxnSpPr>
        <p:spPr>
          <a:xfrm>
            <a:off x="2951958" y="1232651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CEED473-9667-4A79-FAD2-C364BFB2F9AA}"/>
              </a:ext>
            </a:extLst>
          </p:cNvPr>
          <p:cNvCxnSpPr/>
          <p:nvPr/>
        </p:nvCxnSpPr>
        <p:spPr>
          <a:xfrm>
            <a:off x="5159058" y="121741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3F84682-37E4-0125-3C53-DBB362C83A8E}"/>
              </a:ext>
            </a:extLst>
          </p:cNvPr>
          <p:cNvCxnSpPr/>
          <p:nvPr/>
        </p:nvCxnSpPr>
        <p:spPr>
          <a:xfrm>
            <a:off x="7323138" y="123265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BBD0E1C7-DDD1-8F8C-4FD3-BEC1B004700E}"/>
              </a:ext>
            </a:extLst>
          </p:cNvPr>
          <p:cNvSpPr txBox="1"/>
          <p:nvPr/>
        </p:nvSpPr>
        <p:spPr>
          <a:xfrm>
            <a:off x="-247865" y="289550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B63FB09D-EA24-6A4A-03B5-95EE0F7ACDA4}"/>
              </a:ext>
            </a:extLst>
          </p:cNvPr>
          <p:cNvGraphicFramePr>
            <a:graphicFrameLocks noGrp="1"/>
          </p:cNvGraphicFramePr>
          <p:nvPr/>
        </p:nvGraphicFramePr>
        <p:xfrm>
          <a:off x="10398918" y="838439"/>
          <a:ext cx="15527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38992">
                <a:tc>
                  <a:txBody>
                    <a:bodyPr/>
                    <a:lstStyle/>
                    <a:p>
                      <a:r>
                        <a:rPr lang="en-IN" sz="3200" dirty="0"/>
                        <a:t>   6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124FB39-83FC-3D31-DC2F-9D6B17265E18}"/>
              </a:ext>
            </a:extLst>
          </p:cNvPr>
          <p:cNvCxnSpPr>
            <a:cxnSpLocks/>
          </p:cNvCxnSpPr>
          <p:nvPr/>
        </p:nvCxnSpPr>
        <p:spPr>
          <a:xfrm>
            <a:off x="9520591" y="1232892"/>
            <a:ext cx="1086449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BEE539BD-2157-BC80-C973-377733FD11C8}"/>
              </a:ext>
            </a:extLst>
          </p:cNvPr>
          <p:cNvGraphicFramePr>
            <a:graphicFrameLocks noGrp="1"/>
          </p:cNvGraphicFramePr>
          <p:nvPr/>
        </p:nvGraphicFramePr>
        <p:xfrm>
          <a:off x="10398918" y="2701036"/>
          <a:ext cx="15527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38992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706FDFD-9F90-6AE3-D186-2E5E4B7BD446}"/>
              </a:ext>
            </a:extLst>
          </p:cNvPr>
          <p:cNvCxnSpPr>
            <a:cxnSpLocks/>
          </p:cNvCxnSpPr>
          <p:nvPr/>
        </p:nvCxnSpPr>
        <p:spPr>
          <a:xfrm>
            <a:off x="11574979" y="1293611"/>
            <a:ext cx="0" cy="1696985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1B169C21-9DE0-09BB-6341-337FB2D148DF}"/>
              </a:ext>
            </a:extLst>
          </p:cNvPr>
          <p:cNvGraphicFramePr>
            <a:graphicFrameLocks noGrp="1"/>
          </p:cNvGraphicFramePr>
          <p:nvPr/>
        </p:nvGraphicFramePr>
        <p:xfrm>
          <a:off x="6156960" y="268579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A93B103B-D4CA-FDBF-CC5D-EE92C6D025AB}"/>
              </a:ext>
            </a:extLst>
          </p:cNvPr>
          <p:cNvCxnSpPr>
            <a:cxnSpLocks/>
          </p:cNvCxnSpPr>
          <p:nvPr/>
        </p:nvCxnSpPr>
        <p:spPr>
          <a:xfrm flipH="1">
            <a:off x="7508345" y="3100832"/>
            <a:ext cx="3024787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35D482AB-8858-3B87-F655-3A698708670C}"/>
              </a:ext>
            </a:extLst>
          </p:cNvPr>
          <p:cNvCxnSpPr>
            <a:cxnSpLocks/>
          </p:cNvCxnSpPr>
          <p:nvPr/>
        </p:nvCxnSpPr>
        <p:spPr>
          <a:xfrm flipV="1">
            <a:off x="7323138" y="1433599"/>
            <a:ext cx="0" cy="138580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E7BA41CC-A4A2-674B-AFD7-7043FE7EF79B}"/>
              </a:ext>
            </a:extLst>
          </p:cNvPr>
          <p:cNvSpPr txBox="1"/>
          <p:nvPr/>
        </p:nvSpPr>
        <p:spPr>
          <a:xfrm>
            <a:off x="-2514282" y="3926971"/>
            <a:ext cx="8214360" cy="6652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head</a:t>
            </a:r>
            <a:endParaRPr lang="en-US" sz="24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head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E0447C1-FA4B-EA78-8882-2D454695D5C1}"/>
              </a:ext>
            </a:extLst>
          </p:cNvPr>
          <p:cNvCxnSpPr>
            <a:cxnSpLocks/>
          </p:cNvCxnSpPr>
          <p:nvPr/>
        </p:nvCxnSpPr>
        <p:spPr>
          <a:xfrm>
            <a:off x="-2361236" y="3573256"/>
            <a:ext cx="16412516" cy="121936"/>
          </a:xfrm>
          <a:prstGeom prst="line">
            <a:avLst/>
          </a:prstGeom>
          <a:ln>
            <a:solidFill>
              <a:schemeClr val="bg2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24E277F-0BE7-5146-182E-F0ECBDD112AD}"/>
              </a:ext>
            </a:extLst>
          </p:cNvPr>
          <p:cNvCxnSpPr/>
          <p:nvPr/>
        </p:nvCxnSpPr>
        <p:spPr>
          <a:xfrm>
            <a:off x="8960482" y="85802"/>
            <a:ext cx="0" cy="624840"/>
          </a:xfrm>
          <a:prstGeom prst="line">
            <a:avLst/>
          </a:prstGeom>
          <a:ln w="38100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7114FEBD-ED91-B4E8-4787-670E7B9F0049}"/>
              </a:ext>
            </a:extLst>
          </p:cNvPr>
          <p:cNvCxnSpPr/>
          <p:nvPr/>
        </p:nvCxnSpPr>
        <p:spPr>
          <a:xfrm>
            <a:off x="4092398" y="81929"/>
            <a:ext cx="0" cy="624840"/>
          </a:xfrm>
          <a:prstGeom prst="line">
            <a:avLst/>
          </a:prstGeom>
          <a:ln w="38100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188CA77-00E2-042E-8AB2-4E3F42FE7A26}"/>
              </a:ext>
            </a:extLst>
          </p:cNvPr>
          <p:cNvSpPr txBox="1"/>
          <p:nvPr/>
        </p:nvSpPr>
        <p:spPr>
          <a:xfrm>
            <a:off x="3662132" y="-225935"/>
            <a:ext cx="947210" cy="30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05D444B-0500-AE6D-B4AA-01B7A1BBD51E}"/>
              </a:ext>
            </a:extLst>
          </p:cNvPr>
          <p:cNvSpPr txBox="1"/>
          <p:nvPr/>
        </p:nvSpPr>
        <p:spPr>
          <a:xfrm>
            <a:off x="8620920" y="-235251"/>
            <a:ext cx="1151466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21CCA70-C94C-4370-EE81-933392B9910C}"/>
              </a:ext>
            </a:extLst>
          </p:cNvPr>
          <p:cNvSpPr txBox="1"/>
          <p:nvPr/>
        </p:nvSpPr>
        <p:spPr>
          <a:xfrm>
            <a:off x="-2834322" y="5072447"/>
            <a:ext cx="8290560" cy="1383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endParaRPr lang="en-US" sz="24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</a:b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2940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985F4A-009F-66DD-EC28-8034A3CA49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32ECAF2-AAB0-03CA-D443-D9D36B0E33D4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CC47B74-126A-0BF7-9722-E6D77425AB00}"/>
              </a:ext>
            </a:extLst>
          </p:cNvPr>
          <p:cNvSpPr/>
          <p:nvPr/>
        </p:nvSpPr>
        <p:spPr>
          <a:xfrm>
            <a:off x="5894851" y="751215"/>
            <a:ext cx="1814897" cy="759773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A302434C-6523-B43E-14D7-B18AA6F515EF}"/>
              </a:ext>
            </a:extLst>
          </p:cNvPr>
          <p:cNvGraphicFramePr>
            <a:graphicFrameLocks noGrp="1"/>
          </p:cNvGraphicFramePr>
          <p:nvPr/>
        </p:nvGraphicFramePr>
        <p:xfrm>
          <a:off x="-497682" y="835615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B3C2691-43E1-73CD-AFEF-75926E99E46A}"/>
              </a:ext>
            </a:extLst>
          </p:cNvPr>
          <p:cNvGraphicFramePr>
            <a:graphicFrameLocks noGrp="1"/>
          </p:cNvGraphicFramePr>
          <p:nvPr/>
        </p:nvGraphicFramePr>
        <p:xfrm>
          <a:off x="1681638" y="84882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8D767D2-A22B-4610-B572-98C06CB3B516}"/>
              </a:ext>
            </a:extLst>
          </p:cNvPr>
          <p:cNvGraphicFramePr>
            <a:graphicFrameLocks noGrp="1"/>
          </p:cNvGraphicFramePr>
          <p:nvPr/>
        </p:nvGraphicFramePr>
        <p:xfrm>
          <a:off x="3860958" y="83561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41D88AE-ED28-8B0D-D1B5-9C4EC97F147B}"/>
              </a:ext>
            </a:extLst>
          </p:cNvPr>
          <p:cNvGraphicFramePr>
            <a:graphicFrameLocks noGrp="1"/>
          </p:cNvGraphicFramePr>
          <p:nvPr/>
        </p:nvGraphicFramePr>
        <p:xfrm>
          <a:off x="6040278" y="835613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04C95BD-FD68-4C8F-00A4-3D2A45E1FBDC}"/>
              </a:ext>
            </a:extLst>
          </p:cNvPr>
          <p:cNvGraphicFramePr>
            <a:graphicFrameLocks noGrp="1"/>
          </p:cNvGraphicFramePr>
          <p:nvPr/>
        </p:nvGraphicFramePr>
        <p:xfrm>
          <a:off x="8219598" y="835612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8C6FB16-588D-48D6-6A8F-54D11C787E42}"/>
              </a:ext>
            </a:extLst>
          </p:cNvPr>
          <p:cNvCxnSpPr/>
          <p:nvPr/>
        </p:nvCxnSpPr>
        <p:spPr>
          <a:xfrm>
            <a:off x="769938" y="121741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E57854B-72DF-61F1-024D-F16F7C959A6E}"/>
              </a:ext>
            </a:extLst>
          </p:cNvPr>
          <p:cNvCxnSpPr>
            <a:cxnSpLocks/>
          </p:cNvCxnSpPr>
          <p:nvPr/>
        </p:nvCxnSpPr>
        <p:spPr>
          <a:xfrm>
            <a:off x="2951958" y="1232651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7AD72FB-02B4-C582-ED42-4560F30BACE7}"/>
              </a:ext>
            </a:extLst>
          </p:cNvPr>
          <p:cNvCxnSpPr/>
          <p:nvPr/>
        </p:nvCxnSpPr>
        <p:spPr>
          <a:xfrm>
            <a:off x="5159058" y="121741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F6E72D1-CA27-1CF7-3D8E-2FCC7A9C299F}"/>
              </a:ext>
            </a:extLst>
          </p:cNvPr>
          <p:cNvCxnSpPr/>
          <p:nvPr/>
        </p:nvCxnSpPr>
        <p:spPr>
          <a:xfrm>
            <a:off x="7323138" y="123265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D46989EF-05FB-3805-F3CC-7C7662F6CBCD}"/>
              </a:ext>
            </a:extLst>
          </p:cNvPr>
          <p:cNvSpPr txBox="1"/>
          <p:nvPr/>
        </p:nvSpPr>
        <p:spPr>
          <a:xfrm>
            <a:off x="-247865" y="289550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E27AF499-2B35-C86E-E5AE-86C6C76585EE}"/>
              </a:ext>
            </a:extLst>
          </p:cNvPr>
          <p:cNvGraphicFramePr>
            <a:graphicFrameLocks noGrp="1"/>
          </p:cNvGraphicFramePr>
          <p:nvPr/>
        </p:nvGraphicFramePr>
        <p:xfrm>
          <a:off x="10398918" y="838439"/>
          <a:ext cx="15527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38992">
                <a:tc>
                  <a:txBody>
                    <a:bodyPr/>
                    <a:lstStyle/>
                    <a:p>
                      <a:r>
                        <a:rPr lang="en-IN" sz="3200" dirty="0"/>
                        <a:t>   6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F10DFAA-82EC-EF2B-37DE-28032BA07301}"/>
              </a:ext>
            </a:extLst>
          </p:cNvPr>
          <p:cNvCxnSpPr>
            <a:cxnSpLocks/>
          </p:cNvCxnSpPr>
          <p:nvPr/>
        </p:nvCxnSpPr>
        <p:spPr>
          <a:xfrm>
            <a:off x="9520591" y="1232892"/>
            <a:ext cx="1086449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6FAF009D-A009-CD59-48EE-927AE419600E}"/>
              </a:ext>
            </a:extLst>
          </p:cNvPr>
          <p:cNvGraphicFramePr>
            <a:graphicFrameLocks noGrp="1"/>
          </p:cNvGraphicFramePr>
          <p:nvPr/>
        </p:nvGraphicFramePr>
        <p:xfrm>
          <a:off x="10398918" y="2701036"/>
          <a:ext cx="15527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38992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53B399B-8220-BFA9-7399-4E89F4929228}"/>
              </a:ext>
            </a:extLst>
          </p:cNvPr>
          <p:cNvCxnSpPr>
            <a:cxnSpLocks/>
          </p:cNvCxnSpPr>
          <p:nvPr/>
        </p:nvCxnSpPr>
        <p:spPr>
          <a:xfrm>
            <a:off x="11574979" y="1293611"/>
            <a:ext cx="0" cy="1696985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35B8FA5B-046E-802E-7419-6F8E376745E3}"/>
              </a:ext>
            </a:extLst>
          </p:cNvPr>
          <p:cNvGraphicFramePr>
            <a:graphicFrameLocks noGrp="1"/>
          </p:cNvGraphicFramePr>
          <p:nvPr/>
        </p:nvGraphicFramePr>
        <p:xfrm>
          <a:off x="6156960" y="268579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B3E1342-126C-37DD-4EED-D3EBD1AD64D3}"/>
              </a:ext>
            </a:extLst>
          </p:cNvPr>
          <p:cNvCxnSpPr>
            <a:cxnSpLocks/>
          </p:cNvCxnSpPr>
          <p:nvPr/>
        </p:nvCxnSpPr>
        <p:spPr>
          <a:xfrm flipH="1">
            <a:off x="7508345" y="3100832"/>
            <a:ext cx="3024787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F5F82865-FFBE-A9B1-EF03-851311F163CC}"/>
              </a:ext>
            </a:extLst>
          </p:cNvPr>
          <p:cNvCxnSpPr>
            <a:cxnSpLocks/>
          </p:cNvCxnSpPr>
          <p:nvPr/>
        </p:nvCxnSpPr>
        <p:spPr>
          <a:xfrm flipV="1">
            <a:off x="7323138" y="1433599"/>
            <a:ext cx="0" cy="138580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7884FD84-C6E4-B826-D2E4-1101384DDE92}"/>
              </a:ext>
            </a:extLst>
          </p:cNvPr>
          <p:cNvSpPr txBox="1"/>
          <p:nvPr/>
        </p:nvSpPr>
        <p:spPr>
          <a:xfrm>
            <a:off x="-2514282" y="3926971"/>
            <a:ext cx="8214360" cy="6652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head</a:t>
            </a:r>
            <a:endParaRPr lang="en-US" sz="24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head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3DB2C0B-7FCF-D867-3469-F3278D94456C}"/>
              </a:ext>
            </a:extLst>
          </p:cNvPr>
          <p:cNvCxnSpPr>
            <a:cxnSpLocks/>
          </p:cNvCxnSpPr>
          <p:nvPr/>
        </p:nvCxnSpPr>
        <p:spPr>
          <a:xfrm>
            <a:off x="-2361236" y="3573256"/>
            <a:ext cx="16412516" cy="121936"/>
          </a:xfrm>
          <a:prstGeom prst="line">
            <a:avLst/>
          </a:prstGeom>
          <a:ln>
            <a:solidFill>
              <a:schemeClr val="bg2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23DCC76-46EE-885C-3E83-CF438F40BFBF}"/>
              </a:ext>
            </a:extLst>
          </p:cNvPr>
          <p:cNvCxnSpPr/>
          <p:nvPr/>
        </p:nvCxnSpPr>
        <p:spPr>
          <a:xfrm>
            <a:off x="8960482" y="85802"/>
            <a:ext cx="0" cy="624840"/>
          </a:xfrm>
          <a:prstGeom prst="line">
            <a:avLst/>
          </a:prstGeom>
          <a:ln w="38100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24736AE-0DB4-58D6-F572-5907DA0B7536}"/>
              </a:ext>
            </a:extLst>
          </p:cNvPr>
          <p:cNvCxnSpPr/>
          <p:nvPr/>
        </p:nvCxnSpPr>
        <p:spPr>
          <a:xfrm>
            <a:off x="6806194" y="48671"/>
            <a:ext cx="0" cy="624840"/>
          </a:xfrm>
          <a:prstGeom prst="line">
            <a:avLst/>
          </a:prstGeom>
          <a:ln w="38100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9FD1EB73-5764-8933-1D3E-96C6F84C9491}"/>
              </a:ext>
            </a:extLst>
          </p:cNvPr>
          <p:cNvSpPr txBox="1"/>
          <p:nvPr/>
        </p:nvSpPr>
        <p:spPr>
          <a:xfrm>
            <a:off x="6375928" y="-259193"/>
            <a:ext cx="947210" cy="30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9061F0D-1328-77B7-3A9D-AE03A7618DFF}"/>
              </a:ext>
            </a:extLst>
          </p:cNvPr>
          <p:cNvSpPr txBox="1"/>
          <p:nvPr/>
        </p:nvSpPr>
        <p:spPr>
          <a:xfrm>
            <a:off x="8620920" y="-235251"/>
            <a:ext cx="1151466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5410F23-0BE7-C4F8-DB1A-39A192D02E79}"/>
              </a:ext>
            </a:extLst>
          </p:cNvPr>
          <p:cNvSpPr txBox="1"/>
          <p:nvPr/>
        </p:nvSpPr>
        <p:spPr>
          <a:xfrm>
            <a:off x="-2834322" y="5072447"/>
            <a:ext cx="8290560" cy="1383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endParaRPr lang="en-US" sz="24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</a:b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38119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193314-5CB4-2582-B758-16F024E98A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2A3560F-A29C-4860-8B23-CF66AD8568A8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13208F8-BA94-4B2F-8A49-4E55713102E9}"/>
              </a:ext>
            </a:extLst>
          </p:cNvPr>
          <p:cNvSpPr/>
          <p:nvPr/>
        </p:nvSpPr>
        <p:spPr>
          <a:xfrm>
            <a:off x="5894851" y="751215"/>
            <a:ext cx="1814897" cy="759773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3FE57DAB-D97B-8B49-F2C4-CB398005731B}"/>
              </a:ext>
            </a:extLst>
          </p:cNvPr>
          <p:cNvGraphicFramePr>
            <a:graphicFrameLocks noGrp="1"/>
          </p:cNvGraphicFramePr>
          <p:nvPr/>
        </p:nvGraphicFramePr>
        <p:xfrm>
          <a:off x="-497682" y="835615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247EC68-BEC4-62C4-7A05-2C66B9875C77}"/>
              </a:ext>
            </a:extLst>
          </p:cNvPr>
          <p:cNvGraphicFramePr>
            <a:graphicFrameLocks noGrp="1"/>
          </p:cNvGraphicFramePr>
          <p:nvPr/>
        </p:nvGraphicFramePr>
        <p:xfrm>
          <a:off x="1681638" y="84882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4872E31-2808-A4CF-F624-856228F400E5}"/>
              </a:ext>
            </a:extLst>
          </p:cNvPr>
          <p:cNvGraphicFramePr>
            <a:graphicFrameLocks noGrp="1"/>
          </p:cNvGraphicFramePr>
          <p:nvPr/>
        </p:nvGraphicFramePr>
        <p:xfrm>
          <a:off x="3860958" y="83561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1165484-9171-81F9-8C16-D0BF2B4CA128}"/>
              </a:ext>
            </a:extLst>
          </p:cNvPr>
          <p:cNvGraphicFramePr>
            <a:graphicFrameLocks noGrp="1"/>
          </p:cNvGraphicFramePr>
          <p:nvPr/>
        </p:nvGraphicFramePr>
        <p:xfrm>
          <a:off x="6040278" y="835613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3145217-0787-6FC5-3B27-6A6B1947CBA5}"/>
              </a:ext>
            </a:extLst>
          </p:cNvPr>
          <p:cNvGraphicFramePr>
            <a:graphicFrameLocks noGrp="1"/>
          </p:cNvGraphicFramePr>
          <p:nvPr/>
        </p:nvGraphicFramePr>
        <p:xfrm>
          <a:off x="8219598" y="835612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A52462F-3DA7-71EB-4718-A81035B45670}"/>
              </a:ext>
            </a:extLst>
          </p:cNvPr>
          <p:cNvCxnSpPr/>
          <p:nvPr/>
        </p:nvCxnSpPr>
        <p:spPr>
          <a:xfrm>
            <a:off x="769938" y="121741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C0C5F72-66F2-47D9-3B16-3AF2886A6517}"/>
              </a:ext>
            </a:extLst>
          </p:cNvPr>
          <p:cNvCxnSpPr>
            <a:cxnSpLocks/>
          </p:cNvCxnSpPr>
          <p:nvPr/>
        </p:nvCxnSpPr>
        <p:spPr>
          <a:xfrm>
            <a:off x="2951958" y="1232651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2E96F36-4813-0E9B-992D-D187523C666D}"/>
              </a:ext>
            </a:extLst>
          </p:cNvPr>
          <p:cNvCxnSpPr/>
          <p:nvPr/>
        </p:nvCxnSpPr>
        <p:spPr>
          <a:xfrm>
            <a:off x="5159058" y="121741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78BB6BC-36A1-B78C-4991-86945FB19F65}"/>
              </a:ext>
            </a:extLst>
          </p:cNvPr>
          <p:cNvCxnSpPr/>
          <p:nvPr/>
        </p:nvCxnSpPr>
        <p:spPr>
          <a:xfrm>
            <a:off x="7323138" y="123265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6773A48B-1881-9571-7283-D6E8A652348A}"/>
              </a:ext>
            </a:extLst>
          </p:cNvPr>
          <p:cNvSpPr txBox="1"/>
          <p:nvPr/>
        </p:nvSpPr>
        <p:spPr>
          <a:xfrm>
            <a:off x="-247865" y="289550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96F42B83-D984-9D97-1865-D06C76C505BD}"/>
              </a:ext>
            </a:extLst>
          </p:cNvPr>
          <p:cNvGraphicFramePr>
            <a:graphicFrameLocks noGrp="1"/>
          </p:cNvGraphicFramePr>
          <p:nvPr/>
        </p:nvGraphicFramePr>
        <p:xfrm>
          <a:off x="10398918" y="838439"/>
          <a:ext cx="15527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38992">
                <a:tc>
                  <a:txBody>
                    <a:bodyPr/>
                    <a:lstStyle/>
                    <a:p>
                      <a:r>
                        <a:rPr lang="en-IN" sz="3200" dirty="0"/>
                        <a:t>   6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6CE110D-0B74-EB29-8913-FC2F7449D87E}"/>
              </a:ext>
            </a:extLst>
          </p:cNvPr>
          <p:cNvCxnSpPr>
            <a:cxnSpLocks/>
          </p:cNvCxnSpPr>
          <p:nvPr/>
        </p:nvCxnSpPr>
        <p:spPr>
          <a:xfrm>
            <a:off x="9520591" y="1232892"/>
            <a:ext cx="1086449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8688104C-3DEB-49E8-85FE-108BE6B5BDCF}"/>
              </a:ext>
            </a:extLst>
          </p:cNvPr>
          <p:cNvGraphicFramePr>
            <a:graphicFrameLocks noGrp="1"/>
          </p:cNvGraphicFramePr>
          <p:nvPr/>
        </p:nvGraphicFramePr>
        <p:xfrm>
          <a:off x="10398918" y="2701036"/>
          <a:ext cx="15527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38992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E918B6F-6CDC-C8C9-D843-0D8B30DF9004}"/>
              </a:ext>
            </a:extLst>
          </p:cNvPr>
          <p:cNvCxnSpPr>
            <a:cxnSpLocks/>
          </p:cNvCxnSpPr>
          <p:nvPr/>
        </p:nvCxnSpPr>
        <p:spPr>
          <a:xfrm>
            <a:off x="11574979" y="1293611"/>
            <a:ext cx="0" cy="1696985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FCDF7A3C-7A7B-D5D2-24C1-B1B0AA015AEF}"/>
              </a:ext>
            </a:extLst>
          </p:cNvPr>
          <p:cNvGraphicFramePr>
            <a:graphicFrameLocks noGrp="1"/>
          </p:cNvGraphicFramePr>
          <p:nvPr/>
        </p:nvGraphicFramePr>
        <p:xfrm>
          <a:off x="6156960" y="268579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C30793A-5E7C-B60A-A30E-D3ECB17C0322}"/>
              </a:ext>
            </a:extLst>
          </p:cNvPr>
          <p:cNvCxnSpPr>
            <a:cxnSpLocks/>
          </p:cNvCxnSpPr>
          <p:nvPr/>
        </p:nvCxnSpPr>
        <p:spPr>
          <a:xfrm flipH="1">
            <a:off x="7508345" y="3100832"/>
            <a:ext cx="3024787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6EF5871D-89BE-7CB8-A03D-1B0AE485B3E2}"/>
              </a:ext>
            </a:extLst>
          </p:cNvPr>
          <p:cNvCxnSpPr>
            <a:cxnSpLocks/>
          </p:cNvCxnSpPr>
          <p:nvPr/>
        </p:nvCxnSpPr>
        <p:spPr>
          <a:xfrm flipV="1">
            <a:off x="7323138" y="1433599"/>
            <a:ext cx="0" cy="138580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20DC0819-460B-5E55-79F0-E7F3A9B4B06D}"/>
              </a:ext>
            </a:extLst>
          </p:cNvPr>
          <p:cNvSpPr txBox="1"/>
          <p:nvPr/>
        </p:nvSpPr>
        <p:spPr>
          <a:xfrm>
            <a:off x="-2514282" y="3926971"/>
            <a:ext cx="8214360" cy="6652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head</a:t>
            </a:r>
            <a:endParaRPr lang="en-US" sz="24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head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5301D10-167D-D6B1-5CAE-EF052912259A}"/>
              </a:ext>
            </a:extLst>
          </p:cNvPr>
          <p:cNvCxnSpPr>
            <a:cxnSpLocks/>
          </p:cNvCxnSpPr>
          <p:nvPr/>
        </p:nvCxnSpPr>
        <p:spPr>
          <a:xfrm>
            <a:off x="-2361236" y="3573256"/>
            <a:ext cx="16412516" cy="121936"/>
          </a:xfrm>
          <a:prstGeom prst="line">
            <a:avLst/>
          </a:prstGeom>
          <a:ln>
            <a:solidFill>
              <a:schemeClr val="bg2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95988E8-F511-71B6-D5B6-077DC4D858B1}"/>
              </a:ext>
            </a:extLst>
          </p:cNvPr>
          <p:cNvCxnSpPr/>
          <p:nvPr/>
        </p:nvCxnSpPr>
        <p:spPr>
          <a:xfrm>
            <a:off x="12923797" y="2403914"/>
            <a:ext cx="0" cy="624840"/>
          </a:xfrm>
          <a:prstGeom prst="line">
            <a:avLst/>
          </a:prstGeom>
          <a:ln w="38100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B956557E-21B1-4FB1-B97E-25C867A5D335}"/>
              </a:ext>
            </a:extLst>
          </p:cNvPr>
          <p:cNvCxnSpPr/>
          <p:nvPr/>
        </p:nvCxnSpPr>
        <p:spPr>
          <a:xfrm>
            <a:off x="6806194" y="48671"/>
            <a:ext cx="0" cy="624840"/>
          </a:xfrm>
          <a:prstGeom prst="line">
            <a:avLst/>
          </a:prstGeom>
          <a:ln w="38100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F6C2F004-C199-414A-979E-29825F1E773C}"/>
              </a:ext>
            </a:extLst>
          </p:cNvPr>
          <p:cNvSpPr txBox="1"/>
          <p:nvPr/>
        </p:nvSpPr>
        <p:spPr>
          <a:xfrm>
            <a:off x="6375928" y="-259193"/>
            <a:ext cx="947210" cy="30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A443090-FDFA-09C9-74C0-EDDF42D8582E}"/>
              </a:ext>
            </a:extLst>
          </p:cNvPr>
          <p:cNvSpPr txBox="1"/>
          <p:nvPr/>
        </p:nvSpPr>
        <p:spPr>
          <a:xfrm>
            <a:off x="12584235" y="2082861"/>
            <a:ext cx="1151466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3CBD776-3C14-FA42-E873-9AF5C9B53EB2}"/>
              </a:ext>
            </a:extLst>
          </p:cNvPr>
          <p:cNvSpPr txBox="1"/>
          <p:nvPr/>
        </p:nvSpPr>
        <p:spPr>
          <a:xfrm>
            <a:off x="-2834322" y="5072447"/>
            <a:ext cx="8290560" cy="1383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endParaRPr lang="en-US" sz="24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</a:b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BD90BF2-EA8E-A9BB-4621-DDAE63FA0881}"/>
              </a:ext>
            </a:extLst>
          </p:cNvPr>
          <p:cNvCxnSpPr>
            <a:cxnSpLocks/>
          </p:cNvCxnSpPr>
          <p:nvPr/>
        </p:nvCxnSpPr>
        <p:spPr>
          <a:xfrm>
            <a:off x="12192000" y="3100832"/>
            <a:ext cx="716557" cy="0"/>
          </a:xfrm>
          <a:prstGeom prst="line">
            <a:avLst/>
          </a:prstGeom>
          <a:ln w="38100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94164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882860-489C-D53B-D420-B563CF8750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10FB0BE-C1F4-0069-0FCB-D06BFC412F5D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43E65AD-41E3-6C8D-D2B5-8FC31E040865}"/>
              </a:ext>
            </a:extLst>
          </p:cNvPr>
          <p:cNvSpPr/>
          <p:nvPr/>
        </p:nvSpPr>
        <p:spPr>
          <a:xfrm>
            <a:off x="5894851" y="751215"/>
            <a:ext cx="1814897" cy="759773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C270D8A-66EA-491B-07B2-32EEB7C0A704}"/>
              </a:ext>
            </a:extLst>
          </p:cNvPr>
          <p:cNvGraphicFramePr>
            <a:graphicFrameLocks noGrp="1"/>
          </p:cNvGraphicFramePr>
          <p:nvPr/>
        </p:nvGraphicFramePr>
        <p:xfrm>
          <a:off x="-497682" y="835615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F7398F9-FF34-C131-9FC8-96A98245C7E0}"/>
              </a:ext>
            </a:extLst>
          </p:cNvPr>
          <p:cNvGraphicFramePr>
            <a:graphicFrameLocks noGrp="1"/>
          </p:cNvGraphicFramePr>
          <p:nvPr/>
        </p:nvGraphicFramePr>
        <p:xfrm>
          <a:off x="1681638" y="84882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DF467B6-7193-FC25-C132-F90199B06DD1}"/>
              </a:ext>
            </a:extLst>
          </p:cNvPr>
          <p:cNvGraphicFramePr>
            <a:graphicFrameLocks noGrp="1"/>
          </p:cNvGraphicFramePr>
          <p:nvPr/>
        </p:nvGraphicFramePr>
        <p:xfrm>
          <a:off x="3860958" y="83561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A09834D-8DED-8737-B2F4-DD69B27CEF2E}"/>
              </a:ext>
            </a:extLst>
          </p:cNvPr>
          <p:cNvGraphicFramePr>
            <a:graphicFrameLocks noGrp="1"/>
          </p:cNvGraphicFramePr>
          <p:nvPr/>
        </p:nvGraphicFramePr>
        <p:xfrm>
          <a:off x="6040278" y="835613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17AF435-F537-E96F-CAA7-64CF7B1C96B6}"/>
              </a:ext>
            </a:extLst>
          </p:cNvPr>
          <p:cNvGraphicFramePr>
            <a:graphicFrameLocks noGrp="1"/>
          </p:cNvGraphicFramePr>
          <p:nvPr/>
        </p:nvGraphicFramePr>
        <p:xfrm>
          <a:off x="8219598" y="835612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BCD8326-AE5B-C631-52B8-CCD068814204}"/>
              </a:ext>
            </a:extLst>
          </p:cNvPr>
          <p:cNvCxnSpPr/>
          <p:nvPr/>
        </p:nvCxnSpPr>
        <p:spPr>
          <a:xfrm>
            <a:off x="769938" y="121741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87C263D-4778-69C6-38C2-26BF74614607}"/>
              </a:ext>
            </a:extLst>
          </p:cNvPr>
          <p:cNvCxnSpPr>
            <a:cxnSpLocks/>
          </p:cNvCxnSpPr>
          <p:nvPr/>
        </p:nvCxnSpPr>
        <p:spPr>
          <a:xfrm>
            <a:off x="2951958" y="1232651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5937145-B0C5-AED9-D2EA-80741E70E961}"/>
              </a:ext>
            </a:extLst>
          </p:cNvPr>
          <p:cNvCxnSpPr/>
          <p:nvPr/>
        </p:nvCxnSpPr>
        <p:spPr>
          <a:xfrm>
            <a:off x="5159058" y="121741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7BB3DD3-B122-6D29-7535-97F4305A4830}"/>
              </a:ext>
            </a:extLst>
          </p:cNvPr>
          <p:cNvCxnSpPr/>
          <p:nvPr/>
        </p:nvCxnSpPr>
        <p:spPr>
          <a:xfrm>
            <a:off x="7323138" y="123265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59199E19-063D-DA83-D426-47E8D6AFD220}"/>
              </a:ext>
            </a:extLst>
          </p:cNvPr>
          <p:cNvSpPr txBox="1"/>
          <p:nvPr/>
        </p:nvSpPr>
        <p:spPr>
          <a:xfrm>
            <a:off x="-247865" y="289550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73A368BD-4CB1-918C-8E87-BF40B5740E77}"/>
              </a:ext>
            </a:extLst>
          </p:cNvPr>
          <p:cNvGraphicFramePr>
            <a:graphicFrameLocks noGrp="1"/>
          </p:cNvGraphicFramePr>
          <p:nvPr/>
        </p:nvGraphicFramePr>
        <p:xfrm>
          <a:off x="10398918" y="838439"/>
          <a:ext cx="15527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38992">
                <a:tc>
                  <a:txBody>
                    <a:bodyPr/>
                    <a:lstStyle/>
                    <a:p>
                      <a:r>
                        <a:rPr lang="en-IN" sz="3200" dirty="0"/>
                        <a:t>   6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3A03C1B-EB79-92A0-8EDA-953B810F0D45}"/>
              </a:ext>
            </a:extLst>
          </p:cNvPr>
          <p:cNvCxnSpPr>
            <a:cxnSpLocks/>
          </p:cNvCxnSpPr>
          <p:nvPr/>
        </p:nvCxnSpPr>
        <p:spPr>
          <a:xfrm>
            <a:off x="9520591" y="1232892"/>
            <a:ext cx="1086449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4AA249C4-821B-0395-3EA9-34EC29723590}"/>
              </a:ext>
            </a:extLst>
          </p:cNvPr>
          <p:cNvGraphicFramePr>
            <a:graphicFrameLocks noGrp="1"/>
          </p:cNvGraphicFramePr>
          <p:nvPr/>
        </p:nvGraphicFramePr>
        <p:xfrm>
          <a:off x="10398918" y="2701036"/>
          <a:ext cx="15527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38992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6D0F031-4A33-E18F-F081-F4B16B897D8B}"/>
              </a:ext>
            </a:extLst>
          </p:cNvPr>
          <p:cNvCxnSpPr>
            <a:cxnSpLocks/>
          </p:cNvCxnSpPr>
          <p:nvPr/>
        </p:nvCxnSpPr>
        <p:spPr>
          <a:xfrm>
            <a:off x="11574979" y="1293611"/>
            <a:ext cx="0" cy="1696985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AD2D9C3E-A33E-7D43-E11F-7B23B66CE894}"/>
              </a:ext>
            </a:extLst>
          </p:cNvPr>
          <p:cNvGraphicFramePr>
            <a:graphicFrameLocks noGrp="1"/>
          </p:cNvGraphicFramePr>
          <p:nvPr/>
        </p:nvGraphicFramePr>
        <p:xfrm>
          <a:off x="6156960" y="268579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8788C19-8D0E-09BE-4534-6BC03FE3DC7C}"/>
              </a:ext>
            </a:extLst>
          </p:cNvPr>
          <p:cNvCxnSpPr>
            <a:cxnSpLocks/>
          </p:cNvCxnSpPr>
          <p:nvPr/>
        </p:nvCxnSpPr>
        <p:spPr>
          <a:xfrm flipH="1">
            <a:off x="7508345" y="3100832"/>
            <a:ext cx="3024787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5AD14251-EAFB-8CA0-F408-934C4F98D678}"/>
              </a:ext>
            </a:extLst>
          </p:cNvPr>
          <p:cNvCxnSpPr>
            <a:cxnSpLocks/>
          </p:cNvCxnSpPr>
          <p:nvPr/>
        </p:nvCxnSpPr>
        <p:spPr>
          <a:xfrm flipV="1">
            <a:off x="7323138" y="1433599"/>
            <a:ext cx="0" cy="138580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5AB0F1EE-9378-A0A3-BEA7-4D42DF546F43}"/>
              </a:ext>
            </a:extLst>
          </p:cNvPr>
          <p:cNvSpPr txBox="1"/>
          <p:nvPr/>
        </p:nvSpPr>
        <p:spPr>
          <a:xfrm>
            <a:off x="-2514282" y="3926971"/>
            <a:ext cx="8214360" cy="6652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head</a:t>
            </a:r>
            <a:endParaRPr lang="en-US" sz="24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head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1F2DFE2-114A-9086-809A-92E4A85F2469}"/>
              </a:ext>
            </a:extLst>
          </p:cNvPr>
          <p:cNvCxnSpPr>
            <a:cxnSpLocks/>
          </p:cNvCxnSpPr>
          <p:nvPr/>
        </p:nvCxnSpPr>
        <p:spPr>
          <a:xfrm>
            <a:off x="-2361236" y="3573256"/>
            <a:ext cx="16412516" cy="121936"/>
          </a:xfrm>
          <a:prstGeom prst="line">
            <a:avLst/>
          </a:prstGeom>
          <a:ln>
            <a:solidFill>
              <a:schemeClr val="bg2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603DD3E-C95F-CF5D-1304-577996E9404A}"/>
              </a:ext>
            </a:extLst>
          </p:cNvPr>
          <p:cNvCxnSpPr/>
          <p:nvPr/>
        </p:nvCxnSpPr>
        <p:spPr>
          <a:xfrm>
            <a:off x="12923797" y="2403914"/>
            <a:ext cx="0" cy="624840"/>
          </a:xfrm>
          <a:prstGeom prst="line">
            <a:avLst/>
          </a:prstGeom>
          <a:ln w="38100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4BC4879-BB11-8392-6CB7-09856AE837C3}"/>
              </a:ext>
            </a:extLst>
          </p:cNvPr>
          <p:cNvCxnSpPr/>
          <p:nvPr/>
        </p:nvCxnSpPr>
        <p:spPr>
          <a:xfrm>
            <a:off x="9003647" y="107926"/>
            <a:ext cx="0" cy="624840"/>
          </a:xfrm>
          <a:prstGeom prst="line">
            <a:avLst/>
          </a:prstGeom>
          <a:ln w="38100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CD372D40-7E33-2B09-7227-9B76F6A952E8}"/>
              </a:ext>
            </a:extLst>
          </p:cNvPr>
          <p:cNvSpPr txBox="1"/>
          <p:nvPr/>
        </p:nvSpPr>
        <p:spPr>
          <a:xfrm>
            <a:off x="8573381" y="-199938"/>
            <a:ext cx="947210" cy="30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6FA5907-91DA-6E88-0005-103BEE39F38A}"/>
              </a:ext>
            </a:extLst>
          </p:cNvPr>
          <p:cNvSpPr txBox="1"/>
          <p:nvPr/>
        </p:nvSpPr>
        <p:spPr>
          <a:xfrm>
            <a:off x="12584235" y="2082861"/>
            <a:ext cx="1151466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88084AD-C65E-5F05-2CA2-03CCD9F0D646}"/>
              </a:ext>
            </a:extLst>
          </p:cNvPr>
          <p:cNvSpPr txBox="1"/>
          <p:nvPr/>
        </p:nvSpPr>
        <p:spPr>
          <a:xfrm>
            <a:off x="-2834322" y="5072447"/>
            <a:ext cx="8290560" cy="1383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endParaRPr lang="en-US" sz="24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</a:b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B53392C-4796-F5CC-C061-A550032A36A1}"/>
              </a:ext>
            </a:extLst>
          </p:cNvPr>
          <p:cNvCxnSpPr>
            <a:cxnSpLocks/>
          </p:cNvCxnSpPr>
          <p:nvPr/>
        </p:nvCxnSpPr>
        <p:spPr>
          <a:xfrm>
            <a:off x="12192000" y="3100832"/>
            <a:ext cx="716557" cy="0"/>
          </a:xfrm>
          <a:prstGeom prst="line">
            <a:avLst/>
          </a:prstGeom>
          <a:ln w="38100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19821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AFB34E-AEFF-342F-FB74-09B5A4ECB4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60D40FB-6ACC-D9DD-8827-6A494D515260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45DD275-F556-E3A9-9C61-729F0A13FCC9}"/>
              </a:ext>
            </a:extLst>
          </p:cNvPr>
          <p:cNvSpPr/>
          <p:nvPr/>
        </p:nvSpPr>
        <p:spPr>
          <a:xfrm>
            <a:off x="5894851" y="751215"/>
            <a:ext cx="1814897" cy="759773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AB662CA7-E5F4-2181-B337-40AA928F8896}"/>
              </a:ext>
            </a:extLst>
          </p:cNvPr>
          <p:cNvGraphicFramePr>
            <a:graphicFrameLocks noGrp="1"/>
          </p:cNvGraphicFramePr>
          <p:nvPr/>
        </p:nvGraphicFramePr>
        <p:xfrm>
          <a:off x="-497682" y="835615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2057A66-82E0-6227-7091-E6090C43B741}"/>
              </a:ext>
            </a:extLst>
          </p:cNvPr>
          <p:cNvGraphicFramePr>
            <a:graphicFrameLocks noGrp="1"/>
          </p:cNvGraphicFramePr>
          <p:nvPr/>
        </p:nvGraphicFramePr>
        <p:xfrm>
          <a:off x="1681638" y="84882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E4ACD36-B16F-1082-223C-B857D2F44966}"/>
              </a:ext>
            </a:extLst>
          </p:cNvPr>
          <p:cNvGraphicFramePr>
            <a:graphicFrameLocks noGrp="1"/>
          </p:cNvGraphicFramePr>
          <p:nvPr/>
        </p:nvGraphicFramePr>
        <p:xfrm>
          <a:off x="3860958" y="83561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1B13C50-6689-465A-7227-80D7C344F389}"/>
              </a:ext>
            </a:extLst>
          </p:cNvPr>
          <p:cNvGraphicFramePr>
            <a:graphicFrameLocks noGrp="1"/>
          </p:cNvGraphicFramePr>
          <p:nvPr/>
        </p:nvGraphicFramePr>
        <p:xfrm>
          <a:off x="6040278" y="835613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5E8BA7A-8B06-44D2-059A-7CF318E87362}"/>
              </a:ext>
            </a:extLst>
          </p:cNvPr>
          <p:cNvGraphicFramePr>
            <a:graphicFrameLocks noGrp="1"/>
          </p:cNvGraphicFramePr>
          <p:nvPr/>
        </p:nvGraphicFramePr>
        <p:xfrm>
          <a:off x="8219598" y="835612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A3AD776-4976-DC84-B98A-5E6E07ECFC49}"/>
              </a:ext>
            </a:extLst>
          </p:cNvPr>
          <p:cNvCxnSpPr/>
          <p:nvPr/>
        </p:nvCxnSpPr>
        <p:spPr>
          <a:xfrm>
            <a:off x="769938" y="121741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DE1DD99-0852-8C2F-0CA9-53F55708F2FE}"/>
              </a:ext>
            </a:extLst>
          </p:cNvPr>
          <p:cNvCxnSpPr>
            <a:cxnSpLocks/>
          </p:cNvCxnSpPr>
          <p:nvPr/>
        </p:nvCxnSpPr>
        <p:spPr>
          <a:xfrm>
            <a:off x="2951958" y="1232651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74F35C7-1AD5-48ED-C6C9-B6996D4D02DC}"/>
              </a:ext>
            </a:extLst>
          </p:cNvPr>
          <p:cNvCxnSpPr/>
          <p:nvPr/>
        </p:nvCxnSpPr>
        <p:spPr>
          <a:xfrm>
            <a:off x="5159058" y="121741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2C1B502-FF58-5AA2-6874-D76B78436AB9}"/>
              </a:ext>
            </a:extLst>
          </p:cNvPr>
          <p:cNvCxnSpPr/>
          <p:nvPr/>
        </p:nvCxnSpPr>
        <p:spPr>
          <a:xfrm>
            <a:off x="7323138" y="123265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668E55C5-E5BD-52B6-291F-2756FFC26CF0}"/>
              </a:ext>
            </a:extLst>
          </p:cNvPr>
          <p:cNvSpPr txBox="1"/>
          <p:nvPr/>
        </p:nvSpPr>
        <p:spPr>
          <a:xfrm>
            <a:off x="-247865" y="289550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490245C2-8280-5E28-0298-AE143A62CC78}"/>
              </a:ext>
            </a:extLst>
          </p:cNvPr>
          <p:cNvGraphicFramePr>
            <a:graphicFrameLocks noGrp="1"/>
          </p:cNvGraphicFramePr>
          <p:nvPr/>
        </p:nvGraphicFramePr>
        <p:xfrm>
          <a:off x="10398918" y="838439"/>
          <a:ext cx="15527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38992">
                <a:tc>
                  <a:txBody>
                    <a:bodyPr/>
                    <a:lstStyle/>
                    <a:p>
                      <a:r>
                        <a:rPr lang="en-IN" sz="3200" dirty="0"/>
                        <a:t>   6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A25D6A3-A829-FFFC-6642-F9D197059150}"/>
              </a:ext>
            </a:extLst>
          </p:cNvPr>
          <p:cNvCxnSpPr>
            <a:cxnSpLocks/>
          </p:cNvCxnSpPr>
          <p:nvPr/>
        </p:nvCxnSpPr>
        <p:spPr>
          <a:xfrm>
            <a:off x="9520591" y="1232892"/>
            <a:ext cx="1086449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748E9560-B1E7-A7D2-2C42-7E757844B738}"/>
              </a:ext>
            </a:extLst>
          </p:cNvPr>
          <p:cNvGraphicFramePr>
            <a:graphicFrameLocks noGrp="1"/>
          </p:cNvGraphicFramePr>
          <p:nvPr/>
        </p:nvGraphicFramePr>
        <p:xfrm>
          <a:off x="10398918" y="2701036"/>
          <a:ext cx="15527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38992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C483D30-FAFD-C230-C2DB-6EE649F449BA}"/>
              </a:ext>
            </a:extLst>
          </p:cNvPr>
          <p:cNvCxnSpPr>
            <a:cxnSpLocks/>
          </p:cNvCxnSpPr>
          <p:nvPr/>
        </p:nvCxnSpPr>
        <p:spPr>
          <a:xfrm>
            <a:off x="11574979" y="1293611"/>
            <a:ext cx="0" cy="1696985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3AD3D43A-45FD-6AB8-550D-A07E3285ABC4}"/>
              </a:ext>
            </a:extLst>
          </p:cNvPr>
          <p:cNvGraphicFramePr>
            <a:graphicFrameLocks noGrp="1"/>
          </p:cNvGraphicFramePr>
          <p:nvPr/>
        </p:nvGraphicFramePr>
        <p:xfrm>
          <a:off x="6156960" y="268579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D2E3C07-051F-657C-05CB-77B748372CF4}"/>
              </a:ext>
            </a:extLst>
          </p:cNvPr>
          <p:cNvCxnSpPr>
            <a:cxnSpLocks/>
          </p:cNvCxnSpPr>
          <p:nvPr/>
        </p:nvCxnSpPr>
        <p:spPr>
          <a:xfrm flipH="1">
            <a:off x="7508345" y="3100832"/>
            <a:ext cx="3024787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F2862AC7-73DF-9EE2-E65A-B4363914A881}"/>
              </a:ext>
            </a:extLst>
          </p:cNvPr>
          <p:cNvCxnSpPr>
            <a:cxnSpLocks/>
          </p:cNvCxnSpPr>
          <p:nvPr/>
        </p:nvCxnSpPr>
        <p:spPr>
          <a:xfrm flipV="1">
            <a:off x="7323138" y="1433599"/>
            <a:ext cx="0" cy="138580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18D89AB5-CDAB-7F03-4C86-7A15ED307466}"/>
              </a:ext>
            </a:extLst>
          </p:cNvPr>
          <p:cNvSpPr txBox="1"/>
          <p:nvPr/>
        </p:nvSpPr>
        <p:spPr>
          <a:xfrm>
            <a:off x="-2514282" y="3926971"/>
            <a:ext cx="8214360" cy="6652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head</a:t>
            </a:r>
            <a:endParaRPr lang="en-US" sz="24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head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55E4752-EDBD-B677-A957-03B424F31621}"/>
              </a:ext>
            </a:extLst>
          </p:cNvPr>
          <p:cNvCxnSpPr>
            <a:cxnSpLocks/>
          </p:cNvCxnSpPr>
          <p:nvPr/>
        </p:nvCxnSpPr>
        <p:spPr>
          <a:xfrm>
            <a:off x="-2361236" y="3573256"/>
            <a:ext cx="16412516" cy="121936"/>
          </a:xfrm>
          <a:prstGeom prst="line">
            <a:avLst/>
          </a:prstGeom>
          <a:ln>
            <a:solidFill>
              <a:schemeClr val="bg2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383B3E3-2882-A08A-AEB8-AA1E3FAF53BF}"/>
              </a:ext>
            </a:extLst>
          </p:cNvPr>
          <p:cNvCxnSpPr/>
          <p:nvPr/>
        </p:nvCxnSpPr>
        <p:spPr>
          <a:xfrm>
            <a:off x="6781162" y="-7024"/>
            <a:ext cx="0" cy="624840"/>
          </a:xfrm>
          <a:prstGeom prst="line">
            <a:avLst/>
          </a:prstGeom>
          <a:ln w="38100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F4AB02CE-1A73-03F3-3B54-119262E01307}"/>
              </a:ext>
            </a:extLst>
          </p:cNvPr>
          <p:cNvCxnSpPr/>
          <p:nvPr/>
        </p:nvCxnSpPr>
        <p:spPr>
          <a:xfrm>
            <a:off x="9003647" y="107926"/>
            <a:ext cx="0" cy="624840"/>
          </a:xfrm>
          <a:prstGeom prst="line">
            <a:avLst/>
          </a:prstGeom>
          <a:ln w="38100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B3B46910-773D-B78C-39BB-C2BF478B5B1A}"/>
              </a:ext>
            </a:extLst>
          </p:cNvPr>
          <p:cNvSpPr txBox="1"/>
          <p:nvPr/>
        </p:nvSpPr>
        <p:spPr>
          <a:xfrm>
            <a:off x="8573381" y="-199938"/>
            <a:ext cx="947210" cy="30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C663135-573E-CF5A-412F-EBD2D08E5334}"/>
              </a:ext>
            </a:extLst>
          </p:cNvPr>
          <p:cNvSpPr txBox="1"/>
          <p:nvPr/>
        </p:nvSpPr>
        <p:spPr>
          <a:xfrm>
            <a:off x="6441600" y="-328077"/>
            <a:ext cx="1151466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728A382-6FFE-5B4C-180E-B7EE6BB2C200}"/>
              </a:ext>
            </a:extLst>
          </p:cNvPr>
          <p:cNvSpPr txBox="1"/>
          <p:nvPr/>
        </p:nvSpPr>
        <p:spPr>
          <a:xfrm>
            <a:off x="-2834322" y="5072447"/>
            <a:ext cx="8290560" cy="1383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endParaRPr lang="en-US" sz="24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</a:b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15550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B6373B-CEFA-DB0B-80CA-AA78AF0ED4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3341BF-A21E-61B1-335D-38C11B2C7601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761244A-75A7-A71E-0077-424BF83E3A8A}"/>
              </a:ext>
            </a:extLst>
          </p:cNvPr>
          <p:cNvSpPr/>
          <p:nvPr/>
        </p:nvSpPr>
        <p:spPr>
          <a:xfrm>
            <a:off x="5894851" y="751215"/>
            <a:ext cx="1814897" cy="759773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851C4A8-B8FC-62F1-9C2C-7B57DB2FFEE0}"/>
              </a:ext>
            </a:extLst>
          </p:cNvPr>
          <p:cNvGraphicFramePr>
            <a:graphicFrameLocks noGrp="1"/>
          </p:cNvGraphicFramePr>
          <p:nvPr/>
        </p:nvGraphicFramePr>
        <p:xfrm>
          <a:off x="-497682" y="835615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C064AC1-7718-582A-D37D-1D0C347F7E60}"/>
              </a:ext>
            </a:extLst>
          </p:cNvPr>
          <p:cNvGraphicFramePr>
            <a:graphicFrameLocks noGrp="1"/>
          </p:cNvGraphicFramePr>
          <p:nvPr/>
        </p:nvGraphicFramePr>
        <p:xfrm>
          <a:off x="1681638" y="84882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5CAA4E5-E106-020D-33E1-4ED33A270670}"/>
              </a:ext>
            </a:extLst>
          </p:cNvPr>
          <p:cNvGraphicFramePr>
            <a:graphicFrameLocks noGrp="1"/>
          </p:cNvGraphicFramePr>
          <p:nvPr/>
        </p:nvGraphicFramePr>
        <p:xfrm>
          <a:off x="3860958" y="83561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91FE151-FCC9-7343-2A3A-9B8071DDD889}"/>
              </a:ext>
            </a:extLst>
          </p:cNvPr>
          <p:cNvGraphicFramePr>
            <a:graphicFrameLocks noGrp="1"/>
          </p:cNvGraphicFramePr>
          <p:nvPr/>
        </p:nvGraphicFramePr>
        <p:xfrm>
          <a:off x="6040278" y="835613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4010614-666C-578A-8E9C-08DCD48FC677}"/>
              </a:ext>
            </a:extLst>
          </p:cNvPr>
          <p:cNvGraphicFramePr>
            <a:graphicFrameLocks noGrp="1"/>
          </p:cNvGraphicFramePr>
          <p:nvPr/>
        </p:nvGraphicFramePr>
        <p:xfrm>
          <a:off x="8219598" y="835612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A8DA97A-B8A0-9CE9-F549-AF73D40344B7}"/>
              </a:ext>
            </a:extLst>
          </p:cNvPr>
          <p:cNvCxnSpPr/>
          <p:nvPr/>
        </p:nvCxnSpPr>
        <p:spPr>
          <a:xfrm>
            <a:off x="769938" y="121741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D8177F9-4318-6307-A703-37791D2A6856}"/>
              </a:ext>
            </a:extLst>
          </p:cNvPr>
          <p:cNvCxnSpPr>
            <a:cxnSpLocks/>
          </p:cNvCxnSpPr>
          <p:nvPr/>
        </p:nvCxnSpPr>
        <p:spPr>
          <a:xfrm>
            <a:off x="2951958" y="1232651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DFDF95F-7CAC-BD9E-E440-AB958D89A575}"/>
              </a:ext>
            </a:extLst>
          </p:cNvPr>
          <p:cNvCxnSpPr/>
          <p:nvPr/>
        </p:nvCxnSpPr>
        <p:spPr>
          <a:xfrm>
            <a:off x="5159058" y="121741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F8D6C01-F486-A3BA-621C-C5DB97713DE1}"/>
              </a:ext>
            </a:extLst>
          </p:cNvPr>
          <p:cNvCxnSpPr/>
          <p:nvPr/>
        </p:nvCxnSpPr>
        <p:spPr>
          <a:xfrm>
            <a:off x="7323138" y="123265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86F0D82C-E9C1-5CC9-6C33-5B19264F2692}"/>
              </a:ext>
            </a:extLst>
          </p:cNvPr>
          <p:cNvSpPr txBox="1"/>
          <p:nvPr/>
        </p:nvSpPr>
        <p:spPr>
          <a:xfrm>
            <a:off x="-247865" y="289550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3A6E206C-450B-9008-BB40-1FC0A956D68E}"/>
              </a:ext>
            </a:extLst>
          </p:cNvPr>
          <p:cNvGraphicFramePr>
            <a:graphicFrameLocks noGrp="1"/>
          </p:cNvGraphicFramePr>
          <p:nvPr/>
        </p:nvGraphicFramePr>
        <p:xfrm>
          <a:off x="10398918" y="838439"/>
          <a:ext cx="15527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38992">
                <a:tc>
                  <a:txBody>
                    <a:bodyPr/>
                    <a:lstStyle/>
                    <a:p>
                      <a:r>
                        <a:rPr lang="en-IN" sz="3200" dirty="0"/>
                        <a:t>   6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98A9D45-6D51-516A-5DE8-293A1DD6FDA0}"/>
              </a:ext>
            </a:extLst>
          </p:cNvPr>
          <p:cNvCxnSpPr>
            <a:cxnSpLocks/>
          </p:cNvCxnSpPr>
          <p:nvPr/>
        </p:nvCxnSpPr>
        <p:spPr>
          <a:xfrm>
            <a:off x="9520591" y="1232892"/>
            <a:ext cx="1086449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4934E1A5-63A8-C940-AFAE-69B6FBB989E3}"/>
              </a:ext>
            </a:extLst>
          </p:cNvPr>
          <p:cNvGraphicFramePr>
            <a:graphicFrameLocks noGrp="1"/>
          </p:cNvGraphicFramePr>
          <p:nvPr/>
        </p:nvGraphicFramePr>
        <p:xfrm>
          <a:off x="10398918" y="2701036"/>
          <a:ext cx="15527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38992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781BEBE-53A2-FE72-D126-3940E52887DE}"/>
              </a:ext>
            </a:extLst>
          </p:cNvPr>
          <p:cNvCxnSpPr>
            <a:cxnSpLocks/>
          </p:cNvCxnSpPr>
          <p:nvPr/>
        </p:nvCxnSpPr>
        <p:spPr>
          <a:xfrm>
            <a:off x="11574979" y="1293611"/>
            <a:ext cx="0" cy="1696985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A97876C6-EA3C-391C-0F8F-A872D3D94CDD}"/>
              </a:ext>
            </a:extLst>
          </p:cNvPr>
          <p:cNvGraphicFramePr>
            <a:graphicFrameLocks noGrp="1"/>
          </p:cNvGraphicFramePr>
          <p:nvPr/>
        </p:nvGraphicFramePr>
        <p:xfrm>
          <a:off x="6156960" y="268579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E6C875F0-AABE-604D-DFBC-435DE736A27E}"/>
              </a:ext>
            </a:extLst>
          </p:cNvPr>
          <p:cNvCxnSpPr>
            <a:cxnSpLocks/>
          </p:cNvCxnSpPr>
          <p:nvPr/>
        </p:nvCxnSpPr>
        <p:spPr>
          <a:xfrm flipH="1">
            <a:off x="7508345" y="3100832"/>
            <a:ext cx="3024787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FBE4CE5E-A181-0081-52D5-3420ECC0B080}"/>
              </a:ext>
            </a:extLst>
          </p:cNvPr>
          <p:cNvCxnSpPr>
            <a:cxnSpLocks/>
          </p:cNvCxnSpPr>
          <p:nvPr/>
        </p:nvCxnSpPr>
        <p:spPr>
          <a:xfrm flipV="1">
            <a:off x="7323138" y="1433599"/>
            <a:ext cx="0" cy="138580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996992F7-C8D3-0203-87CC-C850A643CF3A}"/>
              </a:ext>
            </a:extLst>
          </p:cNvPr>
          <p:cNvSpPr txBox="1"/>
          <p:nvPr/>
        </p:nvSpPr>
        <p:spPr>
          <a:xfrm>
            <a:off x="-2514282" y="3926971"/>
            <a:ext cx="8214360" cy="6652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head</a:t>
            </a:r>
            <a:endParaRPr lang="en-US" sz="24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head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D2AF87F-1CCA-31CE-4202-EBE849BB3A98}"/>
              </a:ext>
            </a:extLst>
          </p:cNvPr>
          <p:cNvCxnSpPr>
            <a:cxnSpLocks/>
          </p:cNvCxnSpPr>
          <p:nvPr/>
        </p:nvCxnSpPr>
        <p:spPr>
          <a:xfrm>
            <a:off x="-2361236" y="3573256"/>
            <a:ext cx="16412516" cy="121936"/>
          </a:xfrm>
          <a:prstGeom prst="line">
            <a:avLst/>
          </a:prstGeom>
          <a:ln>
            <a:solidFill>
              <a:schemeClr val="bg2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1B8070E-32F0-9657-3335-2090AD331242}"/>
              </a:ext>
            </a:extLst>
          </p:cNvPr>
          <p:cNvCxnSpPr/>
          <p:nvPr/>
        </p:nvCxnSpPr>
        <p:spPr>
          <a:xfrm>
            <a:off x="6781162" y="-7024"/>
            <a:ext cx="0" cy="624840"/>
          </a:xfrm>
          <a:prstGeom prst="line">
            <a:avLst/>
          </a:prstGeom>
          <a:ln w="38100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1923DD59-E1DD-3700-888B-998C3322249F}"/>
              </a:ext>
            </a:extLst>
          </p:cNvPr>
          <p:cNvCxnSpPr/>
          <p:nvPr/>
        </p:nvCxnSpPr>
        <p:spPr>
          <a:xfrm>
            <a:off x="11675056" y="123309"/>
            <a:ext cx="0" cy="624840"/>
          </a:xfrm>
          <a:prstGeom prst="line">
            <a:avLst/>
          </a:prstGeom>
          <a:ln w="38100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118C7FC6-F443-1F80-DE98-7944D2BB1E69}"/>
              </a:ext>
            </a:extLst>
          </p:cNvPr>
          <p:cNvSpPr txBox="1"/>
          <p:nvPr/>
        </p:nvSpPr>
        <p:spPr>
          <a:xfrm>
            <a:off x="11244790" y="-184555"/>
            <a:ext cx="947210" cy="30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28C30ED-8512-1E0F-0930-251EF38A4DC3}"/>
              </a:ext>
            </a:extLst>
          </p:cNvPr>
          <p:cNvSpPr txBox="1"/>
          <p:nvPr/>
        </p:nvSpPr>
        <p:spPr>
          <a:xfrm>
            <a:off x="6441600" y="-328077"/>
            <a:ext cx="1151466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8AF0866-509D-028D-729F-1B4DBB711189}"/>
              </a:ext>
            </a:extLst>
          </p:cNvPr>
          <p:cNvSpPr txBox="1"/>
          <p:nvPr/>
        </p:nvSpPr>
        <p:spPr>
          <a:xfrm>
            <a:off x="-2834322" y="5072447"/>
            <a:ext cx="8290560" cy="1383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endParaRPr lang="en-US" sz="24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</a:b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5316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5ABFFB-6D03-1FD9-EA22-9951348CE4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BE1734F-5D76-9B4C-AF58-808FE420D3D2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3242321-194D-1BFB-4C32-263C50C14EF8}"/>
              </a:ext>
            </a:extLst>
          </p:cNvPr>
          <p:cNvSpPr/>
          <p:nvPr/>
        </p:nvSpPr>
        <p:spPr>
          <a:xfrm>
            <a:off x="5894851" y="751215"/>
            <a:ext cx="1814897" cy="759773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7C32B17D-BFD8-00C2-3E45-C8552F3A0457}"/>
              </a:ext>
            </a:extLst>
          </p:cNvPr>
          <p:cNvGraphicFramePr>
            <a:graphicFrameLocks noGrp="1"/>
          </p:cNvGraphicFramePr>
          <p:nvPr/>
        </p:nvGraphicFramePr>
        <p:xfrm>
          <a:off x="-497682" y="835615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EDBACAC-F373-235C-AE45-00474411867A}"/>
              </a:ext>
            </a:extLst>
          </p:cNvPr>
          <p:cNvGraphicFramePr>
            <a:graphicFrameLocks noGrp="1"/>
          </p:cNvGraphicFramePr>
          <p:nvPr/>
        </p:nvGraphicFramePr>
        <p:xfrm>
          <a:off x="1681638" y="84882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44963F6-9F47-FDF0-9770-5C2E1DCFDD5C}"/>
              </a:ext>
            </a:extLst>
          </p:cNvPr>
          <p:cNvGraphicFramePr>
            <a:graphicFrameLocks noGrp="1"/>
          </p:cNvGraphicFramePr>
          <p:nvPr/>
        </p:nvGraphicFramePr>
        <p:xfrm>
          <a:off x="3860958" y="83561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8BBE896-D3E9-FA12-4B8F-10898E2C55ED}"/>
              </a:ext>
            </a:extLst>
          </p:cNvPr>
          <p:cNvGraphicFramePr>
            <a:graphicFrameLocks noGrp="1"/>
          </p:cNvGraphicFramePr>
          <p:nvPr/>
        </p:nvGraphicFramePr>
        <p:xfrm>
          <a:off x="6040278" y="835613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19C73F6-8072-323C-C6F9-6087C52F0D75}"/>
              </a:ext>
            </a:extLst>
          </p:cNvPr>
          <p:cNvGraphicFramePr>
            <a:graphicFrameLocks noGrp="1"/>
          </p:cNvGraphicFramePr>
          <p:nvPr/>
        </p:nvGraphicFramePr>
        <p:xfrm>
          <a:off x="8219598" y="835612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D903649-96A3-49B8-E56C-A108773281D8}"/>
              </a:ext>
            </a:extLst>
          </p:cNvPr>
          <p:cNvCxnSpPr/>
          <p:nvPr/>
        </p:nvCxnSpPr>
        <p:spPr>
          <a:xfrm>
            <a:off x="769938" y="121741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7B02AE4-EDEC-2654-9DF6-16BD82852935}"/>
              </a:ext>
            </a:extLst>
          </p:cNvPr>
          <p:cNvCxnSpPr>
            <a:cxnSpLocks/>
          </p:cNvCxnSpPr>
          <p:nvPr/>
        </p:nvCxnSpPr>
        <p:spPr>
          <a:xfrm>
            <a:off x="2951958" y="1232651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EEAE2D9-972F-0969-2CFD-17F04F140FB3}"/>
              </a:ext>
            </a:extLst>
          </p:cNvPr>
          <p:cNvCxnSpPr/>
          <p:nvPr/>
        </p:nvCxnSpPr>
        <p:spPr>
          <a:xfrm>
            <a:off x="5159058" y="121741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0F09857-718E-D4DE-7B8D-3E5B33A9CD8A}"/>
              </a:ext>
            </a:extLst>
          </p:cNvPr>
          <p:cNvCxnSpPr/>
          <p:nvPr/>
        </p:nvCxnSpPr>
        <p:spPr>
          <a:xfrm>
            <a:off x="7323138" y="123265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96F4525E-7ABC-EF19-CBAC-D10AC598ABCB}"/>
              </a:ext>
            </a:extLst>
          </p:cNvPr>
          <p:cNvSpPr txBox="1"/>
          <p:nvPr/>
        </p:nvSpPr>
        <p:spPr>
          <a:xfrm>
            <a:off x="-247865" y="289550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EC51BC10-4455-E4FC-ECE1-D7F14EDDE343}"/>
              </a:ext>
            </a:extLst>
          </p:cNvPr>
          <p:cNvGraphicFramePr>
            <a:graphicFrameLocks noGrp="1"/>
          </p:cNvGraphicFramePr>
          <p:nvPr/>
        </p:nvGraphicFramePr>
        <p:xfrm>
          <a:off x="10398918" y="838439"/>
          <a:ext cx="15527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38992">
                <a:tc>
                  <a:txBody>
                    <a:bodyPr/>
                    <a:lstStyle/>
                    <a:p>
                      <a:r>
                        <a:rPr lang="en-IN" sz="3200" dirty="0"/>
                        <a:t>   6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626FB45-7F24-2F58-5460-964D13E5F3DE}"/>
              </a:ext>
            </a:extLst>
          </p:cNvPr>
          <p:cNvCxnSpPr>
            <a:cxnSpLocks/>
          </p:cNvCxnSpPr>
          <p:nvPr/>
        </p:nvCxnSpPr>
        <p:spPr>
          <a:xfrm>
            <a:off x="9520591" y="1232892"/>
            <a:ext cx="1086449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9990F90C-4BB1-BA6A-5E88-6D4C8646D7DF}"/>
              </a:ext>
            </a:extLst>
          </p:cNvPr>
          <p:cNvGraphicFramePr>
            <a:graphicFrameLocks noGrp="1"/>
          </p:cNvGraphicFramePr>
          <p:nvPr/>
        </p:nvGraphicFramePr>
        <p:xfrm>
          <a:off x="10398918" y="2701036"/>
          <a:ext cx="15527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38992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EEE6671-E54F-F607-11BC-B32EDAC3C97A}"/>
              </a:ext>
            </a:extLst>
          </p:cNvPr>
          <p:cNvCxnSpPr>
            <a:cxnSpLocks/>
          </p:cNvCxnSpPr>
          <p:nvPr/>
        </p:nvCxnSpPr>
        <p:spPr>
          <a:xfrm>
            <a:off x="11574979" y="1293611"/>
            <a:ext cx="0" cy="1696985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3F6386DF-2019-3A0E-7438-3F0DD43CA939}"/>
              </a:ext>
            </a:extLst>
          </p:cNvPr>
          <p:cNvGraphicFramePr>
            <a:graphicFrameLocks noGrp="1"/>
          </p:cNvGraphicFramePr>
          <p:nvPr/>
        </p:nvGraphicFramePr>
        <p:xfrm>
          <a:off x="6156960" y="268579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7D695ED-9584-A942-1E10-2A95F5BA9782}"/>
              </a:ext>
            </a:extLst>
          </p:cNvPr>
          <p:cNvCxnSpPr>
            <a:cxnSpLocks/>
          </p:cNvCxnSpPr>
          <p:nvPr/>
        </p:nvCxnSpPr>
        <p:spPr>
          <a:xfrm flipH="1">
            <a:off x="7508345" y="3100832"/>
            <a:ext cx="3024787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C4F3D884-957F-D5EC-8D6C-C89BE5AEAECE}"/>
              </a:ext>
            </a:extLst>
          </p:cNvPr>
          <p:cNvCxnSpPr>
            <a:cxnSpLocks/>
          </p:cNvCxnSpPr>
          <p:nvPr/>
        </p:nvCxnSpPr>
        <p:spPr>
          <a:xfrm flipV="1">
            <a:off x="7323138" y="1433599"/>
            <a:ext cx="0" cy="138580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269C7453-CB4C-D612-C9B9-0A74868CD035}"/>
              </a:ext>
            </a:extLst>
          </p:cNvPr>
          <p:cNvSpPr txBox="1"/>
          <p:nvPr/>
        </p:nvSpPr>
        <p:spPr>
          <a:xfrm>
            <a:off x="-2514282" y="3926971"/>
            <a:ext cx="8214360" cy="6652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head</a:t>
            </a:r>
            <a:endParaRPr lang="en-US" sz="24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head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D437B95-578A-79AC-5319-66958626696F}"/>
              </a:ext>
            </a:extLst>
          </p:cNvPr>
          <p:cNvCxnSpPr>
            <a:cxnSpLocks/>
          </p:cNvCxnSpPr>
          <p:nvPr/>
        </p:nvCxnSpPr>
        <p:spPr>
          <a:xfrm>
            <a:off x="-2361236" y="3573256"/>
            <a:ext cx="16412516" cy="121936"/>
          </a:xfrm>
          <a:prstGeom prst="line">
            <a:avLst/>
          </a:prstGeom>
          <a:ln>
            <a:solidFill>
              <a:schemeClr val="bg2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EA635F0-DDDC-3C60-60EB-4ACD50CABCCA}"/>
              </a:ext>
            </a:extLst>
          </p:cNvPr>
          <p:cNvCxnSpPr/>
          <p:nvPr/>
        </p:nvCxnSpPr>
        <p:spPr>
          <a:xfrm>
            <a:off x="10456064" y="80079"/>
            <a:ext cx="0" cy="624840"/>
          </a:xfrm>
          <a:prstGeom prst="line">
            <a:avLst/>
          </a:prstGeom>
          <a:ln w="38100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89C5EDB-6838-1778-61AA-A71D1E59EE92}"/>
              </a:ext>
            </a:extLst>
          </p:cNvPr>
          <p:cNvCxnSpPr/>
          <p:nvPr/>
        </p:nvCxnSpPr>
        <p:spPr>
          <a:xfrm>
            <a:off x="11675056" y="123309"/>
            <a:ext cx="0" cy="624840"/>
          </a:xfrm>
          <a:prstGeom prst="line">
            <a:avLst/>
          </a:prstGeom>
          <a:ln w="38100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1099186C-FB1D-5AE6-7624-14C4ADEC7EC4}"/>
              </a:ext>
            </a:extLst>
          </p:cNvPr>
          <p:cNvSpPr txBox="1"/>
          <p:nvPr/>
        </p:nvSpPr>
        <p:spPr>
          <a:xfrm>
            <a:off x="11244790" y="-184555"/>
            <a:ext cx="947210" cy="30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EE699AA-6EEF-45B5-912A-0345E82B0D3E}"/>
              </a:ext>
            </a:extLst>
          </p:cNvPr>
          <p:cNvSpPr txBox="1"/>
          <p:nvPr/>
        </p:nvSpPr>
        <p:spPr>
          <a:xfrm>
            <a:off x="10116502" y="-240974"/>
            <a:ext cx="1151466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A4AB5B3-B517-149D-94EC-EC0E49B39AE3}"/>
              </a:ext>
            </a:extLst>
          </p:cNvPr>
          <p:cNvSpPr txBox="1"/>
          <p:nvPr/>
        </p:nvSpPr>
        <p:spPr>
          <a:xfrm>
            <a:off x="-2834322" y="5072447"/>
            <a:ext cx="8290560" cy="1383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endParaRPr lang="en-US" sz="24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</a:b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98114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160A7C-854B-36E1-0365-70E7499C72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86858C2-CFBC-0F07-103F-8E35A5574A9E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CF09312-8D9D-97FD-547D-B2F408462986}"/>
              </a:ext>
            </a:extLst>
          </p:cNvPr>
          <p:cNvSpPr/>
          <p:nvPr/>
        </p:nvSpPr>
        <p:spPr>
          <a:xfrm>
            <a:off x="5894851" y="751215"/>
            <a:ext cx="1814897" cy="759773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3520B39D-DCBF-97E7-242C-E4E7CC532EB1}"/>
              </a:ext>
            </a:extLst>
          </p:cNvPr>
          <p:cNvGraphicFramePr>
            <a:graphicFrameLocks noGrp="1"/>
          </p:cNvGraphicFramePr>
          <p:nvPr/>
        </p:nvGraphicFramePr>
        <p:xfrm>
          <a:off x="-497682" y="835615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C79680B-14CD-ABA8-32AE-ABCBC625F32E}"/>
              </a:ext>
            </a:extLst>
          </p:cNvPr>
          <p:cNvGraphicFramePr>
            <a:graphicFrameLocks noGrp="1"/>
          </p:cNvGraphicFramePr>
          <p:nvPr/>
        </p:nvGraphicFramePr>
        <p:xfrm>
          <a:off x="1681638" y="84882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7F5FA54-C82C-22E7-A71F-42196EC8F395}"/>
              </a:ext>
            </a:extLst>
          </p:cNvPr>
          <p:cNvGraphicFramePr>
            <a:graphicFrameLocks noGrp="1"/>
          </p:cNvGraphicFramePr>
          <p:nvPr/>
        </p:nvGraphicFramePr>
        <p:xfrm>
          <a:off x="3860958" y="83561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1A91C56-3913-3F72-C22F-798B6EA19295}"/>
              </a:ext>
            </a:extLst>
          </p:cNvPr>
          <p:cNvGraphicFramePr>
            <a:graphicFrameLocks noGrp="1"/>
          </p:cNvGraphicFramePr>
          <p:nvPr/>
        </p:nvGraphicFramePr>
        <p:xfrm>
          <a:off x="6040278" y="835613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195C77F-5884-6107-74EF-4350B5BB6E81}"/>
              </a:ext>
            </a:extLst>
          </p:cNvPr>
          <p:cNvGraphicFramePr>
            <a:graphicFrameLocks noGrp="1"/>
          </p:cNvGraphicFramePr>
          <p:nvPr/>
        </p:nvGraphicFramePr>
        <p:xfrm>
          <a:off x="8219598" y="835612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CF4B57D-3FB6-FC5C-3457-4106A9FD9F99}"/>
              </a:ext>
            </a:extLst>
          </p:cNvPr>
          <p:cNvCxnSpPr/>
          <p:nvPr/>
        </p:nvCxnSpPr>
        <p:spPr>
          <a:xfrm>
            <a:off x="769938" y="121741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B47A9DC-F99B-6030-06D2-C997C81E926C}"/>
              </a:ext>
            </a:extLst>
          </p:cNvPr>
          <p:cNvCxnSpPr>
            <a:cxnSpLocks/>
          </p:cNvCxnSpPr>
          <p:nvPr/>
        </p:nvCxnSpPr>
        <p:spPr>
          <a:xfrm>
            <a:off x="2951958" y="1232651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2A527CE-F1ED-56B0-ED35-5E72C58503D9}"/>
              </a:ext>
            </a:extLst>
          </p:cNvPr>
          <p:cNvCxnSpPr/>
          <p:nvPr/>
        </p:nvCxnSpPr>
        <p:spPr>
          <a:xfrm>
            <a:off x="5159058" y="121741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948CBDD-6E05-5BC5-C6A9-5A518152BB4C}"/>
              </a:ext>
            </a:extLst>
          </p:cNvPr>
          <p:cNvCxnSpPr/>
          <p:nvPr/>
        </p:nvCxnSpPr>
        <p:spPr>
          <a:xfrm>
            <a:off x="7323138" y="123265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C7967B53-5F64-CDB2-E0A4-4614C2AF7BD9}"/>
              </a:ext>
            </a:extLst>
          </p:cNvPr>
          <p:cNvSpPr txBox="1"/>
          <p:nvPr/>
        </p:nvSpPr>
        <p:spPr>
          <a:xfrm>
            <a:off x="-247865" y="289550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F60C048D-CF7A-513A-DC8A-B6206832322A}"/>
              </a:ext>
            </a:extLst>
          </p:cNvPr>
          <p:cNvGraphicFramePr>
            <a:graphicFrameLocks noGrp="1"/>
          </p:cNvGraphicFramePr>
          <p:nvPr/>
        </p:nvGraphicFramePr>
        <p:xfrm>
          <a:off x="10398918" y="838439"/>
          <a:ext cx="15527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38992">
                <a:tc>
                  <a:txBody>
                    <a:bodyPr/>
                    <a:lstStyle/>
                    <a:p>
                      <a:r>
                        <a:rPr lang="en-IN" sz="3200" dirty="0"/>
                        <a:t>   6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3E31A1C-3E28-120F-B142-197FF13DB795}"/>
              </a:ext>
            </a:extLst>
          </p:cNvPr>
          <p:cNvCxnSpPr>
            <a:cxnSpLocks/>
          </p:cNvCxnSpPr>
          <p:nvPr/>
        </p:nvCxnSpPr>
        <p:spPr>
          <a:xfrm>
            <a:off x="9520591" y="1232892"/>
            <a:ext cx="1086449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B117F14F-A406-3486-5A35-9FD12316E416}"/>
              </a:ext>
            </a:extLst>
          </p:cNvPr>
          <p:cNvGraphicFramePr>
            <a:graphicFrameLocks noGrp="1"/>
          </p:cNvGraphicFramePr>
          <p:nvPr/>
        </p:nvGraphicFramePr>
        <p:xfrm>
          <a:off x="10398918" y="2701036"/>
          <a:ext cx="15527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38992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450569A-F4F8-233F-2CF7-E29BF206C860}"/>
              </a:ext>
            </a:extLst>
          </p:cNvPr>
          <p:cNvCxnSpPr>
            <a:cxnSpLocks/>
          </p:cNvCxnSpPr>
          <p:nvPr/>
        </p:nvCxnSpPr>
        <p:spPr>
          <a:xfrm>
            <a:off x="11574979" y="1293611"/>
            <a:ext cx="0" cy="1696985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570B6F4D-B97D-E179-6B35-1091DA10B857}"/>
              </a:ext>
            </a:extLst>
          </p:cNvPr>
          <p:cNvGraphicFramePr>
            <a:graphicFrameLocks noGrp="1"/>
          </p:cNvGraphicFramePr>
          <p:nvPr/>
        </p:nvGraphicFramePr>
        <p:xfrm>
          <a:off x="6156960" y="268579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CD45DFA-14A7-D33E-E944-B78646E89BDD}"/>
              </a:ext>
            </a:extLst>
          </p:cNvPr>
          <p:cNvCxnSpPr>
            <a:cxnSpLocks/>
          </p:cNvCxnSpPr>
          <p:nvPr/>
        </p:nvCxnSpPr>
        <p:spPr>
          <a:xfrm flipH="1">
            <a:off x="7508345" y="3100832"/>
            <a:ext cx="3024787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D5BD2119-97A0-1422-60CF-CCE633604FC2}"/>
              </a:ext>
            </a:extLst>
          </p:cNvPr>
          <p:cNvCxnSpPr>
            <a:cxnSpLocks/>
          </p:cNvCxnSpPr>
          <p:nvPr/>
        </p:nvCxnSpPr>
        <p:spPr>
          <a:xfrm flipV="1">
            <a:off x="7323138" y="1433599"/>
            <a:ext cx="0" cy="138580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3B7D5E63-22E6-5650-49D8-FF2D78932003}"/>
              </a:ext>
            </a:extLst>
          </p:cNvPr>
          <p:cNvSpPr txBox="1"/>
          <p:nvPr/>
        </p:nvSpPr>
        <p:spPr>
          <a:xfrm>
            <a:off x="-2514282" y="3926971"/>
            <a:ext cx="8214360" cy="6652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head</a:t>
            </a:r>
            <a:endParaRPr lang="en-US" sz="24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head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6626BCB-ECEA-C8CD-8C6B-2D5C938628ED}"/>
              </a:ext>
            </a:extLst>
          </p:cNvPr>
          <p:cNvCxnSpPr>
            <a:cxnSpLocks/>
          </p:cNvCxnSpPr>
          <p:nvPr/>
        </p:nvCxnSpPr>
        <p:spPr>
          <a:xfrm>
            <a:off x="-2361236" y="3573256"/>
            <a:ext cx="16412516" cy="121936"/>
          </a:xfrm>
          <a:prstGeom prst="line">
            <a:avLst/>
          </a:prstGeom>
          <a:ln>
            <a:solidFill>
              <a:schemeClr val="bg2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9BD9E5A-55FB-37DC-F518-3B44EFCB5324}"/>
              </a:ext>
            </a:extLst>
          </p:cNvPr>
          <p:cNvCxnSpPr/>
          <p:nvPr/>
        </p:nvCxnSpPr>
        <p:spPr>
          <a:xfrm>
            <a:off x="10456064" y="80079"/>
            <a:ext cx="0" cy="624840"/>
          </a:xfrm>
          <a:prstGeom prst="line">
            <a:avLst/>
          </a:prstGeom>
          <a:ln w="38100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E66DA6E-CF3F-6B40-10DC-9B09BC236FF2}"/>
              </a:ext>
            </a:extLst>
          </p:cNvPr>
          <p:cNvCxnSpPr/>
          <p:nvPr/>
        </p:nvCxnSpPr>
        <p:spPr>
          <a:xfrm>
            <a:off x="11675056" y="123309"/>
            <a:ext cx="0" cy="624840"/>
          </a:xfrm>
          <a:prstGeom prst="line">
            <a:avLst/>
          </a:prstGeom>
          <a:ln w="38100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6845E93A-A6E8-27C6-6B7B-718C2DD14F75}"/>
              </a:ext>
            </a:extLst>
          </p:cNvPr>
          <p:cNvSpPr txBox="1"/>
          <p:nvPr/>
        </p:nvSpPr>
        <p:spPr>
          <a:xfrm>
            <a:off x="11244790" y="-184555"/>
            <a:ext cx="947210" cy="30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E079D25-0D7C-A210-C83E-C5C89EECAA68}"/>
              </a:ext>
            </a:extLst>
          </p:cNvPr>
          <p:cNvSpPr txBox="1"/>
          <p:nvPr/>
        </p:nvSpPr>
        <p:spPr>
          <a:xfrm>
            <a:off x="10116502" y="-240974"/>
            <a:ext cx="1151466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AB01985-D5C1-4BC9-5C95-6A7B01DCBD96}"/>
              </a:ext>
            </a:extLst>
          </p:cNvPr>
          <p:cNvSpPr txBox="1"/>
          <p:nvPr/>
        </p:nvSpPr>
        <p:spPr>
          <a:xfrm>
            <a:off x="-2834322" y="5072447"/>
            <a:ext cx="8290560" cy="1383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endParaRPr lang="en-US" sz="24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</a:b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976CC98-23BB-4905-75A9-2E1B88B6D3BA}"/>
              </a:ext>
            </a:extLst>
          </p:cNvPr>
          <p:cNvSpPr txBox="1"/>
          <p:nvPr/>
        </p:nvSpPr>
        <p:spPr>
          <a:xfrm>
            <a:off x="-3036834" y="6593684"/>
            <a:ext cx="8450580" cy="8447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  </a:t>
            </a: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04217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DB2A6F-CD6B-F245-3CD4-64E37F1BAB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9B20D1-FE4D-1F61-2986-59FA0329E9DC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41CF0DC-95F1-9077-49A5-C591C05D93CB}"/>
              </a:ext>
            </a:extLst>
          </p:cNvPr>
          <p:cNvSpPr/>
          <p:nvPr/>
        </p:nvSpPr>
        <p:spPr>
          <a:xfrm>
            <a:off x="5894851" y="751215"/>
            <a:ext cx="1814897" cy="759773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B81335AC-22B7-5366-73C8-3911AC9980CB}"/>
              </a:ext>
            </a:extLst>
          </p:cNvPr>
          <p:cNvGraphicFramePr>
            <a:graphicFrameLocks noGrp="1"/>
          </p:cNvGraphicFramePr>
          <p:nvPr/>
        </p:nvGraphicFramePr>
        <p:xfrm>
          <a:off x="-497682" y="835615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3CEDCAF-754D-B63D-22BE-1C60C5C29601}"/>
              </a:ext>
            </a:extLst>
          </p:cNvPr>
          <p:cNvGraphicFramePr>
            <a:graphicFrameLocks noGrp="1"/>
          </p:cNvGraphicFramePr>
          <p:nvPr/>
        </p:nvGraphicFramePr>
        <p:xfrm>
          <a:off x="1681638" y="84882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2B46818-E5CD-E341-BAFA-7C6518EA9A05}"/>
              </a:ext>
            </a:extLst>
          </p:cNvPr>
          <p:cNvGraphicFramePr>
            <a:graphicFrameLocks noGrp="1"/>
          </p:cNvGraphicFramePr>
          <p:nvPr/>
        </p:nvGraphicFramePr>
        <p:xfrm>
          <a:off x="3860958" y="83561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2CCB047-8DC0-81A4-E1CB-7B880BD4A53C}"/>
              </a:ext>
            </a:extLst>
          </p:cNvPr>
          <p:cNvGraphicFramePr>
            <a:graphicFrameLocks noGrp="1"/>
          </p:cNvGraphicFramePr>
          <p:nvPr/>
        </p:nvGraphicFramePr>
        <p:xfrm>
          <a:off x="6040278" y="835613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8DA1ED8-F764-9330-C3AD-31E0E1ED39B0}"/>
              </a:ext>
            </a:extLst>
          </p:cNvPr>
          <p:cNvGraphicFramePr>
            <a:graphicFrameLocks noGrp="1"/>
          </p:cNvGraphicFramePr>
          <p:nvPr/>
        </p:nvGraphicFramePr>
        <p:xfrm>
          <a:off x="8219598" y="835612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B489320-78EC-8AED-9302-FD2BA4D2656E}"/>
              </a:ext>
            </a:extLst>
          </p:cNvPr>
          <p:cNvCxnSpPr/>
          <p:nvPr/>
        </p:nvCxnSpPr>
        <p:spPr>
          <a:xfrm>
            <a:off x="769938" y="121741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0C7E381-C71B-9494-B22F-9B260BF05549}"/>
              </a:ext>
            </a:extLst>
          </p:cNvPr>
          <p:cNvCxnSpPr>
            <a:cxnSpLocks/>
          </p:cNvCxnSpPr>
          <p:nvPr/>
        </p:nvCxnSpPr>
        <p:spPr>
          <a:xfrm>
            <a:off x="2951958" y="1232651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1C0A5F0-92E1-07C7-87A9-DAE4D7143388}"/>
              </a:ext>
            </a:extLst>
          </p:cNvPr>
          <p:cNvCxnSpPr/>
          <p:nvPr/>
        </p:nvCxnSpPr>
        <p:spPr>
          <a:xfrm>
            <a:off x="5159058" y="121741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C565841-4B8E-828A-3D45-FAE6C510DF25}"/>
              </a:ext>
            </a:extLst>
          </p:cNvPr>
          <p:cNvCxnSpPr/>
          <p:nvPr/>
        </p:nvCxnSpPr>
        <p:spPr>
          <a:xfrm>
            <a:off x="7323138" y="123265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9CBE5822-5CFE-3FAD-46A9-68CE27A4DF7F}"/>
              </a:ext>
            </a:extLst>
          </p:cNvPr>
          <p:cNvSpPr txBox="1"/>
          <p:nvPr/>
        </p:nvSpPr>
        <p:spPr>
          <a:xfrm>
            <a:off x="-247865" y="289550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654E69D8-08E8-BEC9-C662-F8F9F8F354E0}"/>
              </a:ext>
            </a:extLst>
          </p:cNvPr>
          <p:cNvGraphicFramePr>
            <a:graphicFrameLocks noGrp="1"/>
          </p:cNvGraphicFramePr>
          <p:nvPr/>
        </p:nvGraphicFramePr>
        <p:xfrm>
          <a:off x="10398918" y="838439"/>
          <a:ext cx="15527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38992">
                <a:tc>
                  <a:txBody>
                    <a:bodyPr/>
                    <a:lstStyle/>
                    <a:p>
                      <a:r>
                        <a:rPr lang="en-IN" sz="3200" dirty="0"/>
                        <a:t>   6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27850CC-A774-02EF-B871-E73A54B48F66}"/>
              </a:ext>
            </a:extLst>
          </p:cNvPr>
          <p:cNvCxnSpPr>
            <a:cxnSpLocks/>
          </p:cNvCxnSpPr>
          <p:nvPr/>
        </p:nvCxnSpPr>
        <p:spPr>
          <a:xfrm>
            <a:off x="9520591" y="1232892"/>
            <a:ext cx="1086449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9EEA106B-3FD6-342F-CE8C-35EB25EE5B44}"/>
              </a:ext>
            </a:extLst>
          </p:cNvPr>
          <p:cNvGraphicFramePr>
            <a:graphicFrameLocks noGrp="1"/>
          </p:cNvGraphicFramePr>
          <p:nvPr/>
        </p:nvGraphicFramePr>
        <p:xfrm>
          <a:off x="10398918" y="2701036"/>
          <a:ext cx="15527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38992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4871204-8B71-40AF-0B8E-886E27BA4B2E}"/>
              </a:ext>
            </a:extLst>
          </p:cNvPr>
          <p:cNvCxnSpPr>
            <a:cxnSpLocks/>
          </p:cNvCxnSpPr>
          <p:nvPr/>
        </p:nvCxnSpPr>
        <p:spPr>
          <a:xfrm>
            <a:off x="11574979" y="1293611"/>
            <a:ext cx="0" cy="1696985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9F2A27E1-FD98-8407-DB1E-4CDC18BCD231}"/>
              </a:ext>
            </a:extLst>
          </p:cNvPr>
          <p:cNvGraphicFramePr>
            <a:graphicFrameLocks noGrp="1"/>
          </p:cNvGraphicFramePr>
          <p:nvPr/>
        </p:nvGraphicFramePr>
        <p:xfrm>
          <a:off x="6156960" y="268579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2285CBB-04E4-9B79-81B3-C7DE6BFDABA6}"/>
              </a:ext>
            </a:extLst>
          </p:cNvPr>
          <p:cNvCxnSpPr>
            <a:cxnSpLocks/>
          </p:cNvCxnSpPr>
          <p:nvPr/>
        </p:nvCxnSpPr>
        <p:spPr>
          <a:xfrm flipH="1">
            <a:off x="7508345" y="3100832"/>
            <a:ext cx="3024787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5CF60C3A-D2FE-59AC-06C3-61C21D8F092A}"/>
              </a:ext>
            </a:extLst>
          </p:cNvPr>
          <p:cNvCxnSpPr>
            <a:cxnSpLocks/>
          </p:cNvCxnSpPr>
          <p:nvPr/>
        </p:nvCxnSpPr>
        <p:spPr>
          <a:xfrm flipV="1">
            <a:off x="7323138" y="1433599"/>
            <a:ext cx="0" cy="138580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F20CE3CD-486C-A791-1078-E4C5AFE823DC}"/>
              </a:ext>
            </a:extLst>
          </p:cNvPr>
          <p:cNvSpPr txBox="1"/>
          <p:nvPr/>
        </p:nvSpPr>
        <p:spPr>
          <a:xfrm>
            <a:off x="-2514282" y="3926971"/>
            <a:ext cx="8214360" cy="6652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head</a:t>
            </a:r>
            <a:endParaRPr lang="en-US" sz="24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head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625D342-55AC-CB7D-A45F-0289F71E6860}"/>
              </a:ext>
            </a:extLst>
          </p:cNvPr>
          <p:cNvCxnSpPr>
            <a:cxnSpLocks/>
          </p:cNvCxnSpPr>
          <p:nvPr/>
        </p:nvCxnSpPr>
        <p:spPr>
          <a:xfrm>
            <a:off x="-2361236" y="3573256"/>
            <a:ext cx="16412516" cy="121936"/>
          </a:xfrm>
          <a:prstGeom prst="line">
            <a:avLst/>
          </a:prstGeom>
          <a:ln>
            <a:solidFill>
              <a:schemeClr val="bg2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9649F03-5300-1B1D-32FC-092206FB5E68}"/>
              </a:ext>
            </a:extLst>
          </p:cNvPr>
          <p:cNvCxnSpPr/>
          <p:nvPr/>
        </p:nvCxnSpPr>
        <p:spPr>
          <a:xfrm>
            <a:off x="10456064" y="80079"/>
            <a:ext cx="0" cy="624840"/>
          </a:xfrm>
          <a:prstGeom prst="line">
            <a:avLst/>
          </a:prstGeom>
          <a:ln w="38100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73554B5-4FB7-A6D9-FF83-EB74495B1725}"/>
              </a:ext>
            </a:extLst>
          </p:cNvPr>
          <p:cNvCxnSpPr/>
          <p:nvPr/>
        </p:nvCxnSpPr>
        <p:spPr>
          <a:xfrm>
            <a:off x="11675056" y="123309"/>
            <a:ext cx="0" cy="624840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4C378378-5A77-22C5-C2D1-02EAD616DAF1}"/>
              </a:ext>
            </a:extLst>
          </p:cNvPr>
          <p:cNvSpPr txBox="1"/>
          <p:nvPr/>
        </p:nvSpPr>
        <p:spPr>
          <a:xfrm>
            <a:off x="11244790" y="-184555"/>
            <a:ext cx="947210" cy="30786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slow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2A8D5BE-7BB5-8C83-3E19-6B20F6970F96}"/>
              </a:ext>
            </a:extLst>
          </p:cNvPr>
          <p:cNvSpPr txBox="1"/>
          <p:nvPr/>
        </p:nvSpPr>
        <p:spPr>
          <a:xfrm>
            <a:off x="10116502" y="-240974"/>
            <a:ext cx="1151466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AE90213-3FC0-9161-7E95-57F70AF5B61C}"/>
              </a:ext>
            </a:extLst>
          </p:cNvPr>
          <p:cNvSpPr txBox="1"/>
          <p:nvPr/>
        </p:nvSpPr>
        <p:spPr>
          <a:xfrm>
            <a:off x="-2834322" y="5072447"/>
            <a:ext cx="8290560" cy="1383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endParaRPr lang="en-US" sz="24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</a:b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6A69176-19F6-4E9B-2722-DCF8FF698180}"/>
              </a:ext>
            </a:extLst>
          </p:cNvPr>
          <p:cNvSpPr txBox="1"/>
          <p:nvPr/>
        </p:nvSpPr>
        <p:spPr>
          <a:xfrm>
            <a:off x="-3036834" y="6593684"/>
            <a:ext cx="8450580" cy="8447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  </a:t>
            </a: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29347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433674-56F1-0F8F-7609-471BCD44B8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99DBC91-8CF1-8A94-81FA-C199F1B1344F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8621C0C-ACDE-46AC-C4D2-D9CCD84694FE}"/>
              </a:ext>
            </a:extLst>
          </p:cNvPr>
          <p:cNvSpPr/>
          <p:nvPr/>
        </p:nvSpPr>
        <p:spPr>
          <a:xfrm>
            <a:off x="5894851" y="751215"/>
            <a:ext cx="1814897" cy="759773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F104C4E-2611-C03D-9A0E-C1A27AA5077A}"/>
              </a:ext>
            </a:extLst>
          </p:cNvPr>
          <p:cNvGraphicFramePr>
            <a:graphicFrameLocks noGrp="1"/>
          </p:cNvGraphicFramePr>
          <p:nvPr/>
        </p:nvGraphicFramePr>
        <p:xfrm>
          <a:off x="-497682" y="835615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75C17E5-22FF-2F8E-C490-3E48A3498866}"/>
              </a:ext>
            </a:extLst>
          </p:cNvPr>
          <p:cNvGraphicFramePr>
            <a:graphicFrameLocks noGrp="1"/>
          </p:cNvGraphicFramePr>
          <p:nvPr/>
        </p:nvGraphicFramePr>
        <p:xfrm>
          <a:off x="1681638" y="84882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EF7FFFA-8A13-AA11-8FA7-2143EE845476}"/>
              </a:ext>
            </a:extLst>
          </p:cNvPr>
          <p:cNvGraphicFramePr>
            <a:graphicFrameLocks noGrp="1"/>
          </p:cNvGraphicFramePr>
          <p:nvPr/>
        </p:nvGraphicFramePr>
        <p:xfrm>
          <a:off x="3860958" y="83561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92E66B2-F8AF-82D9-FF21-65A703FB518D}"/>
              </a:ext>
            </a:extLst>
          </p:cNvPr>
          <p:cNvGraphicFramePr>
            <a:graphicFrameLocks noGrp="1"/>
          </p:cNvGraphicFramePr>
          <p:nvPr/>
        </p:nvGraphicFramePr>
        <p:xfrm>
          <a:off x="6040278" y="835613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757DF93-8273-5C0E-06FC-84722D77E707}"/>
              </a:ext>
            </a:extLst>
          </p:cNvPr>
          <p:cNvGraphicFramePr>
            <a:graphicFrameLocks noGrp="1"/>
          </p:cNvGraphicFramePr>
          <p:nvPr/>
        </p:nvGraphicFramePr>
        <p:xfrm>
          <a:off x="8219598" y="835612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1858F88-ACAC-03E3-E2C4-B0C4470DFBF2}"/>
              </a:ext>
            </a:extLst>
          </p:cNvPr>
          <p:cNvCxnSpPr/>
          <p:nvPr/>
        </p:nvCxnSpPr>
        <p:spPr>
          <a:xfrm>
            <a:off x="769938" y="121741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643A993-996E-11FE-B1A7-292EECCD7014}"/>
              </a:ext>
            </a:extLst>
          </p:cNvPr>
          <p:cNvCxnSpPr>
            <a:cxnSpLocks/>
          </p:cNvCxnSpPr>
          <p:nvPr/>
        </p:nvCxnSpPr>
        <p:spPr>
          <a:xfrm>
            <a:off x="2951958" y="1232651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67C9DF0-10A9-E27B-753B-CEEAA212804D}"/>
              </a:ext>
            </a:extLst>
          </p:cNvPr>
          <p:cNvCxnSpPr/>
          <p:nvPr/>
        </p:nvCxnSpPr>
        <p:spPr>
          <a:xfrm>
            <a:off x="5159058" y="121741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9A0D3CB-3B9F-1029-6889-563AFD34CBF9}"/>
              </a:ext>
            </a:extLst>
          </p:cNvPr>
          <p:cNvCxnSpPr/>
          <p:nvPr/>
        </p:nvCxnSpPr>
        <p:spPr>
          <a:xfrm>
            <a:off x="7323138" y="123265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5589ECBE-C2F1-51A9-349C-491030184910}"/>
              </a:ext>
            </a:extLst>
          </p:cNvPr>
          <p:cNvSpPr txBox="1"/>
          <p:nvPr/>
        </p:nvSpPr>
        <p:spPr>
          <a:xfrm>
            <a:off x="-247865" y="289550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3105EA12-D4F4-3A85-CD4C-ABC3C98D802E}"/>
              </a:ext>
            </a:extLst>
          </p:cNvPr>
          <p:cNvGraphicFramePr>
            <a:graphicFrameLocks noGrp="1"/>
          </p:cNvGraphicFramePr>
          <p:nvPr/>
        </p:nvGraphicFramePr>
        <p:xfrm>
          <a:off x="10398918" y="838439"/>
          <a:ext cx="15527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38992">
                <a:tc>
                  <a:txBody>
                    <a:bodyPr/>
                    <a:lstStyle/>
                    <a:p>
                      <a:r>
                        <a:rPr lang="en-IN" sz="3200" dirty="0"/>
                        <a:t>   6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3266A87-17C1-4884-7852-5684C064AB5D}"/>
              </a:ext>
            </a:extLst>
          </p:cNvPr>
          <p:cNvCxnSpPr>
            <a:cxnSpLocks/>
          </p:cNvCxnSpPr>
          <p:nvPr/>
        </p:nvCxnSpPr>
        <p:spPr>
          <a:xfrm>
            <a:off x="9520591" y="1232892"/>
            <a:ext cx="1086449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CEB9EE36-FB49-886E-A83A-F8336F4CC7F6}"/>
              </a:ext>
            </a:extLst>
          </p:cNvPr>
          <p:cNvGraphicFramePr>
            <a:graphicFrameLocks noGrp="1"/>
          </p:cNvGraphicFramePr>
          <p:nvPr/>
        </p:nvGraphicFramePr>
        <p:xfrm>
          <a:off x="10398918" y="2701036"/>
          <a:ext cx="15527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38992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9D24950-B4A6-8A0C-F614-F7B648E94E42}"/>
              </a:ext>
            </a:extLst>
          </p:cNvPr>
          <p:cNvCxnSpPr>
            <a:cxnSpLocks/>
          </p:cNvCxnSpPr>
          <p:nvPr/>
        </p:nvCxnSpPr>
        <p:spPr>
          <a:xfrm>
            <a:off x="11574979" y="1293611"/>
            <a:ext cx="0" cy="1696985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56E1F2F3-3CBA-5261-110E-7A8D770D5358}"/>
              </a:ext>
            </a:extLst>
          </p:cNvPr>
          <p:cNvGraphicFramePr>
            <a:graphicFrameLocks noGrp="1"/>
          </p:cNvGraphicFramePr>
          <p:nvPr/>
        </p:nvGraphicFramePr>
        <p:xfrm>
          <a:off x="6156960" y="268579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0E9A1C2-E53A-2C41-3026-B0C4BAFB0D31}"/>
              </a:ext>
            </a:extLst>
          </p:cNvPr>
          <p:cNvCxnSpPr>
            <a:cxnSpLocks/>
          </p:cNvCxnSpPr>
          <p:nvPr/>
        </p:nvCxnSpPr>
        <p:spPr>
          <a:xfrm flipH="1">
            <a:off x="7508345" y="3100832"/>
            <a:ext cx="3024787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FD924335-50D2-0448-432B-62AC95C36E40}"/>
              </a:ext>
            </a:extLst>
          </p:cNvPr>
          <p:cNvCxnSpPr>
            <a:cxnSpLocks/>
          </p:cNvCxnSpPr>
          <p:nvPr/>
        </p:nvCxnSpPr>
        <p:spPr>
          <a:xfrm flipV="1">
            <a:off x="7323138" y="1433599"/>
            <a:ext cx="0" cy="138580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EC878ADA-973A-FAE6-0882-9CD12E1ECC13}"/>
              </a:ext>
            </a:extLst>
          </p:cNvPr>
          <p:cNvSpPr txBox="1"/>
          <p:nvPr/>
        </p:nvSpPr>
        <p:spPr>
          <a:xfrm>
            <a:off x="-2514282" y="3926971"/>
            <a:ext cx="8214360" cy="6652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head</a:t>
            </a:r>
            <a:endParaRPr lang="en-US" sz="24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head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382E2E4-8EF4-18E3-369F-8D2E2DE58E2D}"/>
              </a:ext>
            </a:extLst>
          </p:cNvPr>
          <p:cNvCxnSpPr>
            <a:cxnSpLocks/>
          </p:cNvCxnSpPr>
          <p:nvPr/>
        </p:nvCxnSpPr>
        <p:spPr>
          <a:xfrm>
            <a:off x="-2361236" y="3573256"/>
            <a:ext cx="16412516" cy="121936"/>
          </a:xfrm>
          <a:prstGeom prst="line">
            <a:avLst/>
          </a:prstGeom>
          <a:ln>
            <a:solidFill>
              <a:schemeClr val="bg2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FB04870-2C7A-F1AA-5DB3-6A575BBB6757}"/>
              </a:ext>
            </a:extLst>
          </p:cNvPr>
          <p:cNvCxnSpPr/>
          <p:nvPr/>
        </p:nvCxnSpPr>
        <p:spPr>
          <a:xfrm>
            <a:off x="10456064" y="80079"/>
            <a:ext cx="0" cy="624840"/>
          </a:xfrm>
          <a:prstGeom prst="line">
            <a:avLst/>
          </a:prstGeom>
          <a:ln w="38100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2C475CBA-838F-0D07-638A-261EFAE54B27}"/>
              </a:ext>
            </a:extLst>
          </p:cNvPr>
          <p:cNvCxnSpPr/>
          <p:nvPr/>
        </p:nvCxnSpPr>
        <p:spPr>
          <a:xfrm>
            <a:off x="11675056" y="123309"/>
            <a:ext cx="0" cy="624840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EABB656F-F2F8-C297-1D21-F3C4602A291F}"/>
              </a:ext>
            </a:extLst>
          </p:cNvPr>
          <p:cNvSpPr txBox="1"/>
          <p:nvPr/>
        </p:nvSpPr>
        <p:spPr>
          <a:xfrm>
            <a:off x="11244790" y="-184555"/>
            <a:ext cx="947210" cy="30786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slow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5394DDE-BF6A-F86F-59F3-76AF9CB43B49}"/>
              </a:ext>
            </a:extLst>
          </p:cNvPr>
          <p:cNvSpPr txBox="1"/>
          <p:nvPr/>
        </p:nvSpPr>
        <p:spPr>
          <a:xfrm>
            <a:off x="10116502" y="-240974"/>
            <a:ext cx="1151466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C662B28-E0BD-2323-510C-BC141683B453}"/>
              </a:ext>
            </a:extLst>
          </p:cNvPr>
          <p:cNvSpPr txBox="1"/>
          <p:nvPr/>
        </p:nvSpPr>
        <p:spPr>
          <a:xfrm>
            <a:off x="-2834322" y="5072447"/>
            <a:ext cx="8290560" cy="1383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endParaRPr lang="en-US" sz="24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</a:b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F829342-EE45-2575-A709-89F4F14B31E8}"/>
              </a:ext>
            </a:extLst>
          </p:cNvPr>
          <p:cNvSpPr txBox="1"/>
          <p:nvPr/>
        </p:nvSpPr>
        <p:spPr>
          <a:xfrm>
            <a:off x="-3036834" y="6593684"/>
            <a:ext cx="8450580" cy="8447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  </a:t>
            </a: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3AC1D16-2660-D98E-0250-A3F64B021BF9}"/>
              </a:ext>
            </a:extLst>
          </p:cNvPr>
          <p:cNvSpPr txBox="1"/>
          <p:nvPr/>
        </p:nvSpPr>
        <p:spPr>
          <a:xfrm>
            <a:off x="6040278" y="3926971"/>
            <a:ext cx="8549640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IN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intersection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 err="1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detectCycle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4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395CC468-14B4-4E28-2834-1DC3C9BF61F1}"/>
              </a:ext>
            </a:extLst>
          </p:cNvPr>
          <p:cNvCxnSpPr>
            <a:cxnSpLocks/>
            <a:endCxn id="5" idx="2"/>
          </p:cNvCxnSpPr>
          <p:nvPr/>
        </p:nvCxnSpPr>
        <p:spPr>
          <a:xfrm>
            <a:off x="5845022" y="3642173"/>
            <a:ext cx="1" cy="3934139"/>
          </a:xfrm>
          <a:prstGeom prst="line">
            <a:avLst/>
          </a:prstGeom>
          <a:ln>
            <a:solidFill>
              <a:schemeClr val="bg2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20245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E2E5A3-9835-69D8-F6C7-4DCDA92303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8555C2A-73CB-406B-830B-BD87CA176565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3E26D8-0836-0A9E-44E1-8949D56BA61E}"/>
              </a:ext>
            </a:extLst>
          </p:cNvPr>
          <p:cNvSpPr/>
          <p:nvPr/>
        </p:nvSpPr>
        <p:spPr>
          <a:xfrm>
            <a:off x="5894851" y="751215"/>
            <a:ext cx="1814897" cy="759773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3BD16E0-D54E-6E34-4042-48C3894A188C}"/>
              </a:ext>
            </a:extLst>
          </p:cNvPr>
          <p:cNvGraphicFramePr>
            <a:graphicFrameLocks noGrp="1"/>
          </p:cNvGraphicFramePr>
          <p:nvPr/>
        </p:nvGraphicFramePr>
        <p:xfrm>
          <a:off x="-497682" y="835615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24981E6-CB70-3584-CD63-6EC483BA4C9F}"/>
              </a:ext>
            </a:extLst>
          </p:cNvPr>
          <p:cNvGraphicFramePr>
            <a:graphicFrameLocks noGrp="1"/>
          </p:cNvGraphicFramePr>
          <p:nvPr/>
        </p:nvGraphicFramePr>
        <p:xfrm>
          <a:off x="1681638" y="84882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A8472AA-AC1B-30E5-4117-2E954BB0D53B}"/>
              </a:ext>
            </a:extLst>
          </p:cNvPr>
          <p:cNvGraphicFramePr>
            <a:graphicFrameLocks noGrp="1"/>
          </p:cNvGraphicFramePr>
          <p:nvPr/>
        </p:nvGraphicFramePr>
        <p:xfrm>
          <a:off x="3860958" y="83561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F0A22C3-DB7C-613B-6972-A478FC726317}"/>
              </a:ext>
            </a:extLst>
          </p:cNvPr>
          <p:cNvGraphicFramePr>
            <a:graphicFrameLocks noGrp="1"/>
          </p:cNvGraphicFramePr>
          <p:nvPr/>
        </p:nvGraphicFramePr>
        <p:xfrm>
          <a:off x="6040278" y="835613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73DFC93-C2AD-FAD8-C1BD-9CA3E79F2C4C}"/>
              </a:ext>
            </a:extLst>
          </p:cNvPr>
          <p:cNvGraphicFramePr>
            <a:graphicFrameLocks noGrp="1"/>
          </p:cNvGraphicFramePr>
          <p:nvPr/>
        </p:nvGraphicFramePr>
        <p:xfrm>
          <a:off x="8219598" y="835612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2400D0D-0573-F292-7028-E4DF554C802E}"/>
              </a:ext>
            </a:extLst>
          </p:cNvPr>
          <p:cNvCxnSpPr/>
          <p:nvPr/>
        </p:nvCxnSpPr>
        <p:spPr>
          <a:xfrm>
            <a:off x="769938" y="121741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543C9C4-2F3C-D997-CAD4-6A4B1CE5CEEB}"/>
              </a:ext>
            </a:extLst>
          </p:cNvPr>
          <p:cNvCxnSpPr>
            <a:cxnSpLocks/>
          </p:cNvCxnSpPr>
          <p:nvPr/>
        </p:nvCxnSpPr>
        <p:spPr>
          <a:xfrm>
            <a:off x="2951958" y="1232651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DF6439F-9A82-6E91-8230-FF556B2E7A78}"/>
              </a:ext>
            </a:extLst>
          </p:cNvPr>
          <p:cNvCxnSpPr/>
          <p:nvPr/>
        </p:nvCxnSpPr>
        <p:spPr>
          <a:xfrm>
            <a:off x="5159058" y="121741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8B5ABAD-6149-7B3A-2C41-B57554A8EDBC}"/>
              </a:ext>
            </a:extLst>
          </p:cNvPr>
          <p:cNvCxnSpPr/>
          <p:nvPr/>
        </p:nvCxnSpPr>
        <p:spPr>
          <a:xfrm>
            <a:off x="7323138" y="123265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09A7561B-3F73-3E97-3BD7-1420C9CB19D7}"/>
              </a:ext>
            </a:extLst>
          </p:cNvPr>
          <p:cNvSpPr txBox="1"/>
          <p:nvPr/>
        </p:nvSpPr>
        <p:spPr>
          <a:xfrm>
            <a:off x="-247865" y="289550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D26E6BE0-6B5B-3B05-68CE-6B3864F5D87E}"/>
              </a:ext>
            </a:extLst>
          </p:cNvPr>
          <p:cNvGraphicFramePr>
            <a:graphicFrameLocks noGrp="1"/>
          </p:cNvGraphicFramePr>
          <p:nvPr/>
        </p:nvGraphicFramePr>
        <p:xfrm>
          <a:off x="10398918" y="838439"/>
          <a:ext cx="15527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38992">
                <a:tc>
                  <a:txBody>
                    <a:bodyPr/>
                    <a:lstStyle/>
                    <a:p>
                      <a:r>
                        <a:rPr lang="en-IN" sz="3200" dirty="0"/>
                        <a:t>   6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9498C4F-97D9-3271-4CC7-2AEB0C00B524}"/>
              </a:ext>
            </a:extLst>
          </p:cNvPr>
          <p:cNvCxnSpPr>
            <a:cxnSpLocks/>
          </p:cNvCxnSpPr>
          <p:nvPr/>
        </p:nvCxnSpPr>
        <p:spPr>
          <a:xfrm>
            <a:off x="9520591" y="1232892"/>
            <a:ext cx="1086449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6AC5853E-6508-6910-20BC-9700A6177A9A}"/>
              </a:ext>
            </a:extLst>
          </p:cNvPr>
          <p:cNvGraphicFramePr>
            <a:graphicFrameLocks noGrp="1"/>
          </p:cNvGraphicFramePr>
          <p:nvPr/>
        </p:nvGraphicFramePr>
        <p:xfrm>
          <a:off x="10398918" y="2701036"/>
          <a:ext cx="15527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38992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1C02389-1B3A-B81F-99ED-769B14A65C07}"/>
              </a:ext>
            </a:extLst>
          </p:cNvPr>
          <p:cNvCxnSpPr>
            <a:cxnSpLocks/>
          </p:cNvCxnSpPr>
          <p:nvPr/>
        </p:nvCxnSpPr>
        <p:spPr>
          <a:xfrm>
            <a:off x="11574979" y="1293611"/>
            <a:ext cx="0" cy="1696985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7B9B1755-4443-CF90-2749-E0F00E06442A}"/>
              </a:ext>
            </a:extLst>
          </p:cNvPr>
          <p:cNvGraphicFramePr>
            <a:graphicFrameLocks noGrp="1"/>
          </p:cNvGraphicFramePr>
          <p:nvPr/>
        </p:nvGraphicFramePr>
        <p:xfrm>
          <a:off x="6156960" y="268579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94C861F3-1A66-7F9C-09A8-F55C7D378FE9}"/>
              </a:ext>
            </a:extLst>
          </p:cNvPr>
          <p:cNvCxnSpPr>
            <a:cxnSpLocks/>
          </p:cNvCxnSpPr>
          <p:nvPr/>
        </p:nvCxnSpPr>
        <p:spPr>
          <a:xfrm flipH="1">
            <a:off x="7508345" y="3100832"/>
            <a:ext cx="3024787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7E1EE27B-6032-276A-1EC7-8EFC49514699}"/>
              </a:ext>
            </a:extLst>
          </p:cNvPr>
          <p:cNvCxnSpPr>
            <a:cxnSpLocks/>
          </p:cNvCxnSpPr>
          <p:nvPr/>
        </p:nvCxnSpPr>
        <p:spPr>
          <a:xfrm flipV="1">
            <a:off x="7323138" y="1433599"/>
            <a:ext cx="0" cy="138580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A364D99A-F4BA-DB70-F41C-76A04DD1D78F}"/>
              </a:ext>
            </a:extLst>
          </p:cNvPr>
          <p:cNvSpPr txBox="1"/>
          <p:nvPr/>
        </p:nvSpPr>
        <p:spPr>
          <a:xfrm>
            <a:off x="-2514282" y="3926971"/>
            <a:ext cx="8214360" cy="6652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head</a:t>
            </a:r>
            <a:endParaRPr lang="en-US" sz="24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head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EA60218-DFBF-376D-FCD3-A3408B38398D}"/>
              </a:ext>
            </a:extLst>
          </p:cNvPr>
          <p:cNvCxnSpPr>
            <a:cxnSpLocks/>
          </p:cNvCxnSpPr>
          <p:nvPr/>
        </p:nvCxnSpPr>
        <p:spPr>
          <a:xfrm>
            <a:off x="-2361236" y="3573256"/>
            <a:ext cx="16412516" cy="121936"/>
          </a:xfrm>
          <a:prstGeom prst="line">
            <a:avLst/>
          </a:prstGeom>
          <a:ln>
            <a:solidFill>
              <a:schemeClr val="bg2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BFD5781-45E9-036C-49B4-29D6B60D02AE}"/>
              </a:ext>
            </a:extLst>
          </p:cNvPr>
          <p:cNvCxnSpPr/>
          <p:nvPr/>
        </p:nvCxnSpPr>
        <p:spPr>
          <a:xfrm>
            <a:off x="10456064" y="80079"/>
            <a:ext cx="0" cy="624840"/>
          </a:xfrm>
          <a:prstGeom prst="line">
            <a:avLst/>
          </a:prstGeom>
          <a:ln w="38100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0D74FFF-1471-0F55-0B8F-4DC7549A0D71}"/>
              </a:ext>
            </a:extLst>
          </p:cNvPr>
          <p:cNvCxnSpPr/>
          <p:nvPr/>
        </p:nvCxnSpPr>
        <p:spPr>
          <a:xfrm>
            <a:off x="11675056" y="123309"/>
            <a:ext cx="0" cy="624840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4C4187C3-202B-8C82-F7BB-4E3EFD58B9D9}"/>
              </a:ext>
            </a:extLst>
          </p:cNvPr>
          <p:cNvSpPr txBox="1"/>
          <p:nvPr/>
        </p:nvSpPr>
        <p:spPr>
          <a:xfrm>
            <a:off x="11244790" y="-184555"/>
            <a:ext cx="947210" cy="30786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slow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0B33D1D-FF93-AAB4-9040-C88E9CDD995C}"/>
              </a:ext>
            </a:extLst>
          </p:cNvPr>
          <p:cNvSpPr txBox="1"/>
          <p:nvPr/>
        </p:nvSpPr>
        <p:spPr>
          <a:xfrm>
            <a:off x="10116502" y="-240974"/>
            <a:ext cx="1151466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F520DF9-9364-9FCD-9D00-4AE7A53812A1}"/>
              </a:ext>
            </a:extLst>
          </p:cNvPr>
          <p:cNvSpPr txBox="1"/>
          <p:nvPr/>
        </p:nvSpPr>
        <p:spPr>
          <a:xfrm>
            <a:off x="-2834322" y="5072447"/>
            <a:ext cx="8290560" cy="1383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endParaRPr lang="en-US" sz="24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</a:b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6F73F00-5676-3DBC-1AF6-45E967512443}"/>
              </a:ext>
            </a:extLst>
          </p:cNvPr>
          <p:cNvSpPr txBox="1"/>
          <p:nvPr/>
        </p:nvSpPr>
        <p:spPr>
          <a:xfrm>
            <a:off x="-3036834" y="6593684"/>
            <a:ext cx="8450580" cy="8447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  </a:t>
            </a: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7C144EA-9539-0BEC-BA5C-EE2F3349FB77}"/>
              </a:ext>
            </a:extLst>
          </p:cNvPr>
          <p:cNvSpPr txBox="1"/>
          <p:nvPr/>
        </p:nvSpPr>
        <p:spPr>
          <a:xfrm>
            <a:off x="6040278" y="3926971"/>
            <a:ext cx="8549640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IN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intersection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 err="1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detectCycle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4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4CD768A2-5CF5-355E-6C56-318824166211}"/>
              </a:ext>
            </a:extLst>
          </p:cNvPr>
          <p:cNvCxnSpPr>
            <a:cxnSpLocks/>
            <a:endCxn id="5" idx="2"/>
          </p:cNvCxnSpPr>
          <p:nvPr/>
        </p:nvCxnSpPr>
        <p:spPr>
          <a:xfrm>
            <a:off x="5845022" y="3642173"/>
            <a:ext cx="1" cy="3934139"/>
          </a:xfrm>
          <a:prstGeom prst="line">
            <a:avLst/>
          </a:prstGeom>
          <a:ln>
            <a:solidFill>
              <a:schemeClr val="bg2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31F0DBEA-4F0B-57EE-DB91-5F7BF67CC911}"/>
              </a:ext>
            </a:extLst>
          </p:cNvPr>
          <p:cNvSpPr txBox="1"/>
          <p:nvPr/>
        </p:nvSpPr>
        <p:spPr>
          <a:xfrm>
            <a:off x="6933354" y="4585253"/>
            <a:ext cx="8808720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head</a:t>
            </a:r>
            <a:endParaRPr lang="en-US" sz="2400" dirty="0">
              <a:solidFill>
                <a:srgbClr val="BCFABA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5998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BE67F3-B5F9-B4C3-5E50-F0E376EF3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862C2AF-15A8-C37A-F81C-6878D224C401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0425E04-F574-359C-4789-89551B91DF48}"/>
              </a:ext>
            </a:extLst>
          </p:cNvPr>
          <p:cNvSpPr/>
          <p:nvPr/>
        </p:nvSpPr>
        <p:spPr>
          <a:xfrm>
            <a:off x="5894851" y="751215"/>
            <a:ext cx="1814897" cy="759773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277C756A-A7E7-A7E6-3BBD-79F27FB0CADC}"/>
              </a:ext>
            </a:extLst>
          </p:cNvPr>
          <p:cNvGraphicFramePr>
            <a:graphicFrameLocks noGrp="1"/>
          </p:cNvGraphicFramePr>
          <p:nvPr/>
        </p:nvGraphicFramePr>
        <p:xfrm>
          <a:off x="-497682" y="835615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DFAAAAC-2AFC-4094-F00D-DD1D8750741F}"/>
              </a:ext>
            </a:extLst>
          </p:cNvPr>
          <p:cNvGraphicFramePr>
            <a:graphicFrameLocks noGrp="1"/>
          </p:cNvGraphicFramePr>
          <p:nvPr/>
        </p:nvGraphicFramePr>
        <p:xfrm>
          <a:off x="1681638" y="84882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09E7374-A313-BF80-0D39-828B1617930E}"/>
              </a:ext>
            </a:extLst>
          </p:cNvPr>
          <p:cNvGraphicFramePr>
            <a:graphicFrameLocks noGrp="1"/>
          </p:cNvGraphicFramePr>
          <p:nvPr/>
        </p:nvGraphicFramePr>
        <p:xfrm>
          <a:off x="3860958" y="83561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F25FE2A-C90C-08E8-C38F-05297E0EA788}"/>
              </a:ext>
            </a:extLst>
          </p:cNvPr>
          <p:cNvGraphicFramePr>
            <a:graphicFrameLocks noGrp="1"/>
          </p:cNvGraphicFramePr>
          <p:nvPr/>
        </p:nvGraphicFramePr>
        <p:xfrm>
          <a:off x="6040278" y="835613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984BA4A-9799-7B42-03B7-1B5BAE0D94DA}"/>
              </a:ext>
            </a:extLst>
          </p:cNvPr>
          <p:cNvGraphicFramePr>
            <a:graphicFrameLocks noGrp="1"/>
          </p:cNvGraphicFramePr>
          <p:nvPr/>
        </p:nvGraphicFramePr>
        <p:xfrm>
          <a:off x="8219598" y="835612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2B78364-1DE8-F48A-B970-465111C45983}"/>
              </a:ext>
            </a:extLst>
          </p:cNvPr>
          <p:cNvCxnSpPr/>
          <p:nvPr/>
        </p:nvCxnSpPr>
        <p:spPr>
          <a:xfrm>
            <a:off x="769938" y="121741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3FA8F8E-298A-D830-EE02-A9DAA1D51AA6}"/>
              </a:ext>
            </a:extLst>
          </p:cNvPr>
          <p:cNvCxnSpPr>
            <a:cxnSpLocks/>
          </p:cNvCxnSpPr>
          <p:nvPr/>
        </p:nvCxnSpPr>
        <p:spPr>
          <a:xfrm>
            <a:off x="2951958" y="1232651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7086C76-490A-5092-889D-D1176D0274E6}"/>
              </a:ext>
            </a:extLst>
          </p:cNvPr>
          <p:cNvCxnSpPr/>
          <p:nvPr/>
        </p:nvCxnSpPr>
        <p:spPr>
          <a:xfrm>
            <a:off x="5159058" y="121741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D85745D-2192-4E41-DFAE-D7D1754AD142}"/>
              </a:ext>
            </a:extLst>
          </p:cNvPr>
          <p:cNvCxnSpPr/>
          <p:nvPr/>
        </p:nvCxnSpPr>
        <p:spPr>
          <a:xfrm>
            <a:off x="7323138" y="123265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A8CFE900-D881-C606-DAB0-71E6E7487AA2}"/>
              </a:ext>
            </a:extLst>
          </p:cNvPr>
          <p:cNvSpPr txBox="1"/>
          <p:nvPr/>
        </p:nvSpPr>
        <p:spPr>
          <a:xfrm>
            <a:off x="-247865" y="289550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BEB9594D-3F77-F020-F90C-C121B85DE221}"/>
              </a:ext>
            </a:extLst>
          </p:cNvPr>
          <p:cNvGraphicFramePr>
            <a:graphicFrameLocks noGrp="1"/>
          </p:cNvGraphicFramePr>
          <p:nvPr/>
        </p:nvGraphicFramePr>
        <p:xfrm>
          <a:off x="10398918" y="838439"/>
          <a:ext cx="15527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38992">
                <a:tc>
                  <a:txBody>
                    <a:bodyPr/>
                    <a:lstStyle/>
                    <a:p>
                      <a:r>
                        <a:rPr lang="en-IN" sz="3200" dirty="0"/>
                        <a:t>   6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E504D94-C885-8D6C-5087-BEDE6C0163C0}"/>
              </a:ext>
            </a:extLst>
          </p:cNvPr>
          <p:cNvCxnSpPr>
            <a:cxnSpLocks/>
          </p:cNvCxnSpPr>
          <p:nvPr/>
        </p:nvCxnSpPr>
        <p:spPr>
          <a:xfrm>
            <a:off x="9520591" y="1232892"/>
            <a:ext cx="1086449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5CFE435B-3C2D-2255-7DA9-B8C915000D13}"/>
              </a:ext>
            </a:extLst>
          </p:cNvPr>
          <p:cNvGraphicFramePr>
            <a:graphicFrameLocks noGrp="1"/>
          </p:cNvGraphicFramePr>
          <p:nvPr/>
        </p:nvGraphicFramePr>
        <p:xfrm>
          <a:off x="10398918" y="2701036"/>
          <a:ext cx="15527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38992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0EA8C69-9779-033C-9EA0-24FA4B53C106}"/>
              </a:ext>
            </a:extLst>
          </p:cNvPr>
          <p:cNvCxnSpPr>
            <a:cxnSpLocks/>
          </p:cNvCxnSpPr>
          <p:nvPr/>
        </p:nvCxnSpPr>
        <p:spPr>
          <a:xfrm>
            <a:off x="11574979" y="1293611"/>
            <a:ext cx="0" cy="1696985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40A149E3-A28B-44E8-3FAE-DA63E4AACF42}"/>
              </a:ext>
            </a:extLst>
          </p:cNvPr>
          <p:cNvGraphicFramePr>
            <a:graphicFrameLocks noGrp="1"/>
          </p:cNvGraphicFramePr>
          <p:nvPr/>
        </p:nvGraphicFramePr>
        <p:xfrm>
          <a:off x="6156960" y="268579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C692A5E-6132-3FD3-9D04-25E56A424E14}"/>
              </a:ext>
            </a:extLst>
          </p:cNvPr>
          <p:cNvCxnSpPr>
            <a:cxnSpLocks/>
          </p:cNvCxnSpPr>
          <p:nvPr/>
        </p:nvCxnSpPr>
        <p:spPr>
          <a:xfrm flipH="1">
            <a:off x="7508345" y="3100832"/>
            <a:ext cx="3024787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642B2D81-2419-C9C3-6401-ACA97FE12DAD}"/>
              </a:ext>
            </a:extLst>
          </p:cNvPr>
          <p:cNvCxnSpPr>
            <a:cxnSpLocks/>
          </p:cNvCxnSpPr>
          <p:nvPr/>
        </p:nvCxnSpPr>
        <p:spPr>
          <a:xfrm flipV="1">
            <a:off x="7323138" y="1433599"/>
            <a:ext cx="0" cy="138580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BD786C44-D82E-A0A9-7ED9-E195DCFC5E23}"/>
              </a:ext>
            </a:extLst>
          </p:cNvPr>
          <p:cNvSpPr txBox="1"/>
          <p:nvPr/>
        </p:nvSpPr>
        <p:spPr>
          <a:xfrm>
            <a:off x="-2514282" y="3926971"/>
            <a:ext cx="8214360" cy="6652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head</a:t>
            </a:r>
            <a:endParaRPr lang="en-US" sz="24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head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0ECF3F1-9E21-8009-F41D-7842A7F2D7A3}"/>
              </a:ext>
            </a:extLst>
          </p:cNvPr>
          <p:cNvCxnSpPr>
            <a:cxnSpLocks/>
          </p:cNvCxnSpPr>
          <p:nvPr/>
        </p:nvCxnSpPr>
        <p:spPr>
          <a:xfrm>
            <a:off x="-2361236" y="3573256"/>
            <a:ext cx="16412516" cy="121936"/>
          </a:xfrm>
          <a:prstGeom prst="line">
            <a:avLst/>
          </a:prstGeom>
          <a:ln>
            <a:solidFill>
              <a:schemeClr val="bg2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DFD843D-E9B4-E0C0-487B-7F907C3CEBC2}"/>
              </a:ext>
            </a:extLst>
          </p:cNvPr>
          <p:cNvCxnSpPr/>
          <p:nvPr/>
        </p:nvCxnSpPr>
        <p:spPr>
          <a:xfrm>
            <a:off x="10456064" y="80079"/>
            <a:ext cx="0" cy="624840"/>
          </a:xfrm>
          <a:prstGeom prst="line">
            <a:avLst/>
          </a:prstGeom>
          <a:ln w="38100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B25972D4-64FE-59B8-2981-40551337B781}"/>
              </a:ext>
            </a:extLst>
          </p:cNvPr>
          <p:cNvCxnSpPr/>
          <p:nvPr/>
        </p:nvCxnSpPr>
        <p:spPr>
          <a:xfrm>
            <a:off x="11675056" y="123309"/>
            <a:ext cx="0" cy="624840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45EAFD70-6EC1-E205-C013-78B017B43BD6}"/>
              </a:ext>
            </a:extLst>
          </p:cNvPr>
          <p:cNvSpPr txBox="1"/>
          <p:nvPr/>
        </p:nvSpPr>
        <p:spPr>
          <a:xfrm>
            <a:off x="11244790" y="-184555"/>
            <a:ext cx="947210" cy="30786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slow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6082D7C-0AEE-68E9-1B59-6E61CE3CCFAA}"/>
              </a:ext>
            </a:extLst>
          </p:cNvPr>
          <p:cNvSpPr txBox="1"/>
          <p:nvPr/>
        </p:nvSpPr>
        <p:spPr>
          <a:xfrm>
            <a:off x="10116502" y="-240974"/>
            <a:ext cx="1151466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2E156F8-6028-675F-7B46-21F167320D72}"/>
              </a:ext>
            </a:extLst>
          </p:cNvPr>
          <p:cNvSpPr txBox="1"/>
          <p:nvPr/>
        </p:nvSpPr>
        <p:spPr>
          <a:xfrm>
            <a:off x="-2834322" y="5072447"/>
            <a:ext cx="8290560" cy="1383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endParaRPr lang="en-US" sz="24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</a:b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84C5C6B-7E6B-C8BA-7CA0-ACA0F411ECBD}"/>
              </a:ext>
            </a:extLst>
          </p:cNvPr>
          <p:cNvSpPr txBox="1"/>
          <p:nvPr/>
        </p:nvSpPr>
        <p:spPr>
          <a:xfrm>
            <a:off x="-3036834" y="6593684"/>
            <a:ext cx="8450580" cy="8447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  </a:t>
            </a: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F046E1E-FCC2-79B2-6B20-DE2885700D2D}"/>
              </a:ext>
            </a:extLst>
          </p:cNvPr>
          <p:cNvSpPr txBox="1"/>
          <p:nvPr/>
        </p:nvSpPr>
        <p:spPr>
          <a:xfrm>
            <a:off x="6040278" y="3926971"/>
            <a:ext cx="8549640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IN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intersection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 err="1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detectCycle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4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C2091F43-4001-BC5A-A347-12D70683BEC0}"/>
              </a:ext>
            </a:extLst>
          </p:cNvPr>
          <p:cNvCxnSpPr>
            <a:cxnSpLocks/>
            <a:endCxn id="5" idx="2"/>
          </p:cNvCxnSpPr>
          <p:nvPr/>
        </p:nvCxnSpPr>
        <p:spPr>
          <a:xfrm>
            <a:off x="5845022" y="3642173"/>
            <a:ext cx="1" cy="3934139"/>
          </a:xfrm>
          <a:prstGeom prst="line">
            <a:avLst/>
          </a:prstGeom>
          <a:ln>
            <a:solidFill>
              <a:schemeClr val="bg2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46BF6ADF-3ED4-DBB5-3075-9A11C0373690}"/>
              </a:ext>
            </a:extLst>
          </p:cNvPr>
          <p:cNvSpPr txBox="1"/>
          <p:nvPr/>
        </p:nvSpPr>
        <p:spPr>
          <a:xfrm>
            <a:off x="6933354" y="4585253"/>
            <a:ext cx="8808720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head</a:t>
            </a:r>
            <a:endParaRPr lang="en-US" sz="2400" dirty="0">
              <a:solidFill>
                <a:srgbClr val="BCFABA"/>
              </a:solidFill>
              <a:latin typeface="Consolas" panose="020B0609020204030204" pitchFamily="49" charset="0"/>
            </a:endParaRP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C657B27A-0430-83F6-EBA8-C65CF56CCE7A}"/>
              </a:ext>
            </a:extLst>
          </p:cNvPr>
          <p:cNvCxnSpPr/>
          <p:nvPr/>
        </p:nvCxnSpPr>
        <p:spPr>
          <a:xfrm>
            <a:off x="880693" y="78178"/>
            <a:ext cx="0" cy="624840"/>
          </a:xfrm>
          <a:prstGeom prst="line">
            <a:avLst/>
          </a:prstGeom>
          <a:ln w="38100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C43E57CD-FB37-C518-DE7B-C41F853A4238}"/>
              </a:ext>
            </a:extLst>
          </p:cNvPr>
          <p:cNvSpPr txBox="1"/>
          <p:nvPr/>
        </p:nvSpPr>
        <p:spPr>
          <a:xfrm>
            <a:off x="450427" y="-229686"/>
            <a:ext cx="947210" cy="30786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</a:rPr>
              <a:t>slow</a:t>
            </a:r>
          </a:p>
        </p:txBody>
      </p:sp>
    </p:spTree>
    <p:extLst>
      <p:ext uri="{BB962C8B-B14F-4D97-AF65-F5344CB8AC3E}">
        <p14:creationId xmlns:p14="http://schemas.microsoft.com/office/powerpoint/2010/main" val="4984388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F40F02-C51D-3FAD-2AF9-875F1B7588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6A548CB-285E-D02D-FB45-C0A2004220DE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9E3A5A7-DF1E-2CD9-B84E-D3030277DF1C}"/>
              </a:ext>
            </a:extLst>
          </p:cNvPr>
          <p:cNvSpPr/>
          <p:nvPr/>
        </p:nvSpPr>
        <p:spPr>
          <a:xfrm>
            <a:off x="5894851" y="751215"/>
            <a:ext cx="1814897" cy="759773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532914A-234A-87B8-BF9C-B0D6C6B2E5E1}"/>
              </a:ext>
            </a:extLst>
          </p:cNvPr>
          <p:cNvGraphicFramePr>
            <a:graphicFrameLocks noGrp="1"/>
          </p:cNvGraphicFramePr>
          <p:nvPr/>
        </p:nvGraphicFramePr>
        <p:xfrm>
          <a:off x="-497682" y="835615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16B58ED-A395-C48A-D3F2-840DACD9DD4C}"/>
              </a:ext>
            </a:extLst>
          </p:cNvPr>
          <p:cNvGraphicFramePr>
            <a:graphicFrameLocks noGrp="1"/>
          </p:cNvGraphicFramePr>
          <p:nvPr/>
        </p:nvGraphicFramePr>
        <p:xfrm>
          <a:off x="1681638" y="84882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7AC012D-2631-BE31-B2F2-84B891BBB6F7}"/>
              </a:ext>
            </a:extLst>
          </p:cNvPr>
          <p:cNvGraphicFramePr>
            <a:graphicFrameLocks noGrp="1"/>
          </p:cNvGraphicFramePr>
          <p:nvPr/>
        </p:nvGraphicFramePr>
        <p:xfrm>
          <a:off x="3860958" y="83561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33CB941-20BE-117D-6456-286AC26FFC10}"/>
              </a:ext>
            </a:extLst>
          </p:cNvPr>
          <p:cNvGraphicFramePr>
            <a:graphicFrameLocks noGrp="1"/>
          </p:cNvGraphicFramePr>
          <p:nvPr/>
        </p:nvGraphicFramePr>
        <p:xfrm>
          <a:off x="6040278" y="835613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C23F865-4B92-0297-42A7-B0B0F96C8A74}"/>
              </a:ext>
            </a:extLst>
          </p:cNvPr>
          <p:cNvGraphicFramePr>
            <a:graphicFrameLocks noGrp="1"/>
          </p:cNvGraphicFramePr>
          <p:nvPr/>
        </p:nvGraphicFramePr>
        <p:xfrm>
          <a:off x="8219598" y="835612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1537AE0-FB94-B701-C3CC-A4BA09FDC72F}"/>
              </a:ext>
            </a:extLst>
          </p:cNvPr>
          <p:cNvCxnSpPr/>
          <p:nvPr/>
        </p:nvCxnSpPr>
        <p:spPr>
          <a:xfrm>
            <a:off x="769938" y="121741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56CA927-2071-5B99-B820-569AB6159701}"/>
              </a:ext>
            </a:extLst>
          </p:cNvPr>
          <p:cNvCxnSpPr>
            <a:cxnSpLocks/>
          </p:cNvCxnSpPr>
          <p:nvPr/>
        </p:nvCxnSpPr>
        <p:spPr>
          <a:xfrm>
            <a:off x="2951958" y="1232651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203E777-FD46-3DE7-4C10-D7393DED7C1D}"/>
              </a:ext>
            </a:extLst>
          </p:cNvPr>
          <p:cNvCxnSpPr/>
          <p:nvPr/>
        </p:nvCxnSpPr>
        <p:spPr>
          <a:xfrm>
            <a:off x="5159058" y="121741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3E4B747-E147-5B2A-9E93-6F12A27443FE}"/>
              </a:ext>
            </a:extLst>
          </p:cNvPr>
          <p:cNvCxnSpPr/>
          <p:nvPr/>
        </p:nvCxnSpPr>
        <p:spPr>
          <a:xfrm>
            <a:off x="7323138" y="123265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D9F96019-CFB4-2605-A814-2EA7D4F76116}"/>
              </a:ext>
            </a:extLst>
          </p:cNvPr>
          <p:cNvSpPr txBox="1"/>
          <p:nvPr/>
        </p:nvSpPr>
        <p:spPr>
          <a:xfrm>
            <a:off x="-247865" y="289550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4AF01734-C95F-A939-1403-4ECD20C44B7A}"/>
              </a:ext>
            </a:extLst>
          </p:cNvPr>
          <p:cNvGraphicFramePr>
            <a:graphicFrameLocks noGrp="1"/>
          </p:cNvGraphicFramePr>
          <p:nvPr/>
        </p:nvGraphicFramePr>
        <p:xfrm>
          <a:off x="10398918" y="838439"/>
          <a:ext cx="15527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38992">
                <a:tc>
                  <a:txBody>
                    <a:bodyPr/>
                    <a:lstStyle/>
                    <a:p>
                      <a:r>
                        <a:rPr lang="en-IN" sz="3200" dirty="0"/>
                        <a:t>   6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255AB75-A377-CD9D-1192-CCE383D4B25C}"/>
              </a:ext>
            </a:extLst>
          </p:cNvPr>
          <p:cNvCxnSpPr>
            <a:cxnSpLocks/>
          </p:cNvCxnSpPr>
          <p:nvPr/>
        </p:nvCxnSpPr>
        <p:spPr>
          <a:xfrm>
            <a:off x="9520591" y="1232892"/>
            <a:ext cx="1086449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25A1E53F-81CE-E639-F214-BF5D08736C47}"/>
              </a:ext>
            </a:extLst>
          </p:cNvPr>
          <p:cNvGraphicFramePr>
            <a:graphicFrameLocks noGrp="1"/>
          </p:cNvGraphicFramePr>
          <p:nvPr/>
        </p:nvGraphicFramePr>
        <p:xfrm>
          <a:off x="10398918" y="2701036"/>
          <a:ext cx="15527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38992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ED7540B-5E1E-2FE2-3DF8-E4818C044813}"/>
              </a:ext>
            </a:extLst>
          </p:cNvPr>
          <p:cNvCxnSpPr>
            <a:cxnSpLocks/>
          </p:cNvCxnSpPr>
          <p:nvPr/>
        </p:nvCxnSpPr>
        <p:spPr>
          <a:xfrm>
            <a:off x="11574979" y="1293611"/>
            <a:ext cx="0" cy="1696985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7256EF1B-3869-230A-66A5-087543B5B7BE}"/>
              </a:ext>
            </a:extLst>
          </p:cNvPr>
          <p:cNvGraphicFramePr>
            <a:graphicFrameLocks noGrp="1"/>
          </p:cNvGraphicFramePr>
          <p:nvPr/>
        </p:nvGraphicFramePr>
        <p:xfrm>
          <a:off x="6156960" y="268579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E6F69171-0059-D84D-57C9-F8E386902960}"/>
              </a:ext>
            </a:extLst>
          </p:cNvPr>
          <p:cNvCxnSpPr>
            <a:cxnSpLocks/>
          </p:cNvCxnSpPr>
          <p:nvPr/>
        </p:nvCxnSpPr>
        <p:spPr>
          <a:xfrm flipH="1">
            <a:off x="7508345" y="3100832"/>
            <a:ext cx="3024787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ED3D9CC3-42B6-53FC-6BB5-E8857FF50251}"/>
              </a:ext>
            </a:extLst>
          </p:cNvPr>
          <p:cNvCxnSpPr>
            <a:cxnSpLocks/>
          </p:cNvCxnSpPr>
          <p:nvPr/>
        </p:nvCxnSpPr>
        <p:spPr>
          <a:xfrm flipV="1">
            <a:off x="7323138" y="1433599"/>
            <a:ext cx="0" cy="138580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E87853A3-4C52-A2B9-FBD3-61C9F93647FD}"/>
              </a:ext>
            </a:extLst>
          </p:cNvPr>
          <p:cNvSpPr txBox="1"/>
          <p:nvPr/>
        </p:nvSpPr>
        <p:spPr>
          <a:xfrm>
            <a:off x="-2514282" y="3926971"/>
            <a:ext cx="8214360" cy="6652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head</a:t>
            </a:r>
            <a:endParaRPr lang="en-US" sz="24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head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0987E66-C098-90CD-7E5B-99E5FB839130}"/>
              </a:ext>
            </a:extLst>
          </p:cNvPr>
          <p:cNvCxnSpPr>
            <a:cxnSpLocks/>
          </p:cNvCxnSpPr>
          <p:nvPr/>
        </p:nvCxnSpPr>
        <p:spPr>
          <a:xfrm>
            <a:off x="-2361236" y="3573256"/>
            <a:ext cx="16412516" cy="121936"/>
          </a:xfrm>
          <a:prstGeom prst="line">
            <a:avLst/>
          </a:prstGeom>
          <a:ln>
            <a:solidFill>
              <a:schemeClr val="bg2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76049C9-7255-00B6-1B51-329245CA18C3}"/>
              </a:ext>
            </a:extLst>
          </p:cNvPr>
          <p:cNvCxnSpPr/>
          <p:nvPr/>
        </p:nvCxnSpPr>
        <p:spPr>
          <a:xfrm>
            <a:off x="10456064" y="80079"/>
            <a:ext cx="0" cy="624840"/>
          </a:xfrm>
          <a:prstGeom prst="line">
            <a:avLst/>
          </a:prstGeom>
          <a:ln w="38100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A21061D-03AF-F26A-62B6-BEA85644E11B}"/>
              </a:ext>
            </a:extLst>
          </p:cNvPr>
          <p:cNvCxnSpPr/>
          <p:nvPr/>
        </p:nvCxnSpPr>
        <p:spPr>
          <a:xfrm>
            <a:off x="11675056" y="123309"/>
            <a:ext cx="0" cy="624840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9020CF07-2DB3-CC4F-66A8-886360A6C281}"/>
              </a:ext>
            </a:extLst>
          </p:cNvPr>
          <p:cNvSpPr txBox="1"/>
          <p:nvPr/>
        </p:nvSpPr>
        <p:spPr>
          <a:xfrm>
            <a:off x="11244790" y="-184555"/>
            <a:ext cx="947210" cy="30786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slow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5067A1E-E5CB-1B88-E90F-020DF177FA60}"/>
              </a:ext>
            </a:extLst>
          </p:cNvPr>
          <p:cNvSpPr txBox="1"/>
          <p:nvPr/>
        </p:nvSpPr>
        <p:spPr>
          <a:xfrm>
            <a:off x="10116502" y="-240974"/>
            <a:ext cx="1151466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622B251-D8BB-75FE-AC40-080057111640}"/>
              </a:ext>
            </a:extLst>
          </p:cNvPr>
          <p:cNvSpPr txBox="1"/>
          <p:nvPr/>
        </p:nvSpPr>
        <p:spPr>
          <a:xfrm>
            <a:off x="-2834322" y="5072447"/>
            <a:ext cx="8290560" cy="1383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endParaRPr lang="en-US" sz="24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</a:b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2961185-ABD1-441C-564C-4587D8704760}"/>
              </a:ext>
            </a:extLst>
          </p:cNvPr>
          <p:cNvSpPr txBox="1"/>
          <p:nvPr/>
        </p:nvSpPr>
        <p:spPr>
          <a:xfrm>
            <a:off x="-3036834" y="6593684"/>
            <a:ext cx="8450580" cy="8447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  </a:t>
            </a: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27607CE-D4F6-094B-B7F3-D2A12D6EF196}"/>
              </a:ext>
            </a:extLst>
          </p:cNvPr>
          <p:cNvSpPr txBox="1"/>
          <p:nvPr/>
        </p:nvSpPr>
        <p:spPr>
          <a:xfrm>
            <a:off x="6040278" y="3926971"/>
            <a:ext cx="8549640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IN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intersection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 err="1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detectCycle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4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014996C-27EF-58FD-273C-59E58A557374}"/>
              </a:ext>
            </a:extLst>
          </p:cNvPr>
          <p:cNvCxnSpPr>
            <a:cxnSpLocks/>
            <a:endCxn id="5" idx="2"/>
          </p:cNvCxnSpPr>
          <p:nvPr/>
        </p:nvCxnSpPr>
        <p:spPr>
          <a:xfrm>
            <a:off x="5845022" y="3642173"/>
            <a:ext cx="1" cy="3934139"/>
          </a:xfrm>
          <a:prstGeom prst="line">
            <a:avLst/>
          </a:prstGeom>
          <a:ln>
            <a:solidFill>
              <a:schemeClr val="bg2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AFDF29EF-F13E-7CB1-4A79-4A8B827F3033}"/>
              </a:ext>
            </a:extLst>
          </p:cNvPr>
          <p:cNvSpPr txBox="1"/>
          <p:nvPr/>
        </p:nvSpPr>
        <p:spPr>
          <a:xfrm>
            <a:off x="6933354" y="4585253"/>
            <a:ext cx="8808720" cy="6652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head</a:t>
            </a:r>
            <a:endParaRPr lang="en-US" sz="24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</a:t>
            </a: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intersection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36C90E8-D3DA-D712-9AE9-2A1A9DD92178}"/>
              </a:ext>
            </a:extLst>
          </p:cNvPr>
          <p:cNvCxnSpPr/>
          <p:nvPr/>
        </p:nvCxnSpPr>
        <p:spPr>
          <a:xfrm>
            <a:off x="880693" y="78178"/>
            <a:ext cx="0" cy="624840"/>
          </a:xfrm>
          <a:prstGeom prst="line">
            <a:avLst/>
          </a:prstGeom>
          <a:ln w="38100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A49ADB55-8718-DC47-9021-5697D04F5160}"/>
              </a:ext>
            </a:extLst>
          </p:cNvPr>
          <p:cNvSpPr txBox="1"/>
          <p:nvPr/>
        </p:nvSpPr>
        <p:spPr>
          <a:xfrm>
            <a:off x="450427" y="-229686"/>
            <a:ext cx="947210" cy="30786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</a:rPr>
              <a:t>slow</a:t>
            </a:r>
          </a:p>
        </p:txBody>
      </p:sp>
    </p:spTree>
    <p:extLst>
      <p:ext uri="{BB962C8B-B14F-4D97-AF65-F5344CB8AC3E}">
        <p14:creationId xmlns:p14="http://schemas.microsoft.com/office/powerpoint/2010/main" val="1044490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5C79A2-9678-ADDC-A444-443C3C5A73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C417353-D4F6-76EE-D0AE-7A860398A2D7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756E3C5-5D45-1B6F-C8FE-9341063A7795}"/>
              </a:ext>
            </a:extLst>
          </p:cNvPr>
          <p:cNvSpPr/>
          <p:nvPr/>
        </p:nvSpPr>
        <p:spPr>
          <a:xfrm>
            <a:off x="5894851" y="751215"/>
            <a:ext cx="1814897" cy="759773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D896EBD9-9004-321E-EF30-355C22DFFD52}"/>
              </a:ext>
            </a:extLst>
          </p:cNvPr>
          <p:cNvGraphicFramePr>
            <a:graphicFrameLocks noGrp="1"/>
          </p:cNvGraphicFramePr>
          <p:nvPr/>
        </p:nvGraphicFramePr>
        <p:xfrm>
          <a:off x="-497682" y="835615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384126D-8C11-2A5C-DBC5-AA3C5212FEFE}"/>
              </a:ext>
            </a:extLst>
          </p:cNvPr>
          <p:cNvGraphicFramePr>
            <a:graphicFrameLocks noGrp="1"/>
          </p:cNvGraphicFramePr>
          <p:nvPr/>
        </p:nvGraphicFramePr>
        <p:xfrm>
          <a:off x="1681638" y="84882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DCEDE97-6715-C9C1-1DFB-510EE9B4FEDF}"/>
              </a:ext>
            </a:extLst>
          </p:cNvPr>
          <p:cNvGraphicFramePr>
            <a:graphicFrameLocks noGrp="1"/>
          </p:cNvGraphicFramePr>
          <p:nvPr/>
        </p:nvGraphicFramePr>
        <p:xfrm>
          <a:off x="3860958" y="83561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B5EF445-8CC5-803B-314C-E5842349BB5D}"/>
              </a:ext>
            </a:extLst>
          </p:cNvPr>
          <p:cNvGraphicFramePr>
            <a:graphicFrameLocks noGrp="1"/>
          </p:cNvGraphicFramePr>
          <p:nvPr/>
        </p:nvGraphicFramePr>
        <p:xfrm>
          <a:off x="6040278" y="835613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4E07C73-2F8D-7E40-6D04-103DB12F2EAF}"/>
              </a:ext>
            </a:extLst>
          </p:cNvPr>
          <p:cNvGraphicFramePr>
            <a:graphicFrameLocks noGrp="1"/>
          </p:cNvGraphicFramePr>
          <p:nvPr/>
        </p:nvGraphicFramePr>
        <p:xfrm>
          <a:off x="8219598" y="835612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9765EF8-EF08-ECBD-C2D4-84EDBD3B2F43}"/>
              </a:ext>
            </a:extLst>
          </p:cNvPr>
          <p:cNvCxnSpPr/>
          <p:nvPr/>
        </p:nvCxnSpPr>
        <p:spPr>
          <a:xfrm>
            <a:off x="769938" y="121741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59E6D3A-9C76-135C-AFC8-B69B4096A7E1}"/>
              </a:ext>
            </a:extLst>
          </p:cNvPr>
          <p:cNvCxnSpPr>
            <a:cxnSpLocks/>
          </p:cNvCxnSpPr>
          <p:nvPr/>
        </p:nvCxnSpPr>
        <p:spPr>
          <a:xfrm>
            <a:off x="2951958" y="1232651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5ABCB5F-9528-B225-F688-6B82688F8A1B}"/>
              </a:ext>
            </a:extLst>
          </p:cNvPr>
          <p:cNvCxnSpPr/>
          <p:nvPr/>
        </p:nvCxnSpPr>
        <p:spPr>
          <a:xfrm>
            <a:off x="5159058" y="121741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F80AA10-62BD-C382-D61A-88DE94CBA683}"/>
              </a:ext>
            </a:extLst>
          </p:cNvPr>
          <p:cNvCxnSpPr/>
          <p:nvPr/>
        </p:nvCxnSpPr>
        <p:spPr>
          <a:xfrm>
            <a:off x="7323138" y="123265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34C06291-14F0-A1EB-8A78-9B3C0D031679}"/>
              </a:ext>
            </a:extLst>
          </p:cNvPr>
          <p:cNvSpPr txBox="1"/>
          <p:nvPr/>
        </p:nvSpPr>
        <p:spPr>
          <a:xfrm>
            <a:off x="-247865" y="289550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B361FBEC-7325-698C-4985-E50FCA327324}"/>
              </a:ext>
            </a:extLst>
          </p:cNvPr>
          <p:cNvGraphicFramePr>
            <a:graphicFrameLocks noGrp="1"/>
          </p:cNvGraphicFramePr>
          <p:nvPr/>
        </p:nvGraphicFramePr>
        <p:xfrm>
          <a:off x="10398918" y="838439"/>
          <a:ext cx="15527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38992">
                <a:tc>
                  <a:txBody>
                    <a:bodyPr/>
                    <a:lstStyle/>
                    <a:p>
                      <a:r>
                        <a:rPr lang="en-IN" sz="3200" dirty="0"/>
                        <a:t>   6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20D8AD8-D5E6-1F20-CC3D-3AABD118DE79}"/>
              </a:ext>
            </a:extLst>
          </p:cNvPr>
          <p:cNvCxnSpPr>
            <a:cxnSpLocks/>
          </p:cNvCxnSpPr>
          <p:nvPr/>
        </p:nvCxnSpPr>
        <p:spPr>
          <a:xfrm>
            <a:off x="9520591" y="1232892"/>
            <a:ext cx="1086449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C43AEF77-8687-BF4F-D8DB-0373C78354F6}"/>
              </a:ext>
            </a:extLst>
          </p:cNvPr>
          <p:cNvGraphicFramePr>
            <a:graphicFrameLocks noGrp="1"/>
          </p:cNvGraphicFramePr>
          <p:nvPr/>
        </p:nvGraphicFramePr>
        <p:xfrm>
          <a:off x="10398918" y="2701036"/>
          <a:ext cx="15527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38992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7854AED-5544-9564-325A-F4319F36D4DA}"/>
              </a:ext>
            </a:extLst>
          </p:cNvPr>
          <p:cNvCxnSpPr>
            <a:cxnSpLocks/>
          </p:cNvCxnSpPr>
          <p:nvPr/>
        </p:nvCxnSpPr>
        <p:spPr>
          <a:xfrm>
            <a:off x="11574979" y="1293611"/>
            <a:ext cx="0" cy="1696985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91682957-508A-3D81-C367-A3AB5E4FD6A5}"/>
              </a:ext>
            </a:extLst>
          </p:cNvPr>
          <p:cNvGraphicFramePr>
            <a:graphicFrameLocks noGrp="1"/>
          </p:cNvGraphicFramePr>
          <p:nvPr/>
        </p:nvGraphicFramePr>
        <p:xfrm>
          <a:off x="6156960" y="268579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9312DA7C-012D-AFEB-716F-914F15AE81A1}"/>
              </a:ext>
            </a:extLst>
          </p:cNvPr>
          <p:cNvCxnSpPr>
            <a:cxnSpLocks/>
          </p:cNvCxnSpPr>
          <p:nvPr/>
        </p:nvCxnSpPr>
        <p:spPr>
          <a:xfrm flipH="1">
            <a:off x="7508345" y="3100832"/>
            <a:ext cx="3024787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23254185-37C4-3496-F90F-3641D35FE005}"/>
              </a:ext>
            </a:extLst>
          </p:cNvPr>
          <p:cNvCxnSpPr>
            <a:cxnSpLocks/>
          </p:cNvCxnSpPr>
          <p:nvPr/>
        </p:nvCxnSpPr>
        <p:spPr>
          <a:xfrm flipV="1">
            <a:off x="7323138" y="1433599"/>
            <a:ext cx="0" cy="138580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E3D77C4E-56EC-ED92-50FA-B720DC8D1EDA}"/>
              </a:ext>
            </a:extLst>
          </p:cNvPr>
          <p:cNvSpPr txBox="1"/>
          <p:nvPr/>
        </p:nvSpPr>
        <p:spPr>
          <a:xfrm>
            <a:off x="-2514282" y="3926971"/>
            <a:ext cx="8214360" cy="6652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head</a:t>
            </a:r>
            <a:endParaRPr lang="en-US" sz="24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head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E7587AF-6613-804B-EE3C-3D13D6E1AC97}"/>
              </a:ext>
            </a:extLst>
          </p:cNvPr>
          <p:cNvCxnSpPr>
            <a:cxnSpLocks/>
          </p:cNvCxnSpPr>
          <p:nvPr/>
        </p:nvCxnSpPr>
        <p:spPr>
          <a:xfrm>
            <a:off x="-2361236" y="3573256"/>
            <a:ext cx="16412516" cy="121936"/>
          </a:xfrm>
          <a:prstGeom prst="line">
            <a:avLst/>
          </a:prstGeom>
          <a:ln>
            <a:solidFill>
              <a:schemeClr val="bg2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4E8C5F6-9903-8F8E-F53C-A4599F70D85A}"/>
              </a:ext>
            </a:extLst>
          </p:cNvPr>
          <p:cNvCxnSpPr/>
          <p:nvPr/>
        </p:nvCxnSpPr>
        <p:spPr>
          <a:xfrm>
            <a:off x="10456064" y="80079"/>
            <a:ext cx="0" cy="624840"/>
          </a:xfrm>
          <a:prstGeom prst="line">
            <a:avLst/>
          </a:prstGeom>
          <a:ln w="38100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7A142B4-700A-2442-8BD4-5D6B9BD42270}"/>
              </a:ext>
            </a:extLst>
          </p:cNvPr>
          <p:cNvCxnSpPr/>
          <p:nvPr/>
        </p:nvCxnSpPr>
        <p:spPr>
          <a:xfrm>
            <a:off x="11675056" y="123309"/>
            <a:ext cx="0" cy="624840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AF4D2091-1991-D6AD-C586-97641B5ABF14}"/>
              </a:ext>
            </a:extLst>
          </p:cNvPr>
          <p:cNvSpPr txBox="1"/>
          <p:nvPr/>
        </p:nvSpPr>
        <p:spPr>
          <a:xfrm>
            <a:off x="11244790" y="-184555"/>
            <a:ext cx="947210" cy="30786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slow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90C053A-9175-C1D5-9281-B01825C65A10}"/>
              </a:ext>
            </a:extLst>
          </p:cNvPr>
          <p:cNvSpPr txBox="1"/>
          <p:nvPr/>
        </p:nvSpPr>
        <p:spPr>
          <a:xfrm>
            <a:off x="10116502" y="-240974"/>
            <a:ext cx="1151466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8BA2A8F-918B-EEFC-FEB5-FC2A6C62E919}"/>
              </a:ext>
            </a:extLst>
          </p:cNvPr>
          <p:cNvSpPr txBox="1"/>
          <p:nvPr/>
        </p:nvSpPr>
        <p:spPr>
          <a:xfrm>
            <a:off x="-2834322" y="5072447"/>
            <a:ext cx="8290560" cy="1383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endParaRPr lang="en-US" sz="24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</a:b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7664831-F628-6776-4CDD-CC1AFCA93C79}"/>
              </a:ext>
            </a:extLst>
          </p:cNvPr>
          <p:cNvSpPr txBox="1"/>
          <p:nvPr/>
        </p:nvSpPr>
        <p:spPr>
          <a:xfrm>
            <a:off x="-3036834" y="6593684"/>
            <a:ext cx="8450580" cy="8447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  </a:t>
            </a: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14E5DA6-A05D-A634-953C-64F9D7803746}"/>
              </a:ext>
            </a:extLst>
          </p:cNvPr>
          <p:cNvSpPr txBox="1"/>
          <p:nvPr/>
        </p:nvSpPr>
        <p:spPr>
          <a:xfrm>
            <a:off x="6040278" y="3926971"/>
            <a:ext cx="8549640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IN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intersection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 err="1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detectCycle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4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BDD48AC7-A894-5B0E-15E1-F0BDC1797E1E}"/>
              </a:ext>
            </a:extLst>
          </p:cNvPr>
          <p:cNvCxnSpPr>
            <a:cxnSpLocks/>
            <a:endCxn id="5" idx="2"/>
          </p:cNvCxnSpPr>
          <p:nvPr/>
        </p:nvCxnSpPr>
        <p:spPr>
          <a:xfrm>
            <a:off x="5845022" y="3642173"/>
            <a:ext cx="1" cy="3934139"/>
          </a:xfrm>
          <a:prstGeom prst="line">
            <a:avLst/>
          </a:prstGeom>
          <a:ln>
            <a:solidFill>
              <a:schemeClr val="bg2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391D44A6-D701-00BD-75F3-8775BEE037A9}"/>
              </a:ext>
            </a:extLst>
          </p:cNvPr>
          <p:cNvSpPr txBox="1"/>
          <p:nvPr/>
        </p:nvSpPr>
        <p:spPr>
          <a:xfrm>
            <a:off x="6933354" y="4585253"/>
            <a:ext cx="8808720" cy="6652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head</a:t>
            </a:r>
            <a:endParaRPr lang="en-US" sz="24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</a:t>
            </a: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intersection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D665EBC-EBA7-524A-12A5-74BC35BC0AA8}"/>
              </a:ext>
            </a:extLst>
          </p:cNvPr>
          <p:cNvCxnSpPr/>
          <p:nvPr/>
        </p:nvCxnSpPr>
        <p:spPr>
          <a:xfrm>
            <a:off x="880693" y="78178"/>
            <a:ext cx="0" cy="624840"/>
          </a:xfrm>
          <a:prstGeom prst="line">
            <a:avLst/>
          </a:prstGeom>
          <a:ln w="38100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014A7FAC-6899-EA14-4AFC-970197A58525}"/>
              </a:ext>
            </a:extLst>
          </p:cNvPr>
          <p:cNvSpPr txBox="1"/>
          <p:nvPr/>
        </p:nvSpPr>
        <p:spPr>
          <a:xfrm>
            <a:off x="450427" y="-229686"/>
            <a:ext cx="947210" cy="30786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</a:rPr>
              <a:t>slow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51E949A-6D68-B299-0D4E-41F16ABEE46E}"/>
              </a:ext>
            </a:extLst>
          </p:cNvPr>
          <p:cNvSpPr txBox="1"/>
          <p:nvPr/>
        </p:nvSpPr>
        <p:spPr>
          <a:xfrm>
            <a:off x="7024475" y="5667419"/>
            <a:ext cx="9387840" cy="1203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endParaRPr lang="en-US" sz="24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728196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FCF14E-FBB4-9FB7-961D-BB1047EB9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57B8349-E906-F690-CB65-5526F11DA63E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D915DC1-23CA-BC91-01C5-B2C05F8D337D}"/>
              </a:ext>
            </a:extLst>
          </p:cNvPr>
          <p:cNvSpPr/>
          <p:nvPr/>
        </p:nvSpPr>
        <p:spPr>
          <a:xfrm>
            <a:off x="5894851" y="751215"/>
            <a:ext cx="1814897" cy="759773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B4AE9A4-37CB-F00A-0703-46AF1C87C1E4}"/>
              </a:ext>
            </a:extLst>
          </p:cNvPr>
          <p:cNvGraphicFramePr>
            <a:graphicFrameLocks noGrp="1"/>
          </p:cNvGraphicFramePr>
          <p:nvPr/>
        </p:nvGraphicFramePr>
        <p:xfrm>
          <a:off x="-497682" y="835615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967898E-6A71-3CC2-5B01-7FDFFBE872F9}"/>
              </a:ext>
            </a:extLst>
          </p:cNvPr>
          <p:cNvGraphicFramePr>
            <a:graphicFrameLocks noGrp="1"/>
          </p:cNvGraphicFramePr>
          <p:nvPr/>
        </p:nvGraphicFramePr>
        <p:xfrm>
          <a:off x="1681638" y="84882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218E089-F883-8D9C-9DEC-00634B380B97}"/>
              </a:ext>
            </a:extLst>
          </p:cNvPr>
          <p:cNvGraphicFramePr>
            <a:graphicFrameLocks noGrp="1"/>
          </p:cNvGraphicFramePr>
          <p:nvPr/>
        </p:nvGraphicFramePr>
        <p:xfrm>
          <a:off x="3860958" y="83561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131D293-4BAE-E34B-99E7-FE6F6A4B915A}"/>
              </a:ext>
            </a:extLst>
          </p:cNvPr>
          <p:cNvGraphicFramePr>
            <a:graphicFrameLocks noGrp="1"/>
          </p:cNvGraphicFramePr>
          <p:nvPr/>
        </p:nvGraphicFramePr>
        <p:xfrm>
          <a:off x="6040278" y="835613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6A41307-9861-7B05-4AA1-38DF24C1941D}"/>
              </a:ext>
            </a:extLst>
          </p:cNvPr>
          <p:cNvGraphicFramePr>
            <a:graphicFrameLocks noGrp="1"/>
          </p:cNvGraphicFramePr>
          <p:nvPr/>
        </p:nvGraphicFramePr>
        <p:xfrm>
          <a:off x="8219598" y="835612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F9B0CA9-CE0F-2CE5-FC7A-51A4A0A52E96}"/>
              </a:ext>
            </a:extLst>
          </p:cNvPr>
          <p:cNvCxnSpPr/>
          <p:nvPr/>
        </p:nvCxnSpPr>
        <p:spPr>
          <a:xfrm>
            <a:off x="769938" y="121741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46A3889-F8CD-D0C0-F9E7-698F2392EB01}"/>
              </a:ext>
            </a:extLst>
          </p:cNvPr>
          <p:cNvCxnSpPr>
            <a:cxnSpLocks/>
          </p:cNvCxnSpPr>
          <p:nvPr/>
        </p:nvCxnSpPr>
        <p:spPr>
          <a:xfrm>
            <a:off x="2951958" y="1232651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B374B83-A77B-914F-E5FF-B20BC1975F80}"/>
              </a:ext>
            </a:extLst>
          </p:cNvPr>
          <p:cNvCxnSpPr/>
          <p:nvPr/>
        </p:nvCxnSpPr>
        <p:spPr>
          <a:xfrm>
            <a:off x="5159058" y="121741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25237AD-61E7-CCB5-B7F8-6E5E2F1154D0}"/>
              </a:ext>
            </a:extLst>
          </p:cNvPr>
          <p:cNvCxnSpPr/>
          <p:nvPr/>
        </p:nvCxnSpPr>
        <p:spPr>
          <a:xfrm>
            <a:off x="7323138" y="123265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28CE1ACD-4DEE-0DAB-1592-4BD2BDFBFB09}"/>
              </a:ext>
            </a:extLst>
          </p:cNvPr>
          <p:cNvSpPr txBox="1"/>
          <p:nvPr/>
        </p:nvSpPr>
        <p:spPr>
          <a:xfrm>
            <a:off x="-247865" y="289550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B503C7D1-298D-F031-1746-42765DD1DB94}"/>
              </a:ext>
            </a:extLst>
          </p:cNvPr>
          <p:cNvGraphicFramePr>
            <a:graphicFrameLocks noGrp="1"/>
          </p:cNvGraphicFramePr>
          <p:nvPr/>
        </p:nvGraphicFramePr>
        <p:xfrm>
          <a:off x="10398918" y="838439"/>
          <a:ext cx="15527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38992">
                <a:tc>
                  <a:txBody>
                    <a:bodyPr/>
                    <a:lstStyle/>
                    <a:p>
                      <a:r>
                        <a:rPr lang="en-IN" sz="3200" dirty="0"/>
                        <a:t>   6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B6F5AA2-C718-460B-A574-D6A4F3C9796A}"/>
              </a:ext>
            </a:extLst>
          </p:cNvPr>
          <p:cNvCxnSpPr>
            <a:cxnSpLocks/>
          </p:cNvCxnSpPr>
          <p:nvPr/>
        </p:nvCxnSpPr>
        <p:spPr>
          <a:xfrm>
            <a:off x="9520591" y="1232892"/>
            <a:ext cx="1086449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0D4ACCC2-237F-1C2B-384F-855D3EC2B57B}"/>
              </a:ext>
            </a:extLst>
          </p:cNvPr>
          <p:cNvGraphicFramePr>
            <a:graphicFrameLocks noGrp="1"/>
          </p:cNvGraphicFramePr>
          <p:nvPr/>
        </p:nvGraphicFramePr>
        <p:xfrm>
          <a:off x="10398918" y="2701036"/>
          <a:ext cx="15527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38992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D71FA5E-9CC2-0267-2419-2B1993225BA8}"/>
              </a:ext>
            </a:extLst>
          </p:cNvPr>
          <p:cNvCxnSpPr>
            <a:cxnSpLocks/>
          </p:cNvCxnSpPr>
          <p:nvPr/>
        </p:nvCxnSpPr>
        <p:spPr>
          <a:xfrm>
            <a:off x="11574979" y="1293611"/>
            <a:ext cx="0" cy="1696985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AA635E5B-57DA-2D0E-8752-A705DC4E4B1B}"/>
              </a:ext>
            </a:extLst>
          </p:cNvPr>
          <p:cNvGraphicFramePr>
            <a:graphicFrameLocks noGrp="1"/>
          </p:cNvGraphicFramePr>
          <p:nvPr/>
        </p:nvGraphicFramePr>
        <p:xfrm>
          <a:off x="6156960" y="268579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9EA9C99-F251-2B5B-8D81-1555526E00D5}"/>
              </a:ext>
            </a:extLst>
          </p:cNvPr>
          <p:cNvCxnSpPr>
            <a:cxnSpLocks/>
          </p:cNvCxnSpPr>
          <p:nvPr/>
        </p:nvCxnSpPr>
        <p:spPr>
          <a:xfrm flipH="1">
            <a:off x="7508345" y="3100832"/>
            <a:ext cx="3024787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EFFDC0E9-C71D-A936-539F-CD4F3F46E40C}"/>
              </a:ext>
            </a:extLst>
          </p:cNvPr>
          <p:cNvCxnSpPr>
            <a:cxnSpLocks/>
          </p:cNvCxnSpPr>
          <p:nvPr/>
        </p:nvCxnSpPr>
        <p:spPr>
          <a:xfrm flipV="1">
            <a:off x="7323138" y="1433599"/>
            <a:ext cx="0" cy="138580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B97B084D-B9BE-CFE3-333E-7117D52328CD}"/>
              </a:ext>
            </a:extLst>
          </p:cNvPr>
          <p:cNvSpPr txBox="1"/>
          <p:nvPr/>
        </p:nvSpPr>
        <p:spPr>
          <a:xfrm>
            <a:off x="-2514282" y="3926971"/>
            <a:ext cx="8214360" cy="6652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head</a:t>
            </a:r>
            <a:endParaRPr lang="en-US" sz="24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head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34248BE-7C95-5883-E9A8-5C92F3B81C23}"/>
              </a:ext>
            </a:extLst>
          </p:cNvPr>
          <p:cNvCxnSpPr>
            <a:cxnSpLocks/>
          </p:cNvCxnSpPr>
          <p:nvPr/>
        </p:nvCxnSpPr>
        <p:spPr>
          <a:xfrm>
            <a:off x="-2361236" y="3573256"/>
            <a:ext cx="16412516" cy="121936"/>
          </a:xfrm>
          <a:prstGeom prst="line">
            <a:avLst/>
          </a:prstGeom>
          <a:ln>
            <a:solidFill>
              <a:schemeClr val="bg2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B3ED697-F8C4-A87E-EEF0-E7E17F0D886C}"/>
              </a:ext>
            </a:extLst>
          </p:cNvPr>
          <p:cNvCxnSpPr/>
          <p:nvPr/>
        </p:nvCxnSpPr>
        <p:spPr>
          <a:xfrm>
            <a:off x="10456064" y="80079"/>
            <a:ext cx="0" cy="624840"/>
          </a:xfrm>
          <a:prstGeom prst="line">
            <a:avLst/>
          </a:prstGeom>
          <a:ln w="38100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DED9B72-AF45-929B-B7DD-BAB62EA179BD}"/>
              </a:ext>
            </a:extLst>
          </p:cNvPr>
          <p:cNvCxnSpPr/>
          <p:nvPr/>
        </p:nvCxnSpPr>
        <p:spPr>
          <a:xfrm>
            <a:off x="11675056" y="123309"/>
            <a:ext cx="0" cy="624840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93D81E85-0AE5-4982-DA97-797A1F63E7C9}"/>
              </a:ext>
            </a:extLst>
          </p:cNvPr>
          <p:cNvSpPr txBox="1"/>
          <p:nvPr/>
        </p:nvSpPr>
        <p:spPr>
          <a:xfrm>
            <a:off x="11244790" y="-184555"/>
            <a:ext cx="947210" cy="30786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slow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2A5D00B-FA51-33AD-DEAC-1F02255B6A1A}"/>
              </a:ext>
            </a:extLst>
          </p:cNvPr>
          <p:cNvSpPr txBox="1"/>
          <p:nvPr/>
        </p:nvSpPr>
        <p:spPr>
          <a:xfrm>
            <a:off x="10116502" y="-240974"/>
            <a:ext cx="1151466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191D45D-FF6F-E2B8-DCB6-36682099FEE4}"/>
              </a:ext>
            </a:extLst>
          </p:cNvPr>
          <p:cNvSpPr txBox="1"/>
          <p:nvPr/>
        </p:nvSpPr>
        <p:spPr>
          <a:xfrm>
            <a:off x="-2834322" y="5072447"/>
            <a:ext cx="8290560" cy="1383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endParaRPr lang="en-US" sz="24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</a:b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FCCE1F9-0786-668F-C778-528F6EFF8352}"/>
              </a:ext>
            </a:extLst>
          </p:cNvPr>
          <p:cNvSpPr txBox="1"/>
          <p:nvPr/>
        </p:nvSpPr>
        <p:spPr>
          <a:xfrm>
            <a:off x="-3036834" y="6593684"/>
            <a:ext cx="8450580" cy="8447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  </a:t>
            </a: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11BB278-2ED3-20B4-6EEB-E9A9436D264A}"/>
              </a:ext>
            </a:extLst>
          </p:cNvPr>
          <p:cNvSpPr txBox="1"/>
          <p:nvPr/>
        </p:nvSpPr>
        <p:spPr>
          <a:xfrm>
            <a:off x="6040278" y="3926971"/>
            <a:ext cx="8549640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IN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intersection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 err="1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detectCycle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4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BD3D51C-5A06-D903-6311-0320DD59D5B7}"/>
              </a:ext>
            </a:extLst>
          </p:cNvPr>
          <p:cNvCxnSpPr>
            <a:cxnSpLocks/>
            <a:endCxn id="5" idx="2"/>
          </p:cNvCxnSpPr>
          <p:nvPr/>
        </p:nvCxnSpPr>
        <p:spPr>
          <a:xfrm>
            <a:off x="5845022" y="3642173"/>
            <a:ext cx="1" cy="3934139"/>
          </a:xfrm>
          <a:prstGeom prst="line">
            <a:avLst/>
          </a:prstGeom>
          <a:ln>
            <a:solidFill>
              <a:schemeClr val="bg2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EF3FFD72-5BDE-2809-4AB6-079DDBFF0F98}"/>
              </a:ext>
            </a:extLst>
          </p:cNvPr>
          <p:cNvSpPr txBox="1"/>
          <p:nvPr/>
        </p:nvSpPr>
        <p:spPr>
          <a:xfrm>
            <a:off x="6933354" y="4585253"/>
            <a:ext cx="8808720" cy="6652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head</a:t>
            </a:r>
            <a:endParaRPr lang="en-US" sz="24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</a:t>
            </a: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intersection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D1EA828-55E1-DF8A-B512-70FE5E7B7223}"/>
              </a:ext>
            </a:extLst>
          </p:cNvPr>
          <p:cNvCxnSpPr/>
          <p:nvPr/>
        </p:nvCxnSpPr>
        <p:spPr>
          <a:xfrm>
            <a:off x="2435014" y="112178"/>
            <a:ext cx="0" cy="624840"/>
          </a:xfrm>
          <a:prstGeom prst="line">
            <a:avLst/>
          </a:prstGeom>
          <a:ln w="38100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015BC366-F2F2-C3EE-91DF-353AFBC1F3CF}"/>
              </a:ext>
            </a:extLst>
          </p:cNvPr>
          <p:cNvSpPr txBox="1"/>
          <p:nvPr/>
        </p:nvSpPr>
        <p:spPr>
          <a:xfrm>
            <a:off x="2004748" y="-195686"/>
            <a:ext cx="947210" cy="30786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</a:rPr>
              <a:t>slow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F8C5EE3-0D6E-CE95-2C5B-AF677EF6CEB9}"/>
              </a:ext>
            </a:extLst>
          </p:cNvPr>
          <p:cNvSpPr txBox="1"/>
          <p:nvPr/>
        </p:nvSpPr>
        <p:spPr>
          <a:xfrm>
            <a:off x="7024475" y="5667419"/>
            <a:ext cx="9387840" cy="1203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endParaRPr lang="en-US" sz="24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18076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29FEB1-E8CA-6A78-72B5-FFC62B37ED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B81E9F3-D53B-14E7-07D4-0472DB44E38C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C0F10C1-F590-F81B-09C8-A07EFF26FD3C}"/>
              </a:ext>
            </a:extLst>
          </p:cNvPr>
          <p:cNvSpPr/>
          <p:nvPr/>
        </p:nvSpPr>
        <p:spPr>
          <a:xfrm>
            <a:off x="5894851" y="751215"/>
            <a:ext cx="1814897" cy="759773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4F13FCA2-6684-E7AD-5D70-D8B11EB5BBA6}"/>
              </a:ext>
            </a:extLst>
          </p:cNvPr>
          <p:cNvGraphicFramePr>
            <a:graphicFrameLocks noGrp="1"/>
          </p:cNvGraphicFramePr>
          <p:nvPr/>
        </p:nvGraphicFramePr>
        <p:xfrm>
          <a:off x="-497682" y="835615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DF7AB7D-C47B-2210-43D6-765A75C23C0C}"/>
              </a:ext>
            </a:extLst>
          </p:cNvPr>
          <p:cNvGraphicFramePr>
            <a:graphicFrameLocks noGrp="1"/>
          </p:cNvGraphicFramePr>
          <p:nvPr/>
        </p:nvGraphicFramePr>
        <p:xfrm>
          <a:off x="1681638" y="84882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0FDCBC7-39C2-355C-2DC1-950F77D2B267}"/>
              </a:ext>
            </a:extLst>
          </p:cNvPr>
          <p:cNvGraphicFramePr>
            <a:graphicFrameLocks noGrp="1"/>
          </p:cNvGraphicFramePr>
          <p:nvPr/>
        </p:nvGraphicFramePr>
        <p:xfrm>
          <a:off x="3860958" y="83561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359271D-C0FF-F34A-214F-177B5258C5EB}"/>
              </a:ext>
            </a:extLst>
          </p:cNvPr>
          <p:cNvGraphicFramePr>
            <a:graphicFrameLocks noGrp="1"/>
          </p:cNvGraphicFramePr>
          <p:nvPr/>
        </p:nvGraphicFramePr>
        <p:xfrm>
          <a:off x="6040278" y="835613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A14833E-A9CB-27ED-3CA6-9941BC4DDED6}"/>
              </a:ext>
            </a:extLst>
          </p:cNvPr>
          <p:cNvGraphicFramePr>
            <a:graphicFrameLocks noGrp="1"/>
          </p:cNvGraphicFramePr>
          <p:nvPr/>
        </p:nvGraphicFramePr>
        <p:xfrm>
          <a:off x="8219598" y="835612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DE8B7A8-88F4-B6C2-1979-24F52BF794D0}"/>
              </a:ext>
            </a:extLst>
          </p:cNvPr>
          <p:cNvCxnSpPr/>
          <p:nvPr/>
        </p:nvCxnSpPr>
        <p:spPr>
          <a:xfrm>
            <a:off x="769938" y="121741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4668B77-1A4A-5ABB-EA7B-CFFB02A2E559}"/>
              </a:ext>
            </a:extLst>
          </p:cNvPr>
          <p:cNvCxnSpPr>
            <a:cxnSpLocks/>
          </p:cNvCxnSpPr>
          <p:nvPr/>
        </p:nvCxnSpPr>
        <p:spPr>
          <a:xfrm>
            <a:off x="2951958" y="1232651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FA9692B-D4B8-8861-701A-B91B2C773247}"/>
              </a:ext>
            </a:extLst>
          </p:cNvPr>
          <p:cNvCxnSpPr/>
          <p:nvPr/>
        </p:nvCxnSpPr>
        <p:spPr>
          <a:xfrm>
            <a:off x="5159058" y="121741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855D72D-4F75-84B7-1C3E-376D3E929110}"/>
              </a:ext>
            </a:extLst>
          </p:cNvPr>
          <p:cNvCxnSpPr/>
          <p:nvPr/>
        </p:nvCxnSpPr>
        <p:spPr>
          <a:xfrm>
            <a:off x="7323138" y="123265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AEDAA44D-7493-D928-C13D-A43A92A769DD}"/>
              </a:ext>
            </a:extLst>
          </p:cNvPr>
          <p:cNvSpPr txBox="1"/>
          <p:nvPr/>
        </p:nvSpPr>
        <p:spPr>
          <a:xfrm>
            <a:off x="-247865" y="289550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F1527CD0-1718-85B8-8568-B139FD9C5A81}"/>
              </a:ext>
            </a:extLst>
          </p:cNvPr>
          <p:cNvGraphicFramePr>
            <a:graphicFrameLocks noGrp="1"/>
          </p:cNvGraphicFramePr>
          <p:nvPr/>
        </p:nvGraphicFramePr>
        <p:xfrm>
          <a:off x="10398918" y="838439"/>
          <a:ext cx="15527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38992">
                <a:tc>
                  <a:txBody>
                    <a:bodyPr/>
                    <a:lstStyle/>
                    <a:p>
                      <a:r>
                        <a:rPr lang="en-IN" sz="3200" dirty="0"/>
                        <a:t>   6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747DFFD-1A1A-2B83-AC0D-E6001F36BB0A}"/>
              </a:ext>
            </a:extLst>
          </p:cNvPr>
          <p:cNvCxnSpPr>
            <a:cxnSpLocks/>
          </p:cNvCxnSpPr>
          <p:nvPr/>
        </p:nvCxnSpPr>
        <p:spPr>
          <a:xfrm>
            <a:off x="9520591" y="1232892"/>
            <a:ext cx="1086449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5B610025-29BB-1AEC-B962-1C051EC3D138}"/>
              </a:ext>
            </a:extLst>
          </p:cNvPr>
          <p:cNvGraphicFramePr>
            <a:graphicFrameLocks noGrp="1"/>
          </p:cNvGraphicFramePr>
          <p:nvPr/>
        </p:nvGraphicFramePr>
        <p:xfrm>
          <a:off x="10398918" y="2701036"/>
          <a:ext cx="15527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38992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7B50633-9A06-DE60-8E11-4264CDB818D7}"/>
              </a:ext>
            </a:extLst>
          </p:cNvPr>
          <p:cNvCxnSpPr>
            <a:cxnSpLocks/>
          </p:cNvCxnSpPr>
          <p:nvPr/>
        </p:nvCxnSpPr>
        <p:spPr>
          <a:xfrm>
            <a:off x="11574979" y="1293611"/>
            <a:ext cx="0" cy="1696985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8CA83199-C0CA-D5D0-CB6B-E059C7BC6372}"/>
              </a:ext>
            </a:extLst>
          </p:cNvPr>
          <p:cNvGraphicFramePr>
            <a:graphicFrameLocks noGrp="1"/>
          </p:cNvGraphicFramePr>
          <p:nvPr/>
        </p:nvGraphicFramePr>
        <p:xfrm>
          <a:off x="6156960" y="268579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1DC601D-355B-902A-AEC7-846359BDF370}"/>
              </a:ext>
            </a:extLst>
          </p:cNvPr>
          <p:cNvCxnSpPr>
            <a:cxnSpLocks/>
          </p:cNvCxnSpPr>
          <p:nvPr/>
        </p:nvCxnSpPr>
        <p:spPr>
          <a:xfrm flipH="1">
            <a:off x="7508345" y="3100832"/>
            <a:ext cx="3024787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B9975B7F-E91B-5E67-8397-E01572E0FBDD}"/>
              </a:ext>
            </a:extLst>
          </p:cNvPr>
          <p:cNvCxnSpPr>
            <a:cxnSpLocks/>
          </p:cNvCxnSpPr>
          <p:nvPr/>
        </p:nvCxnSpPr>
        <p:spPr>
          <a:xfrm flipV="1">
            <a:off x="7323138" y="1433599"/>
            <a:ext cx="0" cy="138580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214264D2-FE98-E791-FB18-A7CC5CFD73B3}"/>
              </a:ext>
            </a:extLst>
          </p:cNvPr>
          <p:cNvSpPr txBox="1"/>
          <p:nvPr/>
        </p:nvSpPr>
        <p:spPr>
          <a:xfrm>
            <a:off x="-2514282" y="3926971"/>
            <a:ext cx="8214360" cy="6652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head</a:t>
            </a:r>
            <a:endParaRPr lang="en-US" sz="24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head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DFC2BB1-5831-CEAD-2929-8046108A9791}"/>
              </a:ext>
            </a:extLst>
          </p:cNvPr>
          <p:cNvCxnSpPr>
            <a:cxnSpLocks/>
          </p:cNvCxnSpPr>
          <p:nvPr/>
        </p:nvCxnSpPr>
        <p:spPr>
          <a:xfrm>
            <a:off x="-2361236" y="3573256"/>
            <a:ext cx="16412516" cy="121936"/>
          </a:xfrm>
          <a:prstGeom prst="line">
            <a:avLst/>
          </a:prstGeom>
          <a:ln>
            <a:solidFill>
              <a:schemeClr val="bg2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6BFDAAC-F669-6EDE-7F34-32E63D8F95F2}"/>
              </a:ext>
            </a:extLst>
          </p:cNvPr>
          <p:cNvCxnSpPr/>
          <p:nvPr/>
        </p:nvCxnSpPr>
        <p:spPr>
          <a:xfrm>
            <a:off x="12711584" y="2403914"/>
            <a:ext cx="0" cy="624840"/>
          </a:xfrm>
          <a:prstGeom prst="line">
            <a:avLst/>
          </a:prstGeom>
          <a:ln w="38100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F4DA0F7-56D5-C8E5-59AE-C55761412D09}"/>
              </a:ext>
            </a:extLst>
          </p:cNvPr>
          <p:cNvCxnSpPr/>
          <p:nvPr/>
        </p:nvCxnSpPr>
        <p:spPr>
          <a:xfrm>
            <a:off x="11675056" y="123309"/>
            <a:ext cx="0" cy="624840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15280B0-0899-D40E-CAFC-89AED00FC580}"/>
              </a:ext>
            </a:extLst>
          </p:cNvPr>
          <p:cNvSpPr txBox="1"/>
          <p:nvPr/>
        </p:nvSpPr>
        <p:spPr>
          <a:xfrm>
            <a:off x="11244790" y="-184555"/>
            <a:ext cx="947210" cy="30786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slow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97B6DDC-F24F-190E-2F1A-738AD099D69F}"/>
              </a:ext>
            </a:extLst>
          </p:cNvPr>
          <p:cNvSpPr txBox="1"/>
          <p:nvPr/>
        </p:nvSpPr>
        <p:spPr>
          <a:xfrm>
            <a:off x="12372022" y="2082861"/>
            <a:ext cx="1151466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F975B34-369E-1CE7-9502-43529876087A}"/>
              </a:ext>
            </a:extLst>
          </p:cNvPr>
          <p:cNvSpPr txBox="1"/>
          <p:nvPr/>
        </p:nvSpPr>
        <p:spPr>
          <a:xfrm>
            <a:off x="-2834322" y="5072447"/>
            <a:ext cx="8290560" cy="1383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endParaRPr lang="en-US" sz="24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</a:b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E4D9443-D407-92CE-DBDD-AE58D88F8062}"/>
              </a:ext>
            </a:extLst>
          </p:cNvPr>
          <p:cNvSpPr txBox="1"/>
          <p:nvPr/>
        </p:nvSpPr>
        <p:spPr>
          <a:xfrm>
            <a:off x="-3036834" y="6593684"/>
            <a:ext cx="8450580" cy="8447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  </a:t>
            </a: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CE05888-B512-2798-00DF-CE2501C085E8}"/>
              </a:ext>
            </a:extLst>
          </p:cNvPr>
          <p:cNvSpPr txBox="1"/>
          <p:nvPr/>
        </p:nvSpPr>
        <p:spPr>
          <a:xfrm>
            <a:off x="6040278" y="3926971"/>
            <a:ext cx="8549640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IN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intersection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 err="1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detectCycle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4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8F11277E-C8E5-5491-D142-AFCAA137C921}"/>
              </a:ext>
            </a:extLst>
          </p:cNvPr>
          <p:cNvCxnSpPr>
            <a:cxnSpLocks/>
            <a:endCxn id="5" idx="2"/>
          </p:cNvCxnSpPr>
          <p:nvPr/>
        </p:nvCxnSpPr>
        <p:spPr>
          <a:xfrm>
            <a:off x="5845022" y="3642173"/>
            <a:ext cx="1" cy="3934139"/>
          </a:xfrm>
          <a:prstGeom prst="line">
            <a:avLst/>
          </a:prstGeom>
          <a:ln>
            <a:solidFill>
              <a:schemeClr val="bg2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E4A4BBD6-27BE-606E-E7A2-D8BAA5F34238}"/>
              </a:ext>
            </a:extLst>
          </p:cNvPr>
          <p:cNvSpPr txBox="1"/>
          <p:nvPr/>
        </p:nvSpPr>
        <p:spPr>
          <a:xfrm>
            <a:off x="6933354" y="4585253"/>
            <a:ext cx="8808720" cy="6652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head</a:t>
            </a:r>
            <a:endParaRPr lang="en-US" sz="24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</a:t>
            </a: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intersection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2323AB8-10CF-AC4E-9EC7-DC6CA1E1A2D4}"/>
              </a:ext>
            </a:extLst>
          </p:cNvPr>
          <p:cNvCxnSpPr/>
          <p:nvPr/>
        </p:nvCxnSpPr>
        <p:spPr>
          <a:xfrm>
            <a:off x="2435014" y="112178"/>
            <a:ext cx="0" cy="624840"/>
          </a:xfrm>
          <a:prstGeom prst="line">
            <a:avLst/>
          </a:prstGeom>
          <a:ln w="38100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723A03DA-227C-6C7F-11AD-4AA1A7B697E4}"/>
              </a:ext>
            </a:extLst>
          </p:cNvPr>
          <p:cNvSpPr txBox="1"/>
          <p:nvPr/>
        </p:nvSpPr>
        <p:spPr>
          <a:xfrm>
            <a:off x="2004748" y="-195686"/>
            <a:ext cx="947210" cy="30786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</a:rPr>
              <a:t>slow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A6C3649-A415-7C1A-DCBC-7BA05692BF13}"/>
              </a:ext>
            </a:extLst>
          </p:cNvPr>
          <p:cNvSpPr txBox="1"/>
          <p:nvPr/>
        </p:nvSpPr>
        <p:spPr>
          <a:xfrm>
            <a:off x="7024475" y="5667419"/>
            <a:ext cx="9387840" cy="1203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endParaRPr lang="en-US" sz="24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5989A9F0-DB4F-116E-6954-6C2947A35022}"/>
              </a:ext>
            </a:extLst>
          </p:cNvPr>
          <p:cNvCxnSpPr>
            <a:cxnSpLocks/>
          </p:cNvCxnSpPr>
          <p:nvPr/>
        </p:nvCxnSpPr>
        <p:spPr>
          <a:xfrm>
            <a:off x="12013743" y="3077464"/>
            <a:ext cx="716557" cy="0"/>
          </a:xfrm>
          <a:prstGeom prst="line">
            <a:avLst/>
          </a:prstGeom>
          <a:ln w="38100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008039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65AE7D-D259-32D4-851E-DC3D8CD7B4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9318EC9-8F43-DD7D-5A79-464C4744EF9A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00A8E70-48DD-C41C-4DC6-5FC8BF39A3EF}"/>
              </a:ext>
            </a:extLst>
          </p:cNvPr>
          <p:cNvSpPr/>
          <p:nvPr/>
        </p:nvSpPr>
        <p:spPr>
          <a:xfrm>
            <a:off x="5894851" y="751215"/>
            <a:ext cx="1814897" cy="759773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0D95074-0899-FC8A-C15B-F01CB863C6B2}"/>
              </a:ext>
            </a:extLst>
          </p:cNvPr>
          <p:cNvGraphicFramePr>
            <a:graphicFrameLocks noGrp="1"/>
          </p:cNvGraphicFramePr>
          <p:nvPr/>
        </p:nvGraphicFramePr>
        <p:xfrm>
          <a:off x="-497682" y="835615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2F0B74F-D8FF-BDF8-438C-1CA4763499B0}"/>
              </a:ext>
            </a:extLst>
          </p:cNvPr>
          <p:cNvGraphicFramePr>
            <a:graphicFrameLocks noGrp="1"/>
          </p:cNvGraphicFramePr>
          <p:nvPr/>
        </p:nvGraphicFramePr>
        <p:xfrm>
          <a:off x="1681638" y="84882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9D1F6DE-0737-6BDE-EA0E-E7909B947423}"/>
              </a:ext>
            </a:extLst>
          </p:cNvPr>
          <p:cNvGraphicFramePr>
            <a:graphicFrameLocks noGrp="1"/>
          </p:cNvGraphicFramePr>
          <p:nvPr/>
        </p:nvGraphicFramePr>
        <p:xfrm>
          <a:off x="3860958" y="83561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09DEC08-B582-F738-D2EB-7F085C263A64}"/>
              </a:ext>
            </a:extLst>
          </p:cNvPr>
          <p:cNvGraphicFramePr>
            <a:graphicFrameLocks noGrp="1"/>
          </p:cNvGraphicFramePr>
          <p:nvPr/>
        </p:nvGraphicFramePr>
        <p:xfrm>
          <a:off x="6040278" y="835613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86BE2C0-5085-B96E-E979-C09D7F27945D}"/>
              </a:ext>
            </a:extLst>
          </p:cNvPr>
          <p:cNvGraphicFramePr>
            <a:graphicFrameLocks noGrp="1"/>
          </p:cNvGraphicFramePr>
          <p:nvPr/>
        </p:nvGraphicFramePr>
        <p:xfrm>
          <a:off x="8219598" y="835612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DC57889-6FB8-C124-6DF8-659FBA9C3EA0}"/>
              </a:ext>
            </a:extLst>
          </p:cNvPr>
          <p:cNvCxnSpPr/>
          <p:nvPr/>
        </p:nvCxnSpPr>
        <p:spPr>
          <a:xfrm>
            <a:off x="769938" y="121741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E6975FC-857B-450D-1296-083609442222}"/>
              </a:ext>
            </a:extLst>
          </p:cNvPr>
          <p:cNvCxnSpPr>
            <a:cxnSpLocks/>
          </p:cNvCxnSpPr>
          <p:nvPr/>
        </p:nvCxnSpPr>
        <p:spPr>
          <a:xfrm>
            <a:off x="2951958" y="1232651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29D2242-B0A3-ABF4-1BFB-D6C52073A09E}"/>
              </a:ext>
            </a:extLst>
          </p:cNvPr>
          <p:cNvCxnSpPr/>
          <p:nvPr/>
        </p:nvCxnSpPr>
        <p:spPr>
          <a:xfrm>
            <a:off x="5159058" y="121741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562961A-02F4-686D-2556-861F79110AF6}"/>
              </a:ext>
            </a:extLst>
          </p:cNvPr>
          <p:cNvCxnSpPr/>
          <p:nvPr/>
        </p:nvCxnSpPr>
        <p:spPr>
          <a:xfrm>
            <a:off x="7323138" y="123265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73913B0C-6BB4-F02D-7173-4F853C12E5A7}"/>
              </a:ext>
            </a:extLst>
          </p:cNvPr>
          <p:cNvSpPr txBox="1"/>
          <p:nvPr/>
        </p:nvSpPr>
        <p:spPr>
          <a:xfrm>
            <a:off x="-247865" y="289550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6CA1AA98-B152-FB88-2BDD-6DA55D76D406}"/>
              </a:ext>
            </a:extLst>
          </p:cNvPr>
          <p:cNvGraphicFramePr>
            <a:graphicFrameLocks noGrp="1"/>
          </p:cNvGraphicFramePr>
          <p:nvPr/>
        </p:nvGraphicFramePr>
        <p:xfrm>
          <a:off x="10398918" y="838439"/>
          <a:ext cx="15527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38992">
                <a:tc>
                  <a:txBody>
                    <a:bodyPr/>
                    <a:lstStyle/>
                    <a:p>
                      <a:r>
                        <a:rPr lang="en-IN" sz="3200" dirty="0"/>
                        <a:t>   6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69D7C8D-F118-2009-25F6-8B0D8669E0F6}"/>
              </a:ext>
            </a:extLst>
          </p:cNvPr>
          <p:cNvCxnSpPr>
            <a:cxnSpLocks/>
          </p:cNvCxnSpPr>
          <p:nvPr/>
        </p:nvCxnSpPr>
        <p:spPr>
          <a:xfrm>
            <a:off x="9520591" y="1232892"/>
            <a:ext cx="1086449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D734694C-7C17-4F95-39C8-C8660DD8FC7E}"/>
              </a:ext>
            </a:extLst>
          </p:cNvPr>
          <p:cNvGraphicFramePr>
            <a:graphicFrameLocks noGrp="1"/>
          </p:cNvGraphicFramePr>
          <p:nvPr/>
        </p:nvGraphicFramePr>
        <p:xfrm>
          <a:off x="10398918" y="2701036"/>
          <a:ext cx="15527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38992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0561456-BF05-8263-0E5F-31C8C102B064}"/>
              </a:ext>
            </a:extLst>
          </p:cNvPr>
          <p:cNvCxnSpPr>
            <a:cxnSpLocks/>
          </p:cNvCxnSpPr>
          <p:nvPr/>
        </p:nvCxnSpPr>
        <p:spPr>
          <a:xfrm>
            <a:off x="11574979" y="1293611"/>
            <a:ext cx="0" cy="1696985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51E671AC-548E-00C4-D0E4-F496A846E5DD}"/>
              </a:ext>
            </a:extLst>
          </p:cNvPr>
          <p:cNvGraphicFramePr>
            <a:graphicFrameLocks noGrp="1"/>
          </p:cNvGraphicFramePr>
          <p:nvPr/>
        </p:nvGraphicFramePr>
        <p:xfrm>
          <a:off x="6156960" y="268579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57BA18C-F50F-C6DD-1404-98118BDC2B56}"/>
              </a:ext>
            </a:extLst>
          </p:cNvPr>
          <p:cNvCxnSpPr>
            <a:cxnSpLocks/>
          </p:cNvCxnSpPr>
          <p:nvPr/>
        </p:nvCxnSpPr>
        <p:spPr>
          <a:xfrm flipH="1">
            <a:off x="7508345" y="3100832"/>
            <a:ext cx="3024787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D13FBD8C-C3FB-3A3B-BF68-6BBA86EBACD2}"/>
              </a:ext>
            </a:extLst>
          </p:cNvPr>
          <p:cNvCxnSpPr>
            <a:cxnSpLocks/>
          </p:cNvCxnSpPr>
          <p:nvPr/>
        </p:nvCxnSpPr>
        <p:spPr>
          <a:xfrm flipV="1">
            <a:off x="7323138" y="1433599"/>
            <a:ext cx="0" cy="138580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3E5E3142-63CF-7A95-9AA8-F15DDB82627D}"/>
              </a:ext>
            </a:extLst>
          </p:cNvPr>
          <p:cNvSpPr txBox="1"/>
          <p:nvPr/>
        </p:nvSpPr>
        <p:spPr>
          <a:xfrm>
            <a:off x="-2514282" y="3926971"/>
            <a:ext cx="8214360" cy="6652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head</a:t>
            </a:r>
            <a:endParaRPr lang="en-US" sz="24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head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8814019-BC0D-0A07-5214-037BEF1682D1}"/>
              </a:ext>
            </a:extLst>
          </p:cNvPr>
          <p:cNvCxnSpPr>
            <a:cxnSpLocks/>
          </p:cNvCxnSpPr>
          <p:nvPr/>
        </p:nvCxnSpPr>
        <p:spPr>
          <a:xfrm>
            <a:off x="-2361236" y="3573256"/>
            <a:ext cx="16412516" cy="121936"/>
          </a:xfrm>
          <a:prstGeom prst="line">
            <a:avLst/>
          </a:prstGeom>
          <a:ln>
            <a:solidFill>
              <a:schemeClr val="bg2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7686282-4896-5060-CA2F-D02934F5A5AC}"/>
              </a:ext>
            </a:extLst>
          </p:cNvPr>
          <p:cNvCxnSpPr/>
          <p:nvPr/>
        </p:nvCxnSpPr>
        <p:spPr>
          <a:xfrm>
            <a:off x="12711584" y="2403914"/>
            <a:ext cx="0" cy="624840"/>
          </a:xfrm>
          <a:prstGeom prst="line">
            <a:avLst/>
          </a:prstGeom>
          <a:ln w="38100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7508F81C-CB56-788E-F513-A6EEFC6F74D6}"/>
              </a:ext>
            </a:extLst>
          </p:cNvPr>
          <p:cNvCxnSpPr/>
          <p:nvPr/>
        </p:nvCxnSpPr>
        <p:spPr>
          <a:xfrm>
            <a:off x="11675056" y="123309"/>
            <a:ext cx="0" cy="624840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0EA7F4B0-C976-5302-82DB-4CCDEA4E011C}"/>
              </a:ext>
            </a:extLst>
          </p:cNvPr>
          <p:cNvSpPr txBox="1"/>
          <p:nvPr/>
        </p:nvSpPr>
        <p:spPr>
          <a:xfrm>
            <a:off x="11244790" y="-184555"/>
            <a:ext cx="947210" cy="30786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slow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863AF62-A00E-72E6-86A4-DBBF8EC23801}"/>
              </a:ext>
            </a:extLst>
          </p:cNvPr>
          <p:cNvSpPr txBox="1"/>
          <p:nvPr/>
        </p:nvSpPr>
        <p:spPr>
          <a:xfrm>
            <a:off x="12372022" y="2082861"/>
            <a:ext cx="1151466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CB2E804-434B-5BBC-F91F-82649DB13AE4}"/>
              </a:ext>
            </a:extLst>
          </p:cNvPr>
          <p:cNvSpPr txBox="1"/>
          <p:nvPr/>
        </p:nvSpPr>
        <p:spPr>
          <a:xfrm>
            <a:off x="-2834322" y="5072447"/>
            <a:ext cx="8290560" cy="1383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endParaRPr lang="en-US" sz="24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</a:b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B6A367C-1A03-207F-E85E-6C0DA0171712}"/>
              </a:ext>
            </a:extLst>
          </p:cNvPr>
          <p:cNvSpPr txBox="1"/>
          <p:nvPr/>
        </p:nvSpPr>
        <p:spPr>
          <a:xfrm>
            <a:off x="-3036834" y="6593684"/>
            <a:ext cx="8450580" cy="8447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  </a:t>
            </a: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AE0A7A3-007E-479D-543A-F99937C20F1D}"/>
              </a:ext>
            </a:extLst>
          </p:cNvPr>
          <p:cNvSpPr txBox="1"/>
          <p:nvPr/>
        </p:nvSpPr>
        <p:spPr>
          <a:xfrm>
            <a:off x="6040278" y="3926971"/>
            <a:ext cx="8549640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IN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intersection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 err="1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detectCycle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4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48B2B1C-050A-0ABA-3CB8-ADDB2C5A32CD}"/>
              </a:ext>
            </a:extLst>
          </p:cNvPr>
          <p:cNvCxnSpPr>
            <a:cxnSpLocks/>
            <a:endCxn id="5" idx="2"/>
          </p:cNvCxnSpPr>
          <p:nvPr/>
        </p:nvCxnSpPr>
        <p:spPr>
          <a:xfrm>
            <a:off x="5845022" y="3642173"/>
            <a:ext cx="1" cy="3934139"/>
          </a:xfrm>
          <a:prstGeom prst="line">
            <a:avLst/>
          </a:prstGeom>
          <a:ln>
            <a:solidFill>
              <a:schemeClr val="bg2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3AABD060-A7FF-4CF8-0F99-3E1470F75050}"/>
              </a:ext>
            </a:extLst>
          </p:cNvPr>
          <p:cNvSpPr txBox="1"/>
          <p:nvPr/>
        </p:nvSpPr>
        <p:spPr>
          <a:xfrm>
            <a:off x="6933354" y="4585253"/>
            <a:ext cx="8808720" cy="6652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head</a:t>
            </a:r>
            <a:endParaRPr lang="en-US" sz="24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</a:t>
            </a: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intersection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31DC98A-5738-3188-67E8-336FB9DAE2EE}"/>
              </a:ext>
            </a:extLst>
          </p:cNvPr>
          <p:cNvCxnSpPr/>
          <p:nvPr/>
        </p:nvCxnSpPr>
        <p:spPr>
          <a:xfrm>
            <a:off x="4642114" y="107927"/>
            <a:ext cx="0" cy="624840"/>
          </a:xfrm>
          <a:prstGeom prst="line">
            <a:avLst/>
          </a:prstGeom>
          <a:ln w="38100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B8CE5386-BD18-581A-1B26-F8332F831C7D}"/>
              </a:ext>
            </a:extLst>
          </p:cNvPr>
          <p:cNvSpPr txBox="1"/>
          <p:nvPr/>
        </p:nvSpPr>
        <p:spPr>
          <a:xfrm>
            <a:off x="4211848" y="-199937"/>
            <a:ext cx="947210" cy="30786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</a:rPr>
              <a:t>slow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A19063C-A730-88FF-5DBD-709672B6606A}"/>
              </a:ext>
            </a:extLst>
          </p:cNvPr>
          <p:cNvSpPr txBox="1"/>
          <p:nvPr/>
        </p:nvSpPr>
        <p:spPr>
          <a:xfrm>
            <a:off x="7024475" y="5667419"/>
            <a:ext cx="9387840" cy="1203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endParaRPr lang="en-US" sz="24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79AF41C8-A4E9-FF09-0BAA-F0C3195CEA66}"/>
              </a:ext>
            </a:extLst>
          </p:cNvPr>
          <p:cNvCxnSpPr>
            <a:cxnSpLocks/>
          </p:cNvCxnSpPr>
          <p:nvPr/>
        </p:nvCxnSpPr>
        <p:spPr>
          <a:xfrm>
            <a:off x="12013743" y="3077464"/>
            <a:ext cx="716557" cy="0"/>
          </a:xfrm>
          <a:prstGeom prst="line">
            <a:avLst/>
          </a:prstGeom>
          <a:ln w="38100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651622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45493B-6589-0403-D054-E958003B1F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CF4202A-A6EA-08F2-3ADF-9113EC66937C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45311AF-9218-8B32-030F-F2FDA206C507}"/>
              </a:ext>
            </a:extLst>
          </p:cNvPr>
          <p:cNvSpPr/>
          <p:nvPr/>
        </p:nvSpPr>
        <p:spPr>
          <a:xfrm>
            <a:off x="5894851" y="751215"/>
            <a:ext cx="1814897" cy="759773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4D73AF4-60CC-C81F-C31E-85E01B30B79D}"/>
              </a:ext>
            </a:extLst>
          </p:cNvPr>
          <p:cNvGraphicFramePr>
            <a:graphicFrameLocks noGrp="1"/>
          </p:cNvGraphicFramePr>
          <p:nvPr/>
        </p:nvGraphicFramePr>
        <p:xfrm>
          <a:off x="-497682" y="835615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AA6A4B6-C02C-FD3E-9981-A99D31266F14}"/>
              </a:ext>
            </a:extLst>
          </p:cNvPr>
          <p:cNvGraphicFramePr>
            <a:graphicFrameLocks noGrp="1"/>
          </p:cNvGraphicFramePr>
          <p:nvPr/>
        </p:nvGraphicFramePr>
        <p:xfrm>
          <a:off x="1681638" y="84882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B4C7074-4BFA-0147-2500-778C33443CA6}"/>
              </a:ext>
            </a:extLst>
          </p:cNvPr>
          <p:cNvGraphicFramePr>
            <a:graphicFrameLocks noGrp="1"/>
          </p:cNvGraphicFramePr>
          <p:nvPr/>
        </p:nvGraphicFramePr>
        <p:xfrm>
          <a:off x="3860958" y="83561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5D6A3F3-9A66-7BDF-3D69-AF639E1C0C33}"/>
              </a:ext>
            </a:extLst>
          </p:cNvPr>
          <p:cNvGraphicFramePr>
            <a:graphicFrameLocks noGrp="1"/>
          </p:cNvGraphicFramePr>
          <p:nvPr/>
        </p:nvGraphicFramePr>
        <p:xfrm>
          <a:off x="6040278" y="835613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D04F06C-BB1E-2E65-667C-6CB482B5A456}"/>
              </a:ext>
            </a:extLst>
          </p:cNvPr>
          <p:cNvGraphicFramePr>
            <a:graphicFrameLocks noGrp="1"/>
          </p:cNvGraphicFramePr>
          <p:nvPr/>
        </p:nvGraphicFramePr>
        <p:xfrm>
          <a:off x="8219598" y="835612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559F96E-D574-6A2A-96A0-EEC1C21C579F}"/>
              </a:ext>
            </a:extLst>
          </p:cNvPr>
          <p:cNvCxnSpPr/>
          <p:nvPr/>
        </p:nvCxnSpPr>
        <p:spPr>
          <a:xfrm>
            <a:off x="769938" y="121741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1F7FF40-9566-FD0D-1772-19792DB12EFE}"/>
              </a:ext>
            </a:extLst>
          </p:cNvPr>
          <p:cNvCxnSpPr>
            <a:cxnSpLocks/>
          </p:cNvCxnSpPr>
          <p:nvPr/>
        </p:nvCxnSpPr>
        <p:spPr>
          <a:xfrm>
            <a:off x="2951958" y="1232651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15DD16C-ECFB-768D-30A0-7FF6B44E41E9}"/>
              </a:ext>
            </a:extLst>
          </p:cNvPr>
          <p:cNvCxnSpPr/>
          <p:nvPr/>
        </p:nvCxnSpPr>
        <p:spPr>
          <a:xfrm>
            <a:off x="5159058" y="121741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DCC381E-F32D-8D3C-F27C-919E0BFB9E53}"/>
              </a:ext>
            </a:extLst>
          </p:cNvPr>
          <p:cNvCxnSpPr/>
          <p:nvPr/>
        </p:nvCxnSpPr>
        <p:spPr>
          <a:xfrm>
            <a:off x="7323138" y="123265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E3292D68-B76F-5640-D716-2B223F0A53DD}"/>
              </a:ext>
            </a:extLst>
          </p:cNvPr>
          <p:cNvSpPr txBox="1"/>
          <p:nvPr/>
        </p:nvSpPr>
        <p:spPr>
          <a:xfrm>
            <a:off x="-247865" y="289550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07F1D710-6D2C-EBF6-184B-B1B0D5B9AEB0}"/>
              </a:ext>
            </a:extLst>
          </p:cNvPr>
          <p:cNvGraphicFramePr>
            <a:graphicFrameLocks noGrp="1"/>
          </p:cNvGraphicFramePr>
          <p:nvPr/>
        </p:nvGraphicFramePr>
        <p:xfrm>
          <a:off x="10398918" y="838439"/>
          <a:ext cx="15527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38992">
                <a:tc>
                  <a:txBody>
                    <a:bodyPr/>
                    <a:lstStyle/>
                    <a:p>
                      <a:r>
                        <a:rPr lang="en-IN" sz="3200" dirty="0"/>
                        <a:t>   6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BE9D24D-05DC-C255-4034-39DF025A5E09}"/>
              </a:ext>
            </a:extLst>
          </p:cNvPr>
          <p:cNvCxnSpPr>
            <a:cxnSpLocks/>
          </p:cNvCxnSpPr>
          <p:nvPr/>
        </p:nvCxnSpPr>
        <p:spPr>
          <a:xfrm>
            <a:off x="9520591" y="1232892"/>
            <a:ext cx="1086449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64CFB572-8B43-5DF8-BAD6-B18A89F04D9B}"/>
              </a:ext>
            </a:extLst>
          </p:cNvPr>
          <p:cNvGraphicFramePr>
            <a:graphicFrameLocks noGrp="1"/>
          </p:cNvGraphicFramePr>
          <p:nvPr/>
        </p:nvGraphicFramePr>
        <p:xfrm>
          <a:off x="10398918" y="2701036"/>
          <a:ext cx="15527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38992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56EF745-4085-CFCF-14A3-BE8150E59486}"/>
              </a:ext>
            </a:extLst>
          </p:cNvPr>
          <p:cNvCxnSpPr>
            <a:cxnSpLocks/>
          </p:cNvCxnSpPr>
          <p:nvPr/>
        </p:nvCxnSpPr>
        <p:spPr>
          <a:xfrm>
            <a:off x="11574979" y="1293611"/>
            <a:ext cx="0" cy="1696985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38865797-3C5A-123C-CA9D-7980E76736A5}"/>
              </a:ext>
            </a:extLst>
          </p:cNvPr>
          <p:cNvGraphicFramePr>
            <a:graphicFrameLocks noGrp="1"/>
          </p:cNvGraphicFramePr>
          <p:nvPr/>
        </p:nvGraphicFramePr>
        <p:xfrm>
          <a:off x="6156960" y="268579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F73FFD1F-B157-8E89-4E4E-CC52C5AFAAC9}"/>
              </a:ext>
            </a:extLst>
          </p:cNvPr>
          <p:cNvCxnSpPr>
            <a:cxnSpLocks/>
          </p:cNvCxnSpPr>
          <p:nvPr/>
        </p:nvCxnSpPr>
        <p:spPr>
          <a:xfrm flipH="1">
            <a:off x="7508345" y="3100832"/>
            <a:ext cx="3024787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4CC2F16D-8B7C-04D2-69DE-3443762361CF}"/>
              </a:ext>
            </a:extLst>
          </p:cNvPr>
          <p:cNvCxnSpPr>
            <a:cxnSpLocks/>
          </p:cNvCxnSpPr>
          <p:nvPr/>
        </p:nvCxnSpPr>
        <p:spPr>
          <a:xfrm flipV="1">
            <a:off x="7323138" y="1433599"/>
            <a:ext cx="0" cy="138580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0D79E63C-1651-A009-9E23-5A31BD2B2B9A}"/>
              </a:ext>
            </a:extLst>
          </p:cNvPr>
          <p:cNvSpPr txBox="1"/>
          <p:nvPr/>
        </p:nvSpPr>
        <p:spPr>
          <a:xfrm>
            <a:off x="-2514282" y="3926971"/>
            <a:ext cx="8214360" cy="6652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head</a:t>
            </a:r>
            <a:endParaRPr lang="en-US" sz="24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head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947E80A-49AF-A2E0-5A5B-2A581736007E}"/>
              </a:ext>
            </a:extLst>
          </p:cNvPr>
          <p:cNvCxnSpPr>
            <a:cxnSpLocks/>
          </p:cNvCxnSpPr>
          <p:nvPr/>
        </p:nvCxnSpPr>
        <p:spPr>
          <a:xfrm>
            <a:off x="-2361236" y="3573256"/>
            <a:ext cx="16412516" cy="121936"/>
          </a:xfrm>
          <a:prstGeom prst="line">
            <a:avLst/>
          </a:prstGeom>
          <a:ln>
            <a:solidFill>
              <a:schemeClr val="bg2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5EC6A4D-EA1D-ADE3-28A2-3AD6DC278A73}"/>
              </a:ext>
            </a:extLst>
          </p:cNvPr>
          <p:cNvCxnSpPr/>
          <p:nvPr/>
        </p:nvCxnSpPr>
        <p:spPr>
          <a:xfrm>
            <a:off x="5396173" y="2403914"/>
            <a:ext cx="0" cy="624840"/>
          </a:xfrm>
          <a:prstGeom prst="line">
            <a:avLst/>
          </a:prstGeom>
          <a:ln w="38100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928273E-A1FA-0D5B-4C05-376681591354}"/>
              </a:ext>
            </a:extLst>
          </p:cNvPr>
          <p:cNvCxnSpPr/>
          <p:nvPr/>
        </p:nvCxnSpPr>
        <p:spPr>
          <a:xfrm>
            <a:off x="11675056" y="123309"/>
            <a:ext cx="0" cy="624840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CDFD72EA-9AE7-9813-7FEE-46200FB46244}"/>
              </a:ext>
            </a:extLst>
          </p:cNvPr>
          <p:cNvSpPr txBox="1"/>
          <p:nvPr/>
        </p:nvSpPr>
        <p:spPr>
          <a:xfrm>
            <a:off x="11244790" y="-184555"/>
            <a:ext cx="947210" cy="30786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slow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B4469CE-D882-461F-7B66-AC874EFA3635}"/>
              </a:ext>
            </a:extLst>
          </p:cNvPr>
          <p:cNvSpPr txBox="1"/>
          <p:nvPr/>
        </p:nvSpPr>
        <p:spPr>
          <a:xfrm>
            <a:off x="5056611" y="2082861"/>
            <a:ext cx="1151466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48542B9-9D13-7386-4530-C462F0766ACD}"/>
              </a:ext>
            </a:extLst>
          </p:cNvPr>
          <p:cNvSpPr txBox="1"/>
          <p:nvPr/>
        </p:nvSpPr>
        <p:spPr>
          <a:xfrm>
            <a:off x="-2834322" y="5072447"/>
            <a:ext cx="8290560" cy="1383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endParaRPr lang="en-US" sz="24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</a:b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79ABF71-143A-5AB9-EE3B-AA74545AD111}"/>
              </a:ext>
            </a:extLst>
          </p:cNvPr>
          <p:cNvSpPr txBox="1"/>
          <p:nvPr/>
        </p:nvSpPr>
        <p:spPr>
          <a:xfrm>
            <a:off x="-3036834" y="6593684"/>
            <a:ext cx="8450580" cy="8447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  </a:t>
            </a: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1C29C48-2EB2-5981-5C3A-63F3F4D604F9}"/>
              </a:ext>
            </a:extLst>
          </p:cNvPr>
          <p:cNvSpPr txBox="1"/>
          <p:nvPr/>
        </p:nvSpPr>
        <p:spPr>
          <a:xfrm>
            <a:off x="6040278" y="3926971"/>
            <a:ext cx="8549640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IN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intersection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 err="1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detectCycle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4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A0C5647-AFC2-B920-3ECB-827810FA8763}"/>
              </a:ext>
            </a:extLst>
          </p:cNvPr>
          <p:cNvCxnSpPr>
            <a:cxnSpLocks/>
            <a:endCxn id="5" idx="2"/>
          </p:cNvCxnSpPr>
          <p:nvPr/>
        </p:nvCxnSpPr>
        <p:spPr>
          <a:xfrm>
            <a:off x="5845022" y="3642173"/>
            <a:ext cx="1" cy="3934139"/>
          </a:xfrm>
          <a:prstGeom prst="line">
            <a:avLst/>
          </a:prstGeom>
          <a:ln>
            <a:solidFill>
              <a:schemeClr val="bg2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F4A0DA7C-CC97-8463-3A3F-3F9D9EC4BED5}"/>
              </a:ext>
            </a:extLst>
          </p:cNvPr>
          <p:cNvSpPr txBox="1"/>
          <p:nvPr/>
        </p:nvSpPr>
        <p:spPr>
          <a:xfrm>
            <a:off x="6933354" y="4585253"/>
            <a:ext cx="8808720" cy="6652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head</a:t>
            </a:r>
            <a:endParaRPr lang="en-US" sz="24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</a:t>
            </a: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intersection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5C832ED-351C-B229-7FCA-D0822760D1A7}"/>
              </a:ext>
            </a:extLst>
          </p:cNvPr>
          <p:cNvCxnSpPr/>
          <p:nvPr/>
        </p:nvCxnSpPr>
        <p:spPr>
          <a:xfrm>
            <a:off x="4642114" y="107927"/>
            <a:ext cx="0" cy="624840"/>
          </a:xfrm>
          <a:prstGeom prst="line">
            <a:avLst/>
          </a:prstGeom>
          <a:ln w="38100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29D4D339-1D7F-3219-417B-6799B35C00A0}"/>
              </a:ext>
            </a:extLst>
          </p:cNvPr>
          <p:cNvSpPr txBox="1"/>
          <p:nvPr/>
        </p:nvSpPr>
        <p:spPr>
          <a:xfrm>
            <a:off x="4211848" y="-199937"/>
            <a:ext cx="947210" cy="30786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</a:rPr>
              <a:t>slow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A9AA1B6-386E-8C82-9634-3706BCD8DBFA}"/>
              </a:ext>
            </a:extLst>
          </p:cNvPr>
          <p:cNvSpPr txBox="1"/>
          <p:nvPr/>
        </p:nvSpPr>
        <p:spPr>
          <a:xfrm>
            <a:off x="7024475" y="5667419"/>
            <a:ext cx="9387840" cy="1203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endParaRPr lang="en-US" sz="24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B7B89046-5B79-6DB9-B1CA-0FB64A9257EB}"/>
              </a:ext>
            </a:extLst>
          </p:cNvPr>
          <p:cNvCxnSpPr>
            <a:cxnSpLocks/>
          </p:cNvCxnSpPr>
          <p:nvPr/>
        </p:nvCxnSpPr>
        <p:spPr>
          <a:xfrm>
            <a:off x="5396173" y="3038856"/>
            <a:ext cx="716557" cy="0"/>
          </a:xfrm>
          <a:prstGeom prst="line">
            <a:avLst/>
          </a:prstGeom>
          <a:ln w="38100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382453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0F35C3-47EB-EFF0-04A9-EC79C1699E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83355EC-497C-3351-F71A-9E4E86216318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64DA8E6-A917-5BB5-2BC6-DC2F9EB7ABFE}"/>
              </a:ext>
            </a:extLst>
          </p:cNvPr>
          <p:cNvSpPr/>
          <p:nvPr/>
        </p:nvSpPr>
        <p:spPr>
          <a:xfrm>
            <a:off x="5894851" y="751215"/>
            <a:ext cx="1814897" cy="759773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A70EB98-9BDE-3118-D525-5C7C5C15D709}"/>
              </a:ext>
            </a:extLst>
          </p:cNvPr>
          <p:cNvGraphicFramePr>
            <a:graphicFrameLocks noGrp="1"/>
          </p:cNvGraphicFramePr>
          <p:nvPr/>
        </p:nvGraphicFramePr>
        <p:xfrm>
          <a:off x="-497682" y="835615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2DAD606-9EAA-A951-D0D0-6235F0F47ABE}"/>
              </a:ext>
            </a:extLst>
          </p:cNvPr>
          <p:cNvGraphicFramePr>
            <a:graphicFrameLocks noGrp="1"/>
          </p:cNvGraphicFramePr>
          <p:nvPr/>
        </p:nvGraphicFramePr>
        <p:xfrm>
          <a:off x="1681638" y="84882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AC40FF2-B106-72E2-F8B6-AF87D066F801}"/>
              </a:ext>
            </a:extLst>
          </p:cNvPr>
          <p:cNvGraphicFramePr>
            <a:graphicFrameLocks noGrp="1"/>
          </p:cNvGraphicFramePr>
          <p:nvPr/>
        </p:nvGraphicFramePr>
        <p:xfrm>
          <a:off x="3860958" y="83561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2CA3D7E-72E5-03F6-8139-E9EFD51BE057}"/>
              </a:ext>
            </a:extLst>
          </p:cNvPr>
          <p:cNvGraphicFramePr>
            <a:graphicFrameLocks noGrp="1"/>
          </p:cNvGraphicFramePr>
          <p:nvPr/>
        </p:nvGraphicFramePr>
        <p:xfrm>
          <a:off x="6040278" y="835613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99C2BA0-638B-B85B-E65D-A351F7313F10}"/>
              </a:ext>
            </a:extLst>
          </p:cNvPr>
          <p:cNvGraphicFramePr>
            <a:graphicFrameLocks noGrp="1"/>
          </p:cNvGraphicFramePr>
          <p:nvPr/>
        </p:nvGraphicFramePr>
        <p:xfrm>
          <a:off x="8219598" y="835612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2EB87BA-384A-7A83-A9F5-1551B044A6AD}"/>
              </a:ext>
            </a:extLst>
          </p:cNvPr>
          <p:cNvCxnSpPr/>
          <p:nvPr/>
        </p:nvCxnSpPr>
        <p:spPr>
          <a:xfrm>
            <a:off x="769938" y="121741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3FB0FEF-C103-012D-753E-EEBD0544D0D9}"/>
              </a:ext>
            </a:extLst>
          </p:cNvPr>
          <p:cNvCxnSpPr>
            <a:cxnSpLocks/>
          </p:cNvCxnSpPr>
          <p:nvPr/>
        </p:nvCxnSpPr>
        <p:spPr>
          <a:xfrm>
            <a:off x="2951958" y="1232651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EFCFEF1-1A4F-3C5C-6D1F-FF3E5B16497E}"/>
              </a:ext>
            </a:extLst>
          </p:cNvPr>
          <p:cNvCxnSpPr/>
          <p:nvPr/>
        </p:nvCxnSpPr>
        <p:spPr>
          <a:xfrm>
            <a:off x="5159058" y="121741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5FBFF80-B0D9-801B-3638-9A7423B2A8E3}"/>
              </a:ext>
            </a:extLst>
          </p:cNvPr>
          <p:cNvCxnSpPr/>
          <p:nvPr/>
        </p:nvCxnSpPr>
        <p:spPr>
          <a:xfrm>
            <a:off x="7323138" y="123265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09A38263-22A1-5E08-9FC6-F9E70DB32C10}"/>
              </a:ext>
            </a:extLst>
          </p:cNvPr>
          <p:cNvSpPr txBox="1"/>
          <p:nvPr/>
        </p:nvSpPr>
        <p:spPr>
          <a:xfrm>
            <a:off x="-247865" y="289550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5426461F-16F3-4AE4-81C1-03D6961AD4C2}"/>
              </a:ext>
            </a:extLst>
          </p:cNvPr>
          <p:cNvGraphicFramePr>
            <a:graphicFrameLocks noGrp="1"/>
          </p:cNvGraphicFramePr>
          <p:nvPr/>
        </p:nvGraphicFramePr>
        <p:xfrm>
          <a:off x="10398918" y="838439"/>
          <a:ext cx="15527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38992">
                <a:tc>
                  <a:txBody>
                    <a:bodyPr/>
                    <a:lstStyle/>
                    <a:p>
                      <a:r>
                        <a:rPr lang="en-IN" sz="3200" dirty="0"/>
                        <a:t>   6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A2B13C1-0392-FAE2-5BE3-850E1AB661F7}"/>
              </a:ext>
            </a:extLst>
          </p:cNvPr>
          <p:cNvCxnSpPr>
            <a:cxnSpLocks/>
          </p:cNvCxnSpPr>
          <p:nvPr/>
        </p:nvCxnSpPr>
        <p:spPr>
          <a:xfrm>
            <a:off x="9520591" y="1232892"/>
            <a:ext cx="1086449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2826ABD0-C098-D498-08FB-0ED74702B525}"/>
              </a:ext>
            </a:extLst>
          </p:cNvPr>
          <p:cNvGraphicFramePr>
            <a:graphicFrameLocks noGrp="1"/>
          </p:cNvGraphicFramePr>
          <p:nvPr/>
        </p:nvGraphicFramePr>
        <p:xfrm>
          <a:off x="10398918" y="2701036"/>
          <a:ext cx="15527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38992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17E3865-C03C-DD3A-458D-56F435F323C8}"/>
              </a:ext>
            </a:extLst>
          </p:cNvPr>
          <p:cNvCxnSpPr>
            <a:cxnSpLocks/>
          </p:cNvCxnSpPr>
          <p:nvPr/>
        </p:nvCxnSpPr>
        <p:spPr>
          <a:xfrm>
            <a:off x="11574979" y="1293611"/>
            <a:ext cx="0" cy="1696985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F7F71186-097B-FA09-1E6F-64FD21441CEE}"/>
              </a:ext>
            </a:extLst>
          </p:cNvPr>
          <p:cNvGraphicFramePr>
            <a:graphicFrameLocks noGrp="1"/>
          </p:cNvGraphicFramePr>
          <p:nvPr/>
        </p:nvGraphicFramePr>
        <p:xfrm>
          <a:off x="6156960" y="268579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0094B2D-EF45-47A2-263E-6FD2A93BDF86}"/>
              </a:ext>
            </a:extLst>
          </p:cNvPr>
          <p:cNvCxnSpPr>
            <a:cxnSpLocks/>
          </p:cNvCxnSpPr>
          <p:nvPr/>
        </p:nvCxnSpPr>
        <p:spPr>
          <a:xfrm flipH="1">
            <a:off x="7508345" y="3100832"/>
            <a:ext cx="3024787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6C9AF3E7-4670-19AD-3137-75E11384B634}"/>
              </a:ext>
            </a:extLst>
          </p:cNvPr>
          <p:cNvCxnSpPr>
            <a:cxnSpLocks/>
          </p:cNvCxnSpPr>
          <p:nvPr/>
        </p:nvCxnSpPr>
        <p:spPr>
          <a:xfrm flipV="1">
            <a:off x="7323138" y="1433599"/>
            <a:ext cx="0" cy="138580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E237A82F-62FD-BDB9-6F11-5EE71A52F52B}"/>
              </a:ext>
            </a:extLst>
          </p:cNvPr>
          <p:cNvSpPr txBox="1"/>
          <p:nvPr/>
        </p:nvSpPr>
        <p:spPr>
          <a:xfrm>
            <a:off x="-2514282" y="3926971"/>
            <a:ext cx="8214360" cy="6652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head</a:t>
            </a:r>
            <a:endParaRPr lang="en-US" sz="24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head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452294C-8E67-7EF1-E376-5435B31E6B98}"/>
              </a:ext>
            </a:extLst>
          </p:cNvPr>
          <p:cNvCxnSpPr>
            <a:cxnSpLocks/>
          </p:cNvCxnSpPr>
          <p:nvPr/>
        </p:nvCxnSpPr>
        <p:spPr>
          <a:xfrm>
            <a:off x="-2361236" y="3573256"/>
            <a:ext cx="16412516" cy="121936"/>
          </a:xfrm>
          <a:prstGeom prst="line">
            <a:avLst/>
          </a:prstGeom>
          <a:ln>
            <a:solidFill>
              <a:schemeClr val="bg2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3ACD54A-4007-04AD-5679-55E862BBA168}"/>
              </a:ext>
            </a:extLst>
          </p:cNvPr>
          <p:cNvCxnSpPr/>
          <p:nvPr/>
        </p:nvCxnSpPr>
        <p:spPr>
          <a:xfrm>
            <a:off x="5396173" y="2403914"/>
            <a:ext cx="0" cy="624840"/>
          </a:xfrm>
          <a:prstGeom prst="line">
            <a:avLst/>
          </a:prstGeom>
          <a:ln w="38100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BEA5625-CCE5-38EE-C35C-C03D3B6F6D2B}"/>
              </a:ext>
            </a:extLst>
          </p:cNvPr>
          <p:cNvCxnSpPr/>
          <p:nvPr/>
        </p:nvCxnSpPr>
        <p:spPr>
          <a:xfrm>
            <a:off x="11675056" y="123309"/>
            <a:ext cx="0" cy="624840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64665BF-8099-D8F2-CC3D-489BB5B46902}"/>
              </a:ext>
            </a:extLst>
          </p:cNvPr>
          <p:cNvSpPr txBox="1"/>
          <p:nvPr/>
        </p:nvSpPr>
        <p:spPr>
          <a:xfrm>
            <a:off x="11244790" y="-184555"/>
            <a:ext cx="947210" cy="30786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slow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DC7A447-727C-9435-3DA6-528C692D3525}"/>
              </a:ext>
            </a:extLst>
          </p:cNvPr>
          <p:cNvSpPr txBox="1"/>
          <p:nvPr/>
        </p:nvSpPr>
        <p:spPr>
          <a:xfrm>
            <a:off x="5056611" y="2082861"/>
            <a:ext cx="1151466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F67E23B-693E-95A9-76F5-CB8A6EE9199C}"/>
              </a:ext>
            </a:extLst>
          </p:cNvPr>
          <p:cNvSpPr txBox="1"/>
          <p:nvPr/>
        </p:nvSpPr>
        <p:spPr>
          <a:xfrm>
            <a:off x="-2834322" y="5072447"/>
            <a:ext cx="8290560" cy="1383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endParaRPr lang="en-US" sz="24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</a:b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BE064D6-126B-8434-83CF-7D8A888E1F64}"/>
              </a:ext>
            </a:extLst>
          </p:cNvPr>
          <p:cNvSpPr txBox="1"/>
          <p:nvPr/>
        </p:nvSpPr>
        <p:spPr>
          <a:xfrm>
            <a:off x="-3036834" y="6593684"/>
            <a:ext cx="8450580" cy="8447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  </a:t>
            </a: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8013358-3B40-FE78-8DDA-9AB61D499B46}"/>
              </a:ext>
            </a:extLst>
          </p:cNvPr>
          <p:cNvSpPr txBox="1"/>
          <p:nvPr/>
        </p:nvSpPr>
        <p:spPr>
          <a:xfrm>
            <a:off x="6040278" y="3926971"/>
            <a:ext cx="8549640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IN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intersection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 err="1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detectCycle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4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37BB7D14-6C9D-65A4-922C-A3B87E158D25}"/>
              </a:ext>
            </a:extLst>
          </p:cNvPr>
          <p:cNvCxnSpPr>
            <a:cxnSpLocks/>
            <a:endCxn id="5" idx="2"/>
          </p:cNvCxnSpPr>
          <p:nvPr/>
        </p:nvCxnSpPr>
        <p:spPr>
          <a:xfrm>
            <a:off x="5845022" y="3642173"/>
            <a:ext cx="1" cy="3934139"/>
          </a:xfrm>
          <a:prstGeom prst="line">
            <a:avLst/>
          </a:prstGeom>
          <a:ln>
            <a:solidFill>
              <a:schemeClr val="bg2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F2297C14-9A26-F47C-9D2A-7A06F45A51B4}"/>
              </a:ext>
            </a:extLst>
          </p:cNvPr>
          <p:cNvSpPr txBox="1"/>
          <p:nvPr/>
        </p:nvSpPr>
        <p:spPr>
          <a:xfrm>
            <a:off x="6933354" y="4585253"/>
            <a:ext cx="8808720" cy="6652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head</a:t>
            </a:r>
            <a:endParaRPr lang="en-US" sz="24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</a:t>
            </a: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intersection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C7F78C3-492B-6E3F-AA2F-5063DC152933}"/>
              </a:ext>
            </a:extLst>
          </p:cNvPr>
          <p:cNvCxnSpPr/>
          <p:nvPr/>
        </p:nvCxnSpPr>
        <p:spPr>
          <a:xfrm>
            <a:off x="6113621" y="47109"/>
            <a:ext cx="0" cy="624840"/>
          </a:xfrm>
          <a:prstGeom prst="line">
            <a:avLst/>
          </a:prstGeom>
          <a:ln w="38100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FCAD7CBE-70FE-C38B-8B7E-812DDEC347C4}"/>
              </a:ext>
            </a:extLst>
          </p:cNvPr>
          <p:cNvSpPr txBox="1"/>
          <p:nvPr/>
        </p:nvSpPr>
        <p:spPr>
          <a:xfrm>
            <a:off x="5683355" y="-260755"/>
            <a:ext cx="947210" cy="30786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</a:rPr>
              <a:t>slow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DA5A751-588B-9A22-B0BF-C8EAB1506F06}"/>
              </a:ext>
            </a:extLst>
          </p:cNvPr>
          <p:cNvSpPr txBox="1"/>
          <p:nvPr/>
        </p:nvSpPr>
        <p:spPr>
          <a:xfrm>
            <a:off x="7024475" y="5667419"/>
            <a:ext cx="9387840" cy="1203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endParaRPr lang="en-US" sz="24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85212923-080E-1ABB-A6BC-A4993ECBCC07}"/>
              </a:ext>
            </a:extLst>
          </p:cNvPr>
          <p:cNvCxnSpPr>
            <a:cxnSpLocks/>
          </p:cNvCxnSpPr>
          <p:nvPr/>
        </p:nvCxnSpPr>
        <p:spPr>
          <a:xfrm>
            <a:off x="5396173" y="3038856"/>
            <a:ext cx="716557" cy="0"/>
          </a:xfrm>
          <a:prstGeom prst="line">
            <a:avLst/>
          </a:prstGeom>
          <a:ln w="38100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654746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FBB572-46E1-4A99-FE2A-3D34E6C983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13E416E-562D-804D-5B4A-41A067E5B644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5944226-226A-EAB3-326C-B30159FA79A6}"/>
              </a:ext>
            </a:extLst>
          </p:cNvPr>
          <p:cNvSpPr/>
          <p:nvPr/>
        </p:nvSpPr>
        <p:spPr>
          <a:xfrm>
            <a:off x="5894851" y="751215"/>
            <a:ext cx="1814897" cy="759773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022D4A5-2E9C-73CD-F63C-137389F3544C}"/>
              </a:ext>
            </a:extLst>
          </p:cNvPr>
          <p:cNvGraphicFramePr>
            <a:graphicFrameLocks noGrp="1"/>
          </p:cNvGraphicFramePr>
          <p:nvPr/>
        </p:nvGraphicFramePr>
        <p:xfrm>
          <a:off x="-497682" y="835615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79598DE-8B64-1170-95E9-E9FBFD0CAA3D}"/>
              </a:ext>
            </a:extLst>
          </p:cNvPr>
          <p:cNvGraphicFramePr>
            <a:graphicFrameLocks noGrp="1"/>
          </p:cNvGraphicFramePr>
          <p:nvPr/>
        </p:nvGraphicFramePr>
        <p:xfrm>
          <a:off x="1681638" y="84882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61625DC-2FB7-82B3-0C98-83C00DE34667}"/>
              </a:ext>
            </a:extLst>
          </p:cNvPr>
          <p:cNvGraphicFramePr>
            <a:graphicFrameLocks noGrp="1"/>
          </p:cNvGraphicFramePr>
          <p:nvPr/>
        </p:nvGraphicFramePr>
        <p:xfrm>
          <a:off x="3860958" y="83561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7FDE04F-0C50-47F2-F150-0F96435B02D9}"/>
              </a:ext>
            </a:extLst>
          </p:cNvPr>
          <p:cNvGraphicFramePr>
            <a:graphicFrameLocks noGrp="1"/>
          </p:cNvGraphicFramePr>
          <p:nvPr/>
        </p:nvGraphicFramePr>
        <p:xfrm>
          <a:off x="6040278" y="835613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D6EE784-AB3E-9441-28CB-F005B084D3C2}"/>
              </a:ext>
            </a:extLst>
          </p:cNvPr>
          <p:cNvGraphicFramePr>
            <a:graphicFrameLocks noGrp="1"/>
          </p:cNvGraphicFramePr>
          <p:nvPr/>
        </p:nvGraphicFramePr>
        <p:xfrm>
          <a:off x="8219598" y="835612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58BBB10-1980-EDA6-D23D-DD81D763BDF1}"/>
              </a:ext>
            </a:extLst>
          </p:cNvPr>
          <p:cNvCxnSpPr/>
          <p:nvPr/>
        </p:nvCxnSpPr>
        <p:spPr>
          <a:xfrm>
            <a:off x="769938" y="121741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C8EAE87-A881-B336-14F9-267051381584}"/>
              </a:ext>
            </a:extLst>
          </p:cNvPr>
          <p:cNvCxnSpPr>
            <a:cxnSpLocks/>
          </p:cNvCxnSpPr>
          <p:nvPr/>
        </p:nvCxnSpPr>
        <p:spPr>
          <a:xfrm>
            <a:off x="2951958" y="1232651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34CB79F-F35E-02DA-C32C-2EC7A4EB035F}"/>
              </a:ext>
            </a:extLst>
          </p:cNvPr>
          <p:cNvCxnSpPr/>
          <p:nvPr/>
        </p:nvCxnSpPr>
        <p:spPr>
          <a:xfrm>
            <a:off x="5159058" y="121741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2BBBC68-C590-D840-DDE1-FCAEEA6F60D5}"/>
              </a:ext>
            </a:extLst>
          </p:cNvPr>
          <p:cNvCxnSpPr/>
          <p:nvPr/>
        </p:nvCxnSpPr>
        <p:spPr>
          <a:xfrm>
            <a:off x="7323138" y="123265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2C4FCCDB-2F7A-9495-6785-E7C3C113CA68}"/>
              </a:ext>
            </a:extLst>
          </p:cNvPr>
          <p:cNvSpPr txBox="1"/>
          <p:nvPr/>
        </p:nvSpPr>
        <p:spPr>
          <a:xfrm>
            <a:off x="-247865" y="289550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1FC00C23-571D-7DBC-1C0B-E4588B5B0EC2}"/>
              </a:ext>
            </a:extLst>
          </p:cNvPr>
          <p:cNvGraphicFramePr>
            <a:graphicFrameLocks noGrp="1"/>
          </p:cNvGraphicFramePr>
          <p:nvPr/>
        </p:nvGraphicFramePr>
        <p:xfrm>
          <a:off x="10398918" y="838439"/>
          <a:ext cx="15527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38992">
                <a:tc>
                  <a:txBody>
                    <a:bodyPr/>
                    <a:lstStyle/>
                    <a:p>
                      <a:r>
                        <a:rPr lang="en-IN" sz="3200" dirty="0"/>
                        <a:t>   6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F20A827-8B71-CE00-191B-2F8F4F7D8211}"/>
              </a:ext>
            </a:extLst>
          </p:cNvPr>
          <p:cNvCxnSpPr>
            <a:cxnSpLocks/>
          </p:cNvCxnSpPr>
          <p:nvPr/>
        </p:nvCxnSpPr>
        <p:spPr>
          <a:xfrm>
            <a:off x="9520591" y="1232892"/>
            <a:ext cx="1086449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0F671E15-8D1A-A563-D937-C5FC017A2884}"/>
              </a:ext>
            </a:extLst>
          </p:cNvPr>
          <p:cNvGraphicFramePr>
            <a:graphicFrameLocks noGrp="1"/>
          </p:cNvGraphicFramePr>
          <p:nvPr/>
        </p:nvGraphicFramePr>
        <p:xfrm>
          <a:off x="10398918" y="2701036"/>
          <a:ext cx="15527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38992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4420963-04D3-47BD-CCE6-797F1D313357}"/>
              </a:ext>
            </a:extLst>
          </p:cNvPr>
          <p:cNvCxnSpPr>
            <a:cxnSpLocks/>
          </p:cNvCxnSpPr>
          <p:nvPr/>
        </p:nvCxnSpPr>
        <p:spPr>
          <a:xfrm>
            <a:off x="11574979" y="1293611"/>
            <a:ext cx="0" cy="1696985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AC00FB4F-38F6-86DB-59AA-6B51E7657778}"/>
              </a:ext>
            </a:extLst>
          </p:cNvPr>
          <p:cNvGraphicFramePr>
            <a:graphicFrameLocks noGrp="1"/>
          </p:cNvGraphicFramePr>
          <p:nvPr/>
        </p:nvGraphicFramePr>
        <p:xfrm>
          <a:off x="6156960" y="268579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9531506B-8074-C7CB-D10E-8AB8A93FE2DD}"/>
              </a:ext>
            </a:extLst>
          </p:cNvPr>
          <p:cNvCxnSpPr>
            <a:cxnSpLocks/>
          </p:cNvCxnSpPr>
          <p:nvPr/>
        </p:nvCxnSpPr>
        <p:spPr>
          <a:xfrm flipH="1">
            <a:off x="7508345" y="3100832"/>
            <a:ext cx="3024787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0FA1BA5A-85E8-15CE-E86D-A09BB5EDAB12}"/>
              </a:ext>
            </a:extLst>
          </p:cNvPr>
          <p:cNvCxnSpPr>
            <a:cxnSpLocks/>
          </p:cNvCxnSpPr>
          <p:nvPr/>
        </p:nvCxnSpPr>
        <p:spPr>
          <a:xfrm flipV="1">
            <a:off x="7323138" y="1433599"/>
            <a:ext cx="0" cy="138580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37BBFC6D-E360-6C79-5F64-B5D81A4AF8DD}"/>
              </a:ext>
            </a:extLst>
          </p:cNvPr>
          <p:cNvSpPr txBox="1"/>
          <p:nvPr/>
        </p:nvSpPr>
        <p:spPr>
          <a:xfrm>
            <a:off x="-2514282" y="3926971"/>
            <a:ext cx="8214360" cy="6652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head</a:t>
            </a:r>
            <a:endParaRPr lang="en-US" sz="24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head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6BF9B4E-7FE5-1545-5076-B55ACFB27B20}"/>
              </a:ext>
            </a:extLst>
          </p:cNvPr>
          <p:cNvCxnSpPr>
            <a:cxnSpLocks/>
          </p:cNvCxnSpPr>
          <p:nvPr/>
        </p:nvCxnSpPr>
        <p:spPr>
          <a:xfrm>
            <a:off x="-2361236" y="3573256"/>
            <a:ext cx="16412516" cy="121936"/>
          </a:xfrm>
          <a:prstGeom prst="line">
            <a:avLst/>
          </a:prstGeom>
          <a:ln>
            <a:solidFill>
              <a:schemeClr val="bg2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E4D3149-14FE-3ADE-33AD-390F6719F23B}"/>
              </a:ext>
            </a:extLst>
          </p:cNvPr>
          <p:cNvCxnSpPr/>
          <p:nvPr/>
        </p:nvCxnSpPr>
        <p:spPr>
          <a:xfrm>
            <a:off x="7300048" y="24615"/>
            <a:ext cx="0" cy="624840"/>
          </a:xfrm>
          <a:prstGeom prst="line">
            <a:avLst/>
          </a:prstGeom>
          <a:ln w="38100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7FBB86AE-1BFD-1E48-5178-8D94710A6E91}"/>
              </a:ext>
            </a:extLst>
          </p:cNvPr>
          <p:cNvCxnSpPr/>
          <p:nvPr/>
        </p:nvCxnSpPr>
        <p:spPr>
          <a:xfrm>
            <a:off x="11675056" y="123309"/>
            <a:ext cx="0" cy="624840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8093B905-ABFA-150A-846C-6CF9EBB7C564}"/>
              </a:ext>
            </a:extLst>
          </p:cNvPr>
          <p:cNvSpPr txBox="1"/>
          <p:nvPr/>
        </p:nvSpPr>
        <p:spPr>
          <a:xfrm>
            <a:off x="11244790" y="-184555"/>
            <a:ext cx="947210" cy="30786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slow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44E6F99-B138-6389-4A7F-3D034BCAE8DB}"/>
              </a:ext>
            </a:extLst>
          </p:cNvPr>
          <p:cNvSpPr txBox="1"/>
          <p:nvPr/>
        </p:nvSpPr>
        <p:spPr>
          <a:xfrm>
            <a:off x="6960486" y="-296438"/>
            <a:ext cx="1151466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2754B68-4CCD-F084-7BBF-EA221BF33E15}"/>
              </a:ext>
            </a:extLst>
          </p:cNvPr>
          <p:cNvSpPr txBox="1"/>
          <p:nvPr/>
        </p:nvSpPr>
        <p:spPr>
          <a:xfrm>
            <a:off x="-2834322" y="5072447"/>
            <a:ext cx="8290560" cy="1383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endParaRPr lang="en-US" sz="24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</a:b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E6DD30E-D9C3-1B4A-01CE-01479A703967}"/>
              </a:ext>
            </a:extLst>
          </p:cNvPr>
          <p:cNvSpPr txBox="1"/>
          <p:nvPr/>
        </p:nvSpPr>
        <p:spPr>
          <a:xfrm>
            <a:off x="-3036834" y="6593684"/>
            <a:ext cx="8450580" cy="8447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  </a:t>
            </a: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7EC57A9-1EF0-B01D-07FC-AA38DB829AEB}"/>
              </a:ext>
            </a:extLst>
          </p:cNvPr>
          <p:cNvSpPr txBox="1"/>
          <p:nvPr/>
        </p:nvSpPr>
        <p:spPr>
          <a:xfrm>
            <a:off x="6040278" y="3926971"/>
            <a:ext cx="8549640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IN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intersection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 err="1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detectCycle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4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FA595B3-F4FE-2769-D702-DCF5ABBFB337}"/>
              </a:ext>
            </a:extLst>
          </p:cNvPr>
          <p:cNvCxnSpPr>
            <a:cxnSpLocks/>
            <a:endCxn id="5" idx="2"/>
          </p:cNvCxnSpPr>
          <p:nvPr/>
        </p:nvCxnSpPr>
        <p:spPr>
          <a:xfrm>
            <a:off x="5845022" y="3642173"/>
            <a:ext cx="1" cy="3934139"/>
          </a:xfrm>
          <a:prstGeom prst="line">
            <a:avLst/>
          </a:prstGeom>
          <a:ln>
            <a:solidFill>
              <a:schemeClr val="bg2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6FB3FE96-BC75-797B-B3A2-C3E8614B18D0}"/>
              </a:ext>
            </a:extLst>
          </p:cNvPr>
          <p:cNvSpPr txBox="1"/>
          <p:nvPr/>
        </p:nvSpPr>
        <p:spPr>
          <a:xfrm>
            <a:off x="6933354" y="4585253"/>
            <a:ext cx="8808720" cy="6652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head</a:t>
            </a:r>
            <a:endParaRPr lang="en-US" sz="24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</a:t>
            </a: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intersection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51CDA90-0AC3-73E7-6724-712BA9689C01}"/>
              </a:ext>
            </a:extLst>
          </p:cNvPr>
          <p:cNvCxnSpPr/>
          <p:nvPr/>
        </p:nvCxnSpPr>
        <p:spPr>
          <a:xfrm>
            <a:off x="6113621" y="47109"/>
            <a:ext cx="0" cy="624840"/>
          </a:xfrm>
          <a:prstGeom prst="line">
            <a:avLst/>
          </a:prstGeom>
          <a:ln w="38100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3FFE9953-4946-D43D-1DA9-4EAE5CF221D5}"/>
              </a:ext>
            </a:extLst>
          </p:cNvPr>
          <p:cNvSpPr txBox="1"/>
          <p:nvPr/>
        </p:nvSpPr>
        <p:spPr>
          <a:xfrm>
            <a:off x="5683355" y="-260755"/>
            <a:ext cx="947210" cy="30786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</a:rPr>
              <a:t>slow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82E37B2-0252-25C5-845B-69832008A8D7}"/>
              </a:ext>
            </a:extLst>
          </p:cNvPr>
          <p:cNvSpPr txBox="1"/>
          <p:nvPr/>
        </p:nvSpPr>
        <p:spPr>
          <a:xfrm>
            <a:off x="7024475" y="5667419"/>
            <a:ext cx="9387840" cy="1203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endParaRPr lang="en-US" sz="24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926492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5D5B8D-5085-579C-A6FD-C6811B87F6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FE8BB51-7879-4584-19C0-E1DB8211FC3E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FD9A475-2256-17E4-2A93-5B4A2D55AC03}"/>
              </a:ext>
            </a:extLst>
          </p:cNvPr>
          <p:cNvSpPr/>
          <p:nvPr/>
        </p:nvSpPr>
        <p:spPr>
          <a:xfrm>
            <a:off x="5894851" y="751215"/>
            <a:ext cx="1814897" cy="759773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  <a:effectLst>
            <a:glow rad="1397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A9AE3B53-B8DA-EFC5-93BF-57CD95B54A8A}"/>
              </a:ext>
            </a:extLst>
          </p:cNvPr>
          <p:cNvGraphicFramePr>
            <a:graphicFrameLocks noGrp="1"/>
          </p:cNvGraphicFramePr>
          <p:nvPr/>
        </p:nvGraphicFramePr>
        <p:xfrm>
          <a:off x="-497682" y="835615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406A44E-0D33-E496-9567-CB124445FBE3}"/>
              </a:ext>
            </a:extLst>
          </p:cNvPr>
          <p:cNvGraphicFramePr>
            <a:graphicFrameLocks noGrp="1"/>
          </p:cNvGraphicFramePr>
          <p:nvPr/>
        </p:nvGraphicFramePr>
        <p:xfrm>
          <a:off x="1681638" y="84882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9DBF8DE-6D6E-3838-A595-F341AABF1202}"/>
              </a:ext>
            </a:extLst>
          </p:cNvPr>
          <p:cNvGraphicFramePr>
            <a:graphicFrameLocks noGrp="1"/>
          </p:cNvGraphicFramePr>
          <p:nvPr/>
        </p:nvGraphicFramePr>
        <p:xfrm>
          <a:off x="3860958" y="835614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A29DAB7-EEC3-2B25-1D7B-0DF85BA52301}"/>
              </a:ext>
            </a:extLst>
          </p:cNvPr>
          <p:cNvGraphicFramePr>
            <a:graphicFrameLocks noGrp="1"/>
          </p:cNvGraphicFramePr>
          <p:nvPr/>
        </p:nvGraphicFramePr>
        <p:xfrm>
          <a:off x="6040278" y="835613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E95FC0F-1330-28B6-31DB-79872A75C8F6}"/>
              </a:ext>
            </a:extLst>
          </p:cNvPr>
          <p:cNvGraphicFramePr>
            <a:graphicFrameLocks noGrp="1"/>
          </p:cNvGraphicFramePr>
          <p:nvPr/>
        </p:nvGraphicFramePr>
        <p:xfrm>
          <a:off x="8219598" y="835612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F32A430-F6C2-F93C-7B67-5FF7DC78CEB7}"/>
              </a:ext>
            </a:extLst>
          </p:cNvPr>
          <p:cNvCxnSpPr/>
          <p:nvPr/>
        </p:nvCxnSpPr>
        <p:spPr>
          <a:xfrm>
            <a:off x="769938" y="121741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680EA7B-FD49-3041-B0EC-954725AAAB10}"/>
              </a:ext>
            </a:extLst>
          </p:cNvPr>
          <p:cNvCxnSpPr>
            <a:cxnSpLocks/>
          </p:cNvCxnSpPr>
          <p:nvPr/>
        </p:nvCxnSpPr>
        <p:spPr>
          <a:xfrm>
            <a:off x="2951958" y="1232651"/>
            <a:ext cx="11555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263DC64-CD8E-578B-BBE7-F6D2C0B08718}"/>
              </a:ext>
            </a:extLst>
          </p:cNvPr>
          <p:cNvCxnSpPr/>
          <p:nvPr/>
        </p:nvCxnSpPr>
        <p:spPr>
          <a:xfrm>
            <a:off x="5159058" y="121741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7B7ECEF-FBA3-8347-0951-5914F1A3CDCF}"/>
              </a:ext>
            </a:extLst>
          </p:cNvPr>
          <p:cNvCxnSpPr/>
          <p:nvPr/>
        </p:nvCxnSpPr>
        <p:spPr>
          <a:xfrm>
            <a:off x="7323138" y="1232651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FF656F8E-9C41-899C-10D1-83C61234FE7B}"/>
              </a:ext>
            </a:extLst>
          </p:cNvPr>
          <p:cNvSpPr txBox="1"/>
          <p:nvPr/>
        </p:nvSpPr>
        <p:spPr>
          <a:xfrm>
            <a:off x="-247865" y="289550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AC1824C0-BA70-9B59-7768-A768AD3B14E0}"/>
              </a:ext>
            </a:extLst>
          </p:cNvPr>
          <p:cNvGraphicFramePr>
            <a:graphicFrameLocks noGrp="1"/>
          </p:cNvGraphicFramePr>
          <p:nvPr/>
        </p:nvGraphicFramePr>
        <p:xfrm>
          <a:off x="10398918" y="838439"/>
          <a:ext cx="15527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38992">
                <a:tc>
                  <a:txBody>
                    <a:bodyPr/>
                    <a:lstStyle/>
                    <a:p>
                      <a:r>
                        <a:rPr lang="en-IN" sz="3200" dirty="0"/>
                        <a:t>   6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AE68412-ED61-986D-D7E0-DF82B1B9DF80}"/>
              </a:ext>
            </a:extLst>
          </p:cNvPr>
          <p:cNvCxnSpPr>
            <a:cxnSpLocks/>
          </p:cNvCxnSpPr>
          <p:nvPr/>
        </p:nvCxnSpPr>
        <p:spPr>
          <a:xfrm>
            <a:off x="9520591" y="1232892"/>
            <a:ext cx="1086449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12212A78-D548-CABD-1143-F22E1C199338}"/>
              </a:ext>
            </a:extLst>
          </p:cNvPr>
          <p:cNvGraphicFramePr>
            <a:graphicFrameLocks noGrp="1"/>
          </p:cNvGraphicFramePr>
          <p:nvPr/>
        </p:nvGraphicFramePr>
        <p:xfrm>
          <a:off x="10398918" y="2701036"/>
          <a:ext cx="155278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38992">
                <a:tc>
                  <a:txBody>
                    <a:bodyPr/>
                    <a:lstStyle/>
                    <a:p>
                      <a:r>
                        <a:rPr lang="en-IN" sz="3200" dirty="0"/>
                        <a:t>   7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7E6AF64-463F-0FF4-3B96-EB9D2321F924}"/>
              </a:ext>
            </a:extLst>
          </p:cNvPr>
          <p:cNvCxnSpPr>
            <a:cxnSpLocks/>
          </p:cNvCxnSpPr>
          <p:nvPr/>
        </p:nvCxnSpPr>
        <p:spPr>
          <a:xfrm>
            <a:off x="11574979" y="1293611"/>
            <a:ext cx="0" cy="1696985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0BD9988F-4885-972D-7B5E-69FAD6006232}"/>
              </a:ext>
            </a:extLst>
          </p:cNvPr>
          <p:cNvGraphicFramePr>
            <a:graphicFrameLocks noGrp="1"/>
          </p:cNvGraphicFramePr>
          <p:nvPr/>
        </p:nvGraphicFramePr>
        <p:xfrm>
          <a:off x="6156960" y="268579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  8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9943FB65-AF4F-A320-BCEA-4E3A5DF19B83}"/>
              </a:ext>
            </a:extLst>
          </p:cNvPr>
          <p:cNvCxnSpPr>
            <a:cxnSpLocks/>
          </p:cNvCxnSpPr>
          <p:nvPr/>
        </p:nvCxnSpPr>
        <p:spPr>
          <a:xfrm flipH="1">
            <a:off x="7508345" y="3100832"/>
            <a:ext cx="3024787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DA300536-5A49-960A-1FF4-875B1F8FCF2F}"/>
              </a:ext>
            </a:extLst>
          </p:cNvPr>
          <p:cNvCxnSpPr>
            <a:cxnSpLocks/>
          </p:cNvCxnSpPr>
          <p:nvPr/>
        </p:nvCxnSpPr>
        <p:spPr>
          <a:xfrm flipV="1">
            <a:off x="7323138" y="1433599"/>
            <a:ext cx="0" cy="138580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74D89E75-7B38-AA17-F02C-AAA45D2FA421}"/>
              </a:ext>
            </a:extLst>
          </p:cNvPr>
          <p:cNvSpPr txBox="1"/>
          <p:nvPr/>
        </p:nvSpPr>
        <p:spPr>
          <a:xfrm>
            <a:off x="-2514282" y="3926971"/>
            <a:ext cx="8214360" cy="6652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head</a:t>
            </a:r>
            <a:endParaRPr lang="en-US" sz="24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head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22320F3-2346-F615-E695-7C21A2C81F93}"/>
              </a:ext>
            </a:extLst>
          </p:cNvPr>
          <p:cNvCxnSpPr>
            <a:cxnSpLocks/>
          </p:cNvCxnSpPr>
          <p:nvPr/>
        </p:nvCxnSpPr>
        <p:spPr>
          <a:xfrm>
            <a:off x="-2361236" y="3573256"/>
            <a:ext cx="16412516" cy="121936"/>
          </a:xfrm>
          <a:prstGeom prst="line">
            <a:avLst/>
          </a:prstGeom>
          <a:ln>
            <a:solidFill>
              <a:schemeClr val="bg2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6964EEA-54CF-CBF1-0C68-127EAB2D94BA}"/>
              </a:ext>
            </a:extLst>
          </p:cNvPr>
          <p:cNvCxnSpPr/>
          <p:nvPr/>
        </p:nvCxnSpPr>
        <p:spPr>
          <a:xfrm>
            <a:off x="7300048" y="24615"/>
            <a:ext cx="0" cy="624840"/>
          </a:xfrm>
          <a:prstGeom prst="line">
            <a:avLst/>
          </a:prstGeom>
          <a:ln w="38100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2E0A405-2056-E99B-2D3E-24994E684DF5}"/>
              </a:ext>
            </a:extLst>
          </p:cNvPr>
          <p:cNvCxnSpPr/>
          <p:nvPr/>
        </p:nvCxnSpPr>
        <p:spPr>
          <a:xfrm>
            <a:off x="11675056" y="123309"/>
            <a:ext cx="0" cy="624840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5585C8F8-00C8-FB13-F9BC-E30BB4BEAE46}"/>
              </a:ext>
            </a:extLst>
          </p:cNvPr>
          <p:cNvSpPr txBox="1"/>
          <p:nvPr/>
        </p:nvSpPr>
        <p:spPr>
          <a:xfrm>
            <a:off x="11244790" y="-184555"/>
            <a:ext cx="947210" cy="30786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slow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3B842F4-4978-8847-BBC9-AAD7A1162DC9}"/>
              </a:ext>
            </a:extLst>
          </p:cNvPr>
          <p:cNvSpPr txBox="1"/>
          <p:nvPr/>
        </p:nvSpPr>
        <p:spPr>
          <a:xfrm>
            <a:off x="6960486" y="-296438"/>
            <a:ext cx="1151466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BE01D27-A86E-D970-D257-FEFEB6C793C9}"/>
              </a:ext>
            </a:extLst>
          </p:cNvPr>
          <p:cNvSpPr txBox="1"/>
          <p:nvPr/>
        </p:nvSpPr>
        <p:spPr>
          <a:xfrm>
            <a:off x="-2834322" y="5072447"/>
            <a:ext cx="8290560" cy="1383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endParaRPr lang="en-US" sz="24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</a:b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250B357-3B74-701E-B74D-FEAE11785151}"/>
              </a:ext>
            </a:extLst>
          </p:cNvPr>
          <p:cNvSpPr txBox="1"/>
          <p:nvPr/>
        </p:nvSpPr>
        <p:spPr>
          <a:xfrm>
            <a:off x="-3036834" y="6593684"/>
            <a:ext cx="8450580" cy="8447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  </a:t>
            </a: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0A4CB74-82E0-C320-3DB4-F7E8BBA1E76F}"/>
              </a:ext>
            </a:extLst>
          </p:cNvPr>
          <p:cNvSpPr txBox="1"/>
          <p:nvPr/>
        </p:nvSpPr>
        <p:spPr>
          <a:xfrm>
            <a:off x="6040278" y="3926971"/>
            <a:ext cx="8549640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IN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intersection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 err="1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detectCycle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4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3C02DB8-5EA5-ADA2-F785-EFE1E044965A}"/>
              </a:ext>
            </a:extLst>
          </p:cNvPr>
          <p:cNvCxnSpPr>
            <a:cxnSpLocks/>
            <a:endCxn id="5" idx="2"/>
          </p:cNvCxnSpPr>
          <p:nvPr/>
        </p:nvCxnSpPr>
        <p:spPr>
          <a:xfrm>
            <a:off x="5845022" y="3642173"/>
            <a:ext cx="1" cy="3934139"/>
          </a:xfrm>
          <a:prstGeom prst="line">
            <a:avLst/>
          </a:prstGeom>
          <a:ln>
            <a:solidFill>
              <a:schemeClr val="bg2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492565B0-CE45-B8F7-73CA-55E711899017}"/>
              </a:ext>
            </a:extLst>
          </p:cNvPr>
          <p:cNvSpPr txBox="1"/>
          <p:nvPr/>
        </p:nvSpPr>
        <p:spPr>
          <a:xfrm>
            <a:off x="6933354" y="4585253"/>
            <a:ext cx="8808720" cy="6652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head</a:t>
            </a:r>
            <a:endParaRPr lang="en-US" sz="24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</a:t>
            </a: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intersection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001A844-4D52-CCCC-C79A-F7E04FDBB047}"/>
              </a:ext>
            </a:extLst>
          </p:cNvPr>
          <p:cNvCxnSpPr/>
          <p:nvPr/>
        </p:nvCxnSpPr>
        <p:spPr>
          <a:xfrm>
            <a:off x="6113621" y="47109"/>
            <a:ext cx="0" cy="624840"/>
          </a:xfrm>
          <a:prstGeom prst="line">
            <a:avLst/>
          </a:prstGeom>
          <a:ln w="38100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19C3D815-ACFC-7230-6485-0DE997B01523}"/>
              </a:ext>
            </a:extLst>
          </p:cNvPr>
          <p:cNvSpPr txBox="1"/>
          <p:nvPr/>
        </p:nvSpPr>
        <p:spPr>
          <a:xfrm>
            <a:off x="5683355" y="-260755"/>
            <a:ext cx="947210" cy="30786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latin typeface="Consolas" panose="020B0609020204030204" pitchFamily="49" charset="0"/>
              </a:rPr>
              <a:t>slow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C2B97D2-1A59-0761-176B-1B3C4FC9E56C}"/>
              </a:ext>
            </a:extLst>
          </p:cNvPr>
          <p:cNvSpPr txBox="1"/>
          <p:nvPr/>
        </p:nvSpPr>
        <p:spPr>
          <a:xfrm>
            <a:off x="7024475" y="5667419"/>
            <a:ext cx="9387840" cy="1203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endParaRPr lang="en-US" sz="2400" dirty="0">
              <a:solidFill>
                <a:srgbClr val="BCFABA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fast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870BAA5-263C-2F00-59EA-D95A791A34E5}"/>
              </a:ext>
            </a:extLst>
          </p:cNvPr>
          <p:cNvSpPr txBox="1"/>
          <p:nvPr/>
        </p:nvSpPr>
        <p:spPr>
          <a:xfrm>
            <a:off x="7864158" y="6982020"/>
            <a:ext cx="3757139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slow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06933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2742</Words>
  <Application>Microsoft Office PowerPoint</Application>
  <PresentationFormat>Widescreen</PresentationFormat>
  <Paragraphs>963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6" baseType="lpstr">
      <vt:lpstr>Aptos</vt:lpstr>
      <vt:lpstr>Aptos Display</vt:lpstr>
      <vt:lpstr>Arial</vt:lpstr>
      <vt:lpstr>Berlin Sans FB Demi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UBAID QURESHI</dc:creator>
  <cp:lastModifiedBy>UBAID QURESHI</cp:lastModifiedBy>
  <cp:revision>1</cp:revision>
  <dcterms:created xsi:type="dcterms:W3CDTF">2025-12-01T17:53:16Z</dcterms:created>
  <dcterms:modified xsi:type="dcterms:W3CDTF">2025-12-02T02:06:33Z</dcterms:modified>
</cp:coreProperties>
</file>