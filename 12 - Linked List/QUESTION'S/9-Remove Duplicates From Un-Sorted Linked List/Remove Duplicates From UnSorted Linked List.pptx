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16" r:id="rId2"/>
    <p:sldId id="452" r:id="rId3"/>
    <p:sldId id="453" r:id="rId4"/>
    <p:sldId id="454" r:id="rId5"/>
    <p:sldId id="456" r:id="rId6"/>
    <p:sldId id="455" r:id="rId7"/>
    <p:sldId id="457" r:id="rId8"/>
    <p:sldId id="458" r:id="rId9"/>
    <p:sldId id="460" r:id="rId10"/>
    <p:sldId id="459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B241C-129E-419D-8AAD-886F495C4D2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FA7C8-2838-4D93-A3B9-8284BE5290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108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167D-18DE-7EB9-83F9-E4674585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A81C-875A-2443-49C6-C445DAEA0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276C8-2EB4-55AE-6034-DA4DCD5E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7F5B-CE20-A165-9339-0CC6DB4C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67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A981-57E9-1E03-1707-C67BCD39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37E0E-578D-00BE-DE0E-3D4F14658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94677-9677-43D3-B282-D87DC83C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8EDD7-87A9-FCA9-8A00-DF2EFCB93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33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C194A-48E2-F67E-329A-3806F16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DBC7A-14FD-A29F-50AF-D46DA1128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9764A-1FEC-2A07-845F-2F3889CB4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CED27-55CD-DF36-9F05-3828E85AD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494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7388-85CC-601C-E175-9EAD534E9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0213A-DE39-C686-9538-C37915DA3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109BE-7D26-D9BF-95A7-7ED095241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AFF41-5ED5-04BC-FBA4-86D6435C6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77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E2EA-9DAD-8616-10BD-C9DE4E42D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23617-0AD6-C612-D3B4-812AC0EF9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F3181-287A-EF65-4E5F-E7EA6A850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52CD9-1EB6-7642-8D1A-B61195C89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272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C9F8D-264F-F595-3937-E8299B5A6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717B1-8343-3B02-BA0B-ACCD56441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5FA1C-FAD4-4AD3-91FE-3F5E9B90C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3FADD-AA16-946C-C8A3-73346B9F9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962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7838F-C280-7020-A30C-81B589A5E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5D9DF-9118-42B0-57B9-5CD261F18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FD1EE-B7A8-0203-0832-E23266FE6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err="1"/>
              <a:t>Seen.end</a:t>
            </a:r>
            <a:r>
              <a:rPr lang="en-IN" dirty="0"/>
              <a:t> not find in the 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792E5-90B8-E30E-E85F-A4283D4F9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2328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C4682-730E-ED03-2090-9283DAFDE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2E6D0-9BB5-02F4-BDC9-80C484E8D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93BB4-0971-CBE1-4A53-74DC94533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CFCCF-DA16-4923-0BE8-353EA380E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654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B5F7-B63A-0A54-44AA-050173D68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B98CA-4A1B-CD42-8F34-2F1875C5E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128F8-84F2-CED1-C5C8-CC5AFC492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7D560-7D24-E7AE-BFAD-359DE770C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672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8E10-E984-BA7B-798C-EB31DD2C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59C81-6115-7BF5-1CEE-F14B84379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EFC62-7123-2DB6-812B-B25A73EB9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31F2F-AA9C-92EC-D43A-3912C3152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914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F17FF-C7DC-6C0D-6BBA-13FD8440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4990F-D6B3-05FF-E27B-F42C79E83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B4BD2-637E-3F81-ED73-85D588816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Not find in the 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71B8D-0231-4FED-89CB-9092B6581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666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45DE-C802-ACFE-9267-352F1610D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651DC-F92F-A311-44D5-43A918BF8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ABF87-0BB7-F98E-1D06-BD98EE6A6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Not find in the 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0452B-9016-EE7F-C70F-23E355E2D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277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9B9F-AF61-613D-97B2-F4E1BB1C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AD487-D0DA-7851-1FD2-498EBBCCE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958AA-F28F-C717-7FB7-CDDCD08FC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C9472-76DF-7AA9-69ED-9BBEB5187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2603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6F196-19D0-6337-A5ED-B96BE05F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148AA-BCF9-2666-BC30-FB419B137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BD18C-47DD-AE88-3759-74F1EE78D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83782-2D9F-A356-BE9A-946344944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9490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140D-9602-EB5A-B1AC-441BFE5A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58DEB-D981-36D4-73EF-A6FBFB7BF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AD917-A099-1E7C-A767-46A572272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269B5-C099-6D41-3AD8-C68B8ABAD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798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5A20E-CB8A-0BAF-8CB9-B60D8C77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0A500-8BC9-F1C1-AFDD-FED1CB28E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6FDEC-9DC2-82DA-DBC0-2BAB4E729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Not find in the 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FDE0C-163A-D860-D357-242CDA753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908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E029-787B-789D-7745-F486AF882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7D21C-CB35-E5D0-8F67-06BC8F8B5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3C0DF-9277-9F0E-77E4-FBD41A120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2E4BF-0275-66FC-6C4D-1721C5E3D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9746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C5D60-B5AB-8A06-960A-016353609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76991-D972-A862-0EBB-BB27A0783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2E57F-154A-3A11-510D-847EF5C18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E3B49-9904-921C-DC6F-BBF11F223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9777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9466-8193-D7F0-70B9-D71748F4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531C5-8981-2C93-845F-7610F4DDE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A0C42-A33E-F515-AF5A-7B25B163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A775D-997A-13BC-C546-6904EDD20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5313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B9A22-8B74-B37A-740D-E37B1F654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606C7-1376-50D7-7DF6-2C9237961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567D0-9548-01B0-750B-145F87C52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6EBA4-ECE0-D5E0-1E6F-358168AD0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75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7EC46-2909-93E2-127C-8A1B793AF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B12DA-84A2-F876-89FA-103C406E8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08F73-A5E1-13B3-4554-3981C4A0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F351E-7111-F0DF-4412-27D8D0D8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FEFED-CAE3-53C5-8373-3B6E1C82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229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5E94-F4B5-C50C-01A4-6F89EC69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CB86B-D1B7-7963-4B43-2BB718F62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2DF54-BE0C-3193-6B80-14FF040A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E6443-4731-708D-4670-EE7109D7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FEADC-429C-9AE4-5390-D7249BD68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50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C88C-D958-3A5E-97E3-EE07457FF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CD8FA-2692-D101-90BD-9CD9E6D4E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F0EE2-74A3-98B5-FB84-F24435689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3B5B8-AB5C-769D-E72E-5467127C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34106-02A1-768E-C63E-9BACC481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789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0C89B-99C5-12A0-7C17-2DF2EA84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92B64-BF14-7112-1126-4059BD8A5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1E78D-B8B8-F034-B912-1EC21E577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4CD7B-583B-AEF4-6A73-9EDBD542E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D33C4-D511-3916-1B07-76FCB5774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A25BA-FA4F-322C-D061-E1A9E8C25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169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B2D8-7098-3B0D-C0AA-B781345B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827F6-7C4B-E491-8065-1DF85A2EC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68DE2-DAB9-BE1E-C628-5FC35922C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F96EA-CC34-FDE2-51E8-6B462C735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E4465-0062-C5A1-96F9-9DAF974D8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E4656-5E4A-7392-1BB9-F13520BC7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A347F0-9A7B-026D-D96B-566A2F81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D3EDF6-C399-E839-7FEA-ED6A31FB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630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F8AA-72EE-9AA6-FEC5-CD714F09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E4357-ACC6-9E98-5D3C-B4AD7F397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14A85C-D3C4-9244-D382-9D4F5202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35AF2-B0CF-1A94-8934-CD4C9533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64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9033E1-4D4D-99AD-C601-E95918D8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3FD13-BD9A-6F19-0F98-4E8999822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802B9-EC61-7C3F-6630-18E1A936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778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5C5AE-C29F-3E21-10EF-53827F5C5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BC068-0DE1-DB5F-8C1C-55B9231F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51E75-BF21-9A93-4350-4EFECD2AD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66F0C-C5B0-9018-37CF-248DE035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CA48D-B8E5-2A91-251B-412DE2A7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7F62F-B55D-2649-1F8E-8E7E9000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33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89D5-0717-68DA-C025-B77A7128A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C458AC-7956-CA06-985B-6A66FD47D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7722C-4218-A8E3-FFD4-50D450782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AC19A-D04B-DB13-0AAF-FAE7C656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6C8F8-3E97-DAC5-5452-B3A82F91F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75230-1568-6282-05DB-C54DB5CE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93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1739-CBD1-05B1-76E4-25CC2E18C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232FE-8301-44DD-7F36-B61809FEF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B08FE-82DF-C956-1C09-5783DAB95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6EC4F-5BFB-5795-CC3A-97E72EFC2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A3934-40C2-4F25-1EAD-64A94178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966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EE4CDE-2D03-6DF9-6FF8-4C7BEF0AC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5EFCD4-6FDE-5C4E-A16D-BE449B95C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5C08C-F7A0-66EE-6F71-6B365CC3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D96EC-B7F5-D8A6-277A-A5CF4FBF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15720-515E-C252-ACA2-A4C1ECE9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95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C677C-4622-08F8-A65F-22A056A5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314D2-30CE-8232-18CD-CC5BADAFB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88AA3-5A17-13AA-452C-D017B8A27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1C960-5EF5-46B8-9585-AE2884ED70DA}" type="datetimeFigureOut">
              <a:rPr lang="en-IN" smtClean="0"/>
              <a:t>03-12-2025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914AD-B7F1-CAA8-D2B9-F4341298F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5814B-C06B-BAE2-7DB9-13DC0DFB7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BE437-7FB5-4560-9379-9FBFD2B7224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59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E544-DC5C-F594-46AE-90033DC3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66638B-22A2-248F-7BA6-B317750367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BA283-0889-AFDB-4087-CC1A6C9BD25B}"/>
              </a:ext>
            </a:extLst>
          </p:cNvPr>
          <p:cNvSpPr txBox="1"/>
          <p:nvPr/>
        </p:nvSpPr>
        <p:spPr>
          <a:xfrm>
            <a:off x="380227" y="2324114"/>
            <a:ext cx="132140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Remove Duplicates From  	UnSorted  Linked List </a:t>
            </a:r>
            <a:endParaRPr lang="en-IN" sz="7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57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CF4E-6554-243A-3EB0-609A5447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62AD91-8B9D-4B13-823D-C1908809FA4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F5923C-F9C3-3EA7-F206-6EAE98B70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222759"/>
              </p:ext>
            </p:extLst>
          </p:nvPr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5F060D-C80A-1CBE-5509-79AA64B54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411871"/>
              </p:ext>
            </p:extLst>
          </p:nvPr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327198-6DCB-E21D-8AAD-5A62FFDF3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133401"/>
              </p:ext>
            </p:extLst>
          </p:nvPr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C5FAFD-F4D4-5830-229A-8CD83DAA5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621544"/>
              </p:ext>
            </p:extLst>
          </p:nvPr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75E4C1-D633-DACF-7723-45D53498E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889985"/>
              </p:ext>
            </p:extLst>
          </p:nvPr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5BC12F-41B7-F28D-9F40-F09DD7819113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3DC71F-D770-A459-DC6F-198CB574B8DC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67F1C6-C2E2-AC9F-EBE4-8A5903CE66EB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4E6A2-4CE2-599D-6C35-A1AE294BFBCF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E9F6022-D519-89E3-247D-9634811EEB8A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DAE55A1-AA2C-FA0D-E4C7-A432577BF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704310"/>
              </p:ext>
            </p:extLst>
          </p:nvPr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E87AAF-F323-125A-4B01-489F23ABB429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976E71-8339-1D15-2B8A-C31786FBF863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DA41DFD-176D-BFF8-788A-C096A05827AD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417100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F39AD-1099-93F2-B4BB-7DFB52D35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A42294-6D21-3D22-8BE7-5070951E5C7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7E479B-F8C7-6C4F-4B9A-6DAE65E406CE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1921E7-9B9D-E8E6-3E41-9A2A3F0514F9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F3F1F6-6962-3D0B-8B70-B32E6F1589CF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0C6421-DDE4-18AA-FE1B-F86C2DB29B7F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78566B-1149-4A81-84B8-92889F6E591D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4730A0-B1B0-DA90-F583-6A4E911CF775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66C2FA-B58B-D2DB-BE64-0154B593E2E5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C441CB-7758-ACA8-1293-247611E5725D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A1FD03-AB15-CD42-3157-E05B339A3097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605382-72C0-6D70-E485-C21A2EA676B5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2B0F829-9DA1-7B6A-B00D-173BE7974E2A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F4CAEC-CD01-FEBD-0498-5370590DBB0D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ABD2A0-1809-A7E6-1EEB-8F4CBB4B4BC7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C2E49F-4DB9-92CB-62F8-4B17EB899D7C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3454A3-9F58-540A-D7E2-17A2554D0640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AF300ED-64D7-C19A-1AC0-66DEA3A8D1F2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395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6352A-FDC7-5C63-C4CE-E2284784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B1A614-90DC-9AB7-75FD-4F6DDEF1FD9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B5B39A-D57C-382B-A10C-CFCDD64A0570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061488-7A10-1157-884B-46371281618B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66BE9E-C7C8-E700-DF78-41B54FDFA8B1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DFFF88-9C57-F634-A46F-725ABBD5F75E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ED5BA0-4CD8-B3A1-1E2F-549DADE05562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452815-09CC-5D93-C73C-02786C1AF001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072907-1269-CAD3-5A15-3827011CCDC5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468EDE-2A5C-BF33-3B38-C092308828A0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93C6D5-AD10-4C1C-7C90-1FF094A155E1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4655566-BE2E-13E2-80F5-21AD9D2BC516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60D4BD2-1C75-D425-2944-F9C8FCC98348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410F48-CCE5-F390-E1AD-C58405413081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88965D-9C30-FC02-6A14-69101D1D31FC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2449E5-7E42-B338-0B9F-6849A8E0B596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37AF30-5D5F-0A63-7259-CD0B8DC977A3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C60C14-9257-5794-67F4-B4CEB581DBEC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0AE2B51-03CD-51F8-A0CD-5D07C7DB9FFF}"/>
              </a:ext>
            </a:extLst>
          </p:cNvPr>
          <p:cNvSpPr txBox="1"/>
          <p:nvPr/>
        </p:nvSpPr>
        <p:spPr>
          <a:xfrm>
            <a:off x="-2610960" y="4177133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51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B8130-9677-6D20-FAD5-D021DE90A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04E18D-0EEB-4002-4980-41E58E3B2A1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3ED854-B5EC-6510-D32F-A46DA7083802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5A9061-BC00-EABC-CF0C-0960A82C3774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11E953-B951-9D55-AEF7-348F35DAA4CE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8E5CCF-5857-84A8-C471-ABAF2BE64F50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CBEFC3-797B-A0DF-F775-00483511E48D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D0C559-A06E-E132-0DB5-74B4EA9913C8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433216-2E82-9A0A-0C32-BC3F78A914AD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7AFDAE-41FD-D36F-5C39-89BBF683322D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BB77E4-98C0-C554-AD11-A90F6D95739B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E3065E5-826B-0D88-DFB8-402C0A2822F5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4C39616-CD86-D79D-A9D7-18B0B1287AC6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E5A2E0-A212-B10B-7C2E-78081327DF58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9A44F2-7F80-FF88-4BF6-AFC704BFC83F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6B9C812-DD8E-FC5C-AC51-A566F468211F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758A35-0DA8-778F-7F17-E0BC936A3E3C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6117499-11BF-FA8F-7D31-77C0C716B8DD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1F691D5-ED9F-D54B-4E41-DFD9B187093F}"/>
              </a:ext>
            </a:extLst>
          </p:cNvPr>
          <p:cNvSpPr txBox="1"/>
          <p:nvPr/>
        </p:nvSpPr>
        <p:spPr>
          <a:xfrm>
            <a:off x="-2610960" y="4177133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AFFBD9A-5C24-CCAF-C1B8-A806B38BA809}"/>
              </a:ext>
            </a:extLst>
          </p:cNvPr>
          <p:cNvCxnSpPr/>
          <p:nvPr/>
        </p:nvCxnSpPr>
        <p:spPr>
          <a:xfrm flipV="1">
            <a:off x="414180" y="701040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DC23A86-28AF-03CD-1381-E7442698B0A6}"/>
              </a:ext>
            </a:extLst>
          </p:cNvPr>
          <p:cNvSpPr txBox="1"/>
          <p:nvPr/>
        </p:nvSpPr>
        <p:spPr>
          <a:xfrm>
            <a:off x="-226908" y="352666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058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F4B9-43E9-2CF9-5C42-5F820E46C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12E0C3-5A39-FA75-3539-BA029CE7D64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0626D5-E6B5-6428-6B1A-7C70F3EF6445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CC6E25-634D-2121-1D75-5AF59AA53150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F80F5A-8AA4-F689-4DF9-5F186ABC4374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B4EEBC-3490-75BC-7652-015C5161C09D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757EB0-3436-8A24-4C5A-B7BC0028C7D1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C1DFAC-66B2-A540-43A4-7424447621E7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F35138-D771-E43C-6EE5-C3AA85D83471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41F395-86A8-CAEB-10E0-555CB0BD40AC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973BE7-A014-A341-3054-D9772B0A1B31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ACBAFCC-8501-53D0-63D0-F33BF22ACDFE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D40B3EC-A323-21C7-46FD-2A2BAD12384D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63506E-2C4D-C8D5-499B-711196714950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8AD352-3EDC-E0DB-2E7B-6DAF83B24891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C4A8AB-DC24-7EF2-0090-FF21DF1BA9DD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7FFFBA-886B-07B5-AFA6-8DE221B00452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125A0B-F988-F60E-D96A-1F4E101F700B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D60145E-9F59-7AE0-F627-823C6BA53F12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0441E2-144E-448E-EF1F-4FF78F2738BE}"/>
              </a:ext>
            </a:extLst>
          </p:cNvPr>
          <p:cNvCxnSpPr/>
          <p:nvPr/>
        </p:nvCxnSpPr>
        <p:spPr>
          <a:xfrm flipV="1">
            <a:off x="414180" y="701040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92346B7-CB8D-DE3E-B2DC-C9C289B1AA98}"/>
              </a:ext>
            </a:extLst>
          </p:cNvPr>
          <p:cNvSpPr txBox="1"/>
          <p:nvPr/>
        </p:nvSpPr>
        <p:spPr>
          <a:xfrm>
            <a:off x="-226908" y="352666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016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19D8E-9652-0A27-0E1C-D5E7C599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1432E2-3C7F-0EB9-366E-33DA088A91D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53E2EA-D5C4-3095-5358-8EB40A9B048B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DFE0FB-2BCE-A67A-89E6-0E7A0198EF60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205145-0C67-FED7-9B1B-0CEDE97DF90C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8B83CD-E9B4-2554-D809-EF59D367FD84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8835C2-2AEC-FE00-F63C-6F47F6BC49FF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8EA976-B0F1-5BFA-ECF9-90DECFF63F39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6E5893-9204-20E0-636D-B3048E56C47D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C6DC2B-84CD-49BB-8E39-CEB90FF56AD4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5AF233-5008-7832-4136-15F589CEBC7B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0E081C-F8F3-320E-DB19-F3BED6162F5D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B2A0123-2E82-5D43-9717-C45A7F17C9E0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69E0F1-30ED-3967-BB8C-C697B23F619F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FEB8B0-2F25-6E0D-9ECE-3CDAB2BC8397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B53439D-B13B-DE95-D142-40BDC06A535B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1477DF-BA0F-283C-E20F-2CB998DA23D2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1945A3-2B81-8849-34B2-BD499A26E191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A7413D2-A751-297A-0E54-A1C2EB7F685C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65F7DF5-CBA1-2173-5D07-0AFAE63BD4FA}"/>
              </a:ext>
            </a:extLst>
          </p:cNvPr>
          <p:cNvCxnSpPr/>
          <p:nvPr/>
        </p:nvCxnSpPr>
        <p:spPr>
          <a:xfrm flipV="1">
            <a:off x="414180" y="701040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FF0CDE-2D0C-87EC-5A4F-442A476AE179}"/>
              </a:ext>
            </a:extLst>
          </p:cNvPr>
          <p:cNvSpPr txBox="1"/>
          <p:nvPr/>
        </p:nvSpPr>
        <p:spPr>
          <a:xfrm>
            <a:off x="-226908" y="352666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5002AB-5901-B01B-F9A1-8D6358CD9435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3952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E5BB9-5992-C01D-2FE2-83D7A45F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FC02D12-4B24-B3FA-8E9D-8BDF933D8EB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4EC96D-B9BD-CCCB-7F39-796252CAB8A0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45B2FC-8904-8835-32D7-24A1EA0EBDB8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7CF2D1-3292-D110-AD51-FC1BE4B8DA17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1B8C84-7BC6-04BC-9005-078446C39EA2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42348A-CED0-DFFD-4A58-30650172CC2D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31EC34-9179-3205-53A6-C6B7F36F24EB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8E5BC5-CDBB-599F-D5D4-D2BA77D29691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BA140B-7D2F-B878-56F1-223EFE095F85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7ACF96-2217-3DA8-864A-FFD111853C8B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5728CD0-668B-AB71-A1A3-AD42AF7DE8D9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CA1562D-0771-1D08-313B-9DD9269662EC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A25C00-1790-347E-C841-CA54CC1D9373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A6CD78-4B4A-472C-7CB0-1AA5276547C5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8517763-1E66-07F0-35D4-8FA01446114B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FAFE57-CB33-22DB-AABA-A4641D7AEC1A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820B45-442C-E0CF-685F-1F0A00614E9C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A1F1A0A-2EE7-57A2-32AD-9A342ABA10ED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B22572-7133-2394-6B98-CA787DC38C7A}"/>
              </a:ext>
            </a:extLst>
          </p:cNvPr>
          <p:cNvCxnSpPr/>
          <p:nvPr/>
        </p:nvCxnSpPr>
        <p:spPr>
          <a:xfrm flipV="1">
            <a:off x="414180" y="701040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5121069-92CD-3AC0-923E-395FA1F54BE2}"/>
              </a:ext>
            </a:extLst>
          </p:cNvPr>
          <p:cNvSpPr txBox="1"/>
          <p:nvPr/>
        </p:nvSpPr>
        <p:spPr>
          <a:xfrm>
            <a:off x="-226908" y="352666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965C8D-4D75-FA53-6FB1-CB25DABEDC5B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A6B88F-4663-FF16-6C55-28B4EA23A50F}"/>
              </a:ext>
            </a:extLst>
          </p:cNvPr>
          <p:cNvSpPr txBox="1"/>
          <p:nvPr/>
        </p:nvSpPr>
        <p:spPr>
          <a:xfrm>
            <a:off x="7152523" y="3870960"/>
            <a:ext cx="8397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seen = { }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current = 1</a:t>
            </a:r>
          </a:p>
          <a:p>
            <a:r>
              <a:rPr lang="en-IN" sz="2800" b="1" dirty="0" err="1">
                <a:solidFill>
                  <a:schemeClr val="bg1"/>
                </a:solidFill>
              </a:rPr>
              <a:t>prev</a:t>
            </a:r>
            <a:r>
              <a:rPr lang="en-IN" sz="2800" b="1" dirty="0">
                <a:solidFill>
                  <a:schemeClr val="bg1"/>
                </a:solidFill>
              </a:rPr>
              <a:t> = NULL</a:t>
            </a:r>
          </a:p>
          <a:p>
            <a:endParaRPr lang="en-IN" sz="2800" b="1" dirty="0">
              <a:solidFill>
                <a:schemeClr val="bg1"/>
              </a:solidFill>
            </a:endParaRPr>
          </a:p>
          <a:p>
            <a:r>
              <a:rPr lang="en-IN" sz="2800" b="1" dirty="0">
                <a:solidFill>
                  <a:schemeClr val="bg1"/>
                </a:solidFill>
              </a:rPr>
              <a:t>1 is not in set, add to set → </a:t>
            </a:r>
            <a:r>
              <a:rPr lang="en-IN" sz="2800" b="1" dirty="0">
                <a:solidFill>
                  <a:schemeClr val="accent6"/>
                </a:solidFill>
              </a:rPr>
              <a:t>seen = { 1 }</a:t>
            </a:r>
          </a:p>
          <a:p>
            <a:endParaRPr lang="en-IN" sz="2800" b="1" dirty="0">
              <a:solidFill>
                <a:schemeClr val="bg1"/>
              </a:solidFill>
            </a:endParaRPr>
          </a:p>
          <a:p>
            <a:r>
              <a:rPr lang="en-IN" sz="2800" b="1" dirty="0">
                <a:solidFill>
                  <a:srgbClr val="FFFF00"/>
                </a:solidFill>
              </a:rPr>
              <a:t>Move </a:t>
            </a:r>
            <a:r>
              <a:rPr lang="en-IN" sz="2800" b="1" dirty="0" err="1">
                <a:solidFill>
                  <a:schemeClr val="bg1"/>
                </a:solidFill>
              </a:rPr>
              <a:t>prev</a:t>
            </a:r>
            <a:r>
              <a:rPr lang="en-IN" sz="2800" b="1" dirty="0">
                <a:solidFill>
                  <a:schemeClr val="bg1"/>
                </a:solidFill>
              </a:rPr>
              <a:t> → 1, current →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9F79596-51A6-46C9-6093-83E194F9AC7B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432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46F6-0EE3-DFC7-89F8-849DF018E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637EC5-B8AB-466A-612D-501EF497A49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3941215-FBD5-B403-3E02-3F69F008E6DC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28D0D2-4A9E-E72C-2332-87ECFCCC11B1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714D9E-21A1-DE32-D878-993BEDDE5158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3B936C-5F7A-252F-6CE0-15A1EC35569C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DBA791-6772-5121-6515-281030113D60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8AB264-85D2-2EF0-29D8-AB495579EC01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2604B6-332C-083E-61AC-A57FA2BEE321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2A32F6-F1CD-9165-C6C8-B7EC7D87D5AD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4D4E99-A223-A406-B16D-ADC29C43B34A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A41EFD1-F912-9DC8-BE30-63CC76462FC9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99AFF9E-D122-1C39-9FA8-52F92697B962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727B197-8648-F13E-7097-4597A597E9D0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7027B60-A66B-4D9D-C810-C4D2238C81B9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2C9872A-A2BF-799F-7504-05D5620EB10D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D4E988-8C3F-34C8-38B7-B53C21B80043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A7AB13-EB6E-F7A9-72CA-15055B10A8C4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F14CD8A-FE2B-2596-4C51-BE3713811665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FF52C5-DE80-C076-5888-C93721203D40}"/>
              </a:ext>
            </a:extLst>
          </p:cNvPr>
          <p:cNvCxnSpPr/>
          <p:nvPr/>
        </p:nvCxnSpPr>
        <p:spPr>
          <a:xfrm flipV="1">
            <a:off x="414180" y="685350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02CCC82-D298-A08C-B471-840133D9C549}"/>
              </a:ext>
            </a:extLst>
          </p:cNvPr>
          <p:cNvSpPr txBox="1"/>
          <p:nvPr/>
        </p:nvSpPr>
        <p:spPr>
          <a:xfrm>
            <a:off x="-226908" y="336976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510B54-FD3F-9226-8156-5674230D600A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6FDE32-AA46-7E14-57EE-99C7AB0F4189}"/>
              </a:ext>
            </a:extLst>
          </p:cNvPr>
          <p:cNvSpPr txBox="1"/>
          <p:nvPr/>
        </p:nvSpPr>
        <p:spPr>
          <a:xfrm>
            <a:off x="7152523" y="3870960"/>
            <a:ext cx="8397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seen = { }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current = 1</a:t>
            </a:r>
          </a:p>
          <a:p>
            <a:r>
              <a:rPr lang="en-IN" sz="2800" b="1" dirty="0" err="1">
                <a:solidFill>
                  <a:schemeClr val="bg1"/>
                </a:solidFill>
              </a:rPr>
              <a:t>prev</a:t>
            </a:r>
            <a:r>
              <a:rPr lang="en-IN" sz="2800" b="1" dirty="0">
                <a:solidFill>
                  <a:schemeClr val="bg1"/>
                </a:solidFill>
              </a:rPr>
              <a:t> = NULL</a:t>
            </a:r>
          </a:p>
          <a:p>
            <a:endParaRPr lang="en-IN" sz="2800" b="1" dirty="0">
              <a:solidFill>
                <a:schemeClr val="bg1"/>
              </a:solidFill>
            </a:endParaRPr>
          </a:p>
          <a:p>
            <a:r>
              <a:rPr lang="en-IN" sz="2800" b="1" dirty="0">
                <a:solidFill>
                  <a:schemeClr val="bg1"/>
                </a:solidFill>
              </a:rPr>
              <a:t>1 is not in set, add to set → </a:t>
            </a:r>
            <a:r>
              <a:rPr lang="en-IN" sz="2800" b="1" dirty="0">
                <a:solidFill>
                  <a:schemeClr val="accent6"/>
                </a:solidFill>
              </a:rPr>
              <a:t>seen = { 1 }</a:t>
            </a:r>
          </a:p>
          <a:p>
            <a:endParaRPr lang="en-IN" sz="2800" b="1" dirty="0">
              <a:solidFill>
                <a:schemeClr val="accent6"/>
              </a:solidFill>
            </a:endParaRPr>
          </a:p>
          <a:p>
            <a:r>
              <a:rPr lang="en-IN" sz="2800" b="1" dirty="0">
                <a:solidFill>
                  <a:srgbClr val="FFFF00"/>
                </a:solidFill>
              </a:rPr>
              <a:t>Move</a:t>
            </a:r>
            <a:r>
              <a:rPr lang="en-IN" sz="2800" b="1" dirty="0">
                <a:solidFill>
                  <a:schemeClr val="bg1"/>
                </a:solidFill>
              </a:rPr>
              <a:t> </a:t>
            </a:r>
            <a:r>
              <a:rPr lang="en-IN" sz="2800" b="1" dirty="0" err="1">
                <a:solidFill>
                  <a:schemeClr val="bg1"/>
                </a:solidFill>
              </a:rPr>
              <a:t>prev</a:t>
            </a:r>
            <a:r>
              <a:rPr lang="en-IN" sz="2800" b="1" dirty="0">
                <a:solidFill>
                  <a:schemeClr val="bg1"/>
                </a:solidFill>
              </a:rPr>
              <a:t> → 1, current →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613799-5C0F-425C-FA23-4383CD7D2B00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09EBCCE-765D-F625-780A-396981DB1630}"/>
              </a:ext>
            </a:extLst>
          </p:cNvPr>
          <p:cNvSpPr txBox="1"/>
          <p:nvPr/>
        </p:nvSpPr>
        <p:spPr>
          <a:xfrm>
            <a:off x="-2361235" y="7571066"/>
            <a:ext cx="8868833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536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4ED8-B105-8308-C968-C2AE7152B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939C38-0383-0246-91A0-DEF6BA6CD98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41425A5-04B8-F738-D749-31A1A31855E6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FF1120-8638-C2FD-DCC1-BA83F259E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215710"/>
              </p:ext>
            </p:extLst>
          </p:nvPr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785944-ADE2-3B1C-4E6F-C2F1E67AE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023906"/>
              </p:ext>
            </p:extLst>
          </p:nvPr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562979-293B-46EA-36F4-C9C3B9B3A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329161"/>
              </p:ext>
            </p:extLst>
          </p:nvPr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9BDD9D-C69F-6BAA-9428-7C9D44722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884629"/>
              </p:ext>
            </p:extLst>
          </p:nvPr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DE3D26-27DC-85F9-9C04-D24617A96C42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47DC7D-7B0D-B925-5658-95588EB421D3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526103-A577-AF14-324D-6072B3E4EEE9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A1C5F6-9510-49E9-6D00-B0C2A6405BB0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C675EF7-1629-2B54-1582-20A6A16DEC0A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A14CDB5-8337-6190-509A-BA3E854E2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438227"/>
              </p:ext>
            </p:extLst>
          </p:nvPr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89691D-8EC4-63D2-AE50-FE0B3DB86220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1F6526-78FF-A00C-CFAF-ABF082A386B8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4A4E68-077D-9875-9BC5-125F01701197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37290B-A6D8-DCA9-F22A-3B90078ED11C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589AF4-0168-4133-F375-F40CBBBE8924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EF9BFDA-8F4C-68A3-3521-23055C154500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56DFFD-D26A-2819-8271-239F5F64B091}"/>
              </a:ext>
            </a:extLst>
          </p:cNvPr>
          <p:cNvCxnSpPr/>
          <p:nvPr/>
        </p:nvCxnSpPr>
        <p:spPr>
          <a:xfrm flipV="1">
            <a:off x="414180" y="701040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D8E2EB7-9567-15E9-254F-CE066D767DF4}"/>
              </a:ext>
            </a:extLst>
          </p:cNvPr>
          <p:cNvSpPr txBox="1"/>
          <p:nvPr/>
        </p:nvSpPr>
        <p:spPr>
          <a:xfrm>
            <a:off x="-226908" y="352666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343CFD-1BAA-D7A9-BBEC-E939CAEAEE9A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B91AC2-E5C0-1BEB-A04A-DC50E3669063}"/>
              </a:ext>
            </a:extLst>
          </p:cNvPr>
          <p:cNvSpPr txBox="1"/>
          <p:nvPr/>
        </p:nvSpPr>
        <p:spPr>
          <a:xfrm>
            <a:off x="7152523" y="3870960"/>
            <a:ext cx="8397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seen = { }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current = 1</a:t>
            </a:r>
          </a:p>
          <a:p>
            <a:r>
              <a:rPr lang="en-IN" sz="2800" b="1" dirty="0" err="1">
                <a:solidFill>
                  <a:schemeClr val="bg1"/>
                </a:solidFill>
              </a:rPr>
              <a:t>prev</a:t>
            </a:r>
            <a:r>
              <a:rPr lang="en-IN" sz="2800" b="1" dirty="0">
                <a:solidFill>
                  <a:schemeClr val="bg1"/>
                </a:solidFill>
              </a:rPr>
              <a:t> = NULL</a:t>
            </a:r>
          </a:p>
          <a:p>
            <a:endParaRPr lang="en-IN" sz="2800" b="1" dirty="0">
              <a:solidFill>
                <a:schemeClr val="bg1"/>
              </a:solidFill>
            </a:endParaRPr>
          </a:p>
          <a:p>
            <a:r>
              <a:rPr lang="en-IN" sz="2800" b="1" dirty="0">
                <a:solidFill>
                  <a:schemeClr val="bg1"/>
                </a:solidFill>
              </a:rPr>
              <a:t>1 is not in set, add to set → </a:t>
            </a:r>
            <a:r>
              <a:rPr lang="en-IN" sz="2800" b="1" dirty="0">
                <a:solidFill>
                  <a:schemeClr val="accent6"/>
                </a:solidFill>
              </a:rPr>
              <a:t>seen = { 1 }</a:t>
            </a:r>
          </a:p>
          <a:p>
            <a:endParaRPr lang="en-IN" sz="2800" b="1" dirty="0">
              <a:solidFill>
                <a:schemeClr val="bg1"/>
              </a:solidFill>
            </a:endParaRPr>
          </a:p>
          <a:p>
            <a:r>
              <a:rPr lang="en-IN" sz="2800" b="1" dirty="0">
                <a:solidFill>
                  <a:srgbClr val="FFFF00"/>
                </a:solidFill>
              </a:rPr>
              <a:t>Move</a:t>
            </a:r>
            <a:r>
              <a:rPr lang="en-IN" sz="2800" b="1" dirty="0">
                <a:solidFill>
                  <a:schemeClr val="bg1"/>
                </a:solidFill>
              </a:rPr>
              <a:t> </a:t>
            </a:r>
            <a:r>
              <a:rPr lang="en-IN" sz="2800" b="1" dirty="0" err="1">
                <a:solidFill>
                  <a:schemeClr val="bg1"/>
                </a:solidFill>
              </a:rPr>
              <a:t>prev</a:t>
            </a:r>
            <a:r>
              <a:rPr lang="en-IN" sz="2800" b="1" dirty="0">
                <a:solidFill>
                  <a:schemeClr val="bg1"/>
                </a:solidFill>
              </a:rPr>
              <a:t> → 1, current →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AB2C5B-72E1-6F81-503D-55C21E17BA30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724A052-8C7C-1CF2-2BC1-34FEC03BD229}"/>
              </a:ext>
            </a:extLst>
          </p:cNvPr>
          <p:cNvCxnSpPr/>
          <p:nvPr/>
        </p:nvCxnSpPr>
        <p:spPr>
          <a:xfrm flipV="1">
            <a:off x="-1429860" y="1051560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945125C-82F9-68C9-6409-14F4F30F726A}"/>
              </a:ext>
            </a:extLst>
          </p:cNvPr>
          <p:cNvCxnSpPr>
            <a:cxnSpLocks/>
          </p:cNvCxnSpPr>
          <p:nvPr/>
        </p:nvCxnSpPr>
        <p:spPr>
          <a:xfrm>
            <a:off x="-1414620" y="2138055"/>
            <a:ext cx="561180" cy="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5D8863C-F4D2-027F-E601-8ABA27CDF79F}"/>
              </a:ext>
            </a:extLst>
          </p:cNvPr>
          <p:cNvSpPr txBox="1"/>
          <p:nvPr/>
        </p:nvSpPr>
        <p:spPr>
          <a:xfrm>
            <a:off x="-1844783" y="716777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25686B7-E69A-C7BB-D5F4-9B0FDFB8199D}"/>
              </a:ext>
            </a:extLst>
          </p:cNvPr>
          <p:cNvCxnSpPr/>
          <p:nvPr/>
        </p:nvCxnSpPr>
        <p:spPr>
          <a:xfrm flipV="1">
            <a:off x="-1429860" y="1051560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A1F3363-BBFE-0734-19E4-7F9AD4FC4EAD}"/>
              </a:ext>
            </a:extLst>
          </p:cNvPr>
          <p:cNvCxnSpPr>
            <a:cxnSpLocks/>
          </p:cNvCxnSpPr>
          <p:nvPr/>
        </p:nvCxnSpPr>
        <p:spPr>
          <a:xfrm>
            <a:off x="-1414620" y="2138055"/>
            <a:ext cx="561180" cy="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6817497-A0FF-DDEB-52EC-D77D22363174}"/>
              </a:ext>
            </a:extLst>
          </p:cNvPr>
          <p:cNvSpPr txBox="1"/>
          <p:nvPr/>
        </p:nvSpPr>
        <p:spPr>
          <a:xfrm>
            <a:off x="-1844783" y="716777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DEA49C-81A0-259B-E95F-FEDF5234EABA}"/>
              </a:ext>
            </a:extLst>
          </p:cNvPr>
          <p:cNvSpPr txBox="1"/>
          <p:nvPr/>
        </p:nvSpPr>
        <p:spPr>
          <a:xfrm>
            <a:off x="-2361235" y="7571066"/>
            <a:ext cx="8868832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406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59660-8761-B3C2-8AE9-F70A55CF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941EDD-1FF4-3848-FCCA-B1A87487AF6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93AE89-7FFF-E011-72A9-89CBBF5AA6B2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A37CE0-FA73-C0E3-DD61-B8584CF26E9A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C8A372-3FDF-4B3B-38D3-F512AC2F5499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4D9A71-BF2B-FD99-F734-2ADB11F5FB9A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84F62D-302C-5FDC-8CB4-BAFB6FBB1546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FF2BC5-BB3C-6866-785E-AA94E96D436E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665D66-9A23-8151-A714-CB99EA2F6E7E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EB3384-A5CF-7DD0-F6C7-1D56F20AEF91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352CF7-85D6-032A-33D3-E338D2AF9F8D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C655488-1EA3-3EA7-4D04-39DD1223D95F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FCEBE1E-93BA-2DEF-DB16-BBD45F7552F6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6CEBFE-FBD8-C197-81B1-6BF4CF95758E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615CA4-467E-C243-FD2B-28ABC761D100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EAE67E-109D-F51B-6BA6-5F8733C3AC3A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14EB2F-E0AC-31E4-7327-59078AE046AA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BF73FC-CD91-74D0-2097-15097310A6CA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A7A9328-EDA3-DD91-4B1E-D21E14CA2139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89234D-72F0-6808-BC8D-DF4D7772A20E}"/>
              </a:ext>
            </a:extLst>
          </p:cNvPr>
          <p:cNvCxnSpPr/>
          <p:nvPr/>
        </p:nvCxnSpPr>
        <p:spPr>
          <a:xfrm flipV="1">
            <a:off x="2137308" y="698479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97C221D-FE4C-5F47-8446-A33C303BC287}"/>
              </a:ext>
            </a:extLst>
          </p:cNvPr>
          <p:cNvSpPr txBox="1"/>
          <p:nvPr/>
        </p:nvSpPr>
        <p:spPr>
          <a:xfrm>
            <a:off x="1496220" y="350105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7AFD4E-9C3D-2709-6F34-369395F00DFE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BCCFA2-AA9C-3482-86E7-4415EA0456F7}"/>
              </a:ext>
            </a:extLst>
          </p:cNvPr>
          <p:cNvSpPr txBox="1"/>
          <p:nvPr/>
        </p:nvSpPr>
        <p:spPr>
          <a:xfrm>
            <a:off x="6979194" y="3870960"/>
            <a:ext cx="8397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seen = { 1 }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current = 2</a:t>
            </a: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= 1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2 is not in set, add to set → </a:t>
            </a:r>
            <a:r>
              <a:rPr lang="en-US" sz="2800" b="1" dirty="0">
                <a:solidFill>
                  <a:schemeClr val="accent6"/>
                </a:solidFill>
              </a:rPr>
              <a:t>seen = {1,2}</a:t>
            </a:r>
          </a:p>
          <a:p>
            <a:endParaRPr lang="en-US" sz="2800" b="1" dirty="0">
              <a:solidFill>
                <a:schemeClr val="accent6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Move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→ 2, current → 3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endParaRPr lang="en-IN" sz="28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C4D266-ED7E-1C74-47D0-B3B166D35D7B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722F14-D557-918C-5774-A0DA64C2E3A4}"/>
              </a:ext>
            </a:extLst>
          </p:cNvPr>
          <p:cNvCxnSpPr/>
          <p:nvPr/>
        </p:nvCxnSpPr>
        <p:spPr>
          <a:xfrm flipV="1">
            <a:off x="-1429860" y="1051560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18BB9C6-D6CD-96F5-0A8D-E0075260DCBA}"/>
              </a:ext>
            </a:extLst>
          </p:cNvPr>
          <p:cNvCxnSpPr>
            <a:cxnSpLocks/>
          </p:cNvCxnSpPr>
          <p:nvPr/>
        </p:nvCxnSpPr>
        <p:spPr>
          <a:xfrm>
            <a:off x="-1414620" y="2138055"/>
            <a:ext cx="561180" cy="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9127FDD-5872-E646-DE11-304F63D41A73}"/>
              </a:ext>
            </a:extLst>
          </p:cNvPr>
          <p:cNvSpPr txBox="1"/>
          <p:nvPr/>
        </p:nvSpPr>
        <p:spPr>
          <a:xfrm>
            <a:off x="-1844783" y="716777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54CD89-20F8-EED1-E750-CE9E4D1A645A}"/>
              </a:ext>
            </a:extLst>
          </p:cNvPr>
          <p:cNvSpPr txBox="1"/>
          <p:nvPr/>
        </p:nvSpPr>
        <p:spPr>
          <a:xfrm>
            <a:off x="-2361235" y="7571066"/>
            <a:ext cx="8868834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08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C209A-1E5A-D496-DC72-A4C61A20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2F6A89-D511-7CD9-7B72-7F024D43785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1F61E35-9C60-ADD6-980C-42B6C50AB593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D3ED24-3355-10D8-4E0D-E65591BC025E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89F8E1-45E4-721E-8E48-F7BD568C3CBA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AA6463-BC20-9F6B-B572-574AB55C278F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93C24D-D4A9-9430-9D74-9E962C0520D2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4EC23A-D693-996D-CA9C-7B56380A270D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315984-C1ED-BD69-9622-EC03ADBC396D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793979-B029-39D7-E9C8-43A424DAD497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6B9390-6BBD-B877-BA3A-7674AC0DEE8B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0C0F1AE-2119-0B08-5DAD-7210A9E1F708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475F10E-5155-E915-7C38-D55180907166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3D0205-1333-5CD4-0EB6-3A4BB071F933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4B07FA-12FA-C7E1-9C27-DE6CBC03F66F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90494F3-93E1-3047-094A-B37D24DAC1E6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166E83-35D1-B4FD-EDDC-9A8D4A146474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06C299-A0E0-FA78-F046-4131933B6754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DAAD29-8A1A-3F9E-1661-2FCA6D58FB54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A16470-ADD0-E2D0-6065-EDAB00DAD16E}"/>
              </a:ext>
            </a:extLst>
          </p:cNvPr>
          <p:cNvCxnSpPr/>
          <p:nvPr/>
        </p:nvCxnSpPr>
        <p:spPr>
          <a:xfrm flipV="1">
            <a:off x="4220796" y="724042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EE44C85-5E23-7E54-F7B9-61DAF7F55EE4}"/>
              </a:ext>
            </a:extLst>
          </p:cNvPr>
          <p:cNvSpPr txBox="1"/>
          <p:nvPr/>
        </p:nvSpPr>
        <p:spPr>
          <a:xfrm>
            <a:off x="3579708" y="375668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ADF39E-ED5B-99A2-5709-D8B678C062BF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5D5AEB-4FED-2C0F-5D96-1AD2D23D3E9F}"/>
              </a:ext>
            </a:extLst>
          </p:cNvPr>
          <p:cNvSpPr txBox="1"/>
          <p:nvPr/>
        </p:nvSpPr>
        <p:spPr>
          <a:xfrm>
            <a:off x="6967380" y="3582087"/>
            <a:ext cx="8397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seen = {1,2}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current = 3</a:t>
            </a: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= 2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3 is not in set, add to set → seen = </a:t>
            </a:r>
            <a:r>
              <a:rPr lang="en-US" sz="2800" b="1" dirty="0">
                <a:solidFill>
                  <a:schemeClr val="accent6"/>
                </a:solidFill>
              </a:rPr>
              <a:t>{1,2,3}</a:t>
            </a:r>
          </a:p>
          <a:p>
            <a:endParaRPr lang="en-US" sz="2800" b="1" dirty="0">
              <a:solidFill>
                <a:schemeClr val="accent6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Move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→ 3, current → 2 (next node)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endParaRPr lang="en-IN" sz="28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DED7894-7A03-D9E9-1524-77161CD7C09A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1E9C48-13BE-C52B-C8D9-0CB1A9B18C16}"/>
              </a:ext>
            </a:extLst>
          </p:cNvPr>
          <p:cNvCxnSpPr/>
          <p:nvPr/>
        </p:nvCxnSpPr>
        <p:spPr>
          <a:xfrm flipV="1">
            <a:off x="2075340" y="718213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71F0F52-7BDD-6117-3DDD-083401A33DA9}"/>
              </a:ext>
            </a:extLst>
          </p:cNvPr>
          <p:cNvSpPr txBox="1"/>
          <p:nvPr/>
        </p:nvSpPr>
        <p:spPr>
          <a:xfrm>
            <a:off x="1660417" y="383430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0FC448-8005-E2CA-1366-FF5A4F2B55F4}"/>
              </a:ext>
            </a:extLst>
          </p:cNvPr>
          <p:cNvSpPr txBox="1"/>
          <p:nvPr/>
        </p:nvSpPr>
        <p:spPr>
          <a:xfrm>
            <a:off x="-2361235" y="7571066"/>
            <a:ext cx="8868833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239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A5F81-434B-8B21-E8D3-D5B28574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B6D0F1-609D-52DE-BDDB-54C45BDF634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FEBD07-D275-B3F9-ED50-015C8102BF3F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C1DD7C-A28A-AF2F-95A5-F2A7E3BC369E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F114CC-2FA9-097E-AC9F-9AD91222B1D7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ECF3E1-91F0-20F9-752F-60AD5E50F51E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E98EAE-535A-BDE3-FFA0-4D23E52E1B6C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43F514-3EB0-83A2-2757-B3ACE1DC6E8F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A94D08-AE1B-9FC1-EA09-2A2FDA5DD396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65C4B8-3BC6-E175-DE97-ADF39AD182DC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CD0461-D245-3554-69CA-C37BB8C23D2C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969A643-62B5-19BC-F043-D9023DB20853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9677C34-3127-9CC1-6F42-70EC99B019A8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4B7AA8-7C39-BEC5-D4F4-3DE9A4EE4D9B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3EAEEB-C383-449B-BB75-A9B86D13A8A1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2FAE89-A091-FC85-83A9-6DFBEBEA93C7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B97F7E-C9CF-463F-42E6-E60E0D70C538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F3EDF1-3E7D-CE37-8A7C-902C56757F2F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4A25119-47B1-C3E1-607F-8EF13847A772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50E6E8-E291-3577-115E-07EF3F90D055}"/>
              </a:ext>
            </a:extLst>
          </p:cNvPr>
          <p:cNvCxnSpPr/>
          <p:nvPr/>
        </p:nvCxnSpPr>
        <p:spPr>
          <a:xfrm flipV="1">
            <a:off x="6452928" y="706099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A94C71-4066-415C-CA11-6A5AA1E9C18D}"/>
              </a:ext>
            </a:extLst>
          </p:cNvPr>
          <p:cNvSpPr txBox="1"/>
          <p:nvPr/>
        </p:nvSpPr>
        <p:spPr>
          <a:xfrm>
            <a:off x="5811840" y="357725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5622C4-B32C-13BD-1A09-8C33B004E95C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2DDB8B-29E7-4BE5-292E-2517A27E619A}"/>
              </a:ext>
            </a:extLst>
          </p:cNvPr>
          <p:cNvSpPr txBox="1"/>
          <p:nvPr/>
        </p:nvSpPr>
        <p:spPr>
          <a:xfrm>
            <a:off x="6805745" y="3552630"/>
            <a:ext cx="8397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seen = {1,2,3}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current = 2</a:t>
            </a: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= 3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2 is in set, </a:t>
            </a:r>
            <a:r>
              <a:rPr lang="en-US" sz="2800" b="1" dirty="0">
                <a:solidFill>
                  <a:schemeClr val="accent6"/>
                </a:solidFill>
              </a:rPr>
              <a:t>duplicate found </a:t>
            </a:r>
            <a:r>
              <a:rPr lang="en-US" sz="2800" b="1" dirty="0">
                <a:solidFill>
                  <a:schemeClr val="bg1"/>
                </a:solidFill>
              </a:rPr>
              <a:t>→ </a:t>
            </a:r>
            <a:r>
              <a:rPr lang="en-US" sz="2800" b="1" dirty="0">
                <a:solidFill>
                  <a:srgbClr val="FF0000"/>
                </a:solidFill>
              </a:rPr>
              <a:t>delete node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-&gt;next = current-&gt;next → </a:t>
            </a:r>
            <a:r>
              <a:rPr lang="en-US" sz="2800" b="1" dirty="0">
                <a:solidFill>
                  <a:schemeClr val="accent4"/>
                </a:solidFill>
              </a:rPr>
              <a:t>skip 2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Move</a:t>
            </a:r>
            <a:r>
              <a:rPr lang="en-US" sz="2800" b="1" dirty="0">
                <a:solidFill>
                  <a:schemeClr val="bg1"/>
                </a:solidFill>
              </a:rPr>
              <a:t> current → 4</a:t>
            </a:r>
          </a:p>
          <a:p>
            <a:endParaRPr lang="en-IN" sz="28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838D3F3-0CF3-3552-EA22-07A12462FD5E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02A4CC-5B29-4FCC-82AA-80592BFF06D0}"/>
              </a:ext>
            </a:extLst>
          </p:cNvPr>
          <p:cNvCxnSpPr/>
          <p:nvPr/>
        </p:nvCxnSpPr>
        <p:spPr>
          <a:xfrm flipV="1">
            <a:off x="4298664" y="699785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19A88E6-BCA2-8245-B202-88BBE7C951FF}"/>
              </a:ext>
            </a:extLst>
          </p:cNvPr>
          <p:cNvSpPr txBox="1"/>
          <p:nvPr/>
        </p:nvSpPr>
        <p:spPr>
          <a:xfrm>
            <a:off x="3883741" y="365002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23413F-8E9E-E8C5-9B8D-800E9E4E976A}"/>
              </a:ext>
            </a:extLst>
          </p:cNvPr>
          <p:cNvSpPr txBox="1"/>
          <p:nvPr/>
        </p:nvSpPr>
        <p:spPr>
          <a:xfrm>
            <a:off x="-2361235" y="7571066"/>
            <a:ext cx="8868831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737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D2E35-09CD-0B50-30CF-3473D7080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F26C7F-8A70-9B5D-360D-4D109977217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9F75AD0-5EFD-5EE8-C71E-BDBAE014380C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1D1B8F-296F-25FF-EE94-153D125F1D4D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FF2B9E-836B-8A85-C17F-52FAA64AD3B4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86341C-F09B-EB0C-5947-2F4C9ABF4CCC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BED038-EE05-A10D-F8CD-09A178910FA9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6C0114-9809-28E6-603B-71910ABBBEB8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826781-4EE1-D9A3-EE94-1EE17492C8BC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F5DE13D-EA04-0BC0-365F-804D162F9886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10AB3EE-7DFC-00FC-FEF8-CB3F0441D281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F52C11-0AFC-2B47-86C0-1F74C97BB4E1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031C52-66D7-BB4E-F0A0-C10D0BA1A6AE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1C5008-00E7-B915-68E9-272EFEA7FF76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62CF8E-DE07-4086-61E0-0BE93D22D2EA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0526D5-9438-8869-4B7B-23D9ADFB589B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797451D-03D5-1E4B-BFFB-FEAEB1505D2D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EB02C0-5AB9-9193-32E3-E6C800919EA5}"/>
              </a:ext>
            </a:extLst>
          </p:cNvPr>
          <p:cNvCxnSpPr/>
          <p:nvPr/>
        </p:nvCxnSpPr>
        <p:spPr>
          <a:xfrm flipV="1">
            <a:off x="6452928" y="706099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D4FD964-842C-694B-BAFA-62CF92103FD9}"/>
              </a:ext>
            </a:extLst>
          </p:cNvPr>
          <p:cNvSpPr txBox="1"/>
          <p:nvPr/>
        </p:nvSpPr>
        <p:spPr>
          <a:xfrm>
            <a:off x="5811840" y="357725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197AD3-3835-F810-B2C3-F6A520563680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D99EFB-18E7-8725-AF28-6BE4B93CB496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A20836-7CE1-9F87-F066-0A7F1A96C796}"/>
              </a:ext>
            </a:extLst>
          </p:cNvPr>
          <p:cNvCxnSpPr/>
          <p:nvPr/>
        </p:nvCxnSpPr>
        <p:spPr>
          <a:xfrm flipV="1">
            <a:off x="4298664" y="699785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772C0E-15B3-1AB4-8B5D-EDA6E8D50894}"/>
              </a:ext>
            </a:extLst>
          </p:cNvPr>
          <p:cNvSpPr txBox="1"/>
          <p:nvPr/>
        </p:nvSpPr>
        <p:spPr>
          <a:xfrm>
            <a:off x="3883741" y="365002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75B4CD-2571-FE55-71DB-D8B311469DF2}"/>
              </a:ext>
            </a:extLst>
          </p:cNvPr>
          <p:cNvSpPr txBox="1"/>
          <p:nvPr/>
        </p:nvSpPr>
        <p:spPr>
          <a:xfrm>
            <a:off x="-2361235" y="7571066"/>
            <a:ext cx="8868833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2BA6CAF-34B4-7A34-A98A-CCDFFDBF30BC}"/>
              </a:ext>
            </a:extLst>
          </p:cNvPr>
          <p:cNvCxnSpPr>
            <a:cxnSpLocks/>
          </p:cNvCxnSpPr>
          <p:nvPr/>
        </p:nvCxnSpPr>
        <p:spPr>
          <a:xfrm>
            <a:off x="469392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89A149F-D29D-477F-916E-99B8A24BC11C}"/>
              </a:ext>
            </a:extLst>
          </p:cNvPr>
          <p:cNvCxnSpPr>
            <a:cxnSpLocks/>
          </p:cNvCxnSpPr>
          <p:nvPr/>
        </p:nvCxnSpPr>
        <p:spPr>
          <a:xfrm flipH="1">
            <a:off x="4617720" y="2788920"/>
            <a:ext cx="370332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85460B-9195-0923-F499-83287095A234}"/>
              </a:ext>
            </a:extLst>
          </p:cNvPr>
          <p:cNvCxnSpPr>
            <a:cxnSpLocks/>
          </p:cNvCxnSpPr>
          <p:nvPr/>
        </p:nvCxnSpPr>
        <p:spPr>
          <a:xfrm>
            <a:off x="832104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6F0C352-0E17-0B55-5422-8C616FF2AFED}"/>
              </a:ext>
            </a:extLst>
          </p:cNvPr>
          <p:cNvSpPr txBox="1"/>
          <p:nvPr/>
        </p:nvSpPr>
        <p:spPr>
          <a:xfrm>
            <a:off x="6805745" y="3552630"/>
            <a:ext cx="8397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seen = {1,2,3}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current = 2</a:t>
            </a: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= 3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2 is in set, </a:t>
            </a:r>
            <a:r>
              <a:rPr lang="en-US" sz="2800" b="1" dirty="0">
                <a:solidFill>
                  <a:schemeClr val="accent6"/>
                </a:solidFill>
              </a:rPr>
              <a:t>duplicate found </a:t>
            </a:r>
            <a:r>
              <a:rPr lang="en-US" sz="2800" b="1" dirty="0">
                <a:solidFill>
                  <a:schemeClr val="bg1"/>
                </a:solidFill>
              </a:rPr>
              <a:t>→ </a:t>
            </a:r>
            <a:r>
              <a:rPr lang="en-US" sz="2800" b="1" dirty="0">
                <a:solidFill>
                  <a:srgbClr val="FF0000"/>
                </a:solidFill>
              </a:rPr>
              <a:t>delete node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-&gt;next = current-&gt;next → </a:t>
            </a:r>
            <a:r>
              <a:rPr lang="en-US" sz="2800" b="1" dirty="0">
                <a:solidFill>
                  <a:schemeClr val="accent4"/>
                </a:solidFill>
              </a:rPr>
              <a:t>skip 2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Move</a:t>
            </a:r>
            <a:r>
              <a:rPr lang="en-US" sz="2800" b="1" dirty="0">
                <a:solidFill>
                  <a:schemeClr val="bg1"/>
                </a:solidFill>
              </a:rPr>
              <a:t> current → 4</a:t>
            </a:r>
          </a:p>
          <a:p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124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B8A68-2CE9-5945-8D32-89B890B7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0DE16C-8D82-284F-58B1-9206B675BC2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97C4BD-3BA0-114E-0554-E9DE5AE69727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9F704B-FD93-B8CB-D379-469BAED03873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4571D5-A446-2EA5-1863-86DD4C4BC788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4B27A3-DACA-2F4E-E294-E22C9659FFF1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C15135-1237-08C4-E92B-486CF4591301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C84A5A-0D2E-1FB4-275D-12A084E01DA9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38381E8-1D0B-C324-CB6C-F0FF61FD119B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C1A09B7-1988-A5F8-E29A-FF04A25866F7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8F3761-AC7A-3208-E21A-1AD412487217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C6118D-73C0-8D71-E241-95ED0E9A9A1D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E54CC8-E676-4CC8-3FDD-0397A72794BF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361C99-ED57-916B-D6AE-57F0F1471893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93E4DE-CCAA-AFF3-444F-A34100A13464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6D66263-2C43-3973-845D-65DB766F3497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1EE15A-0198-D1E4-C8F7-20FD7DBAB10D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235267A-0E6A-64F6-32EB-EF22D22B7A12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5BA872-BA30-4872-0BC4-59F20F15C38D}"/>
              </a:ext>
            </a:extLst>
          </p:cNvPr>
          <p:cNvCxnSpPr/>
          <p:nvPr/>
        </p:nvCxnSpPr>
        <p:spPr>
          <a:xfrm flipV="1">
            <a:off x="4298664" y="699785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9DF99AF-D4E2-BFBA-A072-6A11821FD33B}"/>
              </a:ext>
            </a:extLst>
          </p:cNvPr>
          <p:cNvSpPr txBox="1"/>
          <p:nvPr/>
        </p:nvSpPr>
        <p:spPr>
          <a:xfrm>
            <a:off x="3883741" y="365002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829061-BF3F-C76D-9E4D-0D7C53EA432D}"/>
              </a:ext>
            </a:extLst>
          </p:cNvPr>
          <p:cNvSpPr txBox="1"/>
          <p:nvPr/>
        </p:nvSpPr>
        <p:spPr>
          <a:xfrm>
            <a:off x="-2361235" y="7571066"/>
            <a:ext cx="8868833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187CD0-6188-FAC5-4449-88F087989B86}"/>
              </a:ext>
            </a:extLst>
          </p:cNvPr>
          <p:cNvCxnSpPr>
            <a:cxnSpLocks/>
          </p:cNvCxnSpPr>
          <p:nvPr/>
        </p:nvCxnSpPr>
        <p:spPr>
          <a:xfrm>
            <a:off x="469392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357E0EF-DE64-23FF-0AE7-5974109B8B83}"/>
              </a:ext>
            </a:extLst>
          </p:cNvPr>
          <p:cNvCxnSpPr>
            <a:cxnSpLocks/>
          </p:cNvCxnSpPr>
          <p:nvPr/>
        </p:nvCxnSpPr>
        <p:spPr>
          <a:xfrm flipH="1">
            <a:off x="4617720" y="2788920"/>
            <a:ext cx="370332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D75F638-DD33-A3FD-F0DF-1E55C4A141EF}"/>
              </a:ext>
            </a:extLst>
          </p:cNvPr>
          <p:cNvCxnSpPr>
            <a:cxnSpLocks/>
          </p:cNvCxnSpPr>
          <p:nvPr/>
        </p:nvCxnSpPr>
        <p:spPr>
          <a:xfrm>
            <a:off x="832104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8495ED-B717-4178-116A-EDBD77CDDDBA}"/>
              </a:ext>
            </a:extLst>
          </p:cNvPr>
          <p:cNvSpPr txBox="1"/>
          <p:nvPr/>
        </p:nvSpPr>
        <p:spPr>
          <a:xfrm>
            <a:off x="6805745" y="3552630"/>
            <a:ext cx="8397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seen = {1,2,3}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current = 2</a:t>
            </a: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= 3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2 is in set, </a:t>
            </a:r>
            <a:r>
              <a:rPr lang="en-US" sz="2800" b="1" dirty="0">
                <a:solidFill>
                  <a:schemeClr val="accent6"/>
                </a:solidFill>
              </a:rPr>
              <a:t>duplicate found </a:t>
            </a:r>
            <a:r>
              <a:rPr lang="en-US" sz="2800" b="1" dirty="0">
                <a:solidFill>
                  <a:schemeClr val="bg1"/>
                </a:solidFill>
              </a:rPr>
              <a:t>→ </a:t>
            </a:r>
            <a:r>
              <a:rPr lang="en-US" sz="2800" b="1" dirty="0">
                <a:solidFill>
                  <a:srgbClr val="FF0000"/>
                </a:solidFill>
              </a:rPr>
              <a:t>delete node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-&gt;next = current-&gt;next → </a:t>
            </a:r>
            <a:r>
              <a:rPr lang="en-US" sz="2800" b="1" dirty="0">
                <a:solidFill>
                  <a:schemeClr val="accent4"/>
                </a:solidFill>
              </a:rPr>
              <a:t>skip 2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Move</a:t>
            </a:r>
            <a:r>
              <a:rPr lang="en-US" sz="2800" b="1" dirty="0">
                <a:solidFill>
                  <a:schemeClr val="bg1"/>
                </a:solidFill>
              </a:rPr>
              <a:t> current → 4</a:t>
            </a:r>
          </a:p>
          <a:p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573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08A84-5B01-FC3B-DE15-277BB44B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351E12-2A38-0072-1522-4744FE8A87C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BE4763-4BF1-8ECA-8E02-6E17A2B2B8B3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EE269F-B924-4A28-0452-677BCBD7618F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E13D38-29FA-4B7A-8B53-E47FD9585812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9F5891-8E67-64E2-D3C7-FF808A64A0BC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FB1608-26D4-9222-8C0B-6480D35C4B60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969CF2-4147-613D-B930-C68FE3E277B7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C3D501E-8157-6DE6-127A-68B8936ADC20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38AE441-EED7-C94A-A7C9-B5AC950094D8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3A7C41-1F60-809D-BBE6-86B53A6F9601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E15746-45E6-1464-5AF3-1E2B255E94D9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D9E2F81-3A37-680D-D6EF-16D4F17CEAAA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8B0775-F700-C117-4928-9BB9CA2ABC0F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0CFBBC-1514-F1E0-1DCB-46417BFBA7EA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924D4A-8FC4-CEA0-46B4-8B40F8C6F431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F27FB4-933D-9B83-F4FF-AB747C885523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7061EC-0F15-39B8-1F32-71A9B05D7246}"/>
              </a:ext>
            </a:extLst>
          </p:cNvPr>
          <p:cNvSpPr txBox="1"/>
          <p:nvPr/>
        </p:nvSpPr>
        <p:spPr>
          <a:xfrm>
            <a:off x="7265525" y="3773694"/>
            <a:ext cx="83972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seen = {1,2,3}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current = 4</a:t>
            </a: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= 3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4 is not in set, add → </a:t>
            </a:r>
            <a:r>
              <a:rPr lang="en-US" sz="2800" b="1" dirty="0">
                <a:solidFill>
                  <a:schemeClr val="accent6"/>
                </a:solidFill>
              </a:rPr>
              <a:t>seen = {1,2,3,4}</a:t>
            </a:r>
          </a:p>
          <a:p>
            <a:endParaRPr lang="en-US" sz="2800" b="1" dirty="0">
              <a:solidFill>
                <a:schemeClr val="accent6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Move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→ 4, current → 3</a:t>
            </a:r>
          </a:p>
          <a:p>
            <a:endParaRPr lang="en-IN" sz="28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DB1F2EE-BABD-BC5C-6818-55E33FEF1386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7DB8F2-3A36-BC84-88FD-1AD080144BE1}"/>
              </a:ext>
            </a:extLst>
          </p:cNvPr>
          <p:cNvCxnSpPr/>
          <p:nvPr/>
        </p:nvCxnSpPr>
        <p:spPr>
          <a:xfrm flipV="1">
            <a:off x="4298664" y="699785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607C6A6-E7B1-4206-4314-6C2151FAF46C}"/>
              </a:ext>
            </a:extLst>
          </p:cNvPr>
          <p:cNvSpPr txBox="1"/>
          <p:nvPr/>
        </p:nvSpPr>
        <p:spPr>
          <a:xfrm>
            <a:off x="3883741" y="365002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917A3E-3E37-9399-8161-B5B4A3EBD652}"/>
              </a:ext>
            </a:extLst>
          </p:cNvPr>
          <p:cNvSpPr txBox="1"/>
          <p:nvPr/>
        </p:nvSpPr>
        <p:spPr>
          <a:xfrm>
            <a:off x="-2361235" y="7571066"/>
            <a:ext cx="8868831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859572-400A-2790-85A1-BD1FC7E50C49}"/>
              </a:ext>
            </a:extLst>
          </p:cNvPr>
          <p:cNvCxnSpPr>
            <a:cxnSpLocks/>
          </p:cNvCxnSpPr>
          <p:nvPr/>
        </p:nvCxnSpPr>
        <p:spPr>
          <a:xfrm>
            <a:off x="469392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6FB3F3-C51B-648B-8E93-AD4058430ABF}"/>
              </a:ext>
            </a:extLst>
          </p:cNvPr>
          <p:cNvCxnSpPr>
            <a:cxnSpLocks/>
          </p:cNvCxnSpPr>
          <p:nvPr/>
        </p:nvCxnSpPr>
        <p:spPr>
          <a:xfrm flipH="1">
            <a:off x="4617720" y="2788920"/>
            <a:ext cx="370332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0F838BC-0EFC-9318-C98B-EC9BF7547890}"/>
              </a:ext>
            </a:extLst>
          </p:cNvPr>
          <p:cNvCxnSpPr>
            <a:cxnSpLocks/>
          </p:cNvCxnSpPr>
          <p:nvPr/>
        </p:nvCxnSpPr>
        <p:spPr>
          <a:xfrm>
            <a:off x="832104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760DA4-0E85-3F0C-4982-F62D3DE0B537}"/>
              </a:ext>
            </a:extLst>
          </p:cNvPr>
          <p:cNvCxnSpPr/>
          <p:nvPr/>
        </p:nvCxnSpPr>
        <p:spPr>
          <a:xfrm flipV="1">
            <a:off x="8647488" y="690964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0CD5497-405E-D375-0EDA-7860DAB48DA3}"/>
              </a:ext>
            </a:extLst>
          </p:cNvPr>
          <p:cNvSpPr txBox="1"/>
          <p:nvPr/>
        </p:nvSpPr>
        <p:spPr>
          <a:xfrm>
            <a:off x="8006400" y="342590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382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B2CA-A9C9-54F0-EE7A-1A5BA638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57D66C-2C5D-9428-BA16-193619BCEF7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21ADF1-5A8C-DE0C-117F-4CC299F18FA8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BAAF3E-1839-F5EB-1D6B-FAA061ABCC0B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12C4BC-FEF8-FA27-B4EE-6C0FAE41AAC4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E6148E-AEBA-8A77-0A45-D3BEF205C906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9C0FED-28E2-CBA9-C56A-175942FBB0EB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BAA769-17F1-1874-4A09-EA02A6CE426D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D39E383-F363-B4A5-20E8-5FF5EB10A0AF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32C63D4-726A-6F33-EBF9-3C6E35A49ADB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E5AFAA-B37C-8EB5-CE76-050DAFD82D4A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E75536-46B8-B559-B781-9E9F78810251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9605E1E-3030-4D84-FBCB-A84715EA589E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5B5EB3-1E28-4BCD-5105-3DFF11CB86F2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63F95F-A99F-1DD6-A795-E90CFA69486C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45D19A2-93B5-B1D5-63DF-B1A324F2C447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A754DF-823C-321E-467C-5E9BB5621F3E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7F2AE3-2BBE-9FC2-7309-0995F9F0397D}"/>
              </a:ext>
            </a:extLst>
          </p:cNvPr>
          <p:cNvSpPr txBox="1"/>
          <p:nvPr/>
        </p:nvSpPr>
        <p:spPr>
          <a:xfrm>
            <a:off x="7272833" y="3472047"/>
            <a:ext cx="8397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seen = {1,2,3,4}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current = 3</a:t>
            </a: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= 4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3 is in set, </a:t>
            </a:r>
            <a:r>
              <a:rPr lang="en-US" sz="2800" b="1" dirty="0">
                <a:solidFill>
                  <a:schemeClr val="accent6"/>
                </a:solidFill>
              </a:rPr>
              <a:t>duplicate</a:t>
            </a:r>
            <a:r>
              <a:rPr lang="en-US" sz="2800" b="1" dirty="0">
                <a:solidFill>
                  <a:schemeClr val="bg1"/>
                </a:solidFill>
              </a:rPr>
              <a:t> → </a:t>
            </a:r>
            <a:r>
              <a:rPr lang="en-US" sz="2800" b="1" dirty="0">
                <a:solidFill>
                  <a:srgbClr val="FF0000"/>
                </a:solidFill>
              </a:rPr>
              <a:t>delete node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-&gt;next = current-&gt;next → </a:t>
            </a:r>
            <a:r>
              <a:rPr lang="en-US" sz="2800" b="1" dirty="0">
                <a:solidFill>
                  <a:schemeClr val="accent4"/>
                </a:solidFill>
              </a:rPr>
              <a:t>skip 3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Move</a:t>
            </a:r>
            <a:r>
              <a:rPr lang="en-US" sz="2800" b="1" dirty="0">
                <a:solidFill>
                  <a:schemeClr val="bg1"/>
                </a:solidFill>
              </a:rPr>
              <a:t> current → NULL (end of list)</a:t>
            </a:r>
          </a:p>
          <a:p>
            <a:endParaRPr lang="en-IN" sz="28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B1F08B-89BB-4AAE-047B-E057F14A412E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C0445F-D5F7-5AAD-374D-E68A3E9B5450}"/>
              </a:ext>
            </a:extLst>
          </p:cNvPr>
          <p:cNvCxnSpPr/>
          <p:nvPr/>
        </p:nvCxnSpPr>
        <p:spPr>
          <a:xfrm flipV="1">
            <a:off x="8614889" y="710449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CC065B6-0895-FE53-3734-149170D9A63A}"/>
              </a:ext>
            </a:extLst>
          </p:cNvPr>
          <p:cNvSpPr txBox="1"/>
          <p:nvPr/>
        </p:nvSpPr>
        <p:spPr>
          <a:xfrm>
            <a:off x="8199966" y="375666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5F83F7-003E-871E-6691-AF88CCA17894}"/>
              </a:ext>
            </a:extLst>
          </p:cNvPr>
          <p:cNvSpPr txBox="1"/>
          <p:nvPr/>
        </p:nvSpPr>
        <p:spPr>
          <a:xfrm>
            <a:off x="-2361235" y="7571066"/>
            <a:ext cx="8868832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31C0FD-3A3F-AFDA-452F-D4DF640B5C38}"/>
              </a:ext>
            </a:extLst>
          </p:cNvPr>
          <p:cNvCxnSpPr>
            <a:cxnSpLocks/>
          </p:cNvCxnSpPr>
          <p:nvPr/>
        </p:nvCxnSpPr>
        <p:spPr>
          <a:xfrm>
            <a:off x="469392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F5A7EC8-06AF-205F-7235-057DA1DFE829}"/>
              </a:ext>
            </a:extLst>
          </p:cNvPr>
          <p:cNvCxnSpPr>
            <a:cxnSpLocks/>
          </p:cNvCxnSpPr>
          <p:nvPr/>
        </p:nvCxnSpPr>
        <p:spPr>
          <a:xfrm flipH="1">
            <a:off x="4617720" y="2788920"/>
            <a:ext cx="370332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214A6A0-CDC9-EA22-BA85-B4AE799BBD26}"/>
              </a:ext>
            </a:extLst>
          </p:cNvPr>
          <p:cNvCxnSpPr>
            <a:cxnSpLocks/>
          </p:cNvCxnSpPr>
          <p:nvPr/>
        </p:nvCxnSpPr>
        <p:spPr>
          <a:xfrm>
            <a:off x="832104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27EA51-EEBA-F81E-2052-ED033E9FECB9}"/>
              </a:ext>
            </a:extLst>
          </p:cNvPr>
          <p:cNvCxnSpPr/>
          <p:nvPr/>
        </p:nvCxnSpPr>
        <p:spPr>
          <a:xfrm flipV="1">
            <a:off x="10870143" y="763911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9926D0-B91C-16B9-5CEF-2EBC48083E85}"/>
              </a:ext>
            </a:extLst>
          </p:cNvPr>
          <p:cNvSpPr txBox="1"/>
          <p:nvPr/>
        </p:nvSpPr>
        <p:spPr>
          <a:xfrm>
            <a:off x="10229055" y="415537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154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77493-6E3E-4DA7-D7A5-A56C2ADD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89C760-26A1-5842-F386-5515F555B26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3C650B8-9E7C-52A5-4AD4-AAF0D0593B41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D1721C-563B-76AA-83F0-B6F1E38AAD5D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FFCA0D-2DB3-704E-281B-AA217E877AD7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D67033-767C-F942-1821-59B279399CF8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E7F256-FA0E-64EC-523F-1050DCAB8CDF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E8EE69-3843-F529-AE00-C763003F5748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590159-F908-A25F-C200-1DBBFAC32E88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5378F6C-70E4-C1AD-E550-1EBB7BF08426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BE4AB75-A28D-8F46-C134-6AF433D32BB6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2D677F-26BF-7638-AD4D-36D25CBE9DBB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22DDBB-CCBE-2E4D-7F64-C7DB206A886E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97E1C42-F437-924C-6308-4D06A266030C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115BDA-021A-A46F-3A1D-322086DA1F90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FF7208-3221-C06A-507F-53D2F21B6201}"/>
              </a:ext>
            </a:extLst>
          </p:cNvPr>
          <p:cNvSpPr txBox="1"/>
          <p:nvPr/>
        </p:nvSpPr>
        <p:spPr>
          <a:xfrm>
            <a:off x="7272833" y="3472047"/>
            <a:ext cx="8397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seen = {1,2,3,4}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current = 3</a:t>
            </a: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= 4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3 is in set, </a:t>
            </a:r>
            <a:r>
              <a:rPr lang="en-US" sz="2800" b="1" dirty="0">
                <a:solidFill>
                  <a:schemeClr val="accent6"/>
                </a:solidFill>
              </a:rPr>
              <a:t>duplicate</a:t>
            </a:r>
            <a:r>
              <a:rPr lang="en-US" sz="2800" b="1" dirty="0">
                <a:solidFill>
                  <a:schemeClr val="bg1"/>
                </a:solidFill>
              </a:rPr>
              <a:t> → </a:t>
            </a:r>
            <a:r>
              <a:rPr lang="en-US" sz="2800" b="1" dirty="0">
                <a:solidFill>
                  <a:srgbClr val="FF0000"/>
                </a:solidFill>
              </a:rPr>
              <a:t>delete node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-&gt;next = current-&gt;next → </a:t>
            </a:r>
            <a:r>
              <a:rPr lang="en-US" sz="2800" b="1" dirty="0">
                <a:solidFill>
                  <a:schemeClr val="accent4"/>
                </a:solidFill>
              </a:rPr>
              <a:t>skip 3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Move</a:t>
            </a:r>
            <a:r>
              <a:rPr lang="en-US" sz="2800" b="1" dirty="0">
                <a:solidFill>
                  <a:schemeClr val="bg1"/>
                </a:solidFill>
              </a:rPr>
              <a:t> current → NULL (end of list)</a:t>
            </a:r>
          </a:p>
          <a:p>
            <a:endParaRPr lang="en-IN" sz="28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FAC072-4AF1-E3B7-B695-2130FAED5C3C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7FD04D-C775-72C2-830C-A7A6CF02332A}"/>
              </a:ext>
            </a:extLst>
          </p:cNvPr>
          <p:cNvCxnSpPr/>
          <p:nvPr/>
        </p:nvCxnSpPr>
        <p:spPr>
          <a:xfrm flipV="1">
            <a:off x="8614889" y="710449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B860B5E-6DB4-9D46-FC5B-1584BABF768E}"/>
              </a:ext>
            </a:extLst>
          </p:cNvPr>
          <p:cNvSpPr txBox="1"/>
          <p:nvPr/>
        </p:nvSpPr>
        <p:spPr>
          <a:xfrm>
            <a:off x="8199966" y="375666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447D9A-ACBC-B353-CACB-49F879A759D6}"/>
              </a:ext>
            </a:extLst>
          </p:cNvPr>
          <p:cNvSpPr txBox="1"/>
          <p:nvPr/>
        </p:nvSpPr>
        <p:spPr>
          <a:xfrm>
            <a:off x="-2361235" y="7571066"/>
            <a:ext cx="8868832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7F29FAE-C36F-F2EC-B369-2183997C87D3}"/>
              </a:ext>
            </a:extLst>
          </p:cNvPr>
          <p:cNvCxnSpPr>
            <a:cxnSpLocks/>
          </p:cNvCxnSpPr>
          <p:nvPr/>
        </p:nvCxnSpPr>
        <p:spPr>
          <a:xfrm>
            <a:off x="469392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49E8F0B-F9D1-8A97-B5CE-1F448A951249}"/>
              </a:ext>
            </a:extLst>
          </p:cNvPr>
          <p:cNvCxnSpPr>
            <a:cxnSpLocks/>
          </p:cNvCxnSpPr>
          <p:nvPr/>
        </p:nvCxnSpPr>
        <p:spPr>
          <a:xfrm flipH="1">
            <a:off x="4617720" y="2788920"/>
            <a:ext cx="370332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81A5419-BBDA-F1A0-E634-57C996FBB71D}"/>
              </a:ext>
            </a:extLst>
          </p:cNvPr>
          <p:cNvCxnSpPr>
            <a:cxnSpLocks/>
          </p:cNvCxnSpPr>
          <p:nvPr/>
        </p:nvCxnSpPr>
        <p:spPr>
          <a:xfrm>
            <a:off x="832104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39D64F-317B-774B-BE35-556F767F07F8}"/>
              </a:ext>
            </a:extLst>
          </p:cNvPr>
          <p:cNvCxnSpPr/>
          <p:nvPr/>
        </p:nvCxnSpPr>
        <p:spPr>
          <a:xfrm flipV="1">
            <a:off x="10870143" y="763911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C34497-CB06-57D1-92BA-24EA7423332E}"/>
              </a:ext>
            </a:extLst>
          </p:cNvPr>
          <p:cNvSpPr txBox="1"/>
          <p:nvPr/>
        </p:nvSpPr>
        <p:spPr>
          <a:xfrm>
            <a:off x="10229055" y="415537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8A6339-D8DD-C26A-9878-29A4BCB9D015}"/>
              </a:ext>
            </a:extLst>
          </p:cNvPr>
          <p:cNvCxnSpPr>
            <a:cxnSpLocks/>
          </p:cNvCxnSpPr>
          <p:nvPr/>
        </p:nvCxnSpPr>
        <p:spPr>
          <a:xfrm flipH="1">
            <a:off x="8881323" y="2788920"/>
            <a:ext cx="370332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A24166-CECE-45BB-EADB-B49B48A8A2BC}"/>
              </a:ext>
            </a:extLst>
          </p:cNvPr>
          <p:cNvCxnSpPr>
            <a:cxnSpLocks/>
          </p:cNvCxnSpPr>
          <p:nvPr/>
        </p:nvCxnSpPr>
        <p:spPr>
          <a:xfrm>
            <a:off x="897636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9451F94-798F-A0DC-FE87-0F2FA3CE2E6E}"/>
              </a:ext>
            </a:extLst>
          </p:cNvPr>
          <p:cNvCxnSpPr>
            <a:cxnSpLocks/>
          </p:cNvCxnSpPr>
          <p:nvPr/>
        </p:nvCxnSpPr>
        <p:spPr>
          <a:xfrm>
            <a:off x="12584643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855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777B0-5FA9-A2E9-56DE-E54E2756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E3346-3711-2675-1D3E-ED06707021B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968220-4FDB-0267-BE38-7DFA031A6D60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756FEF-5ECE-91D6-EC1E-17169A6CCEB2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77F926-5CC9-1DA0-C0D1-D5DE826BE65F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FA084C-F2BE-2D49-19FF-8D7728D0655A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10858F-CEDF-EFC7-E78E-43BFE90F3BDD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8CE286-B41A-F8F1-3D2C-30A553A97E3B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5CCFC0-AF7A-FDE3-35F1-295BD64A0833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95D3AF-1432-C99F-9A0B-C7C40864566C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519BAC-2640-BDCE-3A41-973B4DA81F85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0A3648-BB2B-BF9D-6D9A-352215565F57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DEE9109-B28E-1C6E-38D5-B2815C89E40C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5B8731-6BBB-42FC-72A7-89DF7F3833DD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AC0271-7B23-57EB-6600-085A814A955F}"/>
              </a:ext>
            </a:extLst>
          </p:cNvPr>
          <p:cNvSpPr txBox="1"/>
          <p:nvPr/>
        </p:nvSpPr>
        <p:spPr>
          <a:xfrm>
            <a:off x="7272833" y="3472047"/>
            <a:ext cx="8397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seen = {1,2,3,4}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current = 3</a:t>
            </a: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= 4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3 is in set, </a:t>
            </a:r>
            <a:r>
              <a:rPr lang="en-US" sz="2800" b="1" dirty="0">
                <a:solidFill>
                  <a:schemeClr val="accent6"/>
                </a:solidFill>
              </a:rPr>
              <a:t>duplicate</a:t>
            </a:r>
            <a:r>
              <a:rPr lang="en-US" sz="2800" b="1" dirty="0">
                <a:solidFill>
                  <a:schemeClr val="bg1"/>
                </a:solidFill>
              </a:rPr>
              <a:t> → </a:t>
            </a:r>
            <a:r>
              <a:rPr lang="en-US" sz="2800" b="1" dirty="0">
                <a:solidFill>
                  <a:srgbClr val="FF0000"/>
                </a:solidFill>
              </a:rPr>
              <a:t>delete node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-&gt;next = current-&gt;next → </a:t>
            </a:r>
            <a:r>
              <a:rPr lang="en-US" sz="2800" b="1" dirty="0">
                <a:solidFill>
                  <a:schemeClr val="accent4"/>
                </a:solidFill>
              </a:rPr>
              <a:t>skip 3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Move</a:t>
            </a:r>
            <a:r>
              <a:rPr lang="en-US" sz="2800" b="1" dirty="0">
                <a:solidFill>
                  <a:schemeClr val="bg1"/>
                </a:solidFill>
              </a:rPr>
              <a:t> current → NULL (end of list)</a:t>
            </a:r>
          </a:p>
          <a:p>
            <a:endParaRPr lang="en-IN" sz="28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6C771C3-5ACC-200C-9606-7FB9177E0442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A8197C-6DAB-D102-A99E-CF6718AE5D24}"/>
              </a:ext>
            </a:extLst>
          </p:cNvPr>
          <p:cNvCxnSpPr/>
          <p:nvPr/>
        </p:nvCxnSpPr>
        <p:spPr>
          <a:xfrm flipV="1">
            <a:off x="8614889" y="710449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D4E1C3D-7043-7408-4EC4-A4DA20F1C11B}"/>
              </a:ext>
            </a:extLst>
          </p:cNvPr>
          <p:cNvSpPr txBox="1"/>
          <p:nvPr/>
        </p:nvSpPr>
        <p:spPr>
          <a:xfrm>
            <a:off x="8199966" y="375666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CC45A9-1924-B718-5BFF-A1FB6190C84E}"/>
              </a:ext>
            </a:extLst>
          </p:cNvPr>
          <p:cNvSpPr txBox="1"/>
          <p:nvPr/>
        </p:nvSpPr>
        <p:spPr>
          <a:xfrm>
            <a:off x="-2361235" y="7571066"/>
            <a:ext cx="8868832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54148A0-010A-C098-3E62-10B795494FBA}"/>
              </a:ext>
            </a:extLst>
          </p:cNvPr>
          <p:cNvCxnSpPr>
            <a:cxnSpLocks/>
          </p:cNvCxnSpPr>
          <p:nvPr/>
        </p:nvCxnSpPr>
        <p:spPr>
          <a:xfrm>
            <a:off x="469392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62DB48-B44A-37E9-8921-1E6D2C5E7712}"/>
              </a:ext>
            </a:extLst>
          </p:cNvPr>
          <p:cNvCxnSpPr>
            <a:cxnSpLocks/>
          </p:cNvCxnSpPr>
          <p:nvPr/>
        </p:nvCxnSpPr>
        <p:spPr>
          <a:xfrm flipH="1">
            <a:off x="4617720" y="2788920"/>
            <a:ext cx="370332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C2576A-DEB4-5C71-8545-405E3AD52A50}"/>
              </a:ext>
            </a:extLst>
          </p:cNvPr>
          <p:cNvCxnSpPr>
            <a:cxnSpLocks/>
          </p:cNvCxnSpPr>
          <p:nvPr/>
        </p:nvCxnSpPr>
        <p:spPr>
          <a:xfrm>
            <a:off x="832104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7D2DF6-3ACC-867D-86BA-057C96F3AF97}"/>
              </a:ext>
            </a:extLst>
          </p:cNvPr>
          <p:cNvCxnSpPr>
            <a:cxnSpLocks/>
          </p:cNvCxnSpPr>
          <p:nvPr/>
        </p:nvCxnSpPr>
        <p:spPr>
          <a:xfrm flipH="1">
            <a:off x="8881323" y="2788920"/>
            <a:ext cx="370332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A75B05-D199-9807-E1ED-CB74CCE9C816}"/>
              </a:ext>
            </a:extLst>
          </p:cNvPr>
          <p:cNvCxnSpPr>
            <a:cxnSpLocks/>
          </p:cNvCxnSpPr>
          <p:nvPr/>
        </p:nvCxnSpPr>
        <p:spPr>
          <a:xfrm>
            <a:off x="897636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822FAF-2F5B-6B09-5A7E-AB1D47630B6C}"/>
              </a:ext>
            </a:extLst>
          </p:cNvPr>
          <p:cNvCxnSpPr>
            <a:cxnSpLocks/>
          </p:cNvCxnSpPr>
          <p:nvPr/>
        </p:nvCxnSpPr>
        <p:spPr>
          <a:xfrm>
            <a:off x="12584643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929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1694-BA6B-8AAF-D165-E4B7219B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B13A71-85E3-3BF7-3321-0FA5A984D9B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1446C7C-1E68-603C-EFDF-DB4D32425172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50C3CD-B495-9FCC-1C8F-9A745D1E6150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2FC4DC-831D-A798-3338-B2ACCC577695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C495EE-7188-5CD0-069E-963276677F75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28E889-F3B3-8F72-9F6F-1C227623E0ED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DCB3E3-06CA-88C4-D201-D42562544D7F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84B97A8-5FC6-8E1C-5891-EC9CF098C198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6FEC43-95E6-7284-764B-17FB7EC2B4D9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250C7A-252B-B334-CD90-E3528AED2146}"/>
              </a:ext>
            </a:extLst>
          </p:cNvPr>
          <p:cNvSpPr txBox="1"/>
          <p:nvPr/>
        </p:nvSpPr>
        <p:spPr>
          <a:xfrm>
            <a:off x="-2004906" y="3429000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 err="1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A3A7C0-DE67-A631-7BDA-6E7B6B254B5D}"/>
              </a:ext>
            </a:extLst>
          </p:cNvPr>
          <p:cNvCxnSpPr/>
          <p:nvPr/>
        </p:nvCxnSpPr>
        <p:spPr>
          <a:xfrm>
            <a:off x="-2361235" y="2987040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D1E5488-BAFA-5E57-8660-0A0F52FF1EEA}"/>
              </a:ext>
            </a:extLst>
          </p:cNvPr>
          <p:cNvSpPr txBox="1"/>
          <p:nvPr/>
        </p:nvSpPr>
        <p:spPr>
          <a:xfrm>
            <a:off x="-2610960" y="4177133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60A049-23D0-5699-E60E-30F08017EE1D}"/>
              </a:ext>
            </a:extLst>
          </p:cNvPr>
          <p:cNvSpPr txBox="1"/>
          <p:nvPr/>
        </p:nvSpPr>
        <p:spPr>
          <a:xfrm>
            <a:off x="-2733726" y="5302905"/>
            <a:ext cx="9701106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FC69DC-2A13-9324-B02A-8FC696C7C623}"/>
              </a:ext>
            </a:extLst>
          </p:cNvPr>
          <p:cNvSpPr txBox="1"/>
          <p:nvPr/>
        </p:nvSpPr>
        <p:spPr>
          <a:xfrm>
            <a:off x="7272833" y="3472047"/>
            <a:ext cx="8397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seen = {1,2,3,4}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current = 3</a:t>
            </a: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 = 4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3 is in set, </a:t>
            </a:r>
            <a:r>
              <a:rPr lang="en-US" sz="2800" b="1" dirty="0">
                <a:solidFill>
                  <a:schemeClr val="accent6"/>
                </a:solidFill>
              </a:rPr>
              <a:t>duplicate</a:t>
            </a:r>
            <a:r>
              <a:rPr lang="en-US" sz="2800" b="1" dirty="0">
                <a:solidFill>
                  <a:schemeClr val="bg1"/>
                </a:solidFill>
              </a:rPr>
              <a:t> → </a:t>
            </a:r>
            <a:r>
              <a:rPr lang="en-US" sz="2800" b="1" dirty="0">
                <a:solidFill>
                  <a:srgbClr val="FF0000"/>
                </a:solidFill>
              </a:rPr>
              <a:t>delete node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 err="1">
                <a:solidFill>
                  <a:schemeClr val="bg1"/>
                </a:solidFill>
              </a:rPr>
              <a:t>prev</a:t>
            </a:r>
            <a:r>
              <a:rPr lang="en-US" sz="2800" b="1" dirty="0">
                <a:solidFill>
                  <a:schemeClr val="bg1"/>
                </a:solidFill>
              </a:rPr>
              <a:t>-&gt;next = current-&gt;next → </a:t>
            </a:r>
            <a:r>
              <a:rPr lang="en-US" sz="2800" b="1" dirty="0">
                <a:solidFill>
                  <a:schemeClr val="accent4"/>
                </a:solidFill>
              </a:rPr>
              <a:t>skip 3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FFFF00"/>
                </a:solidFill>
              </a:rPr>
              <a:t>Move</a:t>
            </a:r>
            <a:r>
              <a:rPr lang="en-US" sz="2800" b="1" dirty="0">
                <a:solidFill>
                  <a:schemeClr val="bg1"/>
                </a:solidFill>
              </a:rPr>
              <a:t> current → NULL (end of list)</a:t>
            </a:r>
          </a:p>
          <a:p>
            <a:endParaRPr lang="en-IN" sz="28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8FB75F-BD4A-C137-0C13-19F012255854}"/>
              </a:ext>
            </a:extLst>
          </p:cNvPr>
          <p:cNvCxnSpPr>
            <a:cxnSpLocks/>
          </p:cNvCxnSpPr>
          <p:nvPr/>
        </p:nvCxnSpPr>
        <p:spPr>
          <a:xfrm>
            <a:off x="6507599" y="2987040"/>
            <a:ext cx="0" cy="458927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60CFD1-89E1-7300-C8E5-31F0BD782C5B}"/>
              </a:ext>
            </a:extLst>
          </p:cNvPr>
          <p:cNvCxnSpPr/>
          <p:nvPr/>
        </p:nvCxnSpPr>
        <p:spPr>
          <a:xfrm flipV="1">
            <a:off x="8614889" y="710449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2F950D-09DB-50BF-E4B4-9D596EB7F491}"/>
              </a:ext>
            </a:extLst>
          </p:cNvPr>
          <p:cNvSpPr txBox="1"/>
          <p:nvPr/>
        </p:nvSpPr>
        <p:spPr>
          <a:xfrm>
            <a:off x="8199966" y="375666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08B536-B4D5-2DC8-17F7-C34932DAB9FE}"/>
              </a:ext>
            </a:extLst>
          </p:cNvPr>
          <p:cNvSpPr txBox="1"/>
          <p:nvPr/>
        </p:nvSpPr>
        <p:spPr>
          <a:xfrm>
            <a:off x="-2361235" y="7571066"/>
            <a:ext cx="8868832" cy="19220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i="1" dirty="0">
                <a:solidFill>
                  <a:srgbClr val="EDEE9E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DDAAFF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US" sz="2400" b="0" dirty="0" err="1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155513-2AA8-54F8-2A7A-F601505BEB1B}"/>
              </a:ext>
            </a:extLst>
          </p:cNvPr>
          <p:cNvCxnSpPr>
            <a:cxnSpLocks/>
          </p:cNvCxnSpPr>
          <p:nvPr/>
        </p:nvCxnSpPr>
        <p:spPr>
          <a:xfrm>
            <a:off x="469392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6325AD-5CE5-1719-1D96-6FA7DD7368C3}"/>
              </a:ext>
            </a:extLst>
          </p:cNvPr>
          <p:cNvCxnSpPr>
            <a:cxnSpLocks/>
          </p:cNvCxnSpPr>
          <p:nvPr/>
        </p:nvCxnSpPr>
        <p:spPr>
          <a:xfrm flipH="1">
            <a:off x="4617720" y="2788920"/>
            <a:ext cx="370332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EAEB20F-B362-4330-8450-5EF0E8DC6C70}"/>
              </a:ext>
            </a:extLst>
          </p:cNvPr>
          <p:cNvCxnSpPr>
            <a:cxnSpLocks/>
          </p:cNvCxnSpPr>
          <p:nvPr/>
        </p:nvCxnSpPr>
        <p:spPr>
          <a:xfrm>
            <a:off x="832104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B064EB4-5F6F-091F-599D-17351402B9B9}"/>
              </a:ext>
            </a:extLst>
          </p:cNvPr>
          <p:cNvCxnSpPr>
            <a:cxnSpLocks/>
          </p:cNvCxnSpPr>
          <p:nvPr/>
        </p:nvCxnSpPr>
        <p:spPr>
          <a:xfrm flipH="1">
            <a:off x="8881323" y="2788920"/>
            <a:ext cx="370332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32A971E-42DD-CD13-23DA-B909F1AC6BFE}"/>
              </a:ext>
            </a:extLst>
          </p:cNvPr>
          <p:cNvCxnSpPr>
            <a:cxnSpLocks/>
          </p:cNvCxnSpPr>
          <p:nvPr/>
        </p:nvCxnSpPr>
        <p:spPr>
          <a:xfrm>
            <a:off x="8976360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19854E-FC57-A303-E925-49102B0AAD3F}"/>
              </a:ext>
            </a:extLst>
          </p:cNvPr>
          <p:cNvCxnSpPr>
            <a:cxnSpLocks/>
          </p:cNvCxnSpPr>
          <p:nvPr/>
        </p:nvCxnSpPr>
        <p:spPr>
          <a:xfrm>
            <a:off x="12584643" y="2360411"/>
            <a:ext cx="0" cy="519949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90F13A-6AB5-7887-0633-BBDF54F3CAD8}"/>
              </a:ext>
            </a:extLst>
          </p:cNvPr>
          <p:cNvCxnSpPr/>
          <p:nvPr/>
        </p:nvCxnSpPr>
        <p:spPr>
          <a:xfrm flipV="1">
            <a:off x="12833088" y="968496"/>
            <a:ext cx="0" cy="108649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7FEA48-09FC-5B88-83D9-DD0CAD110A4D}"/>
              </a:ext>
            </a:extLst>
          </p:cNvPr>
          <p:cNvSpPr txBox="1"/>
          <p:nvPr/>
        </p:nvSpPr>
        <p:spPr>
          <a:xfrm>
            <a:off x="12192000" y="620122"/>
            <a:ext cx="155278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814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2280</Words>
  <Application>Microsoft Office PowerPoint</Application>
  <PresentationFormat>Widescreen</PresentationFormat>
  <Paragraphs>724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Berlin Sans FB Demi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2025-12-03T07:31:11Z</dcterms:created>
  <dcterms:modified xsi:type="dcterms:W3CDTF">2025-12-03T12:23:33Z</dcterms:modified>
</cp:coreProperties>
</file>