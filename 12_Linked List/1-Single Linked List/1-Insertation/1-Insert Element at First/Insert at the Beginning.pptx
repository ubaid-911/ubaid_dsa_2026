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86" r:id="rId2"/>
    <p:sldId id="394" r:id="rId3"/>
    <p:sldId id="387" r:id="rId4"/>
    <p:sldId id="388" r:id="rId5"/>
    <p:sldId id="389" r:id="rId6"/>
    <p:sldId id="390" r:id="rId7"/>
    <p:sldId id="391" r:id="rId8"/>
    <p:sldId id="392" r:id="rId9"/>
    <p:sldId id="3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9703B-5614-43F9-AE25-D7307C05387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267EE-052E-4F5D-8FF3-E5A80E3AD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2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? Check which is first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481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3B31-F1F8-F5AC-1A29-B4246B36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21EAD-7ED5-DB48-E6BA-49476409F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6340C-3B19-7120-B0E7-F620898EF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BD41C-E458-3F53-E82D-56BA6AF9A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74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94B1-B422-89DB-9CFA-8D7249C1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C61F8-258F-0AC5-C4F1-45184C941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14006-80DE-D359-7C87-874BF3EC6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18C1-31F6-83D2-5354-20AFF6041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54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7033-12AB-6D43-2534-F736CCE4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AB967-43B9-D285-B4A5-513AB5089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BEAB-62C9-BBBF-4569-FA3E628F1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6F959-E954-29D6-1D28-0E14A191C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49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E61B-FE83-EB09-C993-E48F213F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6648D-7E73-CDDB-F5AC-AC42D1D85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93C5A-F619-D730-70F3-38830B47C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88E80-0028-044F-5EC6-120343228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899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C0EA-07E6-A1DB-9E4D-DB266023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DECCD-DC5F-F59C-6D2C-226B8DA58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F5FE5-E668-23A1-3CB7-28AB58DA7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3FF9-5C46-AA42-3F3D-62434775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49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E3EE-5EC0-B2FE-DAAA-76D38C024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7CC4D-D2FD-5E3A-A636-E12EF6CE0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9C1C8-4072-D424-6C71-5493CAB90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Q? </a:t>
            </a:r>
            <a:r>
              <a:rPr lang="en-IN" dirty="0" err="1"/>
              <a:t>timCom</a:t>
            </a:r>
            <a:r>
              <a:rPr lang="en-IN" dirty="0"/>
              <a:t> 0(1) </a:t>
            </a:r>
            <a:r>
              <a:rPr lang="en-IN" dirty="0" err="1"/>
              <a:t>chup</a:t>
            </a:r>
            <a:r>
              <a:rPr lang="en-IN" dirty="0"/>
              <a:t> chap </a:t>
            </a:r>
            <a:r>
              <a:rPr lang="en-IN" dirty="0" err="1"/>
              <a:t>apne</a:t>
            </a:r>
            <a:r>
              <a:rPr lang="en-IN" dirty="0"/>
              <a:t> </a:t>
            </a:r>
            <a:r>
              <a:rPr lang="en-IN" dirty="0" err="1"/>
              <a:t>aapko</a:t>
            </a:r>
            <a:r>
              <a:rPr lang="en-IN" dirty="0"/>
              <a:t> attach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liya</a:t>
            </a:r>
            <a:r>
              <a:rPr lang="en-IN" dirty="0"/>
              <a:t> </a:t>
            </a:r>
            <a:r>
              <a:rPr lang="en-IN" dirty="0" err="1"/>
              <a:t>pehale</a:t>
            </a:r>
            <a:r>
              <a:rPr lang="en-IN" dirty="0"/>
              <a:t> wale node se constant time me </a:t>
            </a:r>
            <a:r>
              <a:rPr lang="en-IN" dirty="0" err="1"/>
              <a:t>aap</a:t>
            </a:r>
            <a:r>
              <a:rPr lang="en-IN" dirty="0"/>
              <a:t> </a:t>
            </a:r>
            <a:r>
              <a:rPr lang="en-IN" dirty="0" err="1"/>
              <a:t>ise</a:t>
            </a:r>
            <a:r>
              <a:rPr lang="en-IN" dirty="0"/>
              <a:t>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paonge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96EDE-C4F3-9903-DF5C-3D90BFDF3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93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01F6-B384-6FB4-C6C8-0BC322ACC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82888-82D4-EBF9-D34B-849EC1323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60AC2-124E-F0BB-CD9B-C2967D02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FF957-BEF9-4DA5-CA39-65532B85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D500-E307-150B-5EC8-B68E41EC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2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7282-67A4-3286-9EAC-A765BF16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83C52-3155-2918-8067-E66683CD5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F6EA2-5A5A-FEB9-276C-B6090E30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5D4A5-FB8D-88C9-8107-43C26450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20949-5D67-C73D-735C-DE03A7B6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96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5234-8832-3338-20FB-36EC9E25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36602-04A8-F418-CF57-F0EE818F4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A1B74-8A56-F0B0-A582-7DC2A318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9F21-5426-65E6-6852-94EA128C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BE8B-0EFE-91A8-DD43-5A6B6268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78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4057-7708-FB9A-3C2A-B3EAC6BC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41B92-A82A-3016-BE45-8CDCB508B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FAC28-CF9A-A6DD-26AD-5A233D1CF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7AF51-BF04-477E-EC77-72489229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5FB29-5C7F-F1D6-7B21-168861BE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BEC4E-10EF-3AC5-B7A9-76AB35B5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55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AAB7-B37D-B670-D3E7-36E3C61E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F80FA-E921-FC0B-8073-8C2A5BB2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ACB7F-6393-86FC-16D4-EF61D68DE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EBD74-4AAA-D854-6343-118F4E386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6A095-D110-7E6D-1AC1-F20C895A1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BA4B0-781C-0064-D507-CB35F0C7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7EF7E-B956-FFD3-C944-156E0327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63CEE-89D0-2CB9-1DE6-3C920012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404E-AC10-7072-BE2E-EE9480D5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9236E-8458-FE0D-A4A9-43BBE9C6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62C62-034A-1059-1C3C-139CF407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9D859-9D3F-A909-1951-798C5FE3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344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787DA-A5AE-C47D-C009-A5273637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B40B1-ECD7-2E1B-9F46-290B225B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F692-1088-1EA0-D27C-4737AC9C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3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FC74-F4B2-7F43-018E-648D9577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2778-E183-1FF9-B54F-32B33745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4DD04-3609-3875-857B-995F2269C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21622-DAF4-29B3-3AC6-184DDE49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D78ED-74CF-5325-250D-4E0CBE15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7C92F-F576-072D-1188-10976B54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0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27D5-3C1A-454A-C7E7-3342D6DA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85C6C-5A10-7B9E-E729-6C24F01E2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5897A-9210-517A-6F12-3846BB385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8779C-B4E5-5EC3-7461-13C8687E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0E372-BDC9-C17C-3B8A-24CCF1DE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19338-A245-8872-8FC0-43981E50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5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A1BB-3EF4-4FAA-2161-7B67C0B3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4B70B-C39D-18D5-E178-756389958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CADA7-CCFD-912A-E4AE-34186DD9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8B63-245D-F9D3-A9F0-4ACA3165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14EFD-23B1-B224-3DD7-23919B36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8C050-2D1B-FB64-A22F-F425AB55D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F60E4-5519-088C-87C0-C1BC386A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3EC38-F7AB-8AF5-0D61-6BF4A764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58FF-1775-32AD-5392-68776C42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37915-3C6F-646A-C573-3735464B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56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87642-380D-4C6F-C044-20D846A6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4E326-6392-9240-F52C-1B479DAE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CE20A-030B-0607-1876-6CB39761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98F0A-ACF6-4B0F-AB0B-BFC8A2BA8C2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218B4-B467-6B94-A8A2-B05553E1C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2A2B4-426D-0689-924F-93DB65DEB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9CB03-762C-4EFA-97B2-095A6EFC7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9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4669-9B11-D6D3-6CE6-90680BD7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2121D2-2000-127C-9530-521AEFDA446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87B3BA-0135-A22D-B1F1-19479CF05CED}"/>
              </a:ext>
            </a:extLst>
          </p:cNvPr>
          <p:cNvSpPr txBox="1"/>
          <p:nvPr/>
        </p:nvSpPr>
        <p:spPr>
          <a:xfrm>
            <a:off x="1154430" y="3053834"/>
            <a:ext cx="9883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</a:rPr>
              <a:t>Insert at the Beginning</a:t>
            </a:r>
            <a:endParaRPr lang="en-IN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9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1891-3BDF-6137-8820-3F137577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88B6E4-BFB5-FA9C-5802-474568C95AE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8A4C70-F509-A306-9283-F58718493F8B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0A1C4FB-848D-0B7C-FF18-D9369FC95B5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126B0B-6FF2-E975-CD30-06AB65D10468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EC87DC-1B82-76CB-920A-CD984058F78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1E8D9D-2EE4-BAD2-2DB5-30E5D3E4C99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4CAEB1-8EC5-AD75-913F-E2676B1980E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D4B2C3-D3D3-CE4A-2370-1635647A6C16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BC78ED-0301-DB5E-D1CA-0F829AE8BE8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25A740-2051-09E3-C25A-D5878D45595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40094C-1CED-E444-22EA-F0EB0B2AC8C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BD3242-9331-6BBE-9DAE-67AB4D1F4CF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5AB36E-DD71-49F5-7D24-9A4DB3685EB7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1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EFA8-9028-D007-A07F-C4E86B80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BFBC54-32A4-2AE0-A369-5C27DCBDD3A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720D8FA-CC85-5E92-F7A1-2BCA9565600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F4DA3AA-712C-2399-1934-2FC01874E315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A5D69D-6CFE-65A0-F1CC-9936F293AE0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A8D433-F48A-2757-4ADE-51DA30EB96E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81AE8F-2814-ED18-AC52-09B1CC04D52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2851EB-1C93-C296-61AF-651D7DD96D1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942C79-297C-5242-BD2C-CF50FC1A3DE6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60049-4E76-B2B6-3918-330FA021270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19002-8286-F60D-E363-1280DCC7FC1E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43633D-6E8A-E37C-90A5-664E09A9399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4D8A2B-C50C-3756-BBE0-AD73E6D8E88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1F5071-44D3-24FF-6BD3-B00DE4D852A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A8D9741-BF40-2ED7-32D0-F2F36BE1CEF6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017409-FD15-3106-6DE3-BE4EB7CF7489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BDE-9D5A-F289-0A4D-7255273754B8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88827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51D7-4975-98A1-01AE-FD8F06F37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1BA2AB-B5AB-D3DA-1BEB-C2B89DEFBD2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0331E2-574C-3F2F-9F84-B44B927ADCA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E0D741D-CFE8-1975-7ED5-E91F284B61EE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395FD3-752A-23FF-C49F-27AC3CA38D6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C294DA-0E72-856B-1A2C-DA203FF26BC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B86EC2-8FDC-1F4E-151D-1338E814413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154AD8-B684-9A0B-ECB2-FCA28D6C903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478F8F-F1B2-007F-9F35-2C5432C16A0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C96BA-87C0-D074-208A-D6E476439CE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F5419B-DA90-5003-77F2-AA1F6103F22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0F3EA7-8034-2E1D-B162-6ED4171A27B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1596D2-DB3D-8B7C-7D33-59CDCC97172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97DFF8-B807-E2DD-ACCE-C38985D98C7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0FA03FC-4EA3-D4EE-B6A3-197D98D63003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9674D28-A211-4567-21A4-82114DB3B55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D41DDC-1ACB-AE08-FF3D-EE3D438A1314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E8BB4A-55D8-D63F-E94C-F287C1EEF15D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59526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CCA4-64B8-7480-F8D9-2C9CD30D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F861D3-C452-83AA-C09C-269AB8D66C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D22648-989E-13A5-3BE1-A1DC1E0347F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16C90E-32ED-F31F-A220-1833DE584DC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4086E8-E153-0319-D500-66131DBCE23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7749FA-1A20-7C2D-86C1-C42D72E8947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51D304-F36A-4F89-0102-E9481F9C24C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7C521-3BC2-D39E-0E3C-9311BD2064C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20A324-CC76-F086-0D06-B10019304AD8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A6F53C-DF21-73ED-BD1B-1B5821E3EB8E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31F08B-A484-8A99-40CC-77FD59E90A6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712ED4-09EC-65B6-BDBB-04806C17E3A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9B60EF5-1CBA-D2F7-5284-4E2FFAC464C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EC5E1-2100-0483-2CA4-FDE4709B7B4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B2B6FFD-3F05-8A9C-961A-BFCE516625FE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D0AD9A-73ED-CD97-3B8E-8F7C278AC79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8AB4BA-CDE6-AC27-C8D1-C70BC5CE6536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478E7E-9FC9-8A92-2B3C-D57F26A87279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79CDAA-FAEE-F70C-8FBD-B67B35FA1897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BAC03-9071-4554-651E-38C980FCCAC8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008D57-B546-CA9A-E019-9DE2376DEFA1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</p:spTree>
    <p:extLst>
      <p:ext uri="{BB962C8B-B14F-4D97-AF65-F5344CB8AC3E}">
        <p14:creationId xmlns:p14="http://schemas.microsoft.com/office/powerpoint/2010/main" val="31288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9692-9407-52B6-1B9B-7E781B6A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0B4F5B-4349-3CD9-7026-36B62052E8D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D767C5-7AB3-636A-A867-20552663C95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9D6DFB9-8CFA-FCD6-89AA-444449F18481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59FC40-3262-3DCA-46A5-3973A66C023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4EB6EF-92A1-4439-D6CA-712751BC8F07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3A677-F1E2-15F3-240B-D4046CB463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FCAF95-D268-282A-957A-9DB8B0A9096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A69977-0EFB-BF28-90DC-7FCF1F61B54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E9D69D-3593-412D-4B97-558050447737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F435FA-7FBD-B603-A62D-0E47BE07734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3EA194-793B-E693-C142-D7C1795D00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16294B-B4AA-3333-22B1-80FA5B95D30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6878AE-3ED1-BAED-DA5F-077B1B09FD7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1295E03-9663-25B5-8E5D-AF3823124F7D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719340A-F463-CFBB-8624-6159E747D95C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29BC9A-2CEB-FD73-195F-EDD54BF08944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D25BB8-ED60-692A-8C9B-AE74A7E8D0AF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90E95C-9B0A-E56D-4324-FD806E99800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85E9CF-E3CD-6CA4-A320-74ABCFC09852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7C48D-ADE1-0F73-C7E1-6F0FC5ED63FD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B898A5-49D3-CF09-C179-5D5E639983E3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68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1238-8576-86F7-8334-47CB6E90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6D00D0-9585-9081-8135-0A7373B7483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5E3436-D60B-7DCD-D2EE-D27E0353AEF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BAF388E-C2FF-50E5-A547-EBC1946069B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62A9CD-15FC-1479-0B6C-AB3DAA13CB38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C5415E-1862-9097-CC96-3D04168D2B2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FD9BBF-244D-FA6F-B369-BC7526CC09D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A5A4F5-E822-2F0A-4BBB-6856847C28E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EB1204-2A68-842E-AC00-C67B33C5B57D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942B60-FC11-1F82-EA71-74A7D2F4C8CA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E67991-0536-F242-6CC1-BBB357BB7C5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8F9E4C-84EC-E6E8-F65F-68C2B425D58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7D40A1-0318-DDC1-546C-EE524C8EB14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084D17-F22F-648C-EE00-A6D62A2F7F5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8EA6C89-07C0-D16D-6C9C-CBA4FC2003B1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0A0111C-4240-CBD4-4238-FCD6F981439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2DEA66-1E50-1594-CF9B-1C89A9654799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05449B-2937-E972-7187-D43AC9D96471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B63B8F-51E6-3571-BF18-954219B981C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FEA2C-970B-FC5C-532F-1478B4DEE843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77F2EB-5339-10FD-4101-4994F0BA4AAB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231058-785F-DAA2-BA4F-9DCF4894F0CD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0135283-168F-5BE3-241A-AD7F89FD3F8E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5A7565-BAE6-C277-DAA7-45A3F82DB558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642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954B3-1B72-A372-DE39-9BA21C73C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A8FC58-1EE5-1FD6-E7C9-8D67C8A84A5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4FBF1C-FCBE-6F9C-4F89-16BF991B766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2BD8474-FC54-BC62-DCD7-CF3033A7B824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6C5B0-A509-AEF3-150A-73C1C25BFA7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902CAB-3E89-115B-A350-0BEB453EB2B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24C10D-3918-002F-4A30-1F86DD7B531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EBEB6-F665-CB89-4E96-DFF7384B1B1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7BC903-7FF7-A319-A38F-22631CD8036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C689C9-F1C9-2A2E-1E7A-3E22A06DA3C5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75363-A755-B488-E09F-C0880FBD8594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B7E9F4-E00B-EEBA-907A-86C3EF55A53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09EB7C-6149-751E-5C4C-829384886A8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5D3793-82AA-9AF9-4946-F1D8116541C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4FF1456-8CE4-74BC-EC51-896D69F7D1E5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10D484A-84B9-7701-32BA-A988C054C37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180F6D-A00C-F7DD-3A5E-CC6DE7786B4C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7F02721-2371-CFDB-D66D-7BD636F1C546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C1E1C6-6865-2530-C88F-36E645B1D20F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9713A0-2F3F-4955-A1F8-D40D2B1EFA83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840F8-413B-E149-9883-ABF8B4261630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D1A93C-96DD-695F-4D88-CF706F2E51C5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9D9BDD-6CAB-51A2-9F2C-69B224F4B51D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1DE82B-D167-30A2-69B7-E3C081EFC5D9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6FD01-B612-A30A-091B-AE1DDFDBF344}"/>
              </a:ext>
            </a:extLst>
          </p:cNvPr>
          <p:cNvSpPr txBox="1"/>
          <p:nvPr/>
        </p:nvSpPr>
        <p:spPr>
          <a:xfrm>
            <a:off x="7394100" y="47063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76329-0586-F773-CA8D-6441813ABE34}"/>
              </a:ext>
            </a:extLst>
          </p:cNvPr>
          <p:cNvSpPr txBox="1"/>
          <p:nvPr/>
        </p:nvSpPr>
        <p:spPr>
          <a:xfrm>
            <a:off x="5931060" y="47063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2BEF82-73D5-49C2-5A44-88242250D712}"/>
              </a:ext>
            </a:extLst>
          </p:cNvPr>
          <p:cNvSpPr txBox="1"/>
          <p:nvPr/>
        </p:nvSpPr>
        <p:spPr>
          <a:xfrm>
            <a:off x="6880401" y="4706332"/>
            <a:ext cx="46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339110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C849-B1EA-A67B-6C07-ED787491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D3244-6C30-A54C-0767-62EEE3EFB68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D8A09F-6079-4C62-9826-907F2828257C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3CFA2A1-FFA5-23BE-8925-18A479AA3AAB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8F84BC-786A-7B08-CDE9-53A382A55C0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9D1D53-C057-2D0C-89D3-5929BE6225A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160CF-20DD-52F8-6EC0-E3AC972BA9F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FF5559-81CB-BC3E-FDED-8A0954B15D7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41FCBB-DC4C-5C3C-5904-2728A9A4D85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69C655-83C1-CFC8-C91D-759C87376D99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5416D5-ED45-77F2-1AC9-C042E39DA47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84D386-7765-C232-F947-68DFD32307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9F9FCC-BBE6-7A82-1D6B-06694B4A1A8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0EEB59-33F7-AFE7-FCD6-12A89CB418A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A79A290-093E-080E-6500-C10BDB69FD02}"/>
              </a:ext>
            </a:extLst>
          </p:cNvPr>
          <p:cNvGraphicFramePr>
            <a:graphicFrameLocks noGrp="1"/>
          </p:cNvGraphicFramePr>
          <p:nvPr/>
        </p:nvGraphicFramePr>
        <p:xfrm>
          <a:off x="-777240" y="33507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B197594-2F3E-4DD7-90E1-1592E33E72B3}"/>
              </a:ext>
            </a:extLst>
          </p:cNvPr>
          <p:cNvSpPr txBox="1"/>
          <p:nvPr/>
        </p:nvSpPr>
        <p:spPr>
          <a:xfrm>
            <a:off x="-899796" y="2925673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3619AF-6509-48B6-A129-59294732469E}"/>
              </a:ext>
            </a:extLst>
          </p:cNvPr>
          <p:cNvCxnSpPr/>
          <p:nvPr/>
        </p:nvCxnSpPr>
        <p:spPr>
          <a:xfrm>
            <a:off x="821268" y="3688080"/>
            <a:ext cx="777240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C894AE-B7C9-C5A6-AFFA-3C4A52E8024E}"/>
              </a:ext>
            </a:extLst>
          </p:cNvPr>
          <p:cNvSpPr txBox="1"/>
          <p:nvPr/>
        </p:nvSpPr>
        <p:spPr>
          <a:xfrm>
            <a:off x="1480980" y="345665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0CC5FA-0D4E-FE4F-9C97-7720F5581556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0C896E-EE43-1202-D220-0915E776BC1E}"/>
              </a:ext>
            </a:extLst>
          </p:cNvPr>
          <p:cNvSpPr txBox="1"/>
          <p:nvPr/>
        </p:nvSpPr>
        <p:spPr>
          <a:xfrm>
            <a:off x="8616577" y="39934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B8B4DF-AACF-AC28-9C08-E3520E1DB3F8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AE8058-ADC1-61F9-0B47-580BBFDCE688}"/>
              </a:ext>
            </a:extLst>
          </p:cNvPr>
          <p:cNvCxnSpPr>
            <a:cxnSpLocks/>
          </p:cNvCxnSpPr>
          <p:nvPr/>
        </p:nvCxnSpPr>
        <p:spPr>
          <a:xfrm flipV="1">
            <a:off x="414180" y="2714805"/>
            <a:ext cx="0" cy="9761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F14EB1-A234-428C-796E-EC9415B08571}"/>
              </a:ext>
            </a:extLst>
          </p:cNvPr>
          <p:cNvSpPr txBox="1"/>
          <p:nvPr/>
        </p:nvSpPr>
        <p:spPr>
          <a:xfrm>
            <a:off x="-407136" y="221994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7E4247-EA54-6986-3DD0-D69573CE16C2}"/>
              </a:ext>
            </a:extLst>
          </p:cNvPr>
          <p:cNvSpPr txBox="1"/>
          <p:nvPr/>
        </p:nvSpPr>
        <p:spPr>
          <a:xfrm>
            <a:off x="34824" y="3423908"/>
            <a:ext cx="574140" cy="4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4E3A2-5F83-F5DD-33EE-AD94D3107DD6}"/>
              </a:ext>
            </a:extLst>
          </p:cNvPr>
          <p:cNvSpPr txBox="1"/>
          <p:nvPr/>
        </p:nvSpPr>
        <p:spPr>
          <a:xfrm>
            <a:off x="7394100" y="47063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6059B8-B0D0-9D24-D245-88E35B5886D1}"/>
              </a:ext>
            </a:extLst>
          </p:cNvPr>
          <p:cNvSpPr txBox="1"/>
          <p:nvPr/>
        </p:nvSpPr>
        <p:spPr>
          <a:xfrm>
            <a:off x="5931060" y="470633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FB506C-17E4-0CEF-9E71-7364456D83BB}"/>
              </a:ext>
            </a:extLst>
          </p:cNvPr>
          <p:cNvSpPr txBox="1"/>
          <p:nvPr/>
        </p:nvSpPr>
        <p:spPr>
          <a:xfrm>
            <a:off x="6880401" y="4706332"/>
            <a:ext cx="46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1280711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374</Words>
  <Application>Microsoft Office PowerPoint</Application>
  <PresentationFormat>Widescreen</PresentationFormat>
  <Paragraphs>160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2025-11-23T03:41:54Z</dcterms:created>
  <dcterms:modified xsi:type="dcterms:W3CDTF">2025-11-23T03:45:01Z</dcterms:modified>
</cp:coreProperties>
</file>