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06" r:id="rId2"/>
    <p:sldId id="416" r:id="rId3"/>
    <p:sldId id="407" r:id="rId4"/>
    <p:sldId id="408" r:id="rId5"/>
    <p:sldId id="409" r:id="rId6"/>
    <p:sldId id="410" r:id="rId7"/>
    <p:sldId id="411" r:id="rId8"/>
    <p:sldId id="412" r:id="rId9"/>
    <p:sldId id="413" r:id="rId10"/>
    <p:sldId id="414" r:id="rId11"/>
    <p:sldId id="4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EF79DC-87CA-404C-B0F7-954EBBFCDA63}" v="4" dt="2025-11-23T04:18:14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custSel addSld modSld">
      <pc:chgData name="UBAID QURESHI" userId="dd4ae95d8f7c04fe" providerId="LiveId" clId="{AF920071-46B6-4E4C-A6D8-3E93B456AF12}" dt="2025-11-23T04:19:19.272" v="21" actId="478"/>
      <pc:docMkLst>
        <pc:docMk/>
      </pc:docMkLst>
      <pc:sldChg chg="addSp delSp modSp mod">
        <pc:chgData name="UBAID QURESHI" userId="dd4ae95d8f7c04fe" providerId="LiveId" clId="{AF920071-46B6-4E4C-A6D8-3E93B456AF12}" dt="2025-11-23T03:51:53.992" v="5" actId="1076"/>
        <pc:sldMkLst>
          <pc:docMk/>
          <pc:sldMk cId="3395678438" sldId="406"/>
        </pc:sldMkLst>
        <pc:spChg chg="del">
          <ac:chgData name="UBAID QURESHI" userId="dd4ae95d8f7c04fe" providerId="LiveId" clId="{AF920071-46B6-4E4C-A6D8-3E93B456AF12}" dt="2025-11-23T03:51:39.278" v="1" actId="478"/>
          <ac:spMkLst>
            <pc:docMk/>
            <pc:sldMk cId="3395678438" sldId="406"/>
            <ac:spMk id="7" creationId="{B95AEE71-F5F4-716A-F069-04433E130236}"/>
          </ac:spMkLst>
        </pc:spChg>
        <pc:spChg chg="del">
          <ac:chgData name="UBAID QURESHI" userId="dd4ae95d8f7c04fe" providerId="LiveId" clId="{AF920071-46B6-4E4C-A6D8-3E93B456AF12}" dt="2025-11-23T03:51:39.278" v="1" actId="478"/>
          <ac:spMkLst>
            <pc:docMk/>
            <pc:sldMk cId="3395678438" sldId="406"/>
            <ac:spMk id="13" creationId="{65816636-E4E1-2124-F88A-619B23CF5458}"/>
          </ac:spMkLst>
        </pc:spChg>
        <pc:spChg chg="del">
          <ac:chgData name="UBAID QURESHI" userId="dd4ae95d8f7c04fe" providerId="LiveId" clId="{AF920071-46B6-4E4C-A6D8-3E93B456AF12}" dt="2025-11-23T03:51:39.278" v="1" actId="478"/>
          <ac:spMkLst>
            <pc:docMk/>
            <pc:sldMk cId="3395678438" sldId="406"/>
            <ac:spMk id="15" creationId="{5CAC4D57-8476-8AD7-4472-181BD99BDA8D}"/>
          </ac:spMkLst>
        </pc:spChg>
        <pc:spChg chg="del">
          <ac:chgData name="UBAID QURESHI" userId="dd4ae95d8f7c04fe" providerId="LiveId" clId="{AF920071-46B6-4E4C-A6D8-3E93B456AF12}" dt="2025-11-23T03:51:39.278" v="1" actId="478"/>
          <ac:spMkLst>
            <pc:docMk/>
            <pc:sldMk cId="3395678438" sldId="406"/>
            <ac:spMk id="16" creationId="{76440798-C7E7-62DA-2148-15E1CF0C95D9}"/>
          </ac:spMkLst>
        </pc:spChg>
        <pc:spChg chg="del">
          <ac:chgData name="UBAID QURESHI" userId="dd4ae95d8f7c04fe" providerId="LiveId" clId="{AF920071-46B6-4E4C-A6D8-3E93B456AF12}" dt="2025-11-23T03:51:39.278" v="1" actId="478"/>
          <ac:spMkLst>
            <pc:docMk/>
            <pc:sldMk cId="3395678438" sldId="406"/>
            <ac:spMk id="17" creationId="{8A09B76D-95AA-99BE-89CD-B9C736E0B437}"/>
          </ac:spMkLst>
        </pc:spChg>
        <pc:spChg chg="del">
          <ac:chgData name="UBAID QURESHI" userId="dd4ae95d8f7c04fe" providerId="LiveId" clId="{AF920071-46B6-4E4C-A6D8-3E93B456AF12}" dt="2025-11-23T03:51:39.278" v="1" actId="478"/>
          <ac:spMkLst>
            <pc:docMk/>
            <pc:sldMk cId="3395678438" sldId="406"/>
            <ac:spMk id="18" creationId="{4312EAD2-852B-8F32-F162-55A9849465E5}"/>
          </ac:spMkLst>
        </pc:spChg>
        <pc:spChg chg="del">
          <ac:chgData name="UBAID QURESHI" userId="dd4ae95d8f7c04fe" providerId="LiveId" clId="{AF920071-46B6-4E4C-A6D8-3E93B456AF12}" dt="2025-11-23T03:51:39.278" v="1" actId="478"/>
          <ac:spMkLst>
            <pc:docMk/>
            <pc:sldMk cId="3395678438" sldId="406"/>
            <ac:spMk id="19" creationId="{82430668-BF98-7B26-A1B6-3A8F2CA1D7BB}"/>
          </ac:spMkLst>
        </pc:spChg>
        <pc:spChg chg="del">
          <ac:chgData name="UBAID QURESHI" userId="dd4ae95d8f7c04fe" providerId="LiveId" clId="{AF920071-46B6-4E4C-A6D8-3E93B456AF12}" dt="2025-11-23T03:51:39.278" v="1" actId="478"/>
          <ac:spMkLst>
            <pc:docMk/>
            <pc:sldMk cId="3395678438" sldId="406"/>
            <ac:spMk id="20" creationId="{C7CE5320-191F-E98B-B707-AF8DCFD593FE}"/>
          </ac:spMkLst>
        </pc:spChg>
        <pc:spChg chg="add mod">
          <ac:chgData name="UBAID QURESHI" userId="dd4ae95d8f7c04fe" providerId="LiveId" clId="{AF920071-46B6-4E4C-A6D8-3E93B456AF12}" dt="2025-11-23T03:51:53.992" v="5" actId="1076"/>
          <ac:spMkLst>
            <pc:docMk/>
            <pc:sldMk cId="3395678438" sldId="406"/>
            <ac:spMk id="22" creationId="{E4A65349-6BE1-9052-97A0-297E5AFCC7B1}"/>
          </ac:spMkLst>
        </pc:spChg>
        <pc:graphicFrameChg chg="del">
          <ac:chgData name="UBAID QURESHI" userId="dd4ae95d8f7c04fe" providerId="LiveId" clId="{AF920071-46B6-4E4C-A6D8-3E93B456AF12}" dt="2025-11-23T03:51:39.278" v="1" actId="478"/>
          <ac:graphicFrameMkLst>
            <pc:docMk/>
            <pc:sldMk cId="3395678438" sldId="406"/>
            <ac:graphicFrameMk id="3" creationId="{C7531631-E98D-0C12-A43E-E8FA383112C7}"/>
          </ac:graphicFrameMkLst>
        </pc:graphicFrameChg>
        <pc:graphicFrameChg chg="del">
          <ac:chgData name="UBAID QURESHI" userId="dd4ae95d8f7c04fe" providerId="LiveId" clId="{AF920071-46B6-4E4C-A6D8-3E93B456AF12}" dt="2025-11-23T03:51:39.278" v="1" actId="478"/>
          <ac:graphicFrameMkLst>
            <pc:docMk/>
            <pc:sldMk cId="3395678438" sldId="406"/>
            <ac:graphicFrameMk id="4" creationId="{04461386-B1F3-5D8D-A1F7-951FA3CE233C}"/>
          </ac:graphicFrameMkLst>
        </pc:graphicFrameChg>
      </pc:sldChg>
      <pc:sldChg chg="delSp mod">
        <pc:chgData name="UBAID QURESHI" userId="dd4ae95d8f7c04fe" providerId="LiveId" clId="{AF920071-46B6-4E4C-A6D8-3E93B456AF12}" dt="2025-11-23T04:17:56.488" v="7" actId="478"/>
        <pc:sldMkLst>
          <pc:docMk/>
          <pc:sldMk cId="451908885" sldId="407"/>
        </pc:sldMkLst>
        <pc:spChg chg="del">
          <ac:chgData name="UBAID QURESHI" userId="dd4ae95d8f7c04fe" providerId="LiveId" clId="{AF920071-46B6-4E4C-A6D8-3E93B456AF12}" dt="2025-11-23T04:17:56.488" v="7" actId="478"/>
          <ac:spMkLst>
            <pc:docMk/>
            <pc:sldMk cId="451908885" sldId="407"/>
            <ac:spMk id="7" creationId="{B03C2FC6-647E-756A-F9AE-CCF2402E5B65}"/>
          </ac:spMkLst>
        </pc:spChg>
        <pc:spChg chg="del">
          <ac:chgData name="UBAID QURESHI" userId="dd4ae95d8f7c04fe" providerId="LiveId" clId="{AF920071-46B6-4E4C-A6D8-3E93B456AF12}" dt="2025-11-23T04:17:56.488" v="7" actId="478"/>
          <ac:spMkLst>
            <pc:docMk/>
            <pc:sldMk cId="451908885" sldId="407"/>
            <ac:spMk id="15" creationId="{79FC6DC9-8B79-1733-6A44-410025C0EE57}"/>
          </ac:spMkLst>
        </pc:spChg>
        <pc:spChg chg="del">
          <ac:chgData name="UBAID QURESHI" userId="dd4ae95d8f7c04fe" providerId="LiveId" clId="{AF920071-46B6-4E4C-A6D8-3E93B456AF12}" dt="2025-11-23T04:17:56.488" v="7" actId="478"/>
          <ac:spMkLst>
            <pc:docMk/>
            <pc:sldMk cId="451908885" sldId="407"/>
            <ac:spMk id="17" creationId="{3A01AC23-9F1F-6199-8EEE-20B6C17176B6}"/>
          </ac:spMkLst>
        </pc:spChg>
        <pc:spChg chg="del">
          <ac:chgData name="UBAID QURESHI" userId="dd4ae95d8f7c04fe" providerId="LiveId" clId="{AF920071-46B6-4E4C-A6D8-3E93B456AF12}" dt="2025-11-23T04:17:56.488" v="7" actId="478"/>
          <ac:spMkLst>
            <pc:docMk/>
            <pc:sldMk cId="451908885" sldId="407"/>
            <ac:spMk id="18" creationId="{E3C19DF1-0F11-7A8D-D41E-9372826450B2}"/>
          </ac:spMkLst>
        </pc:spChg>
      </pc:sldChg>
      <pc:sldChg chg="delSp mod">
        <pc:chgData name="UBAID QURESHI" userId="dd4ae95d8f7c04fe" providerId="LiveId" clId="{AF920071-46B6-4E4C-A6D8-3E93B456AF12}" dt="2025-11-23T04:18:04.531" v="8" actId="478"/>
        <pc:sldMkLst>
          <pc:docMk/>
          <pc:sldMk cId="1777215951" sldId="408"/>
        </pc:sldMkLst>
        <pc:spChg chg="del">
          <ac:chgData name="UBAID QURESHI" userId="dd4ae95d8f7c04fe" providerId="LiveId" clId="{AF920071-46B6-4E4C-A6D8-3E93B456AF12}" dt="2025-11-23T04:18:04.531" v="8" actId="478"/>
          <ac:spMkLst>
            <pc:docMk/>
            <pc:sldMk cId="1777215951" sldId="408"/>
            <ac:spMk id="7" creationId="{0E410E96-6FCD-86B2-64E2-9A7BEB46C8CB}"/>
          </ac:spMkLst>
        </pc:spChg>
        <pc:spChg chg="del">
          <ac:chgData name="UBAID QURESHI" userId="dd4ae95d8f7c04fe" providerId="LiveId" clId="{AF920071-46B6-4E4C-A6D8-3E93B456AF12}" dt="2025-11-23T04:18:04.531" v="8" actId="478"/>
          <ac:spMkLst>
            <pc:docMk/>
            <pc:sldMk cId="1777215951" sldId="408"/>
            <ac:spMk id="15" creationId="{5D30C21D-8EB7-087D-0D28-D724BE03066F}"/>
          </ac:spMkLst>
        </pc:spChg>
        <pc:spChg chg="del">
          <ac:chgData name="UBAID QURESHI" userId="dd4ae95d8f7c04fe" providerId="LiveId" clId="{AF920071-46B6-4E4C-A6D8-3E93B456AF12}" dt="2025-11-23T04:18:04.531" v="8" actId="478"/>
          <ac:spMkLst>
            <pc:docMk/>
            <pc:sldMk cId="1777215951" sldId="408"/>
            <ac:spMk id="17" creationId="{FD303383-EA3A-21C4-33F9-AEA57D45D3B1}"/>
          </ac:spMkLst>
        </pc:spChg>
        <pc:spChg chg="del">
          <ac:chgData name="UBAID QURESHI" userId="dd4ae95d8f7c04fe" providerId="LiveId" clId="{AF920071-46B6-4E4C-A6D8-3E93B456AF12}" dt="2025-11-23T04:18:04.531" v="8" actId="478"/>
          <ac:spMkLst>
            <pc:docMk/>
            <pc:sldMk cId="1777215951" sldId="408"/>
            <ac:spMk id="18" creationId="{285268C9-FD03-9DCC-22F0-47773013C3DB}"/>
          </ac:spMkLst>
        </pc:spChg>
      </pc:sldChg>
      <pc:sldChg chg="addSp delSp modSp mod">
        <pc:chgData name="UBAID QURESHI" userId="dd4ae95d8f7c04fe" providerId="LiveId" clId="{AF920071-46B6-4E4C-A6D8-3E93B456AF12}" dt="2025-11-23T04:18:26.871" v="15" actId="478"/>
        <pc:sldMkLst>
          <pc:docMk/>
          <pc:sldMk cId="3745792757" sldId="409"/>
        </pc:sldMkLst>
        <pc:spChg chg="del">
          <ac:chgData name="UBAID QURESHI" userId="dd4ae95d8f7c04fe" providerId="LiveId" clId="{AF920071-46B6-4E4C-A6D8-3E93B456AF12}" dt="2025-11-23T04:18:20.294" v="13" actId="478"/>
          <ac:spMkLst>
            <pc:docMk/>
            <pc:sldMk cId="3745792757" sldId="409"/>
            <ac:spMk id="7" creationId="{8C708D2F-4091-D04E-CD3F-ACE2BE43E3E9}"/>
          </ac:spMkLst>
        </pc:spChg>
        <pc:spChg chg="del">
          <ac:chgData name="UBAID QURESHI" userId="dd4ae95d8f7c04fe" providerId="LiveId" clId="{AF920071-46B6-4E4C-A6D8-3E93B456AF12}" dt="2025-11-23T04:18:20.294" v="13" actId="478"/>
          <ac:spMkLst>
            <pc:docMk/>
            <pc:sldMk cId="3745792757" sldId="409"/>
            <ac:spMk id="15" creationId="{CCC96896-E0CD-9032-FC2C-0F175A226003}"/>
          </ac:spMkLst>
        </pc:spChg>
        <pc:spChg chg="del">
          <ac:chgData name="UBAID QURESHI" userId="dd4ae95d8f7c04fe" providerId="LiveId" clId="{AF920071-46B6-4E4C-A6D8-3E93B456AF12}" dt="2025-11-23T04:18:26.871" v="15" actId="478"/>
          <ac:spMkLst>
            <pc:docMk/>
            <pc:sldMk cId="3745792757" sldId="409"/>
            <ac:spMk id="17" creationId="{70A98F47-6F46-8562-62E4-C2553241CE08}"/>
          </ac:spMkLst>
        </pc:spChg>
        <pc:spChg chg="del">
          <ac:chgData name="UBAID QURESHI" userId="dd4ae95d8f7c04fe" providerId="LiveId" clId="{AF920071-46B6-4E4C-A6D8-3E93B456AF12}" dt="2025-11-23T04:18:26.871" v="15" actId="478"/>
          <ac:spMkLst>
            <pc:docMk/>
            <pc:sldMk cId="3745792757" sldId="409"/>
            <ac:spMk id="18" creationId="{F6444221-99E2-68A9-FFF8-628F295FB206}"/>
          </ac:spMkLst>
        </pc:spChg>
        <pc:spChg chg="add del mod">
          <ac:chgData name="UBAID QURESHI" userId="dd4ae95d8f7c04fe" providerId="LiveId" clId="{AF920071-46B6-4E4C-A6D8-3E93B456AF12}" dt="2025-11-23T04:18:23.955" v="14" actId="478"/>
          <ac:spMkLst>
            <pc:docMk/>
            <pc:sldMk cId="3745792757" sldId="409"/>
            <ac:spMk id="21" creationId="{DD7052CB-7C5F-BF73-8DE7-5AA0C90E07DE}"/>
          </ac:spMkLst>
        </pc:spChg>
        <pc:spChg chg="add del mod">
          <ac:chgData name="UBAID QURESHI" userId="dd4ae95d8f7c04fe" providerId="LiveId" clId="{AF920071-46B6-4E4C-A6D8-3E93B456AF12}" dt="2025-11-23T04:18:23.955" v="14" actId="478"/>
          <ac:spMkLst>
            <pc:docMk/>
            <pc:sldMk cId="3745792757" sldId="409"/>
            <ac:spMk id="24" creationId="{31BF9C88-8465-A5A6-8A11-BC7625439B53}"/>
          </ac:spMkLst>
        </pc:spChg>
        <pc:spChg chg="add del mod">
          <ac:chgData name="UBAID QURESHI" userId="dd4ae95d8f7c04fe" providerId="LiveId" clId="{AF920071-46B6-4E4C-A6D8-3E93B456AF12}" dt="2025-11-23T04:18:16.609" v="12" actId="478"/>
          <ac:spMkLst>
            <pc:docMk/>
            <pc:sldMk cId="3745792757" sldId="409"/>
            <ac:spMk id="25" creationId="{91E9E08D-ACA1-730A-8606-7ED686B22616}"/>
          </ac:spMkLst>
        </pc:spChg>
        <pc:spChg chg="add del mod">
          <ac:chgData name="UBAID QURESHI" userId="dd4ae95d8f7c04fe" providerId="LiveId" clId="{AF920071-46B6-4E4C-A6D8-3E93B456AF12}" dt="2025-11-23T04:18:16.609" v="12" actId="478"/>
          <ac:spMkLst>
            <pc:docMk/>
            <pc:sldMk cId="3745792757" sldId="409"/>
            <ac:spMk id="26" creationId="{53CED896-59F6-C2D9-FE42-5B807D7C945A}"/>
          </ac:spMkLst>
        </pc:spChg>
        <pc:spChg chg="add del mod">
          <ac:chgData name="UBAID QURESHI" userId="dd4ae95d8f7c04fe" providerId="LiveId" clId="{AF920071-46B6-4E4C-A6D8-3E93B456AF12}" dt="2025-11-23T04:18:16.609" v="12" actId="478"/>
          <ac:spMkLst>
            <pc:docMk/>
            <pc:sldMk cId="3745792757" sldId="409"/>
            <ac:spMk id="27" creationId="{373A3499-F1D3-EC01-CB33-135131CA93AB}"/>
          </ac:spMkLst>
        </pc:spChg>
      </pc:sldChg>
      <pc:sldChg chg="delSp mod">
        <pc:chgData name="UBAID QURESHI" userId="dd4ae95d8f7c04fe" providerId="LiveId" clId="{AF920071-46B6-4E4C-A6D8-3E93B456AF12}" dt="2025-11-23T04:18:36.646" v="16" actId="478"/>
        <pc:sldMkLst>
          <pc:docMk/>
          <pc:sldMk cId="2800565235" sldId="410"/>
        </pc:sldMkLst>
        <pc:spChg chg="del">
          <ac:chgData name="UBAID QURESHI" userId="dd4ae95d8f7c04fe" providerId="LiveId" clId="{AF920071-46B6-4E4C-A6D8-3E93B456AF12}" dt="2025-11-23T04:18:36.646" v="16" actId="478"/>
          <ac:spMkLst>
            <pc:docMk/>
            <pc:sldMk cId="2800565235" sldId="410"/>
            <ac:spMk id="7" creationId="{26171204-DC1C-3FF1-CB4E-353760773D79}"/>
          </ac:spMkLst>
        </pc:spChg>
        <pc:spChg chg="del">
          <ac:chgData name="UBAID QURESHI" userId="dd4ae95d8f7c04fe" providerId="LiveId" clId="{AF920071-46B6-4E4C-A6D8-3E93B456AF12}" dt="2025-11-23T04:18:36.646" v="16" actId="478"/>
          <ac:spMkLst>
            <pc:docMk/>
            <pc:sldMk cId="2800565235" sldId="410"/>
            <ac:spMk id="15" creationId="{4FE04900-E002-9C17-0839-89C0F6C32457}"/>
          </ac:spMkLst>
        </pc:spChg>
        <pc:spChg chg="del">
          <ac:chgData name="UBAID QURESHI" userId="dd4ae95d8f7c04fe" providerId="LiveId" clId="{AF920071-46B6-4E4C-A6D8-3E93B456AF12}" dt="2025-11-23T04:18:36.646" v="16" actId="478"/>
          <ac:spMkLst>
            <pc:docMk/>
            <pc:sldMk cId="2800565235" sldId="410"/>
            <ac:spMk id="17" creationId="{2C5DFD29-4949-D2DF-5B0A-A48A85353785}"/>
          </ac:spMkLst>
        </pc:spChg>
        <pc:spChg chg="del">
          <ac:chgData name="UBAID QURESHI" userId="dd4ae95d8f7c04fe" providerId="LiveId" clId="{AF920071-46B6-4E4C-A6D8-3E93B456AF12}" dt="2025-11-23T04:18:36.646" v="16" actId="478"/>
          <ac:spMkLst>
            <pc:docMk/>
            <pc:sldMk cId="2800565235" sldId="410"/>
            <ac:spMk id="18" creationId="{5E0BB688-02D7-C459-C8BA-EDD686291C37}"/>
          </ac:spMkLst>
        </pc:spChg>
      </pc:sldChg>
      <pc:sldChg chg="delSp mod">
        <pc:chgData name="UBAID QURESHI" userId="dd4ae95d8f7c04fe" providerId="LiveId" clId="{AF920071-46B6-4E4C-A6D8-3E93B456AF12}" dt="2025-11-23T04:18:43.139" v="17" actId="478"/>
        <pc:sldMkLst>
          <pc:docMk/>
          <pc:sldMk cId="1296967232" sldId="411"/>
        </pc:sldMkLst>
        <pc:spChg chg="del">
          <ac:chgData name="UBAID QURESHI" userId="dd4ae95d8f7c04fe" providerId="LiveId" clId="{AF920071-46B6-4E4C-A6D8-3E93B456AF12}" dt="2025-11-23T04:18:43.139" v="17" actId="478"/>
          <ac:spMkLst>
            <pc:docMk/>
            <pc:sldMk cId="1296967232" sldId="411"/>
            <ac:spMk id="7" creationId="{BAC89A7E-23A7-15B0-7837-01B72F814BF3}"/>
          </ac:spMkLst>
        </pc:spChg>
        <pc:spChg chg="del">
          <ac:chgData name="UBAID QURESHI" userId="dd4ae95d8f7c04fe" providerId="LiveId" clId="{AF920071-46B6-4E4C-A6D8-3E93B456AF12}" dt="2025-11-23T04:18:43.139" v="17" actId="478"/>
          <ac:spMkLst>
            <pc:docMk/>
            <pc:sldMk cId="1296967232" sldId="411"/>
            <ac:spMk id="15" creationId="{B02EB92E-4C74-7B04-80F2-B019A1359374}"/>
          </ac:spMkLst>
        </pc:spChg>
        <pc:spChg chg="del">
          <ac:chgData name="UBAID QURESHI" userId="dd4ae95d8f7c04fe" providerId="LiveId" clId="{AF920071-46B6-4E4C-A6D8-3E93B456AF12}" dt="2025-11-23T04:18:43.139" v="17" actId="478"/>
          <ac:spMkLst>
            <pc:docMk/>
            <pc:sldMk cId="1296967232" sldId="411"/>
            <ac:spMk id="17" creationId="{159F1E3D-1999-1691-8DD6-793056D6152E}"/>
          </ac:spMkLst>
        </pc:spChg>
        <pc:spChg chg="del">
          <ac:chgData name="UBAID QURESHI" userId="dd4ae95d8f7c04fe" providerId="LiveId" clId="{AF920071-46B6-4E4C-A6D8-3E93B456AF12}" dt="2025-11-23T04:18:43.139" v="17" actId="478"/>
          <ac:spMkLst>
            <pc:docMk/>
            <pc:sldMk cId="1296967232" sldId="411"/>
            <ac:spMk id="18" creationId="{41160A5B-A256-16B7-77C9-51B51A462989}"/>
          </ac:spMkLst>
        </pc:spChg>
      </pc:sldChg>
      <pc:sldChg chg="delSp mod">
        <pc:chgData name="UBAID QURESHI" userId="dd4ae95d8f7c04fe" providerId="LiveId" clId="{AF920071-46B6-4E4C-A6D8-3E93B456AF12}" dt="2025-11-23T04:18:51.196" v="18" actId="478"/>
        <pc:sldMkLst>
          <pc:docMk/>
          <pc:sldMk cId="732567778" sldId="412"/>
        </pc:sldMkLst>
        <pc:spChg chg="del">
          <ac:chgData name="UBAID QURESHI" userId="dd4ae95d8f7c04fe" providerId="LiveId" clId="{AF920071-46B6-4E4C-A6D8-3E93B456AF12}" dt="2025-11-23T04:18:51.196" v="18" actId="478"/>
          <ac:spMkLst>
            <pc:docMk/>
            <pc:sldMk cId="732567778" sldId="412"/>
            <ac:spMk id="7" creationId="{8C175373-A541-ED11-6874-5AEAF6AECFCC}"/>
          </ac:spMkLst>
        </pc:spChg>
        <pc:spChg chg="del">
          <ac:chgData name="UBAID QURESHI" userId="dd4ae95d8f7c04fe" providerId="LiveId" clId="{AF920071-46B6-4E4C-A6D8-3E93B456AF12}" dt="2025-11-23T04:18:51.196" v="18" actId="478"/>
          <ac:spMkLst>
            <pc:docMk/>
            <pc:sldMk cId="732567778" sldId="412"/>
            <ac:spMk id="15" creationId="{AE9A6BB4-B020-F05C-5115-50F06554AA1E}"/>
          </ac:spMkLst>
        </pc:spChg>
        <pc:spChg chg="del">
          <ac:chgData name="UBAID QURESHI" userId="dd4ae95d8f7c04fe" providerId="LiveId" clId="{AF920071-46B6-4E4C-A6D8-3E93B456AF12}" dt="2025-11-23T04:18:51.196" v="18" actId="478"/>
          <ac:spMkLst>
            <pc:docMk/>
            <pc:sldMk cId="732567778" sldId="412"/>
            <ac:spMk id="17" creationId="{E16D2279-BE09-4BF2-CD07-1D16A609E8A1}"/>
          </ac:spMkLst>
        </pc:spChg>
        <pc:spChg chg="del">
          <ac:chgData name="UBAID QURESHI" userId="dd4ae95d8f7c04fe" providerId="LiveId" clId="{AF920071-46B6-4E4C-A6D8-3E93B456AF12}" dt="2025-11-23T04:18:51.196" v="18" actId="478"/>
          <ac:spMkLst>
            <pc:docMk/>
            <pc:sldMk cId="732567778" sldId="412"/>
            <ac:spMk id="18" creationId="{41E788A7-2321-883F-0FD5-199885B5C519}"/>
          </ac:spMkLst>
        </pc:spChg>
      </pc:sldChg>
      <pc:sldChg chg="delSp mod">
        <pc:chgData name="UBAID QURESHI" userId="dd4ae95d8f7c04fe" providerId="LiveId" clId="{AF920071-46B6-4E4C-A6D8-3E93B456AF12}" dt="2025-11-23T04:18:59.237" v="19" actId="478"/>
        <pc:sldMkLst>
          <pc:docMk/>
          <pc:sldMk cId="2625715481" sldId="413"/>
        </pc:sldMkLst>
        <pc:spChg chg="del">
          <ac:chgData name="UBAID QURESHI" userId="dd4ae95d8f7c04fe" providerId="LiveId" clId="{AF920071-46B6-4E4C-A6D8-3E93B456AF12}" dt="2025-11-23T04:18:59.237" v="19" actId="478"/>
          <ac:spMkLst>
            <pc:docMk/>
            <pc:sldMk cId="2625715481" sldId="413"/>
            <ac:spMk id="7" creationId="{310FC3DE-BEFC-F6FE-E2F1-8E296A5D4C13}"/>
          </ac:spMkLst>
        </pc:spChg>
        <pc:spChg chg="del">
          <ac:chgData name="UBAID QURESHI" userId="dd4ae95d8f7c04fe" providerId="LiveId" clId="{AF920071-46B6-4E4C-A6D8-3E93B456AF12}" dt="2025-11-23T04:18:59.237" v="19" actId="478"/>
          <ac:spMkLst>
            <pc:docMk/>
            <pc:sldMk cId="2625715481" sldId="413"/>
            <ac:spMk id="15" creationId="{D1E4A139-0B55-04F7-B34D-46F5893D1953}"/>
          </ac:spMkLst>
        </pc:spChg>
        <pc:spChg chg="del">
          <ac:chgData name="UBAID QURESHI" userId="dd4ae95d8f7c04fe" providerId="LiveId" clId="{AF920071-46B6-4E4C-A6D8-3E93B456AF12}" dt="2025-11-23T04:18:59.237" v="19" actId="478"/>
          <ac:spMkLst>
            <pc:docMk/>
            <pc:sldMk cId="2625715481" sldId="413"/>
            <ac:spMk id="17" creationId="{378B0CF5-47C8-AA6C-7CDC-5A6E934BC70A}"/>
          </ac:spMkLst>
        </pc:spChg>
        <pc:spChg chg="del">
          <ac:chgData name="UBAID QURESHI" userId="dd4ae95d8f7c04fe" providerId="LiveId" clId="{AF920071-46B6-4E4C-A6D8-3E93B456AF12}" dt="2025-11-23T04:18:59.237" v="19" actId="478"/>
          <ac:spMkLst>
            <pc:docMk/>
            <pc:sldMk cId="2625715481" sldId="413"/>
            <ac:spMk id="18" creationId="{5F1131FD-3BE2-B0CA-3AF7-3545F6C2A1C1}"/>
          </ac:spMkLst>
        </pc:spChg>
      </pc:sldChg>
      <pc:sldChg chg="delSp mod">
        <pc:chgData name="UBAID QURESHI" userId="dd4ae95d8f7c04fe" providerId="LiveId" clId="{AF920071-46B6-4E4C-A6D8-3E93B456AF12}" dt="2025-11-23T04:19:09.066" v="20" actId="478"/>
        <pc:sldMkLst>
          <pc:docMk/>
          <pc:sldMk cId="438044666" sldId="414"/>
        </pc:sldMkLst>
        <pc:spChg chg="del">
          <ac:chgData name="UBAID QURESHI" userId="dd4ae95d8f7c04fe" providerId="LiveId" clId="{AF920071-46B6-4E4C-A6D8-3E93B456AF12}" dt="2025-11-23T04:19:09.066" v="20" actId="478"/>
          <ac:spMkLst>
            <pc:docMk/>
            <pc:sldMk cId="438044666" sldId="414"/>
            <ac:spMk id="7" creationId="{A90F1A69-8641-6553-50E2-2EF873063BE6}"/>
          </ac:spMkLst>
        </pc:spChg>
        <pc:spChg chg="del">
          <ac:chgData name="UBAID QURESHI" userId="dd4ae95d8f7c04fe" providerId="LiveId" clId="{AF920071-46B6-4E4C-A6D8-3E93B456AF12}" dt="2025-11-23T04:19:09.066" v="20" actId="478"/>
          <ac:spMkLst>
            <pc:docMk/>
            <pc:sldMk cId="438044666" sldId="414"/>
            <ac:spMk id="15" creationId="{F580CC38-4F2E-2D6B-35D2-922B0A69640D}"/>
          </ac:spMkLst>
        </pc:spChg>
        <pc:spChg chg="del">
          <ac:chgData name="UBAID QURESHI" userId="dd4ae95d8f7c04fe" providerId="LiveId" clId="{AF920071-46B6-4E4C-A6D8-3E93B456AF12}" dt="2025-11-23T04:19:09.066" v="20" actId="478"/>
          <ac:spMkLst>
            <pc:docMk/>
            <pc:sldMk cId="438044666" sldId="414"/>
            <ac:spMk id="17" creationId="{AA2A08C9-061A-FC7C-B951-CF5AF06201A5}"/>
          </ac:spMkLst>
        </pc:spChg>
        <pc:spChg chg="del">
          <ac:chgData name="UBAID QURESHI" userId="dd4ae95d8f7c04fe" providerId="LiveId" clId="{AF920071-46B6-4E4C-A6D8-3E93B456AF12}" dt="2025-11-23T04:19:09.066" v="20" actId="478"/>
          <ac:spMkLst>
            <pc:docMk/>
            <pc:sldMk cId="438044666" sldId="414"/>
            <ac:spMk id="18" creationId="{AB3B493E-986D-E9F3-EA2A-23ECAAEAB7C0}"/>
          </ac:spMkLst>
        </pc:spChg>
      </pc:sldChg>
      <pc:sldChg chg="delSp mod">
        <pc:chgData name="UBAID QURESHI" userId="dd4ae95d8f7c04fe" providerId="LiveId" clId="{AF920071-46B6-4E4C-A6D8-3E93B456AF12}" dt="2025-11-23T04:19:19.272" v="21" actId="478"/>
        <pc:sldMkLst>
          <pc:docMk/>
          <pc:sldMk cId="3104535508" sldId="415"/>
        </pc:sldMkLst>
        <pc:spChg chg="del">
          <ac:chgData name="UBAID QURESHI" userId="dd4ae95d8f7c04fe" providerId="LiveId" clId="{AF920071-46B6-4E4C-A6D8-3E93B456AF12}" dt="2025-11-23T04:19:19.272" v="21" actId="478"/>
          <ac:spMkLst>
            <pc:docMk/>
            <pc:sldMk cId="3104535508" sldId="415"/>
            <ac:spMk id="7" creationId="{527FFEDB-4A76-FAEE-9FD4-46D5074325B6}"/>
          </ac:spMkLst>
        </pc:spChg>
        <pc:spChg chg="del">
          <ac:chgData name="UBAID QURESHI" userId="dd4ae95d8f7c04fe" providerId="LiveId" clId="{AF920071-46B6-4E4C-A6D8-3E93B456AF12}" dt="2025-11-23T04:19:19.272" v="21" actId="478"/>
          <ac:spMkLst>
            <pc:docMk/>
            <pc:sldMk cId="3104535508" sldId="415"/>
            <ac:spMk id="15" creationId="{D104916D-614F-7EBE-79B3-E63697F68256}"/>
          </ac:spMkLst>
        </pc:spChg>
        <pc:spChg chg="del">
          <ac:chgData name="UBAID QURESHI" userId="dd4ae95d8f7c04fe" providerId="LiveId" clId="{AF920071-46B6-4E4C-A6D8-3E93B456AF12}" dt="2025-11-23T04:19:19.272" v="21" actId="478"/>
          <ac:spMkLst>
            <pc:docMk/>
            <pc:sldMk cId="3104535508" sldId="415"/>
            <ac:spMk id="17" creationId="{9CEB674B-F952-B293-0646-2E4D11BB7DD6}"/>
          </ac:spMkLst>
        </pc:spChg>
        <pc:spChg chg="del">
          <ac:chgData name="UBAID QURESHI" userId="dd4ae95d8f7c04fe" providerId="LiveId" clId="{AF920071-46B6-4E4C-A6D8-3E93B456AF12}" dt="2025-11-23T04:19:19.272" v="21" actId="478"/>
          <ac:spMkLst>
            <pc:docMk/>
            <pc:sldMk cId="3104535508" sldId="415"/>
            <ac:spMk id="18" creationId="{B28D0D66-2F70-A9FC-D783-E6FFFC57B1D8}"/>
          </ac:spMkLst>
        </pc:spChg>
      </pc:sldChg>
      <pc:sldChg chg="delSp add mod">
        <pc:chgData name="UBAID QURESHI" userId="dd4ae95d8f7c04fe" providerId="LiveId" clId="{AF920071-46B6-4E4C-A6D8-3E93B456AF12}" dt="2025-11-23T04:17:48.749" v="6" actId="478"/>
        <pc:sldMkLst>
          <pc:docMk/>
          <pc:sldMk cId="3771841636" sldId="416"/>
        </pc:sldMkLst>
        <pc:spChg chg="del">
          <ac:chgData name="UBAID QURESHI" userId="dd4ae95d8f7c04fe" providerId="LiveId" clId="{AF920071-46B6-4E4C-A6D8-3E93B456AF12}" dt="2025-11-23T04:17:48.749" v="6" actId="478"/>
          <ac:spMkLst>
            <pc:docMk/>
            <pc:sldMk cId="3771841636" sldId="416"/>
            <ac:spMk id="7" creationId="{573C4FE9-E096-130A-F6C6-BE9F96765BB3}"/>
          </ac:spMkLst>
        </pc:spChg>
        <pc:spChg chg="del">
          <ac:chgData name="UBAID QURESHI" userId="dd4ae95d8f7c04fe" providerId="LiveId" clId="{AF920071-46B6-4E4C-A6D8-3E93B456AF12}" dt="2025-11-23T04:17:48.749" v="6" actId="478"/>
          <ac:spMkLst>
            <pc:docMk/>
            <pc:sldMk cId="3771841636" sldId="416"/>
            <ac:spMk id="15" creationId="{063F6A84-EADA-991A-2632-5E4CE6EA5568}"/>
          </ac:spMkLst>
        </pc:spChg>
        <pc:spChg chg="del">
          <ac:chgData name="UBAID QURESHI" userId="dd4ae95d8f7c04fe" providerId="LiveId" clId="{AF920071-46B6-4E4C-A6D8-3E93B456AF12}" dt="2025-11-23T04:17:48.749" v="6" actId="478"/>
          <ac:spMkLst>
            <pc:docMk/>
            <pc:sldMk cId="3771841636" sldId="416"/>
            <ac:spMk id="17" creationId="{1163C456-E4FB-5EDE-F275-E0179F76E4DB}"/>
          </ac:spMkLst>
        </pc:spChg>
        <pc:spChg chg="del">
          <ac:chgData name="UBAID QURESHI" userId="dd4ae95d8f7c04fe" providerId="LiveId" clId="{AF920071-46B6-4E4C-A6D8-3E93B456AF12}" dt="2025-11-23T04:17:48.749" v="6" actId="478"/>
          <ac:spMkLst>
            <pc:docMk/>
            <pc:sldMk cId="3771841636" sldId="416"/>
            <ac:spMk id="18" creationId="{93EDD7F1-3522-58BD-7AF2-57F66EC135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49EC8-B29A-4AA0-922E-021182A7231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94B94-D581-4236-A9F5-BE1CBA791F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370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1FA0-9A59-8D71-2D0E-E6C931E6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69511-566F-F26E-EFCE-0B32AD3E5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35F03-0680-C769-429D-74D132936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E4A8-E938-8C80-B3F7-11FD3919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342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22976-DC81-331D-BA6C-9A4E3EC3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C677E-4374-EB06-EBFA-6A316AC5A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65CA5-9980-298D-2553-B0FD5230D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FEE25-05D7-E902-86FA-BC1FACE86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295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7457-DD6A-EAAD-E372-3D0773FA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B26DA-E0A1-EB19-428B-3CC17D916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B7506-8022-E4C7-BD4F-F93F0B177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CBD38-7F57-0A01-1D3B-7A70A46C9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858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0BA01-0A71-9C30-70E8-EBE5CC11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381EC-FBA5-10A5-7685-333B212AD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8B8FE-C4AF-3B7B-716A-3ADCAE9C7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00CB7-A350-01D0-0F60-79463E521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70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D1C1-4D02-FCC1-BF05-20E66C41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2A28E-86AC-D7FB-ED7B-654CF2099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4CEEA-233A-2565-1FCA-34E06BE71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FB93E-F46E-2896-10E0-667C26B92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65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9E52-E19C-4ECC-EB11-2B6E601CA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9DF4A-4D9F-8542-CFF0-76A5FD3A1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11F72-5425-D918-A052-8FEFD18FE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5AD36-678F-A7A8-255F-CD11184C4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32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587A-2CD7-8C82-94CC-5D70B827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F48FA-6775-C1D6-DE25-77CF31422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2BCAB-94A9-D751-1F2C-0C3BF8BED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62533-A74F-90EC-89FB-C508D90B0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727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86F73-1F32-53E4-113E-72870DF7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A041D-2065-0F67-BA38-35D068689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239CC-5BA0-F4F9-414F-C280E8906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B598E-4512-FDEE-331B-DD048601D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585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C86C-F8C8-F1C1-83CB-C440E84E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89448-3115-7A7D-916E-1CF08227D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FD25B-080E-3248-FB49-7BC668A74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6BC75-D3CF-092A-370F-F1A61DE4D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08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0F01C-5F1A-9198-62C0-A44F7F13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8C6F9-A44B-4E79-F1A7-FABC8EFDD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213C5-E2AA-AA51-0DE1-AEB4EF238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66F10-FC18-1A23-6757-DF972605A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637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7FD9-30DE-9144-0643-C7AA539D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E18E9-CC7A-161F-BA52-EC762B826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FD184-0A33-B01D-EBE4-0F0F9C2E7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Time </a:t>
            </a:r>
            <a:r>
              <a:rPr lang="en-IN" dirty="0" err="1"/>
              <a:t>complexi</a:t>
            </a:r>
            <a:r>
              <a:rPr lang="en-IN" dirty="0"/>
              <a:t> is 0(n) because it is the worst case to find the temp in each node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8DA53-04DF-BE3F-8BB5-7481DFCC4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689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A875-6DBE-EF71-FEFE-C220BE65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78A18-26B7-9937-354C-353A90BA2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8554D-8D4C-6A94-5BAE-BA0F07DA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0BDB9-4300-AEC6-5359-B3F34733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3D0B3-C6B8-C113-741A-888C3703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29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C8B2-D6F9-9CA0-0C11-91707DD5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6A783-3891-AB3D-CEE8-01B524D5E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BBD6B-E133-E989-6890-749F9ABD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7584F-690D-1540-AC82-BC5A5B97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2FDC2-8A4E-1159-1CB1-523F23D9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6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CBF7-5E53-F4F2-E512-CFDFAA70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1B934-85F4-4EFC-E910-80E91DD88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BC137-2365-16C5-8C9A-EAF79A6D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B27DD-31CC-F3B0-B3E1-C30CAA2B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E9B7E-FF88-DE4A-3416-5466F34F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50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4621-FB0D-2C6C-5C66-031B20DF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8E049-F807-353E-4177-FB0BAF1F4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84822-EC91-7ED6-CEFA-D79002825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44CAE-C1B4-D570-CC9F-8C6E106F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237EE-87C5-AE28-534E-FF090BCB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09474-3835-D7E7-1215-AC302BA1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44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FB96-02DD-DB53-797A-F843FFE5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AC43B-6C1B-CB15-CF01-6FFD08480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5AECD-BDFB-9DAE-0190-2C2138DF2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0F0ED-BF07-E40C-3FF7-781E4A8C0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4C8384-D4C3-0864-80A1-1FD9D5327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8CC93-9431-3161-9578-5DAAB1E5C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0E1C89-5153-82D8-ACC5-0AF36B321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63F19-621B-FAA2-2FD9-33EA11E7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689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CEA6-60F8-87C8-B05C-475C006A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E33E0-5A39-A964-EDF7-06844DD8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2833D-F20D-919F-1E70-39313963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101A5-2382-1934-2E6C-25837433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32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5319A5-430F-FFC2-23AE-D348F63DC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5C822-B40C-C689-68A2-A0F6EEDC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BF4FB-0762-1370-6C45-46F7C9FD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37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C5CC-CE04-B396-2E81-0330F996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527EE-9FF4-C926-2B33-1650EA9EA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8885B-4624-DCB2-0A97-855980FDA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557FA-1D23-193E-87B3-E330711F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51E9A-809B-D7E4-B085-A00138FCB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C97AD-5C96-7A28-4458-9A200744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5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2656-D0CA-3B2C-E29E-DF5B819F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7551D6-42A2-C82A-432D-E2DD27C93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C879A-616D-9014-4ADE-CC42E36E4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DF849-93D3-C93B-53DA-EBDB1428B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B9FC6-7D83-CC2F-9E46-D738099E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7D367-AC7F-1FF9-18F1-58623DFD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483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3291-64C2-16C6-DEB9-70495B7B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1235C-A4E2-F032-66CA-26330E731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1EC3-CCFC-36A1-1E54-6DA91FA1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939BC-B219-08E9-88FC-441134FE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3E2BF-C80D-B863-90A5-62EBEDDE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56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267BE-9095-E277-5792-9B7B75D55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600D1-E4A9-C1B3-67BE-A8475DBAD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E48A9-D367-5CBC-174C-D3620E2C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31DC-5C94-EF0C-D0DA-B451E6D5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6E587-FDAB-286D-48D3-055A2CF4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525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CE6D4-3C71-E756-9B14-027790FF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68900-9193-15DB-86E7-C0E52251F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B8B7A-FC03-4856-B8B8-8A64CA286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82CDC-9879-4F12-9A07-0D4976597F34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7322-DA3B-76FA-7633-B3A6EC87C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33D79-B6CC-BABD-FA3F-20F423281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EA8DA-B663-475A-BFDE-7A8CB004E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86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8070-79A5-E3B4-523D-F92B9045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E5299-C83A-A32B-8E1B-6964A1CC97A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A65349-6BE1-9052-97A0-297E5AFCC7B1}"/>
              </a:ext>
            </a:extLst>
          </p:cNvPr>
          <p:cNvSpPr txBox="1"/>
          <p:nvPr/>
        </p:nvSpPr>
        <p:spPr>
          <a:xfrm>
            <a:off x="1988820" y="2924278"/>
            <a:ext cx="82143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accent4"/>
                </a:solidFill>
              </a:rPr>
              <a:t>Insert at the End</a:t>
            </a:r>
            <a:endParaRPr lang="en-IN" sz="66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67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17BE-2BE3-99BC-30AF-7CA72172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16C1B5-F85C-F67B-8C66-362C7153437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0CF5B8-770A-A0DD-4EB7-901602AAABD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EB01960-610F-838E-125C-4DF403147207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D2A9B5-FAEF-91E0-B150-AC21EB64167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A67EFC-E933-A929-C258-197FFAFE655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7179B8-2327-6A6D-D17E-30C2C42EAA9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E4A1A4-E557-DC8E-6CBA-2F247C18FE6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4F0B78-CBCB-D361-C815-A7713793E2B0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B1BCB2-3B57-DFB1-51A2-6E52545C2A72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0D10F8-D7BF-BED7-8A81-3A827E0C248F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D6715C-D8DD-8DAB-BAF2-F23B0C0C0C5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6A319D-5710-1E1C-B3EF-6301D82092E1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C3BDD3-BA0D-C466-1DD5-F301EAA2667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9764BB0-8DFE-E505-2D59-147C8F42733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9D1712-9086-4AD0-CAFE-9F4B66FC7B07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37718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CF53-37AC-6042-D898-D91222ED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9C05BF-8EFC-9A3C-351A-3BAD0F6F94B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CF092D-EC0B-37C7-8640-57C9C4B2AD2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92EBDE6-B837-B2C0-AAE5-8155A50F9399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49C3A6-CC82-600B-AD4D-542F2B205CC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D7FA33-D8EA-D516-D19F-C587D256226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373B17-6469-7EB8-9925-16F9210751C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1D7D8D-BBFB-B4D1-1CEA-97B1B0FD172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E1DD64F-DA02-3E42-A28A-BABD46E75C9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9E9727-F290-EF3F-A2E9-FEF1D7B9E8D0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4F9D86-26F8-0E84-67B2-D1DFCF5B13A1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E07A89-E2C9-634D-423F-EE612C63B1C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4CEC01-E3DD-F2F2-2014-B77FC27F4366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235E0B-22B8-A0AC-E992-635F3A1B869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CE09037-AAD5-DFF3-459B-E550D466BD97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3284E-23E7-9DE7-36D3-E3B70ABFECFE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305FA4D-A252-E5F1-A23B-B9FE60437CD9}"/>
              </a:ext>
            </a:extLst>
          </p:cNvPr>
          <p:cNvGraphicFramePr>
            <a:graphicFrameLocks noGrp="1"/>
          </p:cNvGraphicFramePr>
          <p:nvPr/>
        </p:nvGraphicFramePr>
        <p:xfrm>
          <a:off x="7585446" y="35873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90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F50F-73CB-0E94-6CEC-77A8A56F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63F4BF-A062-5C65-1357-F31992890CB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CA8ED0-4B02-20E0-D719-339F173ACC0F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219CB0D-EE91-AB2B-5774-7ABB693E32C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66D964-38CF-DA12-D911-93D5BE26703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A90216-43C1-B0FD-1256-FA031E5478D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C8247D-4444-152E-6F8F-E924B95B41C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552743-DF33-B911-6D84-7E2292A7946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EBAE8A-3E7C-38C5-B4D5-48B36335131E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0735FC-410A-7971-1CDB-0CEE7D539071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D1E4D3-3074-2B5C-9436-FEF2A67E4643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3E161C-8C49-EC08-A935-1B5928F3F55E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18EAC2-C8CC-A680-9411-538B22E771CA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2FBFD5-B218-0FD4-2B9A-165835DCF57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BD4499-A2EC-E018-8D9A-6D485E8BC37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D4A624-53F9-BAF9-D7E3-D359854B11A9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7035507-AA9A-0510-EEDB-DDEFD03A4B3C}"/>
              </a:ext>
            </a:extLst>
          </p:cNvPr>
          <p:cNvGraphicFramePr>
            <a:graphicFrameLocks noGrp="1"/>
          </p:cNvGraphicFramePr>
          <p:nvPr/>
        </p:nvGraphicFramePr>
        <p:xfrm>
          <a:off x="7585446" y="35873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BC5EDD4-D881-EA8E-C1D3-EA94FA01D0FB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1777215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46209-0884-7018-D1BD-B805231E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102C0F-5B75-5308-8499-5C5E2F94E3C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68D1CB-2F1D-4777-01DD-A33ADD3C0014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02B63EA-4594-D801-A017-BFAA9BA4D356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FF4A4E-089E-B068-37BB-B8C37E3825B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30E462-7581-1432-FBB3-E74B8AC03E5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C3816F-62A1-2281-6346-9B1E5FE2C2FE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F114D8-8859-0E34-F595-E9769CDD9B9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C07448-4A46-E35F-2CF4-419DE5F7DA3F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DF30DE-00E2-C98B-02C8-3EB603794A87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6A62FD-3D9C-D2D9-313D-2732FE970B9F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025D90-7472-E0E2-7D45-B2E3881066F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71AA1B-3624-B3B6-9E2E-BF13E19810EC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A9588B-F52E-5DCA-1D2E-2523E78C929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79D8173-EF23-E4C6-69FF-988FBAD0622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D13D9-DC3A-A190-A167-5DA7A2F0801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13E8C99-419B-D131-E79A-A038A4F58286}"/>
              </a:ext>
            </a:extLst>
          </p:cNvPr>
          <p:cNvGraphicFramePr>
            <a:graphicFrameLocks noGrp="1"/>
          </p:cNvGraphicFramePr>
          <p:nvPr/>
        </p:nvGraphicFramePr>
        <p:xfrm>
          <a:off x="7585446" y="358736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B495654-FE0E-3BE6-5794-4453452F4F8B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BD9692-D0DC-BA26-F7D7-ECC2DB9708CE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374579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1AB0F-0835-5D2B-36BC-1E090C37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3C62DC-396D-54DD-4F09-A99A34C31BA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38CAA1-44FF-5303-7428-F18488DA0514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973E3F7-5CA1-3A1A-3C28-82C1EEEE97EB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B85F08-5CFD-D67A-0EAE-9A8C3146A44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6DCC5F-93C9-F92A-84FB-9AAD32A75E5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0B2AAD-98D8-5B44-E13A-27F546E4216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9D6879-3070-2A5D-BBD6-F33C2EBBD9C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08E18C-3052-ACFD-CB74-B2C37DAF0855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3F180D-562C-045A-1824-CA88DC922DDD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0B56E8-3938-5420-EEF0-3300BDDA72CA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57720D-2DB1-BB3B-5A40-FD1840F6012F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2C8777-E239-EFEE-605F-FDB7D9CBAFA2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40206B-69A0-4EB2-4E50-67AACE4EE92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0458A4-9391-23F5-9A4E-BECB616174F2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E56BDD-4710-0E91-7C09-8879235933C8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4DCA344-13E5-1CD9-BE20-BC8F8E235C12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00AD365-5498-957A-DE37-6C5E2AE2B773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E07D63-5125-0607-D971-D690B0057D1D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0DFB71-9499-5782-0025-9151639B57F9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</p:spTree>
    <p:extLst>
      <p:ext uri="{BB962C8B-B14F-4D97-AF65-F5344CB8AC3E}">
        <p14:creationId xmlns:p14="http://schemas.microsoft.com/office/powerpoint/2010/main" val="2800565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370A-4C39-673C-A4FF-FB0330E0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C62FB1-C176-D588-4757-1D9A753E357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3AEF15-855B-E912-794A-A4467A6559C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B214DE7-EB65-490A-B259-6443E607BFEE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529E69-B951-3F2B-2473-E90E572F411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BE6457-F2E5-9FF0-272D-AA84772E798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2BF897-BE0E-45CF-B067-F85802003C8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61E478-3E70-50E2-3AC1-A4656A115380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F7C605-5E3E-5978-5A92-6CDD59B196CB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9989FB-0898-F718-3FC2-FCA907427CF9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C77A6D-B594-C82B-5A98-945A0D9F7A2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F8F6C7-7976-5C72-AD5A-9D3816A3D4AA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275A2E-E325-91B3-1C95-291AF04CD15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1B4F4C-7308-0D6E-9507-DBB5D64F8059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EAD025-ADCB-D68F-5FCB-D641F4EAD65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523835-2E60-85E7-9722-8DF2F6049E9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F3B8877-CC7C-6F57-479E-1A5EA189F849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4FAE517-538E-D7A1-95EC-A6EBE63C8D11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FDFDC5-EC63-CD28-661E-E96CA558C941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815590-78EF-B9A8-C966-3E106F363964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E40462-FBC1-5469-D61C-9B04C8BF98A4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</p:spTree>
    <p:extLst>
      <p:ext uri="{BB962C8B-B14F-4D97-AF65-F5344CB8AC3E}">
        <p14:creationId xmlns:p14="http://schemas.microsoft.com/office/powerpoint/2010/main" val="129696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B905-9D4D-B6D5-1117-AAC94BC5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10B7B5-C5C4-E74B-88F7-757D9806C47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31A996-C874-AD95-45C3-329AC15A0FA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B33B788-239F-4EAE-172C-A4B55CC31B0F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7CCF2F-A923-85F0-36F7-DA454D227A6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F3B24F-105B-F424-A327-46B760CC1E0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A63241-F22A-511F-B363-987EED0FBE7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F9F103-7613-F877-3461-C35224E2619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C8DC24-5BFB-EB7C-AE57-5BA3BA3942C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53CD36-5317-D04F-25E2-B31F5FDC4141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3FB0C6-6C98-B0E3-B2AB-D75A2812ADC1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003AEB-F8D5-DE98-A54E-3D54B53F36D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0D85EAF-FE69-3DC2-E377-747A50D319B2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6AF834-709B-95F0-1F3B-DC9674B5E0B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6EC40F-9967-3087-11F4-A81F176CAA4A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E37F2C0-E0F2-CECD-13E8-95BD244FBA07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AA61B09-2C21-B184-E92B-C14750F4CD1C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43DD6E-7EE0-95FC-3EB8-88FEC294C1A4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BF1D54-50CB-F6D7-F509-AB3C4CAC11BD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A44F54-806A-4ED1-E290-6914C532ED7E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56208F-CB05-D3F1-1805-C1FF7C9DEB52}"/>
              </a:ext>
            </a:extLst>
          </p:cNvPr>
          <p:cNvCxnSpPr>
            <a:cxnSpLocks/>
          </p:cNvCxnSpPr>
          <p:nvPr/>
        </p:nvCxnSpPr>
        <p:spPr>
          <a:xfrm>
            <a:off x="9906000" y="2589565"/>
            <a:ext cx="0" cy="8851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567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A6D56-F73F-31EF-13B6-7518B34D8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FD318A-F77A-C8D3-BDD8-1385A447796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8E76C5-8433-2D53-37DC-8D6EF13C8ED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3F33631-4C83-78DA-B0A8-1244965D809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D58504-39F4-0A8B-D3FD-C6D79C34540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785A23-3B6D-5F6E-6AA6-D5553EB3B0A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4C8B14-2B56-34AC-DF67-CDF1C54CCFC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89A9D8-EF90-4AE6-9231-F72450D8780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9FFF5B-4E70-E094-44B4-2F2968F9B78C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51A3B7-1EFB-4328-1AAC-6C28C7499E1B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D2E56B-4E64-7268-A695-F415580AAB77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C6A725-7DF5-9C74-BC37-512F797C6EC8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2BB29D-0607-86A9-DAEF-F6E816B0E52E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5D37C1-2124-03C2-5410-4ED8D36ADAE7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9BA5E3-FA37-45AB-9DC0-8CE3A8120A64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D5E099C-FB16-220F-3D04-1B6D895EE5AE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BE647362-AF41-9188-8FB3-7C0E38D8FB73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9D938-75F1-5B82-C29F-9FA519F45397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034EB-8F7C-BBB9-9D87-479C5126042D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A3A0A-36CA-8508-BBBD-B48D3B43199B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46A030-63E9-720E-7F71-4BBA9250D35D}"/>
              </a:ext>
            </a:extLst>
          </p:cNvPr>
          <p:cNvCxnSpPr>
            <a:cxnSpLocks/>
          </p:cNvCxnSpPr>
          <p:nvPr/>
        </p:nvCxnSpPr>
        <p:spPr>
          <a:xfrm>
            <a:off x="9906000" y="2589565"/>
            <a:ext cx="0" cy="8851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639E3E3-24DB-9982-02E2-74CBB6DBD67D}"/>
              </a:ext>
            </a:extLst>
          </p:cNvPr>
          <p:cNvSpPr txBox="1"/>
          <p:nvPr/>
        </p:nvSpPr>
        <p:spPr>
          <a:xfrm>
            <a:off x="5931060" y="6718013"/>
            <a:ext cx="3379494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New Node  =  </a:t>
            </a:r>
            <a:r>
              <a:rPr lang="en-US" sz="2400" b="1" dirty="0">
                <a:solidFill>
                  <a:schemeClr val="bg1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625715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34D6-41C8-7125-C69C-AAEA5EBA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E6FD3A-37B1-6EB9-D6AC-5DA1E26417D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283BAB-EB23-957A-6747-115A00B99FA0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BA49B20-9E12-C468-C182-E1A467DB5E15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E27AD5-EFF4-D706-B7CB-B76B19E5B30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B82A59-6B4F-CBBF-9A27-31ED5653E100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BE782B-497B-7CAA-666F-FE6A7FC8662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BD22F5-4955-2888-510B-70FE7472CEC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712D5B-B355-B0FB-760F-194DF99EFF4E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824655-6D89-F72B-6C47-31BA02BBA64F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A15A7D-2115-2A46-2B94-50679DC9E1DB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23DC2E-4AEE-A194-57C2-74CA4C84300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1715F6-5DB6-0ACC-21A1-99EBD7812BE3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F9C9F0-8A0E-78E1-D08D-800DEAD2BBD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8BF9A9-D5B2-D6E2-6BDF-9B51EC72977D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6FD9221-BFB3-DEF1-249E-409EA7188C39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31C0A26-BD19-B270-6612-F836EE3B2021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04E8D9-4880-43F0-F47E-CA6DAA839D99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D9D94B-203F-7169-D697-1EAE18B86953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BCE505-812A-7599-E666-44761DD59568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F6F5A0-B624-AB9A-7BF6-4434ABF422AF}"/>
              </a:ext>
            </a:extLst>
          </p:cNvPr>
          <p:cNvCxnSpPr>
            <a:cxnSpLocks/>
          </p:cNvCxnSpPr>
          <p:nvPr/>
        </p:nvCxnSpPr>
        <p:spPr>
          <a:xfrm>
            <a:off x="9906000" y="2589565"/>
            <a:ext cx="0" cy="8851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24846BC-3978-7912-AC7A-3757DC15F179}"/>
              </a:ext>
            </a:extLst>
          </p:cNvPr>
          <p:cNvSpPr txBox="1"/>
          <p:nvPr/>
        </p:nvSpPr>
        <p:spPr>
          <a:xfrm>
            <a:off x="5931060" y="6718013"/>
            <a:ext cx="3379494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New Node  =  </a:t>
            </a:r>
            <a:r>
              <a:rPr lang="en-US" sz="2400" b="1" dirty="0">
                <a:solidFill>
                  <a:schemeClr val="bg1"/>
                </a:solidFill>
              </a:rPr>
              <a:t>NULL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D7775B-7F5D-7009-3FC0-E49DF6006A99}"/>
              </a:ext>
            </a:extLst>
          </p:cNvPr>
          <p:cNvCxnSpPr>
            <a:cxnSpLocks/>
          </p:cNvCxnSpPr>
          <p:nvPr/>
        </p:nvCxnSpPr>
        <p:spPr>
          <a:xfrm flipV="1">
            <a:off x="10975500" y="2685861"/>
            <a:ext cx="0" cy="9400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04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E2DD-C7D8-F980-982F-2B2D11D5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0A7687-3C10-4CDD-BDDE-03F7859EEF3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621691-40EE-6BFF-08AD-B7A46DA7279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8A2B563-F3F4-1599-B67A-571A5A1E5E6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B30408-3093-0791-5AE8-45C4A32F825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3F5D30-29ED-FD5E-B7A6-0AA1386CE40E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1C9D9A-0E18-553B-B17C-ED822F7B88C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9096F9-FE84-AF99-9E70-6BB9AB6A069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761D5B-8F65-121F-2B09-8F0FBD541F81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A84227-7920-51BB-9071-E90D1AA16AE1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BAE601-E4BC-7801-664D-EB51462C279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0ABA0A-B699-F4CB-0FE1-CB456762F581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D1D95AA-069F-CA66-57C9-7B82252F2D03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1FCE52-A6F8-9820-60E4-DBE779EF593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98EDD-EDC6-6F68-CE11-6E74EAE5FA5C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3AB97AB-A640-A043-0FC2-3A949A05C1F3}"/>
              </a:ext>
            </a:extLst>
          </p:cNvPr>
          <p:cNvGraphicFramePr>
            <a:graphicFrameLocks noGrp="1"/>
          </p:cNvGraphicFramePr>
          <p:nvPr/>
        </p:nvGraphicFramePr>
        <p:xfrm>
          <a:off x="9795246" y="3357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A82E6BD-620E-F508-6436-7D0817959F96}"/>
              </a:ext>
            </a:extLst>
          </p:cNvPr>
          <p:cNvSpPr txBox="1"/>
          <p:nvPr/>
        </p:nvSpPr>
        <p:spPr>
          <a:xfrm>
            <a:off x="6096000" y="4614100"/>
            <a:ext cx="7327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while ( </a:t>
            </a:r>
            <a:r>
              <a:rPr lang="en-US" sz="2400" b="1" dirty="0">
                <a:solidFill>
                  <a:schemeClr val="accent2"/>
                </a:solidFill>
              </a:rPr>
              <a:t>temp -&gt; next  != NULL </a:t>
            </a:r>
            <a:r>
              <a:rPr lang="en-US" sz="2400" b="1" dirty="0">
                <a:solidFill>
                  <a:srgbClr val="7030A0"/>
                </a:solidFill>
              </a:rPr>
              <a:t>) {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           temp = temp -&gt; next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2AF4D-11B7-BD98-A264-CBADF01ADF94}"/>
              </a:ext>
            </a:extLst>
          </p:cNvPr>
          <p:cNvSpPr txBox="1"/>
          <p:nvPr/>
        </p:nvSpPr>
        <p:spPr>
          <a:xfrm>
            <a:off x="9310554" y="1639421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5DB774-3824-9808-E3EB-2043EDD0E07E}"/>
              </a:ext>
            </a:extLst>
          </p:cNvPr>
          <p:cNvSpPr txBox="1"/>
          <p:nvPr/>
        </p:nvSpPr>
        <p:spPr>
          <a:xfrm>
            <a:off x="5945791" y="5849259"/>
            <a:ext cx="2456324" cy="47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26FB3F-E3A7-D724-A4E2-6F8C6D65A31E}"/>
              </a:ext>
            </a:extLst>
          </p:cNvPr>
          <p:cNvSpPr txBox="1"/>
          <p:nvPr/>
        </p:nvSpPr>
        <p:spPr>
          <a:xfrm>
            <a:off x="7683660" y="5879812"/>
            <a:ext cx="2191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New Node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6E70EC-252F-7138-4EB8-CD592CC5EA8A}"/>
              </a:ext>
            </a:extLst>
          </p:cNvPr>
          <p:cNvCxnSpPr>
            <a:cxnSpLocks/>
          </p:cNvCxnSpPr>
          <p:nvPr/>
        </p:nvCxnSpPr>
        <p:spPr>
          <a:xfrm>
            <a:off x="9906000" y="2589565"/>
            <a:ext cx="0" cy="8851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0108C7-D2CB-45A5-3ABD-BF2FB83038CD}"/>
              </a:ext>
            </a:extLst>
          </p:cNvPr>
          <p:cNvSpPr txBox="1"/>
          <p:nvPr/>
        </p:nvSpPr>
        <p:spPr>
          <a:xfrm>
            <a:off x="5931060" y="6718013"/>
            <a:ext cx="3379494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New Node  =  </a:t>
            </a:r>
            <a:r>
              <a:rPr lang="en-US" sz="2400" b="1" dirty="0">
                <a:solidFill>
                  <a:schemeClr val="bg1"/>
                </a:solidFill>
              </a:rPr>
              <a:t>NULL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24BD01-697F-F85B-F29F-960186C10B5F}"/>
              </a:ext>
            </a:extLst>
          </p:cNvPr>
          <p:cNvCxnSpPr>
            <a:cxnSpLocks/>
          </p:cNvCxnSpPr>
          <p:nvPr/>
        </p:nvCxnSpPr>
        <p:spPr>
          <a:xfrm flipV="1">
            <a:off x="10975500" y="2685861"/>
            <a:ext cx="0" cy="9400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53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594</Words>
  <Application>Microsoft Office PowerPoint</Application>
  <PresentationFormat>Widescreen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2025-11-23T03:51:05Z</dcterms:created>
  <dcterms:modified xsi:type="dcterms:W3CDTF">2025-11-23T04:19:23Z</dcterms:modified>
</cp:coreProperties>
</file>