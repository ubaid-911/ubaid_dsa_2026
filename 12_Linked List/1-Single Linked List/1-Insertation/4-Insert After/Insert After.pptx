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16" r:id="rId2"/>
    <p:sldId id="427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FD8EA-EB5B-4D59-BB55-FC5C52A95D4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A96B4-71AC-4A20-9B22-AB81AEBAD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9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8CFD-2315-0A0B-25AC-0FC697CE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DDFF8-6CEE-5481-725A-A7B35BD6C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08E29-4DCA-05A2-9EE7-52E028F74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02974-A6EB-4965-4565-70285E760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188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1B15-BD83-FB67-ABF4-DF25651F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79E5E-E320-02F6-73A1-90EFDD9E1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D9749-4E47-E7BF-B1A3-7FA0FC175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1A090-716F-62EE-CEA2-459C4126A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872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051C-CD9E-832A-BD14-32FCEAD37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3EAC9-F2E5-6BD3-0C50-F9417F9AC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7D44-FCC2-1527-871C-C19FCBC7B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73696-2E59-E60B-0C2B-91C7321D7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28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5729-D771-BF8C-D992-38E11B8F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286F8-4BCB-22AB-7794-D5F9014B1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F27E7-EF32-8BBE-15A7-F976FD3A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6E2B7-EF27-C91F-37C6-35717AD7D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489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43FD7-0C3F-B2D3-44A2-F174CEF0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EE3BB-4A7A-DE54-D0DF-078BCC3AB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FD239-26E8-3D89-7CC0-8E021AD7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EEBBF-F1BE-4848-6243-D85FEE5EE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98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16C8-7517-9E5B-1ED5-CFD309C4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F7975-EE99-5E5E-9F26-A24309E6A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970CA-F890-1291-DD7C-86BFD8E18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FADC8-6543-38E0-2B2B-244F13B03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153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0D91-1A96-B475-3184-82163C85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85191-2D9D-184D-23DF-052471E67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41F62-B6E1-51B6-4EE7-2C7F592E7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350CA-0ED5-8390-0731-220E5C54E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83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3C5F5-D07B-350A-2556-489F1E99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8334C-E795-33CF-51F9-E2B0F6B4C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4916C-40A7-9E95-19A6-B237C9B07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5F149-1EC6-D6D4-E809-573B519D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92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BD991-A97B-ABF4-348F-0A7C3040E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CC01A-63F3-14E2-2A0C-2620CB772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52904-A3B4-B612-7896-C591609BE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3DF4C-284C-B796-3A2E-3286713CE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733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38C5-4684-A460-17FD-54350CDC2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30217-7F67-7589-68F3-73A8B7DF0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FF417-D1D6-D1A4-9343-69E54C3B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29542-8994-A47C-E1A1-CFB600E9C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29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5F6B-C998-DE00-558B-80CE94CC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B4AD6-CC4C-4A20-60D0-174A28D57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19006-E4E1-F941-CCF9-EB053610A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Time </a:t>
            </a:r>
            <a:r>
              <a:rPr lang="en-IN" dirty="0" err="1"/>
              <a:t>complexi</a:t>
            </a:r>
            <a:r>
              <a:rPr lang="en-IN" dirty="0"/>
              <a:t> is 0(1) because we don’t want to work means there is no need to see each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597C1-447F-E93B-952D-2FFE568C3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45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39D4-81D2-B2C2-CC72-7E07FB5C5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E2EE8-2B22-CB8D-4690-4F9B7BF46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A809D-8645-9809-BBDA-CBB4C993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EB36C-B311-7129-8653-B26FD615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5B8F8-EBAC-8BA5-4123-4A423608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85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A4EA-5FEE-BD44-50E4-D0D523A0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D119-B917-32CD-F8AF-90B782B07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B13F4-4E83-490C-0386-63655D2D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BEE32-914E-FC62-EA5A-ACB80686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86EB-C69F-0CD7-646E-79A254F2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0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9D89-B2A5-D635-E6A0-4ACDC59A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508B9-0DEB-9A01-BB88-6F1E458B8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F6B9-53E1-42B8-7D8C-403F95FA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A3FD9-ADDF-99EB-ECCA-8BD0CFD6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7C5FF-736F-2C8C-6E41-47F11738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21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421B9-9942-5D0D-91B6-17B41FD1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D8A7-90FD-7896-C137-AF470BF23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220DA-4216-CD40-8481-BEDB88459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231A-4946-1FC9-C0B3-7D9BC71A4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7D5E0-50D3-4722-2544-8849C2CE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D02A-E6DA-0446-263D-4DA24CA9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2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AD05-F0C0-D5DE-3510-3F460513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D3F9D-CDE3-091A-4CDB-CBF96D408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F801DA-9CCC-7101-0758-6F99F4257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A8763-6EDF-5FA1-FED4-8CC8FC414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2CF8B-9433-DD9F-508A-F85279AAC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39E8B4-32EF-A88F-07E6-80C633B78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606E4-AA1A-D2B6-3594-F54994AD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BB793-458E-C921-9121-08FD287B1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00B6-6625-6937-512B-AB357422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D93FE5-726C-A720-D80A-475AA49E6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4EC4DC-ADF3-443C-3FA0-FB194A85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49248-4778-E12B-6656-7F6B8EEC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29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60A-A424-120B-0994-0079F5B77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BED86-74F6-F8FB-E9EC-26D344DE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99A7C-D2B6-5834-1860-C27FF12B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2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BE80-EC44-ACA7-1657-F80EF81A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5BAF-B7A2-C3EA-F8FF-C6451375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63F48-8990-AF4F-EABF-135AD3FFD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71261-3D74-CCD8-17B0-AEE203F3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9C711-B26F-E7E7-DBCD-588B06CC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65BE-C1B3-BB31-3E3F-CEFC2255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34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FC0F-C503-87A7-899B-53DC4872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1D0AA-4FC7-3BF9-F5E5-3C76AC2364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2B270-F100-F943-F65B-38A23CAF1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CEA1E-095E-7025-3335-5B4A51C3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02CBD-0FF9-06BA-1AF1-491804E7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1A675-441E-DF60-9371-BEFC3D84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82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D73C4-70B6-EB58-E03B-FA41F5F7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37247-23A4-ED1F-933D-7861EFACF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2EDFE-028B-9C91-5295-E0B74218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426A8-C357-31D1-8610-A2D4EB09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07E8B-C59C-C16E-B9CB-EE205E7C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6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46A3E7-628F-71C9-E431-3F4676F11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B51CB-8E10-F936-D482-56841E5AB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B6206-EB60-1E7C-706D-FBDF8393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BB652-DE62-CB0A-1F75-26050280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C692-A43A-CEDC-2BA7-87EF76DE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6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E3667F-361B-5740-9062-AED69FE81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A6611-D180-B3EB-89AF-D55994013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AB324-2DAA-03D6-46EC-BF2C55592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1621E-6254-45BF-A71B-8DBDD4AB28EF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1C259-340A-B9ED-204A-02D170387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F33FC-D735-AB67-9606-F06BB0FF3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679AE-362E-419C-B047-06B891931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405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3326612" y="2828835"/>
            <a:ext cx="50368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</a:rPr>
              <a:t>Insert After</a:t>
            </a:r>
            <a:endParaRPr lang="en-IN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4D8F-9945-3134-D728-215CCE9F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9C7F80-60D7-6E00-E391-D8E36E6BAE5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129BB6C-F461-367B-CE24-F4F306DE1CA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C5C61A6-63EA-6DDC-6740-D775B8DDA0BD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29DA5-ABF7-E0F5-C20E-351916FE3CF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E136F8-CF63-8F05-6078-A3724999DC8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FF583C-35C7-F3DC-70CD-433C65C90C7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0D9F31-40C9-E24B-5055-41A35FAA5BE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81F7A4-FDCB-5D70-606A-88759DF34E13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A54B29-D032-7893-2FA0-800C06E41247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1CA017-07C8-1DC5-0E84-B99DC4699207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5D385C-FC75-CDEE-2A52-31147E630F6C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A6D8FF-15A5-92CE-1B0B-FB4591C1EE84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B3E22-560E-47E3-06FF-AAF88D59180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F47774-6360-C4C7-1CDD-F543C315176C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AC05DA-46D7-CA98-9617-C5C64F2E1B83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C4F1E7-C14B-07EE-5C0B-850C32290B94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AA3BF6-AFF6-F0E5-258C-DA8C941BA1E0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30F33F-6582-B1AC-C0D5-E566EFF19F1A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E896EF-FA15-9295-EE2D-166BF4369CDE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</p:spTree>
    <p:extLst>
      <p:ext uri="{BB962C8B-B14F-4D97-AF65-F5344CB8AC3E}">
        <p14:creationId xmlns:p14="http://schemas.microsoft.com/office/powerpoint/2010/main" val="22632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C7A67-8858-7A78-F3CE-EE66F2783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BA35D3-2078-4990-4EE0-949543FA7A0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DF6449-8F10-BFBA-76BE-7A04DAB0FACF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B3612B1-8485-5324-F9F5-CAC4D650B9D3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6AEFD8-29B6-BB7E-8209-4DBDFB13902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C9AAF-025D-A8A8-F329-9677C0A4ED0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967C68-9C5A-E6BB-5449-51FD55BB00F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0E7D33-564C-FE49-D40D-1C9BDF7CB78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890D49-6FFF-F71E-901B-0E796C6CCE8F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14705-41E3-4284-2C79-4DF1F0EB6B8E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238E6A-4C4C-9DEB-9FF0-F28944546E7F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7F829B-3698-8FBF-6C1C-01955E33F841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4673509-9130-4452-12BD-DC0A467632D2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AF1E82-1A02-89A8-2D4C-1FDA25DD930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B9820-E947-FC1E-6C79-3E61E12D3C5C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5D6B28-AA0F-A744-1DDF-6F5EA9F5B665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73D7E8B-3180-68D7-22CA-877664780C6F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1806EC-95D0-9FCD-CD6B-C05BE50861AB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0C19C6-EE3A-FB92-FEDC-00A35BF7A268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B74D6B-C345-D205-DB92-E1C320B27245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850DC9-6293-F2BC-AF58-BAE81D03E414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278118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9FE0-1C22-D5B6-1058-3092AF3F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7B155D-1FF4-01F8-12B6-E891CE70405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79F639-B1C6-6FC4-AA3B-DE79223E6D3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084C473-5ACF-3A3A-5255-680D0922FFF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B78B0B-458A-9AC4-52A2-55C58FC2D0E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4760BC-4750-2343-78E0-589742989380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46CCB9-E51E-DC02-B1DD-3E7664CF0A06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255040-2425-FEA8-6952-89DDEB2156B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AAADFC-7D9C-57A3-59E9-FAAFC2065970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6CED71-477F-B3AE-B54E-C7B8609EB686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FDD0AC-F287-427D-E2E1-9294C6FB8638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1A238A5-5FDF-15AF-9ECF-5B574183CFB7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8F7EF2-66FB-EA5D-3B24-6B2BB0557949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4930D2-DF2B-E264-A603-84B75B46B00F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04BC6F-B983-0F9F-8B0F-F46E57C48D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695176-C178-2BFD-E2A0-4E2E20B6A79B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D11EE47-5F04-F050-9A3C-92E29C210424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5820D9-2239-D283-FCF0-25FB7AD98FA7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004543-0753-D8D8-8F86-35C07FCE340B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916774-4862-7A5E-529F-06DE10159A76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47D94C-B151-B8C2-8BBD-8B263ABD5EE9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0D1D23-70DD-BCCA-91FD-C62AB154D60C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</p:spTree>
    <p:extLst>
      <p:ext uri="{BB962C8B-B14F-4D97-AF65-F5344CB8AC3E}">
        <p14:creationId xmlns:p14="http://schemas.microsoft.com/office/powerpoint/2010/main" val="150932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0B1F-1560-71B9-1162-CF98C99C0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A9BBD4-0045-64D0-CB18-099F391182C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AFD9E03-B9F8-CFC3-21E6-0F5E00B44348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1317D92-DD2C-6A9E-A952-DEAEDE851432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F55DD0-0969-7837-2A16-F2307A45495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B1D3D2-00FB-C0F0-7EC5-7F273E45C15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EC578-4826-C132-14F3-AAB590225A4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0FA14C-F505-99E0-4BA0-E077BA15D65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0EA623-4F21-BFA0-A884-D70CD7A9A437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B9AE95-68C4-7DA8-4D9E-D5860D971F8E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1A592EA-C2C8-CA17-ECE0-87848004198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4A84AB-F8DD-26B7-693E-32D7364E8512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D29432-8D2E-FDF0-4DC3-84E4E6579F33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9985B-7C1D-5C2B-0DE3-622E725934B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C6C64-4852-C6DB-EBEE-F5FE27D0C4B9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4C533E-A18A-E9FE-8C70-997B75C494CE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386939-5B35-1CB3-87CA-BB4DD95DA997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740B21-5D71-00B3-2585-874B73F48E1E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0FB85-9A0E-EDA6-0825-5068D3DF79DD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270DE6-BCD7-A511-46F7-A6B64E52D67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ECA84-2611-2F7A-072A-2A93C7DAEF80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7EC956-EE1C-0459-A6AB-769CC8EE2097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6C1C4D-3174-C1EB-F389-FD6B96D2865E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3D4D74-228A-95A8-B4F1-F3BFFFA3470E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69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1F52-149B-4CBB-57AC-BB60A47D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3E70C-7938-CC0A-4E9C-DA52CB436F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B47A8DF-AB9A-7EF5-DD31-404872EDFACA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59B17A2-E828-04B4-A9A3-BB1789E8BAD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F2DE0E-B2EC-0D2C-F7F9-FAD543364D1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1E2CBF-3FDF-525A-3FA8-516918402D8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70414F-400B-DA2A-D596-5F145E3FDF74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611DE1-C4B5-8658-760D-A42D36973F09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00C5A1-650C-2927-5D32-827248469D88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B529AF-8B64-C3E2-C306-EC6EBB690A85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8ED346-D996-ABDD-8253-001E33C4353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22D7DE-3C04-557F-277B-8E9AA6052D8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0388DC-5CF8-CA70-55BF-22F8AB843751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0E097-D230-53E5-7B50-5270E6E56CD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6BC647-F53E-2DFC-8B62-21BBD9908A2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51A90A-213B-7920-57B4-DAA26F7AA479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2DEBAE-0449-C759-85F5-6D789FD97626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2800DE-154F-0593-50E2-0A84C9BEB8F1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72A20-5194-E96E-5C73-34F93DA89DAD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D15EB8-7679-B7D6-45CD-C8BB2C3B2DE3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98A402-FAF4-8767-1AE4-65DB044B80DA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ADDDCA-6925-FCE9-66C3-BFF7A26273B0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F8462-1CC9-5C74-48F8-D75C9384E135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92C72C-C7DE-0E98-A034-C2BEC40C5095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6687396-FB00-0AC4-35EA-6066673693C5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55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B71A-1D45-64EB-2BA8-65FCCA09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269A4D-06C1-9792-6979-2394EB9AF4E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FBEE8E-2BDF-839A-E130-DA7FF72BC097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95BE4C9-C180-F236-1315-42A63ECE623C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8DF13E-5C7E-7F47-8EED-F63117E367D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953A9E-1498-C093-DF1B-E6FC6E72E33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68B0E9-60D0-A936-238B-D4D575E69BE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C22AA-7844-8F12-BF76-56F8BF744A6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EC3AF2-804F-AA3C-FC45-04F181BB787B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0B8D96-5841-78C7-C50A-A2EE8D67CA0D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9BD73A-B15E-FBD1-4A92-3F0E8505CC10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705ACC-EB9C-5FF3-52BC-A652B8BCE4E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AE06089-E403-B82D-E233-49F8B278C4E8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A7863E-62EC-F19A-13E7-B18BB7DBAD57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9A824C-E0EE-0E32-BF8B-9518C57F796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068C4B-9287-8F64-753F-1C5A82426A16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C9CAD8A-B042-969D-AF0B-79921854A1C9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E27996-CFCF-EA20-976E-7418EBBDD3E2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69D535-99FD-7BC7-ADB8-1D9A0D50F264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E0BD5F-E51F-B731-281D-48FEA2B07F3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B84E5E-2B3F-65A4-72B7-17E36B917AE3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724FD-5B83-1087-B464-5B833BDCB439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1582E1-9483-F3BF-69FF-009C13A35C80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7308BF-2559-2274-E45F-F27C627869D0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49DD7DA-43A5-97E1-8854-65FCC99E0569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0BE2DF9-0627-B9F0-7858-69675A9DFCA2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CFA68-8965-2C04-F96F-82B7E6C21442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</p:spTree>
    <p:extLst>
      <p:ext uri="{BB962C8B-B14F-4D97-AF65-F5344CB8AC3E}">
        <p14:creationId xmlns:p14="http://schemas.microsoft.com/office/powerpoint/2010/main" val="247935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ADC04-05FD-D9F6-2AC1-3D566098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E6321F-FAEA-E329-7606-3D1E0CF84E1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09944F-B1FA-8B3C-AA3E-D78534E72D0E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5A76772-B803-82B2-FEB1-0035D38640D6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085B16-F300-B2C8-6839-DFC6D5EB506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51181A-0550-ECF8-B010-E49365C11A52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C73E1A-8F4E-61BF-70B9-A39177EC015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14CE73-80AC-9865-65D8-102B363E10C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4EE9D0-82D4-3988-862A-00394F714AE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1BCF2A-7888-9792-B42E-0221C322F727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189CEC-003F-FD1C-ABEA-70B3B7195662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2AD838-6560-0DF5-7A1A-1A40CAA7672B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B2527E8-20B7-81FE-61EF-C3FE8F0A5BE9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2994AD-409C-4BFC-98F9-C5EC99F54D25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A9E1A9-99B7-CD7F-C2E5-CA51E26128E2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329CE3-1BBF-CEB9-3F4C-F9EB9968DF3F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6A3A5B-CC89-A2DE-91FF-27F29C878F82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ADE821-CE49-20B1-7451-5B5E933E94BD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7E5450-EC1D-283E-D253-3B59D30037C0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FDA3D-5874-1A0D-2F47-78937E2D2A83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6E1763-D7DE-6E2E-6F49-DC1528AAF250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0A5068-A495-084B-B8C5-22BB5DD55C01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760625-FD3D-64A0-4BA9-522437F090EC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E1EF7D-92AC-FDB0-C67F-3E30FB0BC086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F3E3F8F-603C-43C5-71C4-F93DB189B98D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9655474-927B-F5A7-1F6A-F9F99F4B6AE8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780CF6-5067-8947-D66D-47EE7D2BC38F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0E7C55-883D-9AE7-C54B-18BFFA2B4E88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2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9E03-EB74-F064-E44E-A73A5088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93FB7A-035F-9565-C4FC-7D66331BB8B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2D7485-950E-1227-8C9B-959AD43E37A5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6D3337-EA01-C158-F7FB-C67C61A1D6E7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BC9456-BB03-5010-820D-B072758604A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C54804-6BCB-441B-200E-158E9EA57A8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8CE552-F947-95BD-0F7F-2EA32BF65163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E8921A-BE88-99BF-F549-51C3884B2BB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DF4713-FCEC-F1F8-70FF-2A82D8F552E4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4CAB6F-7E59-7910-CAA6-4CB7AA936D58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D115F1-A4B4-FCF5-A54C-F5BA668A2646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A906B0-A598-11A4-D7EA-CB6EDA1F2666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87EE13-367B-43D4-7888-53046EEB8CFC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76D1A0-0043-1A5B-23AF-67F9998EF45B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BDB50-D6B1-A614-3C76-A9D8CDAB3D01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13DC72-E4E0-DF4A-6B93-157F0E9412F2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E4AEF9-711D-38CC-7C63-BD8D31F1402C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437899-956E-E80F-95E1-4DA2662D8528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AE8136-BDD9-C86C-A465-237ACF4346A9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B60437-8870-9943-0CED-558B4251A692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C37C6C-1628-ACD7-F740-0B06B266259D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7555D4-DD5F-751F-BEF5-54684A3CC2D9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15193-73E0-F593-25C0-29FC0B68F0AB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63F5B1B-8EF7-D6CB-FCC4-B6BBC4C50883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AEDCE56-4146-45FB-7383-501E5ADD9864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9E60CDA-8621-AE95-5D92-3F9BDA4727FB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839F65-EBEA-9E48-B60F-41799C3ED349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DA5850-F9CF-41FD-AA7E-B311420402F8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85F95C0-0612-928B-DC85-BFD1BF037A67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</p:spTree>
    <p:extLst>
      <p:ext uri="{BB962C8B-B14F-4D97-AF65-F5344CB8AC3E}">
        <p14:creationId xmlns:p14="http://schemas.microsoft.com/office/powerpoint/2010/main" val="189400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E35D-33C7-AF6C-3CD2-0631768F4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F4861A-C7CB-3751-CB22-AE1F821D396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DB5ABA-4528-C887-EBCC-1247D72F8CA1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365545B-2799-2DE4-0AC9-219BC31CBFB0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EA48BE-8796-27F7-1ED5-FF68667DDC2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5AD890-C427-5E8B-EA8C-582003BDDBF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DF3724-18B8-6DF1-B096-5295A66777E8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0DC242-8E5E-330A-B2FE-516752C4C0D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7580-F501-9D06-C12E-C5D5AB438FB9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BF621A-C58E-C8CC-C412-465BB0CAA54C}"/>
              </a:ext>
            </a:extLst>
          </p:cNvPr>
          <p:cNvCxnSpPr>
            <a:cxnSpLocks/>
          </p:cNvCxnSpPr>
          <p:nvPr/>
        </p:nvCxnSpPr>
        <p:spPr>
          <a:xfrm>
            <a:off x="3449640" y="2498125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31FF33-4EAE-873F-22EF-A60E6232ABDD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7F244A-3AF5-E7C3-9CED-7C56141CE26F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4D6CE9-B9E6-C972-95D9-2809B8F3A7CF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0CCF4A-71EB-97A5-C1C4-5A1947C396A1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E8516-329A-9581-5FB1-3D7F15C0366F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F24079-1C6F-02A0-3B70-ED28030E076E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4EA9DF-CA88-7509-CBD2-AAA88536B705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3C8683-626D-FFAA-53FB-13CA6E02CE21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3C305-D533-E735-A05A-EBC2BB159253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33E30-E752-5A7B-10F2-1DD7C965F4EB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F98BD2-FB21-7DF5-156F-EA62B5823696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B13F9E-8862-588F-6B3D-C95504BCFAC2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7A2CD-FC08-2CA3-7E11-25D47E1BC1A4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84EF85-7673-FBB0-1B1B-47E8AF237014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F8D4F8-E256-99C1-13ED-7990AB29EE3F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16AC760-1C9F-F1EC-43BB-44BDE9801A6A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115EC3-A415-EEAB-EF43-3BBFBBB763F2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9FC673-A791-9969-4F71-76982E588A24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FBDC30-AC49-EC38-F1E9-658C208D0540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77704F-6EAA-C92A-18E3-F10121914DD5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8843B-B376-303E-D607-65AE57E6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03C2C94-8877-6AF1-1BFB-9D1C8F9B970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B8A7B9-70D2-A3E2-28A2-CD383CC2FCA3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1F4786F-65D4-5117-9D23-F40CFDABDE6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0024CF-457E-4B71-D00B-D30EC8EB807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067F78-5456-B272-E350-BAD974E02D48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68CD6D-F0AC-014A-B185-E49F9FA2497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8F8545-0E1E-153E-C000-8138709DA585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F6AD2E-F5DF-CD2A-C458-8AAFC66D8C8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A75CC7-FFE2-8F69-9E57-69781B2A626C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3D7861-1BE1-5C8A-7B44-79D546237A49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94340B9-18DB-F04E-0533-C48FA026DF4C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0CFFF-E353-FCD6-1B0F-A6D386FD2F2A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C2B70-CD2C-7E81-64FC-245D6C1802BD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A20126-436E-7D6E-D2EA-9C293C003B41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75AE63B-0BB7-2374-CE01-F14CAF92C23F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52A29-2A71-FDDB-48B6-7A93F11ACBA0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38FAAF-82C9-C0FF-0C7C-BE8F96F47D88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6F4C6C-FC34-4CAB-1B54-8EFF03F52CD5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B42274-8671-F15E-B47D-5A3C64BB5A0B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EC56D-8E1C-4B84-2D3C-759F8761686C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CCF742-75D3-8B75-B5A7-1257C6265425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0EB135-4B07-0E75-7D37-5A67EBC1C334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2348349-2FE2-2595-0DE4-0BBFE0586B93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E865B7F-A438-108D-094D-096211F976E5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1862C-4409-F901-C256-890844FC5F66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3F9E8B-4CF9-61A3-DCBC-E85E15FC88E5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AF735AF-6BBB-3CA1-5357-C3A731DFC5E3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2555FA-D313-98EB-A518-D402787E8B5A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EBF7A3-29E4-A504-758E-F355F6705789}"/>
              </a:ext>
            </a:extLst>
          </p:cNvPr>
          <p:cNvCxnSpPr>
            <a:cxnSpLocks/>
          </p:cNvCxnSpPr>
          <p:nvPr/>
        </p:nvCxnSpPr>
        <p:spPr>
          <a:xfrm>
            <a:off x="3455406" y="2612433"/>
            <a:ext cx="0" cy="8165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70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7715A-AED3-360A-CD5F-54E61F42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F46C37-EF2F-4C14-41B5-8588A390636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798D9B-8913-4AC4-9846-C1D6BA8851ED}"/>
              </a:ext>
            </a:extLst>
          </p:cNvPr>
          <p:cNvGraphicFramePr>
            <a:graphicFrameLocks noGrp="1"/>
          </p:cNvGraphicFramePr>
          <p:nvPr/>
        </p:nvGraphicFramePr>
        <p:xfrm>
          <a:off x="0" y="2101089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910EE295-6CAD-561E-E60E-47D64379AD2A}"/>
              </a:ext>
            </a:extLst>
          </p:cNvPr>
          <p:cNvSpPr txBox="1"/>
          <p:nvPr/>
        </p:nvSpPr>
        <p:spPr>
          <a:xfrm>
            <a:off x="1724820" y="-292388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Insertion of a Node in a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516514-494F-78AD-CBED-BCAE27BD36F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6F2333-CA30-1EA5-FD5F-4A2EC52E7AB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58178-C082-3A5C-6304-07250EFC131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891068-0A7C-A003-0D17-838465930ED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9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350BD6-3478-B25F-4BEB-D1E59ED8D16A}"/>
              </a:ext>
            </a:extLst>
          </p:cNvPr>
          <p:cNvCxnSpPr/>
          <p:nvPr/>
        </p:nvCxnSpPr>
        <p:spPr>
          <a:xfrm>
            <a:off x="1267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770129-316F-0451-9F80-95FE094F557B}"/>
              </a:ext>
            </a:extLst>
          </p:cNvPr>
          <p:cNvCxnSpPr/>
          <p:nvPr/>
        </p:nvCxnSpPr>
        <p:spPr>
          <a:xfrm>
            <a:off x="565674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31430D-8798-1323-54FC-1B50782D7444}"/>
              </a:ext>
            </a:extLst>
          </p:cNvPr>
          <p:cNvCxnSpPr/>
          <p:nvPr/>
        </p:nvCxnSpPr>
        <p:spPr>
          <a:xfrm>
            <a:off x="7820820" y="249812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AE39DD-F2A2-8E06-9212-59781590B59F}"/>
              </a:ext>
            </a:extLst>
          </p:cNvPr>
          <p:cNvSpPr txBox="1"/>
          <p:nvPr/>
        </p:nvSpPr>
        <p:spPr>
          <a:xfrm>
            <a:off x="10622886" y="1731754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D918BB-CF1E-188C-5CFB-F91DC8E54C8D}"/>
              </a:ext>
            </a:extLst>
          </p:cNvPr>
          <p:cNvSpPr txBox="1"/>
          <p:nvPr/>
        </p:nvSpPr>
        <p:spPr>
          <a:xfrm>
            <a:off x="249817" y="155502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F9CF55-C024-E5CF-4D7A-C74ABA8328D6}"/>
              </a:ext>
            </a:extLst>
          </p:cNvPr>
          <p:cNvSpPr txBox="1"/>
          <p:nvPr/>
        </p:nvSpPr>
        <p:spPr>
          <a:xfrm>
            <a:off x="1267620" y="1661455"/>
            <a:ext cx="8668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7030A0"/>
                </a:solidFill>
              </a:rPr>
              <a:t>0                   1                                      2                                        3                                      4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52ED16-63A5-CF91-32A3-87B804BB5F07}"/>
              </a:ext>
            </a:extLst>
          </p:cNvPr>
          <p:cNvCxnSpPr>
            <a:cxnSpLocks/>
          </p:cNvCxnSpPr>
          <p:nvPr/>
        </p:nvCxnSpPr>
        <p:spPr>
          <a:xfrm>
            <a:off x="9997440" y="2482885"/>
            <a:ext cx="68640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E5D347-7F59-D799-2EFD-52AF33EE2B77}"/>
              </a:ext>
            </a:extLst>
          </p:cNvPr>
          <p:cNvSpPr txBox="1"/>
          <p:nvPr/>
        </p:nvSpPr>
        <p:spPr>
          <a:xfrm>
            <a:off x="2622824" y="1655919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Second node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E10F2-2B9D-9284-D6F7-17E0AE55B3BF}"/>
              </a:ext>
            </a:extLst>
          </p:cNvPr>
          <p:cNvSpPr txBox="1"/>
          <p:nvPr/>
        </p:nvSpPr>
        <p:spPr>
          <a:xfrm>
            <a:off x="474890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Third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2B468-A9F7-E8DB-F5B4-08268E2B116C}"/>
              </a:ext>
            </a:extLst>
          </p:cNvPr>
          <p:cNvSpPr txBox="1"/>
          <p:nvPr/>
        </p:nvSpPr>
        <p:spPr>
          <a:xfrm>
            <a:off x="694346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Fourth node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11670E-2E37-84FA-17F1-D66F6D272577}"/>
              </a:ext>
            </a:extLst>
          </p:cNvPr>
          <p:cNvSpPr txBox="1"/>
          <p:nvPr/>
        </p:nvSpPr>
        <p:spPr>
          <a:xfrm>
            <a:off x="9107541" y="1669424"/>
            <a:ext cx="2073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Fifth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07F3E4-B0A8-77D9-3595-FB072BCC776E}"/>
              </a:ext>
            </a:extLst>
          </p:cNvPr>
          <p:cNvSpPr txBox="1"/>
          <p:nvPr/>
        </p:nvSpPr>
        <p:spPr>
          <a:xfrm>
            <a:off x="5191362" y="388304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6CC9AD-AFDD-AE76-8A65-AF63979CC954}"/>
              </a:ext>
            </a:extLst>
          </p:cNvPr>
          <p:cNvSpPr txBox="1"/>
          <p:nvPr/>
        </p:nvSpPr>
        <p:spPr>
          <a:xfrm>
            <a:off x="6266340" y="3883372"/>
            <a:ext cx="2450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second Node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6B887-36A1-3632-55B9-9F51AA4FD8DD}"/>
              </a:ext>
            </a:extLst>
          </p:cNvPr>
          <p:cNvSpPr txBox="1"/>
          <p:nvPr/>
        </p:nvSpPr>
        <p:spPr>
          <a:xfrm>
            <a:off x="2341482" y="71312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current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F629E1-1973-4C34-B6E0-D464856B438C}"/>
              </a:ext>
            </a:extLst>
          </p:cNvPr>
          <p:cNvCxnSpPr>
            <a:cxnSpLocks/>
          </p:cNvCxnSpPr>
          <p:nvPr/>
        </p:nvCxnSpPr>
        <p:spPr>
          <a:xfrm>
            <a:off x="3015828" y="1129071"/>
            <a:ext cx="0" cy="556963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F5E5D90-7250-8F92-06DF-E4C99BC088FF}"/>
              </a:ext>
            </a:extLst>
          </p:cNvPr>
          <p:cNvGraphicFramePr>
            <a:graphicFrameLocks noGrp="1"/>
          </p:cNvGraphicFramePr>
          <p:nvPr/>
        </p:nvGraphicFramePr>
        <p:xfrm>
          <a:off x="3363966" y="315947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5D9A87A-EFBE-0EFE-DCF6-9C87FAFE740C}"/>
              </a:ext>
            </a:extLst>
          </p:cNvPr>
          <p:cNvSpPr txBox="1"/>
          <p:nvPr/>
        </p:nvSpPr>
        <p:spPr>
          <a:xfrm>
            <a:off x="4996985" y="495009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 </a:t>
            </a:r>
            <a:r>
              <a:rPr lang="en-IN" sz="2400" b="1" dirty="0">
                <a:solidFill>
                  <a:schemeClr val="accent4"/>
                </a:solidFill>
              </a:rPr>
              <a:t>-&gt; next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70028-C7F1-52E1-0D34-86B58ECDA710}"/>
              </a:ext>
            </a:extLst>
          </p:cNvPr>
          <p:cNvSpPr txBox="1"/>
          <p:nvPr/>
        </p:nvSpPr>
        <p:spPr>
          <a:xfrm>
            <a:off x="7491810" y="4984390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 = </a:t>
            </a:r>
            <a:r>
              <a:rPr lang="en-US" sz="2400" b="1" dirty="0">
                <a:solidFill>
                  <a:schemeClr val="accent3"/>
                </a:solidFill>
              </a:rPr>
              <a:t>current -&gt; next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2FEAC0-3C84-313B-E099-519BC6CB343C}"/>
              </a:ext>
            </a:extLst>
          </p:cNvPr>
          <p:cNvCxnSpPr>
            <a:cxnSpLocks/>
          </p:cNvCxnSpPr>
          <p:nvPr/>
        </p:nvCxnSpPr>
        <p:spPr>
          <a:xfrm flipV="1">
            <a:off x="4544220" y="2612433"/>
            <a:ext cx="0" cy="84421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B27A7B8-D931-1751-3D42-FE88B9547C10}"/>
              </a:ext>
            </a:extLst>
          </p:cNvPr>
          <p:cNvSpPr txBox="1"/>
          <p:nvPr/>
        </p:nvSpPr>
        <p:spPr>
          <a:xfrm>
            <a:off x="5042705" y="5834289"/>
            <a:ext cx="2673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current -&gt; next  =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4EA2CD-F212-26C4-EF7A-CC4A7A0F638E}"/>
              </a:ext>
            </a:extLst>
          </p:cNvPr>
          <p:cNvSpPr txBox="1"/>
          <p:nvPr/>
        </p:nvSpPr>
        <p:spPr>
          <a:xfrm>
            <a:off x="7420145" y="5834019"/>
            <a:ext cx="1632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New Node</a:t>
            </a:r>
            <a:endParaRPr lang="en-IN" sz="2400" b="1" dirty="0">
              <a:solidFill>
                <a:schemeClr val="accent4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FC5FBB-5599-43E2-F2D4-FBDEBFDBC123}"/>
              </a:ext>
            </a:extLst>
          </p:cNvPr>
          <p:cNvCxnSpPr>
            <a:cxnSpLocks/>
          </p:cNvCxnSpPr>
          <p:nvPr/>
        </p:nvCxnSpPr>
        <p:spPr>
          <a:xfrm>
            <a:off x="3455406" y="2612433"/>
            <a:ext cx="0" cy="8165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0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676</Words>
  <Application>Microsoft Office PowerPoint</Application>
  <PresentationFormat>Widescreen</PresentationFormat>
  <Paragraphs>272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2025-11-23T04:21:25Z</dcterms:created>
  <dcterms:modified xsi:type="dcterms:W3CDTF">2025-11-23T04:23:51Z</dcterms:modified>
</cp:coreProperties>
</file>