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438" r:id="rId2"/>
    <p:sldId id="450" r:id="rId3"/>
    <p:sldId id="449" r:id="rId4"/>
    <p:sldId id="439" r:id="rId5"/>
    <p:sldId id="440" r:id="rId6"/>
    <p:sldId id="441" r:id="rId7"/>
    <p:sldId id="442" r:id="rId8"/>
    <p:sldId id="443" r:id="rId9"/>
    <p:sldId id="444" r:id="rId10"/>
    <p:sldId id="445" r:id="rId11"/>
    <p:sldId id="446" r:id="rId12"/>
    <p:sldId id="447" r:id="rId13"/>
    <p:sldId id="44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112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CFA0BB-0D79-4B26-9FAA-D0A1150963AD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58B24F-4F67-4C53-98B9-0D5C1597A1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931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CAA71-3ED1-9BD2-2353-00946C87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02C37B-7C14-20F2-D471-10559EA0E4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5CE5AD-DDD7-738D-0688-B6038F73C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D3068-0906-E629-E9E2-EF3A10B1B7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850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8394E-E2BA-A6EF-C466-CCACF16D4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212963-3131-3C4C-8C8B-E4ED084205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D802AD-0673-142F-C735-E18B5E89F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582284-BC4D-E666-0CBB-B841697C6B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8095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373B5-D08D-6B4A-6B2F-3FA580C2C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2586-F0D4-6AD6-DB5A-5863E6A1C6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DB049-8DBA-C394-E54E-DFD2DAF38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2FAAC-D09F-CFF0-EB1F-1A9AC2F1CB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068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84252-5651-8234-165A-831F0E2AB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BEFC5C-C743-C2A6-85BF-956682330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CDB07C-7DBD-DAE0-26FD-AF27798F3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F4082-85BA-A91E-028E-8C772D10D1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3815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66ADB-5FDB-85C8-FAED-018032DE5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0CEF60-0849-AE87-2898-9187DE26F3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15915F-E8D9-3DB5-9D65-8D7F64094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982B7-85A1-0A4D-9A50-D8BD2AC7B2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916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F3861-9184-DB6D-92A4-47893D11A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10DBC0-5319-CE56-E509-BD20196D0F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305305-7D1A-FD8B-820C-861A1CF30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492FE-BF85-B972-CD43-8AB7F873BC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650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4D7F8-5279-2FC1-7186-290CC1321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A2B9C3-CF0A-010B-EF01-4C491524F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2C461C-1D63-9E52-BE2B-225B90719A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BBEA4-4BD0-6D52-9E81-C63140A6A4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4527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AD957-24B1-CF2F-760E-2262136C1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9541D9-398D-AD97-CAB0-C019B8D45C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115B69-06AC-5C1F-4983-4800E83CBB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6A632-9061-414D-B0F1-754C1BD1D1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6540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504AE-8CD4-080C-B589-145AFC6A4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492806-D992-333B-D0E7-EAA25178A9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DE5AF0-BED9-9A23-3A83-8171400CB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441032-C0F8-D459-691D-DC47C1C7DA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2815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8D258-0D5B-0330-B631-1C4CC8278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9B2DE2-385B-0A85-1F37-D2F3B38D8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C8F42B-487F-FD91-C2F7-512B2443C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A9396-E441-8DC5-4261-57F326A7F3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04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0E9AB-BA25-9004-8F84-ABD8663BC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A2247B-FDE9-CEC4-37B7-ECAEF62290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DAFB6E-35BB-F1DF-2F3F-B960B92C2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71DEF-2944-543D-0A86-9303D4521E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0886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03BCD-5108-2F76-204F-4A818741C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EEDF69-29E3-A69E-399C-0429A28DF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428EBD-8357-3330-393B-E729B70BA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C8510-8261-B6FB-4475-C055AC394C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6043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A80F9-3BE9-AC75-9827-6F0DA7E95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FF20B3-00A1-3500-6B5A-9C7707B0F9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CA476B-969F-E98E-D15B-2E9410A22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FCF9B-3A50-155F-D085-E0F946196B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220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84B32-12B9-49AA-DAD8-D6FA03F8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CEB182-0B4C-681C-4648-242360BAE9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1836B-B2FD-4B54-A5D7-67285ADFD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910D9-1B9C-4220-AAE2-40A36AB72EC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E93DF-485B-6298-6BA6-1E0298011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1A66A-64E7-446E-1C90-237485B1D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73B0-8B19-40E7-9780-C8F349245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511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226F4-7625-0EEF-55E5-360BE4C6C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FACD5-EF81-A23B-AB9E-3FC017509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F64C1-DE72-438D-18F7-76DAB8BA5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910D9-1B9C-4220-AAE2-40A36AB72EC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DADA7-3DC3-09C7-4FD8-4BC36E4C5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D1ECA-5411-93BF-7206-4E6B3E02E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73B0-8B19-40E7-9780-C8F349245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093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15DCD-AFC3-B078-02F0-824ADA35A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4EB912-BD6F-AF08-D86B-9EFB6B442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0C257-8080-0AFD-5D23-B4132F61F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910D9-1B9C-4220-AAE2-40A36AB72EC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98C05-90E8-D8AD-C411-559CB8F12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05A11-6B4C-4E88-C691-153D81D81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73B0-8B19-40E7-9780-C8F349245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768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F3132-04CA-74F9-A0D8-5E09E5889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36235-B07F-B58B-6A5C-2523A1EE38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56256D-A1EE-261F-11DD-FA0824A20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79291E-70F0-51CB-B5FD-4021DECE5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910D9-1B9C-4220-AAE2-40A36AB72EC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93E87-E564-474D-9AE1-9A8D0C9BD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476133-C6EB-31BB-32BD-FE353E31E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73B0-8B19-40E7-9780-C8F349245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995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F79AA-8E64-92FF-9725-8AE15D71B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BD0AD-D8B1-79AD-4094-F7E0EE8DC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93DB00-0248-FE62-9274-E6F5503A47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272415-BC17-A599-01AF-EAC3F4829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12F59E-F138-FB65-5BD2-9E0055C9CA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D65BA1-0B24-57E4-CC07-BC9860930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910D9-1B9C-4220-AAE2-40A36AB72EC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662E96-FAC0-4066-55D4-8A7FD3E6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37C78E-4140-B3E8-0CBD-DA6BA07CE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73B0-8B19-40E7-9780-C8F349245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062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E480C-DB50-5425-7163-DF79049D2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EAB93E-78BE-3730-8C9E-A0F3EE86E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910D9-1B9C-4220-AAE2-40A36AB72EC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6EB831-9DDD-667C-C885-22B598DC3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A12FBD-E3D8-32ED-3AAA-B017D72E4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73B0-8B19-40E7-9780-C8F349245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274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B9696E-A718-90F4-2BE6-809F5B6AB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910D9-1B9C-4220-AAE2-40A36AB72EC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0A7837-5C90-B47E-F509-91B200122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2D527-BABE-82F0-1D93-7E829EFCF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73B0-8B19-40E7-9780-C8F349245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793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6B311-FA17-57EC-61AE-3ECF402DB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48BFD-3929-D305-83E2-A74D2AEB9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4E0E25-F88C-F3D3-4BBC-BECC8D6B2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3FC61A-D501-594F-7F76-E74AE730E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910D9-1B9C-4220-AAE2-40A36AB72EC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3C8CD-9DF6-BC4B-1FEF-4CEEFC1C7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CC7B0-FF2C-D546-6187-96B75EF1C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73B0-8B19-40E7-9780-C8F349245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286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29A17-13CA-A1F6-BA30-30E945969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B30DA4-E146-C8B4-39CA-2596C541E9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73406-BE49-8EA0-31DE-99A7F68A5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044082-DFA8-A4B9-7D75-BB77352B4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910D9-1B9C-4220-AAE2-40A36AB72EC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C342BA-5BE3-6487-7044-D5B4B805C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2F10E9-F55B-67AE-4388-01E514958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73B0-8B19-40E7-9780-C8F349245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005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A2330-E2CB-3E3F-3F50-8D2681129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B40BD-9494-5F6B-D2E8-4750D1BF58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66F16-7CE0-235B-D3F0-30CA39FBE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910D9-1B9C-4220-AAE2-40A36AB72EC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8226C-8F5C-754C-B311-AF5E8E55B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941E9-A545-0C1D-88AF-B7068F7CB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73B0-8B19-40E7-9780-C8F349245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72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EE64DF-E02C-324D-93FC-451B354C65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AAB628-DD88-2E26-B6BD-A10C830645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D730C-D292-B63D-AB82-1FD10CD4D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910D9-1B9C-4220-AAE2-40A36AB72EC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5F298-F152-AB8F-664F-C443E2C10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2BE9D-252B-FAEC-CE10-D2385089B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73B0-8B19-40E7-9780-C8F349245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655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DC29D2-E872-FED8-0E1E-A45375F15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0462A-DE5F-003E-7E03-37DCB7079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EC357-47EA-9F12-CD27-EABD3D6997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910D9-1B9C-4220-AAE2-40A36AB72EC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E4D1B-4EB1-803D-2351-C02A3E6C84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7F0E4-3725-B71A-1D5A-F587BA2B89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DA73B0-8B19-40E7-9780-C8F349245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750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1235C-CBAA-C9B7-B0CA-2701ECE2F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AAA4D65-B819-1510-857F-2B159D71661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9ADCD0-FE4D-8974-1CB0-190EEEB00E22}"/>
              </a:ext>
            </a:extLst>
          </p:cNvPr>
          <p:cNvSpPr txBox="1"/>
          <p:nvPr/>
        </p:nvSpPr>
        <p:spPr>
          <a:xfrm>
            <a:off x="1451836" y="2924278"/>
            <a:ext cx="92883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</p:spTree>
    <p:extLst>
      <p:ext uri="{BB962C8B-B14F-4D97-AF65-F5344CB8AC3E}">
        <p14:creationId xmlns:p14="http://schemas.microsoft.com/office/powerpoint/2010/main" val="2825844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AF38C-7671-BB3E-6EC4-51784216F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F6D5C6B-2A09-8936-FC57-0908B06D7B7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29DB95-D6C9-91B7-F02B-C976DF47E999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2238E8F-2D23-141A-0689-437E3C3514CD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7BF302-1585-4712-E235-255308A30266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B37705-9AAA-1BAC-B0A3-5FFCF97CEE50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D800CC-7FEC-920A-8295-B9475AA80E85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DFB4F13-3715-3F4E-E703-8B2AD49FD401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C0F711-D1DB-D533-DE09-67FEB0683871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0695D61-90BD-AC8D-AF87-831E763293C3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AE2096D-5995-F09B-FB15-2BA2055D4D8D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C8768C7-FE0E-3094-2987-696C6D4FD924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E931FD4-2AA8-803B-4F37-52382C69C906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46402F13-2F2C-F6BA-61C7-241D986D43F5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CE384C-04F3-F26E-A03A-9622ED36F679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7DAF46-17C3-5720-3498-97ADB8DEF39C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0DCEBE-F340-119E-F091-E6225D26FECC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E06478-081C-B6C7-0E1C-81B7A9F189FD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0BC7EF4-F1F4-4D00-5EE5-C91E52C622F1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36402E8-D69C-29F9-E3CF-7A54B3F2BFA5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6453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10A10-48A7-AF08-0386-0B387E22A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683AD3B-C24A-6A83-246E-82FECE9A284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5DCAE8-D12A-222F-A4A2-B9BE0D5A334A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D5D5819-7DAA-FA54-2D69-52F55C248612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2D6E484-8920-CE5B-2681-AD1058EC6C8C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3A8B79-1FC2-4690-644D-D43985D03CBA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61C917D-63CD-F3B0-EE33-20F06C41305A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0600F35-95E4-7189-F30E-3A5B0AAA91F3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ED6D9D5-074F-64D3-889D-D90B453AD656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7D32D76-A3CB-3166-18CF-DEE8FEB161CD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CB80340-C928-6C8D-9CB0-87DD247DE6B9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3557A26-F60D-9082-8DAE-3837B497F2CD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0208312-FD8C-4C73-D69B-0658B26ED1E7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EC5B6F67-5572-0AD1-29BE-B07114863ABD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7D6CBA-CE83-A0A2-3849-B625452A34BB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783DCA-D28D-5570-C117-D7B224883375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FEA41E-3D6E-7626-BFCB-1786EFEDF02F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B3573D-958E-05AF-A6EC-39ACDB2D964B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B1F93B2-B49A-D58E-3E83-2BE1E2757C5E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50E1811-0080-5C3E-D8CB-4B0AE7008A9F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506A583-FF56-8949-00C8-9B0D5983C044}"/>
              </a:ext>
            </a:extLst>
          </p:cNvPr>
          <p:cNvSpPr txBox="1"/>
          <p:nvPr/>
        </p:nvSpPr>
        <p:spPr>
          <a:xfrm>
            <a:off x="3505319" y="3926159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Position 3</a:t>
            </a:r>
          </a:p>
        </p:txBody>
      </p:sp>
    </p:spTree>
    <p:extLst>
      <p:ext uri="{BB962C8B-B14F-4D97-AF65-F5344CB8AC3E}">
        <p14:creationId xmlns:p14="http://schemas.microsoft.com/office/powerpoint/2010/main" val="4227489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9D4E9-0350-7277-E7A5-29CEE9F63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C42E6EB-C334-04DA-2EF0-FDDB3A1C47A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C2B490-A3CC-51D3-CE1C-E557CAFF612F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EF2701B-BE19-6E44-5D2B-75919068BED6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2480BFB-3DE2-0BF9-6FD1-022E488A6DFC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0DFA2E-AA0F-48CD-34BF-8B231C51D6BC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C15ACDA-4FA6-7BB8-8B8E-C8BF3188A4D1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0C1C773-C2F0-2C39-6E4C-257E1C4EAB5A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AB96412-A36F-1CA3-A167-44B33E14079C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160750E-7671-DD08-BBD9-E56DAFDE9279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A513645-DEA5-393D-68A3-BFE474A2450B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B49B5C5-3405-3D14-D757-326BA2021DE0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A68BC33-5F08-9E73-A68F-67249D9A6507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A1710E1C-7ACA-8962-C9FD-81C3529D84DC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D092EB-D9E5-C399-4CC6-F2F6A4BA4947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022A1D-37A1-3B3F-BCC0-955BA8DCEF64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9A31EE-791C-BE74-EB9F-84B360378C59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C0BE58-E725-3AD8-EFA7-B98EC400750B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A10023D-5719-9EC9-CEE4-D3D50D416285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6754676-1C74-AB44-86F3-7E64B8F1E806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2706AE4-567A-74D5-202D-9E118B75D40D}"/>
              </a:ext>
            </a:extLst>
          </p:cNvPr>
          <p:cNvSpPr txBox="1"/>
          <p:nvPr/>
        </p:nvSpPr>
        <p:spPr>
          <a:xfrm>
            <a:off x="3505319" y="3926159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Position 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2A16A84-511A-F8CB-A4C0-2CA2DF89F4CC}"/>
              </a:ext>
            </a:extLst>
          </p:cNvPr>
          <p:cNvCxnSpPr>
            <a:cxnSpLocks/>
          </p:cNvCxnSpPr>
          <p:nvPr/>
        </p:nvCxnSpPr>
        <p:spPr>
          <a:xfrm flipH="1" flipV="1">
            <a:off x="4221480" y="1889760"/>
            <a:ext cx="1844040" cy="1524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61FF3DE-6EB6-F907-C414-3B084CC2D24B}"/>
              </a:ext>
            </a:extLst>
          </p:cNvPr>
          <p:cNvCxnSpPr>
            <a:cxnSpLocks/>
          </p:cNvCxnSpPr>
          <p:nvPr/>
        </p:nvCxnSpPr>
        <p:spPr>
          <a:xfrm flipH="1">
            <a:off x="4312920" y="2895600"/>
            <a:ext cx="1659468" cy="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30D1499-32AD-9AEB-901D-17CD79BC48D9}"/>
              </a:ext>
            </a:extLst>
          </p:cNvPr>
          <p:cNvCxnSpPr>
            <a:cxnSpLocks/>
          </p:cNvCxnSpPr>
          <p:nvPr/>
        </p:nvCxnSpPr>
        <p:spPr>
          <a:xfrm>
            <a:off x="4206240" y="195072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F0729F4-BDDD-DD8D-4A8A-28C6A52AE81B}"/>
              </a:ext>
            </a:extLst>
          </p:cNvPr>
          <p:cNvCxnSpPr>
            <a:cxnSpLocks/>
          </p:cNvCxnSpPr>
          <p:nvPr/>
        </p:nvCxnSpPr>
        <p:spPr>
          <a:xfrm>
            <a:off x="6096000" y="196596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987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14BB0-8A90-0D4C-0073-74D1C1D36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B02EE7A-EA57-185A-1458-E6AF96B7E73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92762E-5FD1-8982-FBD1-99D399715131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787E8BD-A23C-7433-FC09-402AF60671E0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45C710-78F9-8DAD-186E-C652756EEC43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F42D5D-2B49-6DE8-36EC-58EFDCC612F4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B4FBE1D-71FE-E554-7FC9-362FE05C8FF3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E9FA92B-5D27-23CF-ED64-57A627CB1F77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4A46A3-EC4A-8BC7-3C6C-D4CB71BF9C40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1AF330A-10F6-6415-A0B0-65BB11ECEB1F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1D5E391-7B77-8E3A-C5CA-D7260313CDFB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B71000E-77B5-95DB-8740-52F8482B77DE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B8A7204-2E9B-8603-45DF-78CCE197620C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4A97EB18-D08B-71E6-D78A-3941CA332723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A6EC1C-00F2-F5A4-651C-EE7F2E2EE39D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B50648-9991-8E4E-99BE-315DAEDE7E30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6C9783-C8C9-B576-A780-E88D4DB1E1B9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D9A27C-5B0F-1A32-871D-7BFC73D877BF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B8E4D3A-BD57-A5FB-6FF2-54BEF2779749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DA1478B-959E-85BA-398A-29614B613926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81B31C9-F798-8FD7-683F-384052987968}"/>
              </a:ext>
            </a:extLst>
          </p:cNvPr>
          <p:cNvSpPr txBox="1"/>
          <p:nvPr/>
        </p:nvSpPr>
        <p:spPr>
          <a:xfrm>
            <a:off x="3505319" y="3926159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Position 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7170007-4183-3BC9-05B4-5A2304FCC986}"/>
              </a:ext>
            </a:extLst>
          </p:cNvPr>
          <p:cNvCxnSpPr>
            <a:cxnSpLocks/>
          </p:cNvCxnSpPr>
          <p:nvPr/>
        </p:nvCxnSpPr>
        <p:spPr>
          <a:xfrm flipH="1" flipV="1">
            <a:off x="4221480" y="1889760"/>
            <a:ext cx="1844040" cy="1524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6770E94-FF44-4F9B-5473-01488769966B}"/>
              </a:ext>
            </a:extLst>
          </p:cNvPr>
          <p:cNvCxnSpPr>
            <a:cxnSpLocks/>
          </p:cNvCxnSpPr>
          <p:nvPr/>
        </p:nvCxnSpPr>
        <p:spPr>
          <a:xfrm flipH="1">
            <a:off x="4312920" y="2895600"/>
            <a:ext cx="1659468" cy="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B73995D-48E7-4B48-5729-4264983852FB}"/>
              </a:ext>
            </a:extLst>
          </p:cNvPr>
          <p:cNvCxnSpPr>
            <a:cxnSpLocks/>
          </p:cNvCxnSpPr>
          <p:nvPr/>
        </p:nvCxnSpPr>
        <p:spPr>
          <a:xfrm>
            <a:off x="4206240" y="195072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2B96858-C270-C060-F1E8-5DB273912DA0}"/>
              </a:ext>
            </a:extLst>
          </p:cNvPr>
          <p:cNvCxnSpPr>
            <a:cxnSpLocks/>
          </p:cNvCxnSpPr>
          <p:nvPr/>
        </p:nvCxnSpPr>
        <p:spPr>
          <a:xfrm>
            <a:off x="6096000" y="196596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3C9810D-32AE-315C-45EA-4525F54AC124}"/>
              </a:ext>
            </a:extLst>
          </p:cNvPr>
          <p:cNvSpPr txBox="1"/>
          <p:nvPr/>
        </p:nvSpPr>
        <p:spPr>
          <a:xfrm>
            <a:off x="8854439" y="4511553"/>
            <a:ext cx="5196841" cy="3046988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        Node* temp = head;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int count = 1;</a:t>
            </a:r>
          </a:p>
          <a:p>
            <a:br>
              <a:rPr lang="en-US" sz="2400" dirty="0">
                <a:solidFill>
                  <a:schemeClr val="bg2"/>
                </a:solidFill>
              </a:rPr>
            </a:br>
            <a:endParaRPr lang="en-US" sz="2400" dirty="0">
              <a:solidFill>
                <a:schemeClr val="bg2"/>
              </a:solidFill>
            </a:endParaRPr>
          </a:p>
          <a:p>
            <a:r>
              <a:rPr lang="en-US" sz="2400" i="1" dirty="0">
                <a:solidFill>
                  <a:schemeClr val="bg2"/>
                </a:solidFill>
              </a:rPr>
              <a:t>      </a:t>
            </a:r>
            <a:r>
              <a:rPr lang="en-US" sz="2400" dirty="0">
                <a:solidFill>
                  <a:schemeClr val="bg2"/>
                </a:solidFill>
              </a:rPr>
              <a:t>        while (count &lt; position - 1) {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    temp = temp-&gt;next;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    count++;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}</a:t>
            </a:r>
          </a:p>
        </p:txBody>
      </p:sp>
    </p:spTree>
    <p:extLst>
      <p:ext uri="{BB962C8B-B14F-4D97-AF65-F5344CB8AC3E}">
        <p14:creationId xmlns:p14="http://schemas.microsoft.com/office/powerpoint/2010/main" val="1656290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345F2-F615-BD02-ACD3-94E884FB6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F6C8B80-8358-18D7-0E41-6BE85D3B98D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BE4B9B-9AF6-257C-6337-27FEA8FF5B28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3610D3E-2D5D-6017-86FF-720BF296DB4F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AE428DC-FFA5-81EE-91AE-FDC63B1069D5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91B5F90-E7BC-4BD7-B63D-0E85245F0D69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E783767-0400-AAB8-36C9-4EA11F4707AB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6AB71E-0786-EBE0-959C-B2556E0FC47C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4899BF0-C470-9796-089C-6B7E69559891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D4A88A8-0BF5-FEBD-1CC8-C31E7EA7CBBA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024966A-9968-1C11-2D3D-E470DCEA488A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6D6CAB8-4990-C1EF-021B-4E2C5C316F23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EC677D7-305E-5197-85F3-B4171F62AA28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D9C716D-53FB-1006-798F-EF5A4719D038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BA46D1-64EC-76D0-22FB-A0F0A477D09E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D9CEDC-7FD2-C296-1BFC-7CA540C50FF9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C17817-EAD2-6D53-8B30-FF9B6050D638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D78DA2-D6F6-A720-0BA5-4D00578D2B37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41AECD5-71D2-D9E6-7F1C-186073F726CB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29B57AD-696C-CE34-22FF-048CBAC05DD3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00EBD86-BE91-DA91-290C-A0214A05D295}"/>
              </a:ext>
            </a:extLst>
          </p:cNvPr>
          <p:cNvSpPr txBox="1"/>
          <p:nvPr/>
        </p:nvSpPr>
        <p:spPr>
          <a:xfrm>
            <a:off x="3505319" y="3926159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Position 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98B9866-18AD-5004-3103-1FD277F3BC57}"/>
              </a:ext>
            </a:extLst>
          </p:cNvPr>
          <p:cNvCxnSpPr>
            <a:cxnSpLocks/>
          </p:cNvCxnSpPr>
          <p:nvPr/>
        </p:nvCxnSpPr>
        <p:spPr>
          <a:xfrm flipH="1" flipV="1">
            <a:off x="4221480" y="1889760"/>
            <a:ext cx="1844040" cy="1524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AD2029B-B9CA-7FBE-B9A5-6275F9E53730}"/>
              </a:ext>
            </a:extLst>
          </p:cNvPr>
          <p:cNvCxnSpPr>
            <a:cxnSpLocks/>
          </p:cNvCxnSpPr>
          <p:nvPr/>
        </p:nvCxnSpPr>
        <p:spPr>
          <a:xfrm flipH="1">
            <a:off x="4312920" y="2895600"/>
            <a:ext cx="1659468" cy="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6AD3912-AA78-F93D-386F-8333907452AF}"/>
              </a:ext>
            </a:extLst>
          </p:cNvPr>
          <p:cNvCxnSpPr>
            <a:cxnSpLocks/>
          </p:cNvCxnSpPr>
          <p:nvPr/>
        </p:nvCxnSpPr>
        <p:spPr>
          <a:xfrm>
            <a:off x="4206240" y="195072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C07726-3064-9DE6-DBA3-FEFE9EB85537}"/>
              </a:ext>
            </a:extLst>
          </p:cNvPr>
          <p:cNvCxnSpPr>
            <a:cxnSpLocks/>
          </p:cNvCxnSpPr>
          <p:nvPr/>
        </p:nvCxnSpPr>
        <p:spPr>
          <a:xfrm>
            <a:off x="6096000" y="196596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DAA354A-2C0F-5CD0-E048-8B62650484F5}"/>
              </a:ext>
            </a:extLst>
          </p:cNvPr>
          <p:cNvSpPr txBox="1"/>
          <p:nvPr/>
        </p:nvSpPr>
        <p:spPr>
          <a:xfrm>
            <a:off x="8854439" y="4511553"/>
            <a:ext cx="5196841" cy="3046988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        Node* temp = head;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int count = 1;</a:t>
            </a:r>
          </a:p>
          <a:p>
            <a:br>
              <a:rPr lang="en-US" sz="2400" dirty="0">
                <a:solidFill>
                  <a:schemeClr val="bg2"/>
                </a:solidFill>
              </a:rPr>
            </a:br>
            <a:endParaRPr lang="en-US" sz="2400" dirty="0">
              <a:solidFill>
                <a:schemeClr val="bg2"/>
              </a:solidFill>
            </a:endParaRPr>
          </a:p>
          <a:p>
            <a:r>
              <a:rPr lang="en-US" sz="2400" i="1" dirty="0">
                <a:solidFill>
                  <a:schemeClr val="bg2"/>
                </a:solidFill>
              </a:rPr>
              <a:t>      </a:t>
            </a:r>
            <a:r>
              <a:rPr lang="en-US" sz="2400" dirty="0">
                <a:solidFill>
                  <a:schemeClr val="bg2"/>
                </a:solidFill>
              </a:rPr>
              <a:t>        while (count &lt; position - 1) {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    temp = temp-&gt;next;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    count++;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1E37B8-BD79-48E9-28D7-FC5A37405021}"/>
              </a:ext>
            </a:extLst>
          </p:cNvPr>
          <p:cNvSpPr txBox="1"/>
          <p:nvPr/>
        </p:nvSpPr>
        <p:spPr>
          <a:xfrm>
            <a:off x="519612" y="762632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7BAB3A3-CFCA-9813-FF3F-99E2E93F8559}"/>
              </a:ext>
            </a:extLst>
          </p:cNvPr>
          <p:cNvCxnSpPr>
            <a:cxnSpLocks/>
          </p:cNvCxnSpPr>
          <p:nvPr/>
        </p:nvCxnSpPr>
        <p:spPr>
          <a:xfrm>
            <a:off x="941940" y="1224297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818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C4E50-D9C2-B8A9-055C-B7D22DA8F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8EB300E-4F0A-4FFB-0D48-F75FD9284815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697124-5391-FCC3-6D62-180E8EFC6E05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F1CC7C-9684-BBE6-D333-FE7442432DA2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2D08D70-1D10-D785-62D9-19A3F23DC604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422984-3C32-3B19-4CAC-E435D69EEDF2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B5DE45C-13B5-8CB7-BA02-8642D54132DD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40E037C-2069-7601-BB26-553A64C05CE6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D18C645-9F65-9F88-E517-B1087EABBBC0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459871B-3848-503E-5FCB-3B43F32E874A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1C829A2-CBF4-5353-AD8B-298E97C04D5E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D550314-97A4-0F3F-470B-BF0248120091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AC01C97-361E-4DF3-BEB8-45E5543850FF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CA893DE-417E-0D2A-1460-0697069D5C1B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8ECB1F-4779-576E-C61B-D636EDE39555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3C8E8B-361E-F30F-DC81-92C54E3D4E0E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43AE12-B69F-E482-47D9-71A99497C5CE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A67668-D21D-3FA8-CA4F-B3F8D568988C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365A608-A4C5-BC1D-9F41-E29D47CEE10F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A2A2483-320F-5912-2D6C-33BCA9786592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744CC85-E8C7-C550-2451-951B0DBAD178}"/>
              </a:ext>
            </a:extLst>
          </p:cNvPr>
          <p:cNvSpPr txBox="1"/>
          <p:nvPr/>
        </p:nvSpPr>
        <p:spPr>
          <a:xfrm>
            <a:off x="3505319" y="3926159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Position 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F90BADA-B629-5FCC-04A3-3AB14C428992}"/>
              </a:ext>
            </a:extLst>
          </p:cNvPr>
          <p:cNvCxnSpPr>
            <a:cxnSpLocks/>
          </p:cNvCxnSpPr>
          <p:nvPr/>
        </p:nvCxnSpPr>
        <p:spPr>
          <a:xfrm flipH="1" flipV="1">
            <a:off x="4221480" y="1889760"/>
            <a:ext cx="1844040" cy="1524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9632EB6-624A-8018-3A12-55B4D1B74A92}"/>
              </a:ext>
            </a:extLst>
          </p:cNvPr>
          <p:cNvCxnSpPr>
            <a:cxnSpLocks/>
          </p:cNvCxnSpPr>
          <p:nvPr/>
        </p:nvCxnSpPr>
        <p:spPr>
          <a:xfrm flipH="1">
            <a:off x="4312920" y="2895600"/>
            <a:ext cx="1659468" cy="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C417DE7-A93E-B86F-80AD-4759F7D88552}"/>
              </a:ext>
            </a:extLst>
          </p:cNvPr>
          <p:cNvCxnSpPr>
            <a:cxnSpLocks/>
          </p:cNvCxnSpPr>
          <p:nvPr/>
        </p:nvCxnSpPr>
        <p:spPr>
          <a:xfrm>
            <a:off x="4206240" y="195072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AA9DA0E-59CA-9267-D861-F2C81AEA8A55}"/>
              </a:ext>
            </a:extLst>
          </p:cNvPr>
          <p:cNvCxnSpPr>
            <a:cxnSpLocks/>
          </p:cNvCxnSpPr>
          <p:nvPr/>
        </p:nvCxnSpPr>
        <p:spPr>
          <a:xfrm>
            <a:off x="6096000" y="196596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569D81A-64CA-DCF7-9117-98663D78BB86}"/>
              </a:ext>
            </a:extLst>
          </p:cNvPr>
          <p:cNvSpPr txBox="1"/>
          <p:nvPr/>
        </p:nvSpPr>
        <p:spPr>
          <a:xfrm>
            <a:off x="8854439" y="4511553"/>
            <a:ext cx="5196841" cy="3046988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        Node* temp = head;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int count = 1;</a:t>
            </a:r>
          </a:p>
          <a:p>
            <a:br>
              <a:rPr lang="en-US" sz="2400" dirty="0">
                <a:solidFill>
                  <a:schemeClr val="bg2"/>
                </a:solidFill>
              </a:rPr>
            </a:br>
            <a:endParaRPr lang="en-US" sz="2400" dirty="0">
              <a:solidFill>
                <a:schemeClr val="bg2"/>
              </a:solidFill>
            </a:endParaRPr>
          </a:p>
          <a:p>
            <a:r>
              <a:rPr lang="en-US" sz="2400" i="1" dirty="0">
                <a:solidFill>
                  <a:schemeClr val="bg2"/>
                </a:solidFill>
              </a:rPr>
              <a:t>      </a:t>
            </a:r>
            <a:r>
              <a:rPr lang="en-US" sz="2400" dirty="0">
                <a:solidFill>
                  <a:schemeClr val="bg2"/>
                </a:solidFill>
              </a:rPr>
              <a:t>        while (count &lt; position - 1) {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    temp = temp-&gt;next;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    count++;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025A67-FA26-8BFA-E511-E248217ACDCD}"/>
              </a:ext>
            </a:extLst>
          </p:cNvPr>
          <p:cNvSpPr txBox="1"/>
          <p:nvPr/>
        </p:nvSpPr>
        <p:spPr>
          <a:xfrm>
            <a:off x="519612" y="762632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AA6667E-405C-A663-69A2-9A140DDBA38E}"/>
              </a:ext>
            </a:extLst>
          </p:cNvPr>
          <p:cNvCxnSpPr>
            <a:cxnSpLocks/>
          </p:cNvCxnSpPr>
          <p:nvPr/>
        </p:nvCxnSpPr>
        <p:spPr>
          <a:xfrm>
            <a:off x="941940" y="1224297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235FDDB-7F28-25A1-193B-4277B036D29A}"/>
              </a:ext>
            </a:extLst>
          </p:cNvPr>
          <p:cNvSpPr txBox="1"/>
          <p:nvPr/>
        </p:nvSpPr>
        <p:spPr>
          <a:xfrm>
            <a:off x="10729079" y="5519409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( 1 &lt; 3 -  1 )</a:t>
            </a:r>
          </a:p>
        </p:txBody>
      </p:sp>
    </p:spTree>
    <p:extLst>
      <p:ext uri="{BB962C8B-B14F-4D97-AF65-F5344CB8AC3E}">
        <p14:creationId xmlns:p14="http://schemas.microsoft.com/office/powerpoint/2010/main" val="1064163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C61AB-E395-3AEA-9CF2-E97F8549E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D13DDF5-BCCE-AF06-5D21-C4E19A4828E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D36569-C71F-4022-725E-0895A2721BAB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F9DC5B3-7832-40AC-22F3-B440962DAE02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68F3A2B-2925-F8D4-4AE6-255CDF43AB36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7ED0710-2E7B-1F81-04DF-DD79DD187517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FB5CF66-005A-2F25-8946-FB25F34A890C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43510D7-27D6-73AB-A07B-DE9F3A96FD18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5CB2EA-56C9-DBCE-C360-F5B5DE01350C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A55F00C-24E4-32C7-C131-C49F4224A9DD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DEC2825-7AE8-EBC8-2D56-8A0268B24160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BF978A8-220F-FA1A-414A-2E58000DC1A0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CA97226-F497-2F6F-4755-AD29818C3CBB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D336B30E-D447-F6B8-68C7-9AA16539F9FB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B30B26-E1BA-FB4B-F6AB-BFDE28621AF0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B5E9FD-1AE1-C576-B3CC-81C9F34DF992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0A664C-383B-E254-85D8-9681EB9CF578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2C82E8-690C-7708-F592-7B2F6E9B69A3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0208C42-DE24-DCF7-B56E-490BEA77C959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DB00358-EEFF-4727-C6F1-17CE82A38B64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6CBDB34-C36E-10B3-73F5-6351310F54D9}"/>
              </a:ext>
            </a:extLst>
          </p:cNvPr>
          <p:cNvSpPr txBox="1"/>
          <p:nvPr/>
        </p:nvSpPr>
        <p:spPr>
          <a:xfrm>
            <a:off x="3505319" y="3926159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Position 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081DD92-0CD9-8EA2-DD79-57DC22B9D518}"/>
              </a:ext>
            </a:extLst>
          </p:cNvPr>
          <p:cNvCxnSpPr>
            <a:cxnSpLocks/>
          </p:cNvCxnSpPr>
          <p:nvPr/>
        </p:nvCxnSpPr>
        <p:spPr>
          <a:xfrm flipH="1" flipV="1">
            <a:off x="4221480" y="1889760"/>
            <a:ext cx="1844040" cy="1524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17B1251-327A-59AE-733B-F987321EF4B9}"/>
              </a:ext>
            </a:extLst>
          </p:cNvPr>
          <p:cNvCxnSpPr>
            <a:cxnSpLocks/>
          </p:cNvCxnSpPr>
          <p:nvPr/>
        </p:nvCxnSpPr>
        <p:spPr>
          <a:xfrm flipH="1">
            <a:off x="4312920" y="2895600"/>
            <a:ext cx="1659468" cy="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C71423A-CABF-97BC-42E7-7A1730FA3255}"/>
              </a:ext>
            </a:extLst>
          </p:cNvPr>
          <p:cNvCxnSpPr>
            <a:cxnSpLocks/>
          </p:cNvCxnSpPr>
          <p:nvPr/>
        </p:nvCxnSpPr>
        <p:spPr>
          <a:xfrm>
            <a:off x="4206240" y="195072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50BC750-93CE-F0EB-404C-2ED0EAB28ED0}"/>
              </a:ext>
            </a:extLst>
          </p:cNvPr>
          <p:cNvCxnSpPr>
            <a:cxnSpLocks/>
          </p:cNvCxnSpPr>
          <p:nvPr/>
        </p:nvCxnSpPr>
        <p:spPr>
          <a:xfrm>
            <a:off x="6096000" y="196596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DD9D51E-8633-945C-CAFD-7E802E5E07E2}"/>
              </a:ext>
            </a:extLst>
          </p:cNvPr>
          <p:cNvSpPr txBox="1"/>
          <p:nvPr/>
        </p:nvSpPr>
        <p:spPr>
          <a:xfrm>
            <a:off x="8854439" y="4511553"/>
            <a:ext cx="5196841" cy="3046988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        Node* temp = head;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int count = 1;</a:t>
            </a:r>
          </a:p>
          <a:p>
            <a:br>
              <a:rPr lang="en-US" sz="2400" dirty="0">
                <a:solidFill>
                  <a:schemeClr val="bg2"/>
                </a:solidFill>
              </a:rPr>
            </a:br>
            <a:endParaRPr lang="en-US" sz="2400" dirty="0">
              <a:solidFill>
                <a:schemeClr val="bg2"/>
              </a:solidFill>
            </a:endParaRPr>
          </a:p>
          <a:p>
            <a:r>
              <a:rPr lang="en-US" sz="2400" i="1" dirty="0">
                <a:solidFill>
                  <a:schemeClr val="bg2"/>
                </a:solidFill>
              </a:rPr>
              <a:t>      </a:t>
            </a:r>
            <a:r>
              <a:rPr lang="en-US" sz="2400" dirty="0">
                <a:solidFill>
                  <a:schemeClr val="bg2"/>
                </a:solidFill>
              </a:rPr>
              <a:t>        while (count &lt; position - 1) {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    temp = temp-&gt;next;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    count++;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700DF1-2E8F-6BB8-5EE6-859741CEC72D}"/>
              </a:ext>
            </a:extLst>
          </p:cNvPr>
          <p:cNvSpPr txBox="1"/>
          <p:nvPr/>
        </p:nvSpPr>
        <p:spPr>
          <a:xfrm>
            <a:off x="2526536" y="854498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23B2349-8C2C-C043-83F6-80D3C8B96917}"/>
              </a:ext>
            </a:extLst>
          </p:cNvPr>
          <p:cNvCxnSpPr>
            <a:cxnSpLocks/>
          </p:cNvCxnSpPr>
          <p:nvPr/>
        </p:nvCxnSpPr>
        <p:spPr>
          <a:xfrm>
            <a:off x="2948864" y="1316163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B80A700-2794-9B14-DFFE-52041CEF7166}"/>
              </a:ext>
            </a:extLst>
          </p:cNvPr>
          <p:cNvSpPr txBox="1"/>
          <p:nvPr/>
        </p:nvSpPr>
        <p:spPr>
          <a:xfrm>
            <a:off x="10729079" y="5519409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( 1 &lt; 3 -  1 )</a:t>
            </a:r>
          </a:p>
        </p:txBody>
      </p:sp>
    </p:spTree>
    <p:extLst>
      <p:ext uri="{BB962C8B-B14F-4D97-AF65-F5344CB8AC3E}">
        <p14:creationId xmlns:p14="http://schemas.microsoft.com/office/powerpoint/2010/main" val="1698344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8DA5C-1EB8-6F39-2A07-3529DAE2A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1EAB0AE-8A1B-89B1-E572-0EA1B50760E8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79029B-5A01-AD90-A8A1-911DA36030D0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3BFF5EF-0BED-BBBE-ED36-92F601FED689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BA095CD-2C51-F217-E7C8-B9AB593405FF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45FE35-7CC8-A7DC-1FB2-02BFC5D83730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B01D8B5-204C-291F-061C-667FF93B2402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0464C6-BCAE-2EFB-EFFC-2797FE5BFF25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419F35B-BFCA-29A6-4D78-92895C15C371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3C9ED14-17DC-44C0-8CF1-E679E7B7A126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FBF20EC-3A87-39ED-2235-3C1B21663AF1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8ADBA08-2AD4-CFBC-4D1F-C1DA68AC24FD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9D532BD-4497-4D4E-C7F1-C1A916C616D4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A56EB13D-2E9E-9349-77D2-12B4A63886A5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165D17-C876-A116-67F9-E87021CD9E21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E4EADF-CAB0-CDAB-86C0-B5464106A095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CBFB21-121E-9F52-A035-9AADEB6184F4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00C778-2289-97CB-11B9-D19326B25FB9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AFEFFF1-E8E9-5B8B-C9AE-1704E6639A22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C928C66-9F78-6DD2-FC52-F07683B0FB24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33A2612-56E3-4B40-7EBE-F4A743E18A9F}"/>
              </a:ext>
            </a:extLst>
          </p:cNvPr>
          <p:cNvSpPr txBox="1"/>
          <p:nvPr/>
        </p:nvSpPr>
        <p:spPr>
          <a:xfrm>
            <a:off x="3505319" y="3926159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Position 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A7D45F9-490B-278A-5A17-B1ED0BC4095F}"/>
              </a:ext>
            </a:extLst>
          </p:cNvPr>
          <p:cNvCxnSpPr>
            <a:cxnSpLocks/>
          </p:cNvCxnSpPr>
          <p:nvPr/>
        </p:nvCxnSpPr>
        <p:spPr>
          <a:xfrm flipH="1" flipV="1">
            <a:off x="4221480" y="1889760"/>
            <a:ext cx="1844040" cy="1524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5ED1D6A-B2ED-7805-0943-DE42EE0E917B}"/>
              </a:ext>
            </a:extLst>
          </p:cNvPr>
          <p:cNvCxnSpPr>
            <a:cxnSpLocks/>
          </p:cNvCxnSpPr>
          <p:nvPr/>
        </p:nvCxnSpPr>
        <p:spPr>
          <a:xfrm flipH="1">
            <a:off x="4312920" y="2895600"/>
            <a:ext cx="1659468" cy="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0AB517D-0B0F-13A0-EA80-2A5749F79E3D}"/>
              </a:ext>
            </a:extLst>
          </p:cNvPr>
          <p:cNvCxnSpPr>
            <a:cxnSpLocks/>
          </p:cNvCxnSpPr>
          <p:nvPr/>
        </p:nvCxnSpPr>
        <p:spPr>
          <a:xfrm>
            <a:off x="4206240" y="195072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1A55637-507D-044F-43AD-08ED2CE0E3F3}"/>
              </a:ext>
            </a:extLst>
          </p:cNvPr>
          <p:cNvCxnSpPr>
            <a:cxnSpLocks/>
          </p:cNvCxnSpPr>
          <p:nvPr/>
        </p:nvCxnSpPr>
        <p:spPr>
          <a:xfrm>
            <a:off x="6096000" y="196596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3A50EED-AAD0-D8D9-C3FA-C43DAA08AC70}"/>
              </a:ext>
            </a:extLst>
          </p:cNvPr>
          <p:cNvSpPr txBox="1"/>
          <p:nvPr/>
        </p:nvSpPr>
        <p:spPr>
          <a:xfrm>
            <a:off x="8854439" y="4511553"/>
            <a:ext cx="5196841" cy="3046988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        Node* temp = head;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int count = 1;</a:t>
            </a:r>
          </a:p>
          <a:p>
            <a:br>
              <a:rPr lang="en-US" sz="2400" dirty="0">
                <a:solidFill>
                  <a:schemeClr val="bg2"/>
                </a:solidFill>
              </a:rPr>
            </a:br>
            <a:endParaRPr lang="en-US" sz="2400" dirty="0">
              <a:solidFill>
                <a:schemeClr val="bg2"/>
              </a:solidFill>
            </a:endParaRPr>
          </a:p>
          <a:p>
            <a:r>
              <a:rPr lang="en-US" sz="2400" i="1" dirty="0">
                <a:solidFill>
                  <a:schemeClr val="bg2"/>
                </a:solidFill>
              </a:rPr>
              <a:t>      </a:t>
            </a:r>
            <a:r>
              <a:rPr lang="en-US" sz="2400" dirty="0">
                <a:solidFill>
                  <a:schemeClr val="bg2"/>
                </a:solidFill>
              </a:rPr>
              <a:t>        while (count &lt; position - 1) {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    temp = temp-&gt;next;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    count++;</a:t>
            </a:r>
          </a:p>
          <a:p>
            <a:r>
              <a:rPr lang="en-US" sz="2400" dirty="0">
                <a:solidFill>
                  <a:schemeClr val="bg2"/>
                </a:solidFill>
              </a:rPr>
              <a:t>        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B58449-44AA-CC9D-324E-B06FBEFC1317}"/>
              </a:ext>
            </a:extLst>
          </p:cNvPr>
          <p:cNvSpPr txBox="1"/>
          <p:nvPr/>
        </p:nvSpPr>
        <p:spPr>
          <a:xfrm>
            <a:off x="2526536" y="854498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496785C-E70E-0CA8-67DE-8470CAB4EBFF}"/>
              </a:ext>
            </a:extLst>
          </p:cNvPr>
          <p:cNvCxnSpPr>
            <a:cxnSpLocks/>
          </p:cNvCxnSpPr>
          <p:nvPr/>
        </p:nvCxnSpPr>
        <p:spPr>
          <a:xfrm>
            <a:off x="2948864" y="1316163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B842C78-2EF7-1D27-1D89-2B54E0245153}"/>
              </a:ext>
            </a:extLst>
          </p:cNvPr>
          <p:cNvSpPr txBox="1"/>
          <p:nvPr/>
        </p:nvSpPr>
        <p:spPr>
          <a:xfrm>
            <a:off x="10729079" y="5519409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( 2 &lt; 2 -  1 )</a:t>
            </a:r>
          </a:p>
        </p:txBody>
      </p:sp>
    </p:spTree>
    <p:extLst>
      <p:ext uri="{BB962C8B-B14F-4D97-AF65-F5344CB8AC3E}">
        <p14:creationId xmlns:p14="http://schemas.microsoft.com/office/powerpoint/2010/main" val="341576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2A214-4EC1-030E-7D48-A74EE9C7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24D7523-3AE3-6FB7-E57D-2E741895B23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85A5D3-2B5F-5EB5-1FF5-39F4131E26FE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62AAB1-A52C-A11F-6E2B-860FA705FD3D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CF13015-ED68-8871-64F2-75FA9F42C576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8EAA6BC-7637-2956-B839-1DA25E13AD3A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EE0141-12FB-D44A-FEF1-4B7E355E74F6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CFF3D61-B4F0-E20C-D479-D21B5E5F2A21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DDC1B53-CE0C-20CB-992B-00A1E6E0A854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BBD6D25-FEC7-7268-829D-E85ADC7D7679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7E529DC-E1B7-CAEC-6A13-F819EF27C37F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EE7E6F9-6397-B4E5-B4B2-B78520F7E8AF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A3EBB2F-3392-148D-CD1D-F33C8A3AEA21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D207411-B8F0-0371-1598-CCC09B7E8F1F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3FCE91-9DAA-A796-7934-BA294CC46329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9733EA-8670-0DED-6E5D-61C7B28BF19A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E4AEDE-C931-0AAF-25F3-F518E9E5753B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C3D027-CB36-E453-CB06-4A78348B0521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8738462-066F-4901-66AE-88C6E122F4A9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5EEDF04-060D-D8BD-9134-E192E64A27B7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B858C51-10D1-307E-8709-D8205CC07E1B}"/>
              </a:ext>
            </a:extLst>
          </p:cNvPr>
          <p:cNvSpPr txBox="1"/>
          <p:nvPr/>
        </p:nvSpPr>
        <p:spPr>
          <a:xfrm>
            <a:off x="3505319" y="3926159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Position 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2A9E308-9A41-259C-01EF-90A2C95584C1}"/>
              </a:ext>
            </a:extLst>
          </p:cNvPr>
          <p:cNvCxnSpPr>
            <a:cxnSpLocks/>
          </p:cNvCxnSpPr>
          <p:nvPr/>
        </p:nvCxnSpPr>
        <p:spPr>
          <a:xfrm flipH="1" flipV="1">
            <a:off x="4221480" y="1889760"/>
            <a:ext cx="1844040" cy="1524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806B132-0EAB-D0CB-0819-59ECBA82E84B}"/>
              </a:ext>
            </a:extLst>
          </p:cNvPr>
          <p:cNvCxnSpPr>
            <a:cxnSpLocks/>
          </p:cNvCxnSpPr>
          <p:nvPr/>
        </p:nvCxnSpPr>
        <p:spPr>
          <a:xfrm flipH="1">
            <a:off x="4312920" y="2895600"/>
            <a:ext cx="1659468" cy="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FBA5D5F-D1A9-F0A9-7921-2A52F19DDB20}"/>
              </a:ext>
            </a:extLst>
          </p:cNvPr>
          <p:cNvCxnSpPr>
            <a:cxnSpLocks/>
          </p:cNvCxnSpPr>
          <p:nvPr/>
        </p:nvCxnSpPr>
        <p:spPr>
          <a:xfrm>
            <a:off x="4206240" y="195072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B767160-7639-61FD-5B38-AC376066412B}"/>
              </a:ext>
            </a:extLst>
          </p:cNvPr>
          <p:cNvCxnSpPr>
            <a:cxnSpLocks/>
          </p:cNvCxnSpPr>
          <p:nvPr/>
        </p:nvCxnSpPr>
        <p:spPr>
          <a:xfrm>
            <a:off x="6096000" y="196596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A7DC26B-3915-629B-6E26-E5E89B8937B1}"/>
              </a:ext>
            </a:extLst>
          </p:cNvPr>
          <p:cNvSpPr txBox="1"/>
          <p:nvPr/>
        </p:nvSpPr>
        <p:spPr>
          <a:xfrm>
            <a:off x="8214360" y="5249590"/>
            <a:ext cx="5836920" cy="2308324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2"/>
                </a:solidFill>
              </a:rPr>
              <a:t>        Node* </a:t>
            </a:r>
            <a:r>
              <a:rPr lang="en-IN" sz="2400" dirty="0" err="1">
                <a:solidFill>
                  <a:schemeClr val="bg2"/>
                </a:solidFill>
              </a:rPr>
              <a:t>deleteNode</a:t>
            </a:r>
            <a:r>
              <a:rPr lang="en-IN" sz="2400" dirty="0">
                <a:solidFill>
                  <a:schemeClr val="bg2"/>
                </a:solidFill>
              </a:rPr>
              <a:t> = temp-&gt;next;</a:t>
            </a:r>
            <a:r>
              <a:rPr lang="en-IN" sz="2400" i="1" dirty="0">
                <a:solidFill>
                  <a:schemeClr val="bg2"/>
                </a:solidFill>
              </a:rPr>
              <a:t>  </a:t>
            </a:r>
          </a:p>
          <a:p>
            <a:r>
              <a:rPr lang="en-IN" sz="2400" i="1" dirty="0">
                <a:solidFill>
                  <a:schemeClr val="bg2"/>
                </a:solidFill>
              </a:rPr>
              <a:t>        </a:t>
            </a:r>
            <a:endParaRPr lang="en-IN" sz="2400" dirty="0">
              <a:solidFill>
                <a:schemeClr val="bg2"/>
              </a:solidFill>
            </a:endParaRPr>
          </a:p>
          <a:p>
            <a:r>
              <a:rPr lang="en-IN" sz="2400" dirty="0">
                <a:solidFill>
                  <a:schemeClr val="bg2"/>
                </a:solidFill>
              </a:rPr>
              <a:t>        temp-&gt;next = temp-&gt;next-&gt;next;</a:t>
            </a:r>
            <a:r>
              <a:rPr lang="en-IN" sz="2400" i="1" dirty="0">
                <a:solidFill>
                  <a:schemeClr val="bg2"/>
                </a:solidFill>
              </a:rPr>
              <a:t>  </a:t>
            </a:r>
          </a:p>
          <a:p>
            <a:r>
              <a:rPr lang="en-IN" sz="2400" i="1" dirty="0">
                <a:solidFill>
                  <a:schemeClr val="bg2"/>
                </a:solidFill>
              </a:rPr>
              <a:t>       </a:t>
            </a:r>
            <a:endParaRPr lang="en-IN" sz="2400" dirty="0">
              <a:solidFill>
                <a:schemeClr val="bg2"/>
              </a:solidFill>
            </a:endParaRPr>
          </a:p>
          <a:p>
            <a:r>
              <a:rPr lang="en-IN" sz="2400" dirty="0">
                <a:solidFill>
                  <a:schemeClr val="bg2"/>
                </a:solidFill>
              </a:rPr>
              <a:t>        delete </a:t>
            </a:r>
            <a:r>
              <a:rPr lang="en-IN" sz="2400" dirty="0" err="1">
                <a:solidFill>
                  <a:schemeClr val="bg2"/>
                </a:solidFill>
              </a:rPr>
              <a:t>deleteNode</a:t>
            </a:r>
            <a:r>
              <a:rPr lang="en-IN" sz="2400" dirty="0">
                <a:solidFill>
                  <a:schemeClr val="bg2"/>
                </a:solidFill>
              </a:rPr>
              <a:t>;</a:t>
            </a:r>
            <a:r>
              <a:rPr lang="en-IN" sz="2400" i="1" dirty="0">
                <a:solidFill>
                  <a:schemeClr val="bg2"/>
                </a:solidFill>
              </a:rPr>
              <a:t>                      </a:t>
            </a:r>
            <a:endParaRPr lang="en-IN" sz="2400" dirty="0">
              <a:solidFill>
                <a:schemeClr val="bg2"/>
              </a:solidFill>
            </a:endParaRPr>
          </a:p>
          <a:p>
            <a:r>
              <a:rPr lang="en-IN" sz="2400" dirty="0">
                <a:solidFill>
                  <a:schemeClr val="bg2"/>
                </a:solidFill>
              </a:rPr>
              <a:t>    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A7A923-12BE-155D-72D2-C7837035AE89}"/>
              </a:ext>
            </a:extLst>
          </p:cNvPr>
          <p:cNvSpPr txBox="1"/>
          <p:nvPr/>
        </p:nvSpPr>
        <p:spPr>
          <a:xfrm>
            <a:off x="2526536" y="854498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FF2FEB5-4BF5-B176-08F2-68FFDC1631F8}"/>
              </a:ext>
            </a:extLst>
          </p:cNvPr>
          <p:cNvCxnSpPr>
            <a:cxnSpLocks/>
          </p:cNvCxnSpPr>
          <p:nvPr/>
        </p:nvCxnSpPr>
        <p:spPr>
          <a:xfrm>
            <a:off x="2948864" y="1316163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83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B32AC-84F0-F622-3CF4-283274B4C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45C8491-68A1-F2A2-A348-16F8453939A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E71640-B0A9-5C55-3587-0E68CE202D7E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82CE7E9-E17A-2495-C6D4-ECF55D3F8812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3872081-2887-09B1-C55A-BDFDD5C5E861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9EF36A-0385-ED53-AAAD-719071E1883C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41D4B95-726E-4007-0114-2A04EEDE6AE8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65D43C7-74A9-46CC-3EA7-F75122B0A0ED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57102B-8729-F88A-3674-E4AF5E7AD56E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4F9B6C4-C4A9-5ABC-49BB-35C785066641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E807020-3A54-AE6C-0DF3-AB770A58EC7D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1943FCF-D416-BB72-EDA0-C486BD218245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998E75B-9740-DA99-2863-9F62C0068F9D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FB036D29-1D26-326B-026D-E8A75F6C65FD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083B7B-63D7-C095-058B-C09352BF2F45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5AFAC2-B602-5E2B-5DE6-95486D4F0D5F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14E8D2-216E-422E-84EF-8A865C706A4C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57283D-D214-23F5-DF80-BD135CE1223D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6D7EF3E-E662-2E02-3135-7195D2B17756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4B06243-D7BE-1160-4CC7-FCE9C4044559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42DD879-B70B-F993-4B44-2ADD0BEE77D6}"/>
              </a:ext>
            </a:extLst>
          </p:cNvPr>
          <p:cNvSpPr txBox="1"/>
          <p:nvPr/>
        </p:nvSpPr>
        <p:spPr>
          <a:xfrm>
            <a:off x="3505319" y="3926159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Position 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6EBAB82-7FCD-8319-4F1F-9A0B58D43A4C}"/>
              </a:ext>
            </a:extLst>
          </p:cNvPr>
          <p:cNvCxnSpPr>
            <a:cxnSpLocks/>
          </p:cNvCxnSpPr>
          <p:nvPr/>
        </p:nvCxnSpPr>
        <p:spPr>
          <a:xfrm flipH="1" flipV="1">
            <a:off x="4221480" y="1889760"/>
            <a:ext cx="1844040" cy="1524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2951D33-4D5D-114A-7F11-EC25535103BE}"/>
              </a:ext>
            </a:extLst>
          </p:cNvPr>
          <p:cNvCxnSpPr>
            <a:cxnSpLocks/>
          </p:cNvCxnSpPr>
          <p:nvPr/>
        </p:nvCxnSpPr>
        <p:spPr>
          <a:xfrm flipH="1">
            <a:off x="4312920" y="2895600"/>
            <a:ext cx="1659468" cy="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D7EB63C-2DA5-0AC2-F325-F83FE466325D}"/>
              </a:ext>
            </a:extLst>
          </p:cNvPr>
          <p:cNvCxnSpPr>
            <a:cxnSpLocks/>
          </p:cNvCxnSpPr>
          <p:nvPr/>
        </p:nvCxnSpPr>
        <p:spPr>
          <a:xfrm>
            <a:off x="4206240" y="195072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EDA03E7-C4C8-6261-AD97-5F33F614316D}"/>
              </a:ext>
            </a:extLst>
          </p:cNvPr>
          <p:cNvCxnSpPr>
            <a:cxnSpLocks/>
          </p:cNvCxnSpPr>
          <p:nvPr/>
        </p:nvCxnSpPr>
        <p:spPr>
          <a:xfrm>
            <a:off x="6096000" y="196596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38283D3-85EE-D74D-1082-2B48BC4A77C3}"/>
              </a:ext>
            </a:extLst>
          </p:cNvPr>
          <p:cNvSpPr txBox="1"/>
          <p:nvPr/>
        </p:nvSpPr>
        <p:spPr>
          <a:xfrm>
            <a:off x="8214360" y="5249590"/>
            <a:ext cx="5836920" cy="2308324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2"/>
                </a:solidFill>
              </a:rPr>
              <a:t>        Node* </a:t>
            </a:r>
            <a:r>
              <a:rPr lang="en-IN" sz="2400" dirty="0" err="1">
                <a:solidFill>
                  <a:schemeClr val="bg2"/>
                </a:solidFill>
              </a:rPr>
              <a:t>deleteNode</a:t>
            </a:r>
            <a:r>
              <a:rPr lang="en-IN" sz="2400" dirty="0">
                <a:solidFill>
                  <a:schemeClr val="bg2"/>
                </a:solidFill>
              </a:rPr>
              <a:t> = temp-&gt;next;</a:t>
            </a:r>
            <a:r>
              <a:rPr lang="en-IN" sz="2400" i="1" dirty="0">
                <a:solidFill>
                  <a:schemeClr val="bg2"/>
                </a:solidFill>
              </a:rPr>
              <a:t>  </a:t>
            </a:r>
          </a:p>
          <a:p>
            <a:r>
              <a:rPr lang="en-IN" sz="2400" i="1" dirty="0">
                <a:solidFill>
                  <a:schemeClr val="bg2"/>
                </a:solidFill>
              </a:rPr>
              <a:t>        </a:t>
            </a:r>
            <a:endParaRPr lang="en-IN" sz="2400" dirty="0">
              <a:solidFill>
                <a:schemeClr val="bg2"/>
              </a:solidFill>
            </a:endParaRPr>
          </a:p>
          <a:p>
            <a:r>
              <a:rPr lang="en-IN" sz="2400" dirty="0">
                <a:solidFill>
                  <a:schemeClr val="bg2"/>
                </a:solidFill>
              </a:rPr>
              <a:t>        temp-&gt;next = temp-&gt;next-&gt;next;</a:t>
            </a:r>
            <a:r>
              <a:rPr lang="en-IN" sz="2400" i="1" dirty="0">
                <a:solidFill>
                  <a:schemeClr val="bg2"/>
                </a:solidFill>
              </a:rPr>
              <a:t>  </a:t>
            </a:r>
          </a:p>
          <a:p>
            <a:r>
              <a:rPr lang="en-IN" sz="2400" i="1" dirty="0">
                <a:solidFill>
                  <a:schemeClr val="bg2"/>
                </a:solidFill>
              </a:rPr>
              <a:t>       // bypass</a:t>
            </a:r>
            <a:endParaRPr lang="en-IN" sz="2400" dirty="0">
              <a:solidFill>
                <a:schemeClr val="bg2"/>
              </a:solidFill>
            </a:endParaRPr>
          </a:p>
          <a:p>
            <a:r>
              <a:rPr lang="en-IN" sz="2400" dirty="0">
                <a:solidFill>
                  <a:schemeClr val="bg2"/>
                </a:solidFill>
              </a:rPr>
              <a:t>        delete </a:t>
            </a:r>
            <a:r>
              <a:rPr lang="en-IN" sz="2400" dirty="0" err="1">
                <a:solidFill>
                  <a:schemeClr val="bg2"/>
                </a:solidFill>
              </a:rPr>
              <a:t>deleteNode</a:t>
            </a:r>
            <a:r>
              <a:rPr lang="en-IN" sz="2400" dirty="0">
                <a:solidFill>
                  <a:schemeClr val="bg2"/>
                </a:solidFill>
              </a:rPr>
              <a:t>;</a:t>
            </a:r>
            <a:r>
              <a:rPr lang="en-IN" sz="2400" i="1" dirty="0">
                <a:solidFill>
                  <a:schemeClr val="bg2"/>
                </a:solidFill>
              </a:rPr>
              <a:t>                      </a:t>
            </a:r>
            <a:endParaRPr lang="en-IN" sz="2400" dirty="0">
              <a:solidFill>
                <a:schemeClr val="bg2"/>
              </a:solidFill>
            </a:endParaRPr>
          </a:p>
          <a:p>
            <a:r>
              <a:rPr lang="en-IN" sz="2400" dirty="0">
                <a:solidFill>
                  <a:schemeClr val="bg2"/>
                </a:solidFill>
              </a:rPr>
              <a:t>    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C1F223-8F18-2DE7-A36C-A7DDF8B7A53F}"/>
              </a:ext>
            </a:extLst>
          </p:cNvPr>
          <p:cNvSpPr txBox="1"/>
          <p:nvPr/>
        </p:nvSpPr>
        <p:spPr>
          <a:xfrm>
            <a:off x="2526536" y="854498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E3A54A2-34F5-A23B-2480-6BB8C514C54B}"/>
              </a:ext>
            </a:extLst>
          </p:cNvPr>
          <p:cNvCxnSpPr>
            <a:cxnSpLocks/>
          </p:cNvCxnSpPr>
          <p:nvPr/>
        </p:nvCxnSpPr>
        <p:spPr>
          <a:xfrm>
            <a:off x="2948864" y="1316163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218F6DD-B533-9DE9-CA98-012A0DA9A8CD}"/>
              </a:ext>
            </a:extLst>
          </p:cNvPr>
          <p:cNvCxnSpPr>
            <a:cxnSpLocks/>
          </p:cNvCxnSpPr>
          <p:nvPr/>
        </p:nvCxnSpPr>
        <p:spPr>
          <a:xfrm>
            <a:off x="5143424" y="1316163"/>
            <a:ext cx="0" cy="444535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2D528A8-A8E2-8B6D-184B-314D854F4997}"/>
              </a:ext>
            </a:extLst>
          </p:cNvPr>
          <p:cNvSpPr txBox="1"/>
          <p:nvPr/>
        </p:nvSpPr>
        <p:spPr>
          <a:xfrm>
            <a:off x="4295727" y="900700"/>
            <a:ext cx="1862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C000"/>
                </a:solidFill>
              </a:rPr>
              <a:t>deleteNode</a:t>
            </a:r>
            <a:endParaRPr lang="en-IN" sz="24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016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4C82E-E2E5-A0F4-47B5-BCD14EF86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B8421D-15D4-8833-6493-3F754EDB5DA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9E16C0-F459-5106-95C6-1BC871865F74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FBE750-E5CF-9124-08AE-76F10A8FF847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2AEEF49-CD5C-E496-67DD-5D793C90DCBD}"/>
              </a:ext>
            </a:extLst>
          </p:cNvPr>
          <p:cNvGraphicFramePr>
            <a:graphicFrameLocks noGrp="1"/>
          </p:cNvGraphicFramePr>
          <p:nvPr/>
        </p:nvGraphicFramePr>
        <p:xfrm>
          <a:off x="11549910" y="12003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0FEC14-570D-6D94-A881-CC48645B054C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32379DA-18BF-81AB-76F2-285609AE0DFB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2F763ED-EDFF-696F-3DB8-037DD1555EE9}"/>
              </a:ext>
            </a:extLst>
          </p:cNvPr>
          <p:cNvCxnSpPr>
            <a:cxnSpLocks/>
          </p:cNvCxnSpPr>
          <p:nvPr/>
        </p:nvCxnSpPr>
        <p:spPr>
          <a:xfrm flipV="1">
            <a:off x="3462180" y="2482882"/>
            <a:ext cx="3212940" cy="3048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D3104E8-B227-64BB-5045-5E2C6A6AB8A4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A9A7CE8-73C3-A658-EEBA-A8CCB53E3E74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54E85B1-C465-7F6D-7DDA-2355511B16EE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913D5F5-316C-B904-0932-3866CC8234C3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473BFC11-76CD-815A-C696-04570B811EF0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94CC58-C644-38AE-565A-73AA452477B0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18BF87-0FD9-8846-4E06-86B438C098A3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C6F434-0A1C-24ED-294D-2F8BE7CE400F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5D6D78-FFEC-50D6-970F-C833E8B9F003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C2CF6A7-9F82-B891-64D4-DD1503ABAEC4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453A7D0-3FFA-E72E-4929-FB57C84854DA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8AD3381-3B68-376F-DBFD-7FBC2A0177A4}"/>
              </a:ext>
            </a:extLst>
          </p:cNvPr>
          <p:cNvSpPr txBox="1"/>
          <p:nvPr/>
        </p:nvSpPr>
        <p:spPr>
          <a:xfrm>
            <a:off x="3505319" y="3926159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Position 3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A1C7F25-09E7-2218-798A-29299D1C7636}"/>
              </a:ext>
            </a:extLst>
          </p:cNvPr>
          <p:cNvCxnSpPr>
            <a:cxnSpLocks/>
          </p:cNvCxnSpPr>
          <p:nvPr/>
        </p:nvCxnSpPr>
        <p:spPr>
          <a:xfrm flipH="1" flipV="1">
            <a:off x="11412750" y="989060"/>
            <a:ext cx="1844040" cy="1524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CAC653C-12EC-BFC8-EBF1-95EB22FAD6F8}"/>
              </a:ext>
            </a:extLst>
          </p:cNvPr>
          <p:cNvCxnSpPr>
            <a:cxnSpLocks/>
          </p:cNvCxnSpPr>
          <p:nvPr/>
        </p:nvCxnSpPr>
        <p:spPr>
          <a:xfrm flipH="1">
            <a:off x="11504190" y="1994900"/>
            <a:ext cx="1659468" cy="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98CE298-5408-8070-A8AC-572757A63FE0}"/>
              </a:ext>
            </a:extLst>
          </p:cNvPr>
          <p:cNvCxnSpPr>
            <a:cxnSpLocks/>
          </p:cNvCxnSpPr>
          <p:nvPr/>
        </p:nvCxnSpPr>
        <p:spPr>
          <a:xfrm>
            <a:off x="11397510" y="105002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9726B7D-A170-1250-8E12-6FE085F25415}"/>
              </a:ext>
            </a:extLst>
          </p:cNvPr>
          <p:cNvCxnSpPr>
            <a:cxnSpLocks/>
          </p:cNvCxnSpPr>
          <p:nvPr/>
        </p:nvCxnSpPr>
        <p:spPr>
          <a:xfrm>
            <a:off x="13287270" y="1065260"/>
            <a:ext cx="0" cy="914400"/>
          </a:xfrm>
          <a:prstGeom prst="line">
            <a:avLst/>
          </a:prstGeom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EF0FD82-E681-5EEE-0ABF-882C15DF255A}"/>
              </a:ext>
            </a:extLst>
          </p:cNvPr>
          <p:cNvSpPr txBox="1"/>
          <p:nvPr/>
        </p:nvSpPr>
        <p:spPr>
          <a:xfrm>
            <a:off x="8214360" y="5249590"/>
            <a:ext cx="5836920" cy="2308324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2"/>
                </a:solidFill>
              </a:rPr>
              <a:t>        Node* </a:t>
            </a:r>
            <a:r>
              <a:rPr lang="en-IN" sz="2400" dirty="0" err="1">
                <a:solidFill>
                  <a:schemeClr val="bg2"/>
                </a:solidFill>
              </a:rPr>
              <a:t>deleteNode</a:t>
            </a:r>
            <a:r>
              <a:rPr lang="en-IN" sz="2400" dirty="0">
                <a:solidFill>
                  <a:schemeClr val="bg2"/>
                </a:solidFill>
              </a:rPr>
              <a:t> = temp-&gt;next;</a:t>
            </a:r>
            <a:r>
              <a:rPr lang="en-IN" sz="2400" i="1" dirty="0">
                <a:solidFill>
                  <a:schemeClr val="bg2"/>
                </a:solidFill>
              </a:rPr>
              <a:t>  </a:t>
            </a:r>
          </a:p>
          <a:p>
            <a:r>
              <a:rPr lang="en-IN" sz="2400" i="1" dirty="0">
                <a:solidFill>
                  <a:schemeClr val="bg2"/>
                </a:solidFill>
              </a:rPr>
              <a:t>        </a:t>
            </a:r>
            <a:endParaRPr lang="en-IN" sz="2400" dirty="0">
              <a:solidFill>
                <a:schemeClr val="bg2"/>
              </a:solidFill>
            </a:endParaRPr>
          </a:p>
          <a:p>
            <a:r>
              <a:rPr lang="en-IN" sz="2400" dirty="0">
                <a:solidFill>
                  <a:schemeClr val="bg2"/>
                </a:solidFill>
              </a:rPr>
              <a:t>        temp-&gt;next = temp-&gt;next-&gt;next;</a:t>
            </a:r>
            <a:r>
              <a:rPr lang="en-IN" sz="2400" i="1" dirty="0">
                <a:solidFill>
                  <a:schemeClr val="bg2"/>
                </a:solidFill>
              </a:rPr>
              <a:t>  </a:t>
            </a:r>
          </a:p>
          <a:p>
            <a:r>
              <a:rPr lang="en-IN" sz="2400" i="1" dirty="0">
                <a:solidFill>
                  <a:schemeClr val="bg2"/>
                </a:solidFill>
              </a:rPr>
              <a:t>       // bypass</a:t>
            </a:r>
            <a:endParaRPr lang="en-IN" sz="2400" dirty="0">
              <a:solidFill>
                <a:schemeClr val="bg2"/>
              </a:solidFill>
            </a:endParaRPr>
          </a:p>
          <a:p>
            <a:r>
              <a:rPr lang="en-IN" sz="2400" dirty="0">
                <a:solidFill>
                  <a:schemeClr val="bg2"/>
                </a:solidFill>
              </a:rPr>
              <a:t>        delete </a:t>
            </a:r>
            <a:r>
              <a:rPr lang="en-IN" sz="2400" dirty="0" err="1">
                <a:solidFill>
                  <a:schemeClr val="bg2"/>
                </a:solidFill>
              </a:rPr>
              <a:t>deleteNode</a:t>
            </a:r>
            <a:r>
              <a:rPr lang="en-IN" sz="2400" dirty="0">
                <a:solidFill>
                  <a:schemeClr val="bg2"/>
                </a:solidFill>
              </a:rPr>
              <a:t>;</a:t>
            </a:r>
            <a:r>
              <a:rPr lang="en-IN" sz="2400" i="1" dirty="0">
                <a:solidFill>
                  <a:schemeClr val="bg2"/>
                </a:solidFill>
              </a:rPr>
              <a:t>                      </a:t>
            </a:r>
            <a:endParaRPr lang="en-IN" sz="2400" dirty="0">
              <a:solidFill>
                <a:schemeClr val="bg2"/>
              </a:solidFill>
            </a:endParaRPr>
          </a:p>
          <a:p>
            <a:r>
              <a:rPr lang="en-IN" sz="2400" dirty="0">
                <a:solidFill>
                  <a:schemeClr val="bg2"/>
                </a:solidFill>
              </a:rPr>
              <a:t>    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DBC4BF-5576-F932-8531-ABF5213C01A2}"/>
              </a:ext>
            </a:extLst>
          </p:cNvPr>
          <p:cNvSpPr txBox="1"/>
          <p:nvPr/>
        </p:nvSpPr>
        <p:spPr>
          <a:xfrm>
            <a:off x="2526536" y="854498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51EDB33-59ED-95CB-24E7-E8C5F5AB1896}"/>
              </a:ext>
            </a:extLst>
          </p:cNvPr>
          <p:cNvCxnSpPr>
            <a:cxnSpLocks/>
          </p:cNvCxnSpPr>
          <p:nvPr/>
        </p:nvCxnSpPr>
        <p:spPr>
          <a:xfrm>
            <a:off x="2948864" y="1316163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1708E31-C551-362A-9809-93A43374C757}"/>
              </a:ext>
            </a:extLst>
          </p:cNvPr>
          <p:cNvCxnSpPr>
            <a:cxnSpLocks/>
          </p:cNvCxnSpPr>
          <p:nvPr/>
        </p:nvCxnSpPr>
        <p:spPr>
          <a:xfrm>
            <a:off x="12334694" y="415463"/>
            <a:ext cx="0" cy="444535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66A74E5-98F4-C89B-BE65-EE23C4E1EF51}"/>
              </a:ext>
            </a:extLst>
          </p:cNvPr>
          <p:cNvSpPr txBox="1"/>
          <p:nvPr/>
        </p:nvSpPr>
        <p:spPr>
          <a:xfrm>
            <a:off x="11486997" y="0"/>
            <a:ext cx="1862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C000"/>
                </a:solidFill>
              </a:rPr>
              <a:t>deleteNode</a:t>
            </a:r>
            <a:endParaRPr lang="en-IN" sz="24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872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ED6C5-65AD-0484-D0F5-21861C0EA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9E14DBA-6EFF-8E69-A1B7-8E596A65F1CE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9A0D27-40A1-C454-4464-0DDBBE74E898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D2E661-0619-85CC-F8A1-A0AE01EA546B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EC36B1-D259-6B4B-83CE-BD2F9BECE978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F212D20-951F-CBA6-8247-B3E5A25309AA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F41471-CEAC-281D-8722-BE126A4B5124}"/>
              </a:ext>
            </a:extLst>
          </p:cNvPr>
          <p:cNvCxnSpPr>
            <a:cxnSpLocks/>
          </p:cNvCxnSpPr>
          <p:nvPr/>
        </p:nvCxnSpPr>
        <p:spPr>
          <a:xfrm flipV="1">
            <a:off x="3462180" y="2482882"/>
            <a:ext cx="3212940" cy="3048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6772745-241A-0AB7-15C8-F3DCE120023C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F7DF3DD-286E-EC60-8DEC-DC65EF139572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A269C72-7614-A499-231B-8ACD2C10948A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0DD770E-2265-EABF-EFE0-C98970E9E180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24F91B5-927F-3E56-6CCF-EBBD80B50413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71AB45-42EF-F7D2-7EFE-C9F10CA40C96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2268D1-4FF4-EDEB-A6FE-66E2EB0CAD2D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452372-98C6-17A4-D1CD-3E0DDB9E8C06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8149F6-DDB0-47CE-0F59-F57F71C332C2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4FDE990-B0DB-2A9E-0D09-A710DC53A2A9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BC7D331-BD63-5C5B-2517-A6D47684BBBD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A0AF3C1-8C23-4EBF-ACE9-ED2B39F4DC44}"/>
              </a:ext>
            </a:extLst>
          </p:cNvPr>
          <p:cNvSpPr txBox="1"/>
          <p:nvPr/>
        </p:nvSpPr>
        <p:spPr>
          <a:xfrm>
            <a:off x="3505319" y="3926159"/>
            <a:ext cx="2590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Delete</a:t>
            </a:r>
            <a:r>
              <a:rPr lang="en-IN" sz="2400" b="1" dirty="0">
                <a:solidFill>
                  <a:srgbClr val="FFC000"/>
                </a:solidFill>
              </a:rPr>
              <a:t> Position 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C51CDDA-DA2E-86D1-0F82-B590816FC550}"/>
              </a:ext>
            </a:extLst>
          </p:cNvPr>
          <p:cNvSpPr txBox="1"/>
          <p:nvPr/>
        </p:nvSpPr>
        <p:spPr>
          <a:xfrm>
            <a:off x="8214360" y="5249590"/>
            <a:ext cx="5836920" cy="2308324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2"/>
                </a:solidFill>
              </a:rPr>
              <a:t>        Node* </a:t>
            </a:r>
            <a:r>
              <a:rPr lang="en-IN" sz="2400" dirty="0" err="1">
                <a:solidFill>
                  <a:schemeClr val="bg2"/>
                </a:solidFill>
              </a:rPr>
              <a:t>deleteNode</a:t>
            </a:r>
            <a:r>
              <a:rPr lang="en-IN" sz="2400" dirty="0">
                <a:solidFill>
                  <a:schemeClr val="bg2"/>
                </a:solidFill>
              </a:rPr>
              <a:t> = temp-&gt;next;</a:t>
            </a:r>
            <a:r>
              <a:rPr lang="en-IN" sz="2400" i="1" dirty="0">
                <a:solidFill>
                  <a:schemeClr val="bg2"/>
                </a:solidFill>
              </a:rPr>
              <a:t>  </a:t>
            </a:r>
          </a:p>
          <a:p>
            <a:r>
              <a:rPr lang="en-IN" sz="2400" i="1" dirty="0">
                <a:solidFill>
                  <a:schemeClr val="bg2"/>
                </a:solidFill>
              </a:rPr>
              <a:t>        </a:t>
            </a:r>
            <a:endParaRPr lang="en-IN" sz="2400" dirty="0">
              <a:solidFill>
                <a:schemeClr val="bg2"/>
              </a:solidFill>
            </a:endParaRPr>
          </a:p>
          <a:p>
            <a:r>
              <a:rPr lang="en-IN" sz="2400" dirty="0">
                <a:solidFill>
                  <a:schemeClr val="bg2"/>
                </a:solidFill>
              </a:rPr>
              <a:t>        temp-&gt;next = temp-&gt;next-&gt;next;</a:t>
            </a:r>
            <a:r>
              <a:rPr lang="en-IN" sz="2400" i="1" dirty="0">
                <a:solidFill>
                  <a:schemeClr val="bg2"/>
                </a:solidFill>
              </a:rPr>
              <a:t>  </a:t>
            </a:r>
          </a:p>
          <a:p>
            <a:r>
              <a:rPr lang="en-IN" sz="2400" i="1" dirty="0">
                <a:solidFill>
                  <a:schemeClr val="bg2"/>
                </a:solidFill>
              </a:rPr>
              <a:t>       // bypass</a:t>
            </a:r>
            <a:endParaRPr lang="en-IN" sz="2400" dirty="0">
              <a:solidFill>
                <a:schemeClr val="bg2"/>
              </a:solidFill>
            </a:endParaRPr>
          </a:p>
          <a:p>
            <a:r>
              <a:rPr lang="en-IN" sz="2400" dirty="0">
                <a:solidFill>
                  <a:schemeClr val="bg2"/>
                </a:solidFill>
              </a:rPr>
              <a:t>        delete </a:t>
            </a:r>
            <a:r>
              <a:rPr lang="en-IN" sz="2400" dirty="0" err="1">
                <a:solidFill>
                  <a:schemeClr val="bg2"/>
                </a:solidFill>
              </a:rPr>
              <a:t>deleteNode</a:t>
            </a:r>
            <a:r>
              <a:rPr lang="en-IN" sz="2400" dirty="0">
                <a:solidFill>
                  <a:schemeClr val="bg2"/>
                </a:solidFill>
              </a:rPr>
              <a:t>;</a:t>
            </a:r>
            <a:r>
              <a:rPr lang="en-IN" sz="2400" i="1" dirty="0">
                <a:solidFill>
                  <a:schemeClr val="bg2"/>
                </a:solidFill>
              </a:rPr>
              <a:t>                      </a:t>
            </a:r>
            <a:endParaRPr lang="en-IN" sz="2400" dirty="0">
              <a:solidFill>
                <a:schemeClr val="bg2"/>
              </a:solidFill>
            </a:endParaRPr>
          </a:p>
          <a:p>
            <a:r>
              <a:rPr lang="en-IN" sz="2400" dirty="0">
                <a:solidFill>
                  <a:schemeClr val="bg2"/>
                </a:solidFill>
              </a:rPr>
              <a:t>    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4020A4-6706-F84B-FE54-DCAF702AD2B9}"/>
              </a:ext>
            </a:extLst>
          </p:cNvPr>
          <p:cNvSpPr txBox="1"/>
          <p:nvPr/>
        </p:nvSpPr>
        <p:spPr>
          <a:xfrm>
            <a:off x="2526536" y="854498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35969BC-48AE-2F8F-8FEF-0D242DAAC77A}"/>
              </a:ext>
            </a:extLst>
          </p:cNvPr>
          <p:cNvCxnSpPr>
            <a:cxnSpLocks/>
          </p:cNvCxnSpPr>
          <p:nvPr/>
        </p:nvCxnSpPr>
        <p:spPr>
          <a:xfrm>
            <a:off x="2948864" y="1316163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0871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915</Words>
  <Application>Microsoft Office PowerPoint</Application>
  <PresentationFormat>Widescreen</PresentationFormat>
  <Paragraphs>311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Berlin Sans FB Demi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1</cp:revision>
  <dcterms:created xsi:type="dcterms:W3CDTF">2025-11-26T09:32:08Z</dcterms:created>
  <dcterms:modified xsi:type="dcterms:W3CDTF">2025-11-26T09:33:22Z</dcterms:modified>
</cp:coreProperties>
</file>