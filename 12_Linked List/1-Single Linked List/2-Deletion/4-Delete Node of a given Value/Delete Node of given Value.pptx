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57" r:id="rId2"/>
    <p:sldId id="465" r:id="rId3"/>
    <p:sldId id="458" r:id="rId4"/>
    <p:sldId id="459" r:id="rId5"/>
    <p:sldId id="460" r:id="rId6"/>
    <p:sldId id="461" r:id="rId7"/>
    <p:sldId id="462" r:id="rId8"/>
    <p:sldId id="463" r:id="rId9"/>
    <p:sldId id="4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1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B59FF-A928-49B1-82B7-EE452BF179A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12611-B0DF-44C6-B03B-D6A30BD719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20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DCC0-2CF4-60D4-73A2-B0ECCDE2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7948A-E76A-4E44-E0D7-09CE3FD88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AF5EE-9045-D45A-93D5-C1AF55A2B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72695-8EDC-74A1-807B-DDE015CCC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992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7503-2DDE-9D98-6311-31395AE4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2FB56-FEFA-D458-4FA5-951EF998F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00E22-00E5-BAF0-1A56-7B5667D3F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1AC48-794F-F528-866C-E6FBA3FD9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87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5B276-390F-FC4C-9D17-2038C771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77B76-0478-DB53-660D-FF0F89077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55697-D67C-1950-2332-D16B6C9E7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E3A2C-F3BB-A965-6D70-37D00AC0E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523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0A56-6D7A-AE87-4F51-1D00BD37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984F1-EFBE-2061-5C23-140B7C80F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4B44C-BB75-CE40-2521-B4BB658A7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5BBAE-E0E1-4F69-8572-656C36B01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03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A8BB-376C-CEA2-7338-19550293C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7F2DD-78D1-0C47-26BE-D0E6B16EF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03205-2E7C-2FE5-954C-45753DD66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593FF-FE02-67D4-E858-2BBAAACF4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451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2CF7-50AE-A2B3-97AB-B44CB029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B941F-358D-223E-89BF-46C26116A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C21B5-D8AA-8589-AA11-8AF0C105F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21E40-5A5F-67F7-1017-35EB5EF47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514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4933-6153-7CF4-3411-D025650F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E33AA-99C5-7A91-B0F2-D051236C5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AFA1A-975D-E928-8053-333FEACEB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427C2-6526-43AB-9D6C-BC76A1A0C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99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46F8-F6DD-808D-F170-3BC3A80F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AFF77-C64E-680A-3338-1D8FFE8C5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F5D71-5DB3-1F3C-DBA7-A58F4F5FB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6876B-5245-51B3-84ED-A7183294A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161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42FA-5A83-D98E-64AC-3F2E9163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C49B7-C9DA-CF1D-4C61-29EB63D17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5B212-3573-5032-88BB-EFDBD377A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290BF-5DC2-0BF0-F0FB-9B4716C69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010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52353-34B1-F97F-0C22-1579F5D39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BAEF1-0B04-7150-6DA7-99A03436E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AF793-30D5-8DBE-0C36-52EE7A68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10FD6-D3E1-DFDC-3FFC-7666154E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87BFA-20AF-F457-EACF-7560632C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56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2A06-ECA1-AD54-C1B9-23799DBD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6E3B9-48FB-8FFD-5549-98E7DF17F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8A8C8-FB92-F5CE-93C5-E09D80AF9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27B8E-A3F1-4C7A-CB71-8308317F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B3038-9D51-033F-01D7-37C865ED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18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25BC-F590-C81A-9BD6-2E8FB5FF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69FC2-BA61-77D9-24A5-F147847D7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972C2-0EA2-1B42-1FB4-332899FA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D00E5-3743-B43F-9601-365C2059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7DEF0-CA36-9C50-2114-C4CD0F54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433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E22D6-F370-80B9-63F7-63B431BA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679DF-72F7-D76C-2C14-B00895F8A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6B52-A57B-94A9-89E3-4C9BCF08D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C6DEA-509A-7D6E-A478-EB6F20578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E7C61-835E-2A88-B776-357C1D8A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CA092-1229-6619-EAEC-711E9DA9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43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3C1A-3D5C-AB48-64B4-5A1AAF20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0D0A1-A91A-6CD7-40FC-8A1405CDA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FF755-E0ED-30B6-486F-56F6877CF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7733B-1891-5F72-FA50-A148EBCF6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E52F8-22C9-AF4D-D881-500ECDFF9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DA81E1-6C30-91FA-044F-0A1F1121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777E0C-8EFE-5F1F-4E90-E3102374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747FF-02FB-4FBB-5661-FE61621A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85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2B65-0255-FCF3-EC1F-031CA76F6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A2698-85E4-708E-B51E-50C4E6E82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B4554-1D30-2573-8782-C8DAEBC1A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E6C23-CFB5-6F36-F826-2D717DA7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68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82E81-815E-90A6-CA54-127B7E0F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AF50F-5481-4C41-A7E0-BC297EC2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5C3AD-63D2-5DD4-C4AE-CA51255BB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21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9BB3-93F7-9F2F-33B9-76F95BED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16BB4-5A40-A6A9-B2B4-84D206E1A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222C7-0297-EEA8-35A4-3DD8B801A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13414-2500-ACA8-C0A7-01C47966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3AAE4-D4A3-E89E-E20D-F114CAEB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E7158-5E24-5702-EF81-10CF8688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4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A3796-6F44-6A6D-F226-A4D2E7B66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4307F-701E-F347-A44B-109986242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AC626-304C-5F49-610E-FB61CE1DB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750E5-7CCC-F9D3-4BE7-10EB46546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14306-3F61-3CF8-4AF4-DEF205BF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B6600-7AD9-6CAB-3B4D-FA28F9DF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60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BEEFA-9F92-9A99-B1FD-44FEDBD5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29208-AE9C-D3C8-EBE2-5A55F482A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C6D90-0245-0B9C-50C7-48F46038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21DCE-9CD1-8FE5-6115-74290963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F43F0-B3C9-FAB2-83AC-3AD7CDE9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93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7B73BF-BA63-7CBD-10DB-33DBF6A4B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17175-1B7A-5FA9-259E-75CDB7C8A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6EEDE-E1F1-53F2-EB91-40028912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7B58B-B5A9-C026-3659-FDAD53D0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C4826-120B-2EFA-35A2-348439D0F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53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9B5A3-2B62-B74C-C94D-57EDFA730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78359-1398-93FA-4D33-96EACDB7C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E6481-D6D3-0972-8C13-B28156A12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70931-4CAA-421A-800F-C7EE3D62E5F2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4D46B-65DA-2F83-BDD0-2E294103D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5EEA-F1F1-B078-2A73-4ECC2C318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14442-1B7A-44CC-B6DB-7D4546C18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16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C1C5-0CF1-50CB-3F26-87CCA8FB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C5964F-F255-0B97-CA40-A5E4F462E88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CCE12A-6C66-7DEF-201D-98A558B00684}"/>
              </a:ext>
            </a:extLst>
          </p:cNvPr>
          <p:cNvSpPr txBox="1"/>
          <p:nvPr/>
        </p:nvSpPr>
        <p:spPr>
          <a:xfrm>
            <a:off x="1201663" y="2924278"/>
            <a:ext cx="97886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</p:spTree>
    <p:extLst>
      <p:ext uri="{BB962C8B-B14F-4D97-AF65-F5344CB8AC3E}">
        <p14:creationId xmlns:p14="http://schemas.microsoft.com/office/powerpoint/2010/main" val="166810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9041-E03E-FEBE-2DC8-343C62DD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3B9FC2-D86A-4053-AC78-9062BBDED9C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B99405-E37E-4DB5-F59F-7EDAE6279F4B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6EA159-CC01-C4B0-1DE2-C397101B984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7B1C67-9B15-58E4-D235-FD301955D5CB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75DA2F-4D0A-DBE6-7DC1-96148C11136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9C1409-7337-D158-18C3-B24246F3622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4522B6-9AD2-1A34-5E3C-5FB1DBADA519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720F2C-8E06-CADC-E24E-515E3840F7AC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A24F2-CA13-CD36-EE75-95F387191AD7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2CFFFEC-E70D-F631-F92E-DC668FD6BAD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0FFC49-6393-6B33-CF20-1C645D988FF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9165F6E-3182-F386-A20B-41CE3454B599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3B447B7-4173-FE2A-AC50-AAA71E8D2DE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27D7E0-0295-2400-F95B-81299C64AB02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9DB36A-4E80-DB18-A863-0AB47E6C2D52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8FC28C-DC73-22E0-EEBB-A87812288560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EC606-45E3-FD28-A5F5-2B2E54C20DCB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834AD5-AEB9-9560-7289-FE17F459137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9A43D3-58E5-FA06-762D-F576795FE1E9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724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9AD54-8FAB-D2E2-1722-15CE83FB9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C99965-DD16-37EE-F34F-B66B5E845C6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6E1A41-6F32-6B49-6AC4-BCA9BFA825D5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696CA9-DB97-BB02-A134-A2E0452473C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C9CA8A-D88E-384D-5B2E-E7D9EE86FB8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4DB26B-7F70-7257-34A3-6F45B6C56E1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BDF4A5-0E47-1135-8C46-64AB1F659B8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F5357D-B54B-4412-8B25-908719F88E0F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D3B109-4740-0223-45B4-17A0ED424D8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EE3E55-C3AF-79C4-9A35-ABAE33E8E074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5A6A55A-1817-DC7B-2C3F-67AFA4EE708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FAC1B8-B2D4-133B-73AA-E9DCB436C568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0A2D5C6-3593-488C-CC20-25F395681EC1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94B0FC3-913A-D947-08CE-D298D74FFD21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43FC05-59FF-75D9-3320-3353E0B1BA76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BD4826-FB1B-45F5-D759-54E651849D4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7892F9-35A0-2D28-867F-128C8A1877E1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CE61D-9C4C-226F-85C9-07513A959867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87C098-DD32-A47B-8DFB-B414DD2FCE97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DD06E2-2812-74DD-2C4C-6897EC61BB1E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8E776E-E537-850B-0A99-05393A994F67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</p:spTree>
    <p:extLst>
      <p:ext uri="{BB962C8B-B14F-4D97-AF65-F5344CB8AC3E}">
        <p14:creationId xmlns:p14="http://schemas.microsoft.com/office/powerpoint/2010/main" val="7156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89F0F-A1EB-6FA6-1940-855F976D8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E0A026-5642-332E-FD71-61F10541542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66E452-D4D7-A1AD-42A6-1F91C3E93742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653E90-5F3E-F4FA-17F6-2DF5C7D6D9A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ECA8C5-CB49-CB66-B5DA-477F0496BB7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A65235-33C5-B963-E5F6-5346DE84E1B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4C837A-EFDE-26C7-C496-B16ABDD4041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E7DAEC-0611-AD87-2513-2AECE74900D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C4985-FA2D-F7BB-81AC-050668A85BC7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ABFB84-69CF-F84E-E7E2-5A4F9F547598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9D42BAC-E1AF-EEA0-119B-861FA3347EC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5A37F5-184C-C43B-702A-ABE0D719539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15D5381-E273-E675-C87D-F44CDB1F1C13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4C5AC7A-7388-1A5A-E6F7-463C88B1C8D8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1D05B-344E-41D2-88DB-BBC4BBEBF52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C6820B-F92D-A3B2-72F1-3AD605C468B3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B4310-623D-8CB3-A235-DA4EA2798EAC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6DDE1-51F5-B397-8B8A-4C5BEE673B13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BF5877-5741-5EC8-03EE-408B076CCFDE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D2B736-7C5D-A7A9-809A-93CB695193AC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1A70BF-9EDB-5113-EF32-44D4AF28C564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ED1330-23C9-EC1C-EC4B-D7F691BF918D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</p:spTree>
    <p:extLst>
      <p:ext uri="{BB962C8B-B14F-4D97-AF65-F5344CB8AC3E}">
        <p14:creationId xmlns:p14="http://schemas.microsoft.com/office/powerpoint/2010/main" val="179397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288BC-561A-158E-F73F-79801027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4F5695-7963-C8A6-2E6C-282586A4958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AE350C-7E22-9CA9-98BD-45FFA434539F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D02F0B-0BDC-5FDB-D673-C83FB37410E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F9FD94-90CB-CF5D-44AF-B3F45999966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65113F-3AAF-905E-7B7B-5BE06A55069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CDBE64-D9C9-2A07-29D1-08176C5757A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BDC2C8-B325-2729-29C7-EB0895BE7EB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94E91D-B243-00B4-3E4B-DC23B16A2A65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999C79-B62B-A2B2-1F0C-B57068676360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FEC65C-0B12-6EF0-F85D-1A4816D789D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89FB51-694B-EBEA-3590-87F1468F3431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312F5B3-807C-E843-A0B0-2D5861CBA16C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EF7F73F-80F6-C60E-BDCE-71F8D961E2E8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44567-7F2C-98ED-1300-896F8686D77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555601-B7B0-B919-E0FB-C051F2CD892A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59694-AB46-630F-3829-6D491F16ABA4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B5514-6874-2E8B-782F-44E489DEE13A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6119EA-D8EC-05D6-A3D7-197440AC670F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FC8D89-757C-E2B1-E8EE-93DD6885453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08761AB-C552-49C3-715C-367EA5CBD506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20D1C9-78BD-D70B-EB81-86900B48EBF8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722BE7-1233-E44A-A29C-E52F8679AE59}"/>
              </a:ext>
            </a:extLst>
          </p:cNvPr>
          <p:cNvSpPr txBox="1"/>
          <p:nvPr/>
        </p:nvSpPr>
        <p:spPr>
          <a:xfrm>
            <a:off x="519612" y="855255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AABB49-9228-61D1-58E8-26FB71070EEF}"/>
              </a:ext>
            </a:extLst>
          </p:cNvPr>
          <p:cNvCxnSpPr>
            <a:cxnSpLocks/>
          </p:cNvCxnSpPr>
          <p:nvPr/>
        </p:nvCxnSpPr>
        <p:spPr>
          <a:xfrm>
            <a:off x="941940" y="1316920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22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730F-9A1B-FABE-4DDB-562446915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099912-3351-61E6-7A46-12B7DFF0012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17C0E8-28F0-4F19-7B0D-B0187E6E5FFA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D40C30-E67D-A2F8-55A9-14245CCAFB7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A09DF0-1CBC-C6F3-1D65-35F693F508CE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A08E0F-E52A-466C-D068-92C44AE447B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D75770-0452-C9D0-A3AE-E78F15A3081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97DC03-C7D8-75C9-571B-5163A1E2CCAD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FB7711-39B1-4B15-C407-F0550967A095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4216D4-5716-3B5F-605C-10EC6E74D9F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386AB4-F323-8997-979D-D5F153EA44B7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4C1553-4626-3B47-A6D4-8677671FB5F9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6F8584B-E9D5-C948-4F7A-13D7BC4126B4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DA8C152-4A0D-2EF3-57E8-6DB476FF79A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E6DAA8-94B6-6519-EDBD-1AFBC890631E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7C1AC1-FA05-2575-C024-5B41BA4788C2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19A4FA-6771-8A6F-7D56-5701826EC24D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61B3A-7167-32EE-3C2D-2E78E9B8B78F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A44094-9F55-52E5-0AE3-CBC0AC786521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88DB3D-5702-BB07-F687-4C91A3826CF1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85E6E7-76C5-9985-0EE5-F18E2ACABD23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0D0FCC-EA6A-46AD-D645-165129AEF1E4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4CDDF3-E21C-6820-D9F2-969C233034B5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56FE70-AB30-395E-9EC0-E45323F809AD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04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0584-C5D2-083F-8282-C1B063F9C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8933C0-6370-0990-2BE8-31716093421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ADE08E-48A8-0DFA-B4A2-149ABF7D325C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1BF9B5-B870-4642-D6EF-2B0484FD477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F76900-9985-3F26-02B4-028D41FF469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E4CBB9-1C6C-578C-8F5C-FC8DE9D13EFB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256BCD-AB00-DEC9-F0C7-B30DD3E5FBEE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A504AC-FC90-FEEE-B84A-88CB7FE2BAFF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86FC56-B262-5761-7A01-EC991B3D8D1E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CF41B1-42B0-60E0-6F81-0C77D8A378A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1AC4B5-0D0A-156F-1CE4-D9CB628FB84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6CE527-EE09-859C-4EBE-9B4C06EE379F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A47A33F-A4A0-D062-42E0-99AA2E5920F1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C6853DC-F949-86F4-9AF0-AA283E9BBB43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E5B491-C73E-296B-36A8-CFA2A0E6796E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BAEC56-19AD-32C4-5DDA-46E54CE240F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967B8D-F527-DAB1-9F14-DEDB1C209B10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BEAE8-23AC-5B73-7265-4C0499344608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D4AE2F-E4AF-0A58-6C98-01CF024E7724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8AB14B-FEA5-2AB6-0B44-7E28368941F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C5D6B4-A77D-3DAE-AB9C-ACD2B3E479CD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D0E505-EA37-F4D1-05FE-3C83E57FA297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9E8EA5-83C6-0DE0-0555-FF026F75D0CC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7C3444-F7F7-CD67-346A-123649F22613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7024958-E697-0403-3A58-9A46A1156932}"/>
              </a:ext>
            </a:extLst>
          </p:cNvPr>
          <p:cNvSpPr txBox="1"/>
          <p:nvPr/>
        </p:nvSpPr>
        <p:spPr>
          <a:xfrm>
            <a:off x="8194200" y="6006652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    Node*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 = temp-&gt;next;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temp-&gt;next =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delete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0366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BF0C-A02B-443C-5E5A-F188E401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15B5B5-9672-09D3-0F37-2E070E479ED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F8FBFE-4397-FDA9-B80C-86FC16AA1585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39E8CB-E5BF-9E30-8A03-F003AF762B5B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F935B5-80FB-1F8C-1BAC-22D392121A9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442315-ADB1-643E-2821-F9F703B619A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E0B7B0-B196-B3F6-20E7-C34957A3749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2799A1-36B9-B69E-4A52-3A5526F03F2A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947D1A-D442-9F2B-5DF5-E98A2BEF52B4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B10B68-60F7-0F4C-8517-D47FA763AEB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9F9814-B3AD-6F30-0A0A-142F3A83F9B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A29E0D-31DE-DBB5-1816-B67C274C09E8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B94FE7F-407A-67BB-3070-DC1B75A4FE34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5E8D5DD-154A-1721-C8BE-69D86CF53417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E4AF83-3D75-E696-C37A-F342BF08ACB6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D3A1B6-249E-5D30-7248-3A9AB4399143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2F1E25-F799-57A1-3B49-F6CBC8FAEFFB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F0777-3BAE-E24E-061E-EFC0AB203F0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AD916B-A4B0-B408-C439-2ACD86943F2E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FA186C-18F4-AB19-4235-4935247632EB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FDB1F9C-B5AF-B00D-190A-C97B50259FD2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CF02D2-C9EC-2229-CDB4-E4E9ABD03C6E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DE02B2-BB68-00C5-8FD6-C0D7CF179CBF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A1D1F0-8840-E4B0-8100-06CE438911FD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5C0F7E3-3640-1D7B-5869-70F50F526C0B}"/>
              </a:ext>
            </a:extLst>
          </p:cNvPr>
          <p:cNvSpPr txBox="1"/>
          <p:nvPr/>
        </p:nvSpPr>
        <p:spPr>
          <a:xfrm>
            <a:off x="8194200" y="6006652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    Node*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 = temp-&gt;next;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temp-&gt;next =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delete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1DE72BF-3C3E-3232-AA0B-4271027AAF34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74100F5-FD28-2F29-75D9-313D14B2281A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E6F298-7F5A-95DF-8039-E5B474584D79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3F6120-ACAD-BA0A-AE3D-04FD520A3B73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AA74D20-2E52-D053-FED1-CE50564C6496}"/>
              </a:ext>
            </a:extLst>
          </p:cNvPr>
          <p:cNvCxnSpPr>
            <a:cxnSpLocks/>
          </p:cNvCxnSpPr>
          <p:nvPr/>
        </p:nvCxnSpPr>
        <p:spPr>
          <a:xfrm>
            <a:off x="5143424" y="1316163"/>
            <a:ext cx="0" cy="44453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3B6D332-B6F3-8631-5CC1-50B6FA198FFF}"/>
              </a:ext>
            </a:extLst>
          </p:cNvPr>
          <p:cNvSpPr txBox="1"/>
          <p:nvPr/>
        </p:nvSpPr>
        <p:spPr>
          <a:xfrm>
            <a:off x="4295727" y="900700"/>
            <a:ext cx="1862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deleteNode</a:t>
            </a:r>
            <a:endParaRPr lang="en-IN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0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6FB7-4CD0-B1AE-5713-AEB164FD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A5D76D-D1CB-BF90-CEDC-B613343BA2F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0CD072-19B6-5F7E-7C49-42D2B339F1CF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54A051-BF9D-E629-5598-BDD44252C4B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DCE4D2-BD9F-3B46-271A-7EE5CE27028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95DE76-AE07-DFD8-A0A6-A8647AF2774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77AA86-8407-8CBE-34BA-202641F2E222}"/>
              </a:ext>
            </a:extLst>
          </p:cNvPr>
          <p:cNvCxnSpPr>
            <a:cxnSpLocks/>
          </p:cNvCxnSpPr>
          <p:nvPr/>
        </p:nvCxnSpPr>
        <p:spPr>
          <a:xfrm flipV="1">
            <a:off x="3429504" y="2482882"/>
            <a:ext cx="3215136" cy="1524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AED912-01F1-086B-EBC8-4858752688F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5EEABC4-05F4-C74D-32D5-3C07ED606F2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39F797-6AE8-F0D9-18E7-55A21BE1C994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4968E8F-BE75-DB6B-7C3D-69B3C802258B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A584326-7A5F-00F6-D970-9D3984DB0A82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9EA78A-5DD2-FB05-A66B-540DECAA9A61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097DED-7402-662F-D911-CCA1C20E5031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D902F-A2B4-A62B-507E-DBA5D928368E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174D9-7B7C-0A3D-2121-0E80952B1DC8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6ED927-87FC-92C9-E6B2-4C8E1A23650C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679DA7-6C45-8785-D4C5-2FE18E13D24C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6C7280-42DF-78FF-A3E6-56E4581624A0}"/>
              </a:ext>
            </a:extLst>
          </p:cNvPr>
          <p:cNvSpPr txBox="1"/>
          <p:nvPr/>
        </p:nvSpPr>
        <p:spPr>
          <a:xfrm>
            <a:off x="3510671" y="3882971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Value = 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45B19-DFBA-E4E3-0490-E601F52B9D36}"/>
              </a:ext>
            </a:extLst>
          </p:cNvPr>
          <p:cNvSpPr txBox="1"/>
          <p:nvPr/>
        </p:nvSpPr>
        <p:spPr>
          <a:xfrm>
            <a:off x="8214360" y="4172558"/>
            <a:ext cx="5836920" cy="1569660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    Node* temp = head;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        while (temp-&gt;next-&gt;data != value)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    temp = temp-&gt;next;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4CAB4-3C28-8806-2C3C-33A7AAFAEA33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2C0BCD-76EC-9514-6C22-305A58B4E71F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3646A83-35EA-9431-283A-57480223256F}"/>
              </a:ext>
            </a:extLst>
          </p:cNvPr>
          <p:cNvSpPr txBox="1"/>
          <p:nvPr/>
        </p:nvSpPr>
        <p:spPr>
          <a:xfrm>
            <a:off x="8194200" y="6006652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    Node*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 = temp-&gt;next;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temp-&gt;next =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-&gt;next;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    delete </a:t>
            </a:r>
            <a:r>
              <a:rPr lang="en-IN" sz="2400" dirty="0" err="1">
                <a:solidFill>
                  <a:schemeClr val="bg1"/>
                </a:solidFill>
              </a:rPr>
              <a:t>deleteNode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3745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626</Words>
  <Application>Microsoft Office PowerPoint</Application>
  <PresentationFormat>Widescreen</PresentationFormat>
  <Paragraphs>198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2025-11-26T09:36:39Z</dcterms:created>
  <dcterms:modified xsi:type="dcterms:W3CDTF">2025-11-26T09:37:44Z</dcterms:modified>
</cp:coreProperties>
</file>