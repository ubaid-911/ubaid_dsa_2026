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1" r:id="rId2"/>
    <p:sldId id="372" r:id="rId3"/>
    <p:sldId id="383" r:id="rId4"/>
    <p:sldId id="374" r:id="rId5"/>
    <p:sldId id="375" r:id="rId6"/>
    <p:sldId id="376" r:id="rId7"/>
    <p:sldId id="379" r:id="rId8"/>
    <p:sldId id="38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F405FC-2EBC-493D-BC10-1BE2562C6586}" v="1" dt="2025-11-23T03:36:40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8" autoAdjust="0"/>
    <p:restoredTop sz="94660"/>
  </p:normalViewPr>
  <p:slideViewPr>
    <p:cSldViewPr snapToGrid="0">
      <p:cViewPr>
        <p:scale>
          <a:sx n="33" d="100"/>
          <a:sy n="33" d="100"/>
        </p:scale>
        <p:origin x="1488" y="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addSld delSld modSld">
      <pc:chgData name="UBAID QURESHI" userId="dd4ae95d8f7c04fe" providerId="LiveId" clId="{AF920071-46B6-4E4C-A6D8-3E93B456AF12}" dt="2025-11-23T03:36:43.875" v="1" actId="47"/>
      <pc:docMkLst>
        <pc:docMk/>
      </pc:docMkLst>
      <pc:sldChg chg="del">
        <pc:chgData name="UBAID QURESHI" userId="dd4ae95d8f7c04fe" providerId="LiveId" clId="{AF920071-46B6-4E4C-A6D8-3E93B456AF12}" dt="2025-11-23T03:36:43.875" v="1" actId="47"/>
        <pc:sldMkLst>
          <pc:docMk/>
          <pc:sldMk cId="175996635" sldId="256"/>
        </pc:sldMkLst>
      </pc:sldChg>
      <pc:sldChg chg="add">
        <pc:chgData name="UBAID QURESHI" userId="dd4ae95d8f7c04fe" providerId="LiveId" clId="{AF920071-46B6-4E4C-A6D8-3E93B456AF12}" dt="2025-11-23T03:36:40.569" v="0"/>
        <pc:sldMkLst>
          <pc:docMk/>
          <pc:sldMk cId="612643502" sldId="371"/>
        </pc:sldMkLst>
      </pc:sldChg>
      <pc:sldChg chg="add">
        <pc:chgData name="UBAID QURESHI" userId="dd4ae95d8f7c04fe" providerId="LiveId" clId="{AF920071-46B6-4E4C-A6D8-3E93B456AF12}" dt="2025-11-23T03:36:40.569" v="0"/>
        <pc:sldMkLst>
          <pc:docMk/>
          <pc:sldMk cId="2094460381" sldId="372"/>
        </pc:sldMkLst>
      </pc:sldChg>
      <pc:sldChg chg="add">
        <pc:chgData name="UBAID QURESHI" userId="dd4ae95d8f7c04fe" providerId="LiveId" clId="{AF920071-46B6-4E4C-A6D8-3E93B456AF12}" dt="2025-11-23T03:36:40.569" v="0"/>
        <pc:sldMkLst>
          <pc:docMk/>
          <pc:sldMk cId="958503272" sldId="374"/>
        </pc:sldMkLst>
      </pc:sldChg>
      <pc:sldChg chg="add">
        <pc:chgData name="UBAID QURESHI" userId="dd4ae95d8f7c04fe" providerId="LiveId" clId="{AF920071-46B6-4E4C-A6D8-3E93B456AF12}" dt="2025-11-23T03:36:40.569" v="0"/>
        <pc:sldMkLst>
          <pc:docMk/>
          <pc:sldMk cId="183182587" sldId="375"/>
        </pc:sldMkLst>
      </pc:sldChg>
      <pc:sldChg chg="add">
        <pc:chgData name="UBAID QURESHI" userId="dd4ae95d8f7c04fe" providerId="LiveId" clId="{AF920071-46B6-4E4C-A6D8-3E93B456AF12}" dt="2025-11-23T03:36:40.569" v="0"/>
        <pc:sldMkLst>
          <pc:docMk/>
          <pc:sldMk cId="348732253" sldId="376"/>
        </pc:sldMkLst>
      </pc:sldChg>
      <pc:sldChg chg="add">
        <pc:chgData name="UBAID QURESHI" userId="dd4ae95d8f7c04fe" providerId="LiveId" clId="{AF920071-46B6-4E4C-A6D8-3E93B456AF12}" dt="2025-11-23T03:36:40.569" v="0"/>
        <pc:sldMkLst>
          <pc:docMk/>
          <pc:sldMk cId="3272362700" sldId="379"/>
        </pc:sldMkLst>
      </pc:sldChg>
      <pc:sldChg chg="add">
        <pc:chgData name="UBAID QURESHI" userId="dd4ae95d8f7c04fe" providerId="LiveId" clId="{AF920071-46B6-4E4C-A6D8-3E93B456AF12}" dt="2025-11-23T03:36:40.569" v="0"/>
        <pc:sldMkLst>
          <pc:docMk/>
          <pc:sldMk cId="1345733606" sldId="382"/>
        </pc:sldMkLst>
      </pc:sldChg>
      <pc:sldChg chg="add">
        <pc:chgData name="UBAID QURESHI" userId="dd4ae95d8f7c04fe" providerId="LiveId" clId="{AF920071-46B6-4E4C-A6D8-3E93B456AF12}" dt="2025-11-23T03:36:40.569" v="0"/>
        <pc:sldMkLst>
          <pc:docMk/>
          <pc:sldMk cId="2013872803" sldId="3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5A46-F8A7-9893-6455-58A381A3A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10D7E-678B-E46E-0270-EBB96254C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38146-4C37-3172-4A49-47481872B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10026-A420-582B-5ADA-AC4776C4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69AD9-35B5-3816-79DF-75D47BFE2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166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51C-5298-EDB0-E758-BD5CF691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AE084-3088-85B1-59C0-A4B318559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B7AC4-9E98-0350-FB63-BB43DBA8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BA0D5-F8BB-0C9C-2A39-5DB5F780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26860-C7B9-1D24-2D4D-F9BE311F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29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2F92-DBD9-A8C0-256E-E2B27AD4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F1B0E-D837-9C3C-1CEC-64A62C7F4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E8935-8E99-C595-5A3C-154DB054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A7C61-5CF9-D88F-6E40-B0028C6A6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F9E20-499F-4C4D-DF53-E2C8DD9C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637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C7EA1-1D0A-8FA5-CCDA-B44240FC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661FA-33AC-D950-E7EE-7C1B5C840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839DA-9802-A0D9-C853-82EFDB44B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E3B04-8555-BE73-41AE-985488B4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C46E-2C9E-D8DB-3B4C-9114C8AE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E39B4-97D5-DD03-95D4-B02DEF0E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48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23DC-1F2B-CBFD-0A2A-EB315B21D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F2DE9-1CB4-D5A0-CB0C-EEF653CB6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6858F-EF1F-E191-527A-7C85B7A9D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C0C76-B121-D1D7-13B1-85B10DE6A7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BE12A5-8AC0-A12F-11C8-F6BE15510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688D8-8C15-9006-19DF-383B0AF1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452525-19FE-9DF2-64CB-55CA5736E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1ED97A-7062-1484-49E3-F3E1C10C3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61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E75AB-97E6-1E90-252F-8AD87CC9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5FDA0D-9197-ED0D-4D67-C1162072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5531E-CC10-8498-2880-FEA14ECD8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D8A09-7A98-679B-F35D-BC783D3F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47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84E8D-5FDF-45C7-2766-E5F75A09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57B85B-6871-87DB-D678-FF4B5B41F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F9A30-CFBE-10F8-5A8F-16C5D1B4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432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A11D-27C5-C090-6181-44ACB9F92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0F248-629F-3E56-3317-C64DBB5AD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CAEF3-4136-E72E-B6E4-4D1F09CFB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5F492-04C4-520E-E360-C0EEAEC9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2A778-0253-E79C-467D-932CDE114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5B0B8-D796-F18A-A3F0-BBDE90F1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17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E0715-F8AE-4814-2CF6-5D39A33AA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0ABFF5-C74C-1B75-9477-AD41264EA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C2C16-56F0-224A-EF44-44E5EB5C8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C1778-1B20-9EF0-BDD8-BA44DC251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1BAE8-2300-A2FA-6C5B-79C0B7E1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0330A-E42B-062F-C0EF-A424033A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62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F84E2-EF17-2910-5EDF-F4C88BF97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C5819-44C0-5242-7C84-7C5CFFD51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DDD28-062F-CFA6-9DFB-4C5B6AC5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A58ED-BE32-63DD-815F-EF663D7FA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E5441-C3BE-4E95-011B-D145D491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52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102F20-898E-42AC-2C3D-81FEE8C2E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6632C-1CBD-EC4A-D3C1-883FB81D2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3BA82-9A14-428D-F6AB-8B482E75F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D01D8-9DBC-2932-56E7-B467CD0D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27DA2-FF76-FD7B-A53C-963EF97F0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214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1285D-9294-1888-C3CB-12CAAA42A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CD5AB-65D3-95B9-6C0C-638E7E08B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8A986-C633-924F-78F8-37BDD67E26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68A8-E7B6-4705-8B84-1416E90A7F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D4F7A-BDA4-12E9-DE45-451B05219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39128-514C-882B-80BC-5B61CAB71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2A4BE-13FC-4FCB-B964-5CE429135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31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5984-32D4-9FE4-3EFE-22B84A51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E9A096-6640-6354-6FE7-7AC1597C641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A5C806-2867-AF33-FED7-57BE71DC2183}"/>
              </a:ext>
            </a:extLst>
          </p:cNvPr>
          <p:cNvSpPr txBox="1"/>
          <p:nvPr/>
        </p:nvSpPr>
        <p:spPr>
          <a:xfrm>
            <a:off x="1571070" y="2970444"/>
            <a:ext cx="90498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accent4"/>
                </a:solidFill>
              </a:rPr>
              <a:t>Creation and Traversal</a:t>
            </a:r>
          </a:p>
        </p:txBody>
      </p:sp>
    </p:spTree>
    <p:extLst>
      <p:ext uri="{BB962C8B-B14F-4D97-AF65-F5344CB8AC3E}">
        <p14:creationId xmlns:p14="http://schemas.microsoft.com/office/powerpoint/2010/main" val="61264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4CBEF-6E7C-C327-EC1B-106041C6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C08D79-EA40-D343-9F60-59DE97D535C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746F4E2-E31B-3267-FB18-6C3CD960DEC0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17F329D-910E-28AE-BAD9-77CC5C39CEEC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</p:spTree>
    <p:extLst>
      <p:ext uri="{BB962C8B-B14F-4D97-AF65-F5344CB8AC3E}">
        <p14:creationId xmlns:p14="http://schemas.microsoft.com/office/powerpoint/2010/main" val="209446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6B39-DD0E-1EB3-803B-25FE60D7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2F82E5-A6F4-A1A0-225A-FD322DE0F18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F52256-2711-3468-C88C-0159B9DDB80B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E3E6EBA-7C48-2217-0A71-4FF5DCC5A562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EF41702-3D2B-7A16-1C0A-D07186DFF33D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FE221D8-AD15-4951-9F4D-1AC283B8ECAF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D49CAE-D967-3B70-C28B-4D36F87E9E21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687266-9C79-2010-8453-6D59EA93DEE5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</p:spTree>
    <p:extLst>
      <p:ext uri="{BB962C8B-B14F-4D97-AF65-F5344CB8AC3E}">
        <p14:creationId xmlns:p14="http://schemas.microsoft.com/office/powerpoint/2010/main" val="201387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89AB-D2FD-6942-8F3A-A16266D9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CCB707-7ADB-8253-7438-8D707A3060A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E79053-B5B0-F40B-DD96-EE0F33AAB54F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5EF27DA-921A-0F9D-F46B-3294875BCED0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35ABD-F7CC-2AE9-BCD8-7F5FA1641DD7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F948C89F-4A06-2CF9-7361-5858B0832F5A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AE2C380-9144-0264-163A-B0F80E669D17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AA5A54-67F5-BA8B-3E6D-AA50E7989186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D3C28A-C398-A3C3-4B19-84BB33E1977A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4D75B3-A812-C4A2-FF91-14127BF59988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64DA24-40E4-596B-4585-EA75244F9897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02558F-EA87-9C24-B5A2-34A535984E1B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206B85-99E5-99E6-AA62-804DD4F26033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50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16A18-5580-8447-B30E-801ABC0A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FFD00C-7814-FEC0-1457-DAC9349FEDE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232674-DB45-E9DD-C1D6-06B2F924CB9B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D59E6DF-56B5-18ED-4DD4-955213271453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5FB923-CF09-A531-1A17-59F18A3027CE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BB834CF-B18B-0AE9-D404-A99A0B998082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7FE828-B7A6-B13B-3FED-A8F31CD4C723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D602C2-6445-4BC9-60E2-2396B16DAF02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372B04E-2BEC-3A62-16B2-51FCA4DD9336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14C0F6-006F-3CF2-E9A9-96988A5E080E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F93ECE-1572-928D-FED7-FF846E28A1B6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D9C646-BD8D-2E2A-B5BF-0F12AC18AD6C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192E42-593B-D11D-52DB-A7304D2A7B9F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3DEBAF-3F8B-BBB8-05AB-E9ACB28953FC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8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2D02A-1047-E934-1EBA-5E8353A17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BFBF20-AE73-20C8-FDA5-57850DF2602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2B8E83-5CCA-C764-842B-DC446F1962CE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9536CDD-C1C4-716A-E1E2-37DC413A79B2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2BF4CC-4497-01A2-A7CC-C0FB28159FEC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8E1CA53-35B7-93EA-004E-E35B3F0D0073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BB8C9-CD9F-04CC-4296-0D4D89621F07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15B77-6923-0296-4BC1-DB624F9A1832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CEC00CA-3A8E-8487-8B8A-109E9878FBC7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A94D42-C7DB-232C-B28F-298608004A66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A0798A-6D64-EDBB-CF16-DC5C437FF468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1FCEBC-5F93-3AA5-8246-D3A006340A9C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9566F8-149D-F61C-981B-36492F4CA207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C770B6-3347-B26D-42A1-7343FC1F4748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D170AB8-F77D-BCD7-4FA3-B177F9E0863B}"/>
              </a:ext>
            </a:extLst>
          </p:cNvPr>
          <p:cNvSpPr txBox="1"/>
          <p:nvPr/>
        </p:nvSpPr>
        <p:spPr>
          <a:xfrm>
            <a:off x="6145430" y="3184485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</p:spTree>
    <p:extLst>
      <p:ext uri="{BB962C8B-B14F-4D97-AF65-F5344CB8AC3E}">
        <p14:creationId xmlns:p14="http://schemas.microsoft.com/office/powerpoint/2010/main" val="34873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F37F8-011C-0901-2E15-CF699524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5ECF80-C68D-9656-5CF8-DFE70CF3E6E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9A9C71F-4D1C-2002-3F83-47676FC068D5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8F0F51E-2BBD-F74E-4BAF-9F7475595E83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D3E5C0-A19C-9EA9-4298-FFEACDC53CE4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E1EB88A-8E0E-704D-3073-B0C5BA2BB5E5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3762FF-A0FF-D4D2-DAA8-DBFCA1AF1961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79A800-D78A-0D4D-6C61-976344FF1EE8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9B60061-A6EF-C72D-F3A0-B0FA50B48887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43CDE1-4399-97EF-0CF1-733DE1010E8C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E2963A-38CA-051E-CFA4-0550C46E3EF3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7DAF4B-AC0F-A8B8-523A-5ADA29AEB91D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EDE59-68D3-75E9-FDDE-CB272D403FD4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568151-204D-A473-17FC-7DC67F7CB691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A9301D0-4EE6-B404-7AA5-766925208B2B}"/>
              </a:ext>
            </a:extLst>
          </p:cNvPr>
          <p:cNvSpPr txBox="1"/>
          <p:nvPr/>
        </p:nvSpPr>
        <p:spPr>
          <a:xfrm>
            <a:off x="6145430" y="3184485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385670-4B97-2FAC-D39E-397E60A4F0D9}"/>
              </a:ext>
            </a:extLst>
          </p:cNvPr>
          <p:cNvSpPr txBox="1"/>
          <p:nvPr/>
        </p:nvSpPr>
        <p:spPr>
          <a:xfrm>
            <a:off x="3693525" y="2596104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27153F-C0BF-2656-CBD3-0D0D394EB3B8}"/>
              </a:ext>
            </a:extLst>
          </p:cNvPr>
          <p:cNvCxnSpPr>
            <a:cxnSpLocks/>
          </p:cNvCxnSpPr>
          <p:nvPr/>
        </p:nvCxnSpPr>
        <p:spPr>
          <a:xfrm flipV="1">
            <a:off x="4067386" y="2939970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9DD2ACB-96EB-E315-E740-B203CD5EF670}"/>
              </a:ext>
            </a:extLst>
          </p:cNvPr>
          <p:cNvSpPr txBox="1"/>
          <p:nvPr/>
        </p:nvSpPr>
        <p:spPr>
          <a:xfrm>
            <a:off x="3069217" y="15397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3272362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09B1-180D-80CE-6D50-8FFD5059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E69178-EC86-5F3A-054E-B05BC413C38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43D968-41F7-681E-2358-B62435A1B3A1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6AB872A-0C13-EE2B-8946-DBF555460244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2E16E6-85D0-14B0-F326-A635E169CE81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1E1D9DC-1FC8-5C09-64B6-147E9E5B4F49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55D2392-23C4-BBA1-F307-1111B8428319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BDD3B0-48D3-BED2-1B3F-BBD6B39BBDA1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9AA438-5A83-2EB3-007D-9C6241122DF1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E20A70-0842-D497-3127-D95E85A625CE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0D05B5-B5E2-47D8-7545-3EB4E92737DB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3FCA50-67D0-A458-A155-FC03AE56F68B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78B891-E965-BC65-C8B7-36F3EDEE3317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A27774-09D4-D6A1-BE74-FE000C66DC1A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7F6E2F6-DCD7-5CA9-ECE0-6B0DBE256066}"/>
              </a:ext>
            </a:extLst>
          </p:cNvPr>
          <p:cNvSpPr txBox="1"/>
          <p:nvPr/>
        </p:nvSpPr>
        <p:spPr>
          <a:xfrm>
            <a:off x="6145430" y="3184485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FAAB0B-520D-ACFF-4643-1301DCDADC3E}"/>
              </a:ext>
            </a:extLst>
          </p:cNvPr>
          <p:cNvSpPr txBox="1"/>
          <p:nvPr/>
        </p:nvSpPr>
        <p:spPr>
          <a:xfrm>
            <a:off x="3693525" y="2596104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0C1144-7865-7F37-7164-2DD697D08CBF}"/>
              </a:ext>
            </a:extLst>
          </p:cNvPr>
          <p:cNvCxnSpPr>
            <a:cxnSpLocks/>
          </p:cNvCxnSpPr>
          <p:nvPr/>
        </p:nvCxnSpPr>
        <p:spPr>
          <a:xfrm flipV="1">
            <a:off x="4067386" y="2939970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64D6159-4E4B-0B7F-AF82-A84B72C2531E}"/>
              </a:ext>
            </a:extLst>
          </p:cNvPr>
          <p:cNvSpPr txBox="1"/>
          <p:nvPr/>
        </p:nvSpPr>
        <p:spPr>
          <a:xfrm>
            <a:off x="3069217" y="15397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BCBA20-07B3-B9F9-9BD6-C54733BA6202}"/>
              </a:ext>
            </a:extLst>
          </p:cNvPr>
          <p:cNvSpPr txBox="1"/>
          <p:nvPr/>
        </p:nvSpPr>
        <p:spPr>
          <a:xfrm>
            <a:off x="5914664" y="21435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EC054C0-7E05-334A-DA65-CCBA817F1045}"/>
              </a:ext>
            </a:extLst>
          </p:cNvPr>
          <p:cNvGraphicFramePr>
            <a:graphicFrameLocks noGrp="1"/>
          </p:cNvGraphicFramePr>
          <p:nvPr/>
        </p:nvGraphicFramePr>
        <p:xfrm>
          <a:off x="9189795" y="25870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72D217-9B3E-8C51-96C0-893E51C8B2A1}"/>
              </a:ext>
            </a:extLst>
          </p:cNvPr>
          <p:cNvCxnSpPr>
            <a:cxnSpLocks/>
          </p:cNvCxnSpPr>
          <p:nvPr/>
        </p:nvCxnSpPr>
        <p:spPr>
          <a:xfrm flipV="1">
            <a:off x="7275503" y="2953475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8BDECE7-E4D3-2D47-13D8-56F5B48BD7D2}"/>
              </a:ext>
            </a:extLst>
          </p:cNvPr>
          <p:cNvSpPr txBox="1"/>
          <p:nvPr/>
        </p:nvSpPr>
        <p:spPr>
          <a:xfrm>
            <a:off x="9122781" y="21571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236234-AD77-79EB-AD3A-D89C90906E0B}"/>
              </a:ext>
            </a:extLst>
          </p:cNvPr>
          <p:cNvCxnSpPr>
            <a:cxnSpLocks/>
          </p:cNvCxnSpPr>
          <p:nvPr/>
        </p:nvCxnSpPr>
        <p:spPr>
          <a:xfrm flipV="1">
            <a:off x="10472044" y="2966977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E885B51-35F4-E398-C552-2DBAFC178E2F}"/>
              </a:ext>
            </a:extLst>
          </p:cNvPr>
          <p:cNvSpPr txBox="1"/>
          <p:nvPr/>
        </p:nvSpPr>
        <p:spPr>
          <a:xfrm>
            <a:off x="12516915" y="226361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</p:spTree>
    <p:extLst>
      <p:ext uri="{BB962C8B-B14F-4D97-AF65-F5344CB8AC3E}">
        <p14:creationId xmlns:p14="http://schemas.microsoft.com/office/powerpoint/2010/main" val="1345733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2025-11-23T03:36:37Z</dcterms:created>
  <dcterms:modified xsi:type="dcterms:W3CDTF">2025-11-23T03:36:49Z</dcterms:modified>
</cp:coreProperties>
</file>