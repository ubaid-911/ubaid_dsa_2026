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5"/>
  </p:notesMasterIdLst>
  <p:sldIdLst>
    <p:sldId id="330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7" r:id="rId42"/>
    <p:sldId id="378" r:id="rId43"/>
    <p:sldId id="380" r:id="rId44"/>
    <p:sldId id="381" r:id="rId45"/>
    <p:sldId id="371" r:id="rId46"/>
    <p:sldId id="372" r:id="rId47"/>
    <p:sldId id="383" r:id="rId48"/>
    <p:sldId id="374" r:id="rId49"/>
    <p:sldId id="375" r:id="rId50"/>
    <p:sldId id="376" r:id="rId51"/>
    <p:sldId id="379" r:id="rId52"/>
    <p:sldId id="382" r:id="rId53"/>
    <p:sldId id="384" r:id="rId54"/>
    <p:sldId id="385" r:id="rId55"/>
    <p:sldId id="386" r:id="rId56"/>
    <p:sldId id="387" r:id="rId57"/>
    <p:sldId id="388" r:id="rId58"/>
    <p:sldId id="389" r:id="rId59"/>
    <p:sldId id="390" r:id="rId60"/>
    <p:sldId id="391" r:id="rId61"/>
    <p:sldId id="392" r:id="rId62"/>
    <p:sldId id="393" r:id="rId63"/>
    <p:sldId id="394" r:id="rId64"/>
    <p:sldId id="395" r:id="rId65"/>
    <p:sldId id="396" r:id="rId66"/>
    <p:sldId id="397" r:id="rId67"/>
    <p:sldId id="398" r:id="rId68"/>
    <p:sldId id="399" r:id="rId69"/>
    <p:sldId id="400" r:id="rId70"/>
    <p:sldId id="401" r:id="rId71"/>
    <p:sldId id="402" r:id="rId72"/>
    <p:sldId id="403" r:id="rId73"/>
    <p:sldId id="404" r:id="rId74"/>
    <p:sldId id="405" r:id="rId75"/>
    <p:sldId id="406" r:id="rId76"/>
    <p:sldId id="407" r:id="rId77"/>
    <p:sldId id="408" r:id="rId78"/>
    <p:sldId id="409" r:id="rId79"/>
    <p:sldId id="410" r:id="rId80"/>
    <p:sldId id="411" r:id="rId81"/>
    <p:sldId id="412" r:id="rId82"/>
    <p:sldId id="413" r:id="rId83"/>
    <p:sldId id="414" r:id="rId84"/>
    <p:sldId id="415" r:id="rId85"/>
    <p:sldId id="416" r:id="rId86"/>
    <p:sldId id="417" r:id="rId87"/>
    <p:sldId id="418" r:id="rId88"/>
    <p:sldId id="419" r:id="rId89"/>
    <p:sldId id="420" r:id="rId90"/>
    <p:sldId id="421" r:id="rId91"/>
    <p:sldId id="422" r:id="rId92"/>
    <p:sldId id="423" r:id="rId93"/>
    <p:sldId id="424" r:id="rId94"/>
    <p:sldId id="425" r:id="rId95"/>
    <p:sldId id="426" r:id="rId96"/>
    <p:sldId id="427" r:id="rId97"/>
    <p:sldId id="428" r:id="rId98"/>
    <p:sldId id="431" r:id="rId99"/>
    <p:sldId id="432" r:id="rId100"/>
    <p:sldId id="433" r:id="rId101"/>
    <p:sldId id="434" r:id="rId102"/>
    <p:sldId id="435" r:id="rId103"/>
    <p:sldId id="436" r:id="rId104"/>
    <p:sldId id="437" r:id="rId105"/>
    <p:sldId id="438" r:id="rId106"/>
    <p:sldId id="449" r:id="rId107"/>
    <p:sldId id="439" r:id="rId108"/>
    <p:sldId id="440" r:id="rId109"/>
    <p:sldId id="441" r:id="rId110"/>
    <p:sldId id="442" r:id="rId111"/>
    <p:sldId id="443" r:id="rId112"/>
    <p:sldId id="444" r:id="rId113"/>
    <p:sldId id="445" r:id="rId114"/>
    <p:sldId id="446" r:id="rId115"/>
    <p:sldId id="447" r:id="rId116"/>
    <p:sldId id="448" r:id="rId117"/>
    <p:sldId id="450" r:id="rId118"/>
    <p:sldId id="451" r:id="rId119"/>
    <p:sldId id="452" r:id="rId120"/>
    <p:sldId id="465" r:id="rId121"/>
    <p:sldId id="466" r:id="rId122"/>
    <p:sldId id="453" r:id="rId123"/>
    <p:sldId id="454" r:id="rId124"/>
    <p:sldId id="455" r:id="rId125"/>
    <p:sldId id="456" r:id="rId126"/>
    <p:sldId id="457" r:id="rId127"/>
    <p:sldId id="458" r:id="rId128"/>
    <p:sldId id="459" r:id="rId129"/>
    <p:sldId id="460" r:id="rId130"/>
    <p:sldId id="461" r:id="rId131"/>
    <p:sldId id="462" r:id="rId132"/>
    <p:sldId id="463" r:id="rId133"/>
    <p:sldId id="464" r:id="rId1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>
        <p:scale>
          <a:sx n="50" d="100"/>
          <a:sy n="50" d="100"/>
        </p:scale>
        <p:origin x="211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2DE6D-4B13-4DD6-9868-C9AB3638575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F78BE-EDA4-4019-A409-6AAEB3A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93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Extend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722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988DC-CD5F-7AB5-B1BF-9403D0E5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2AEB-D296-0060-2CF6-66915F35E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C253E-D4E7-D6F1-34B2-250DC5927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13487-1507-5801-8ECB-A4D422712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648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999E-7B73-6050-BBF8-1696DAEC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A8779-89E6-760B-1061-FBB245E2E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EF0FF-3081-BC3C-FECC-B019359C9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7D201-AFE6-2D09-7574-61AE4E6DC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85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D3BBA-587E-D548-2515-945E7E98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85798-BE2A-96C7-F99F-C819C6F0D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3F147-4F6F-4CD3-871B-754D919FD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38D95-3572-553E-B98B-3E6449251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852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B31BA-80E2-684B-64E9-84293630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65698-D51E-27C4-6936-F6F83327F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32FB3-BE1D-2B42-1A79-D74CB558C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3B191-552F-982E-3CFC-6254C0AC7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881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1387-BB21-A374-9A7E-825DB26EC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465FF-8173-89CF-E025-60B41B7FA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F071B-D8C3-F13A-2599-3E6D57819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8ED85-14D8-367E-A274-2DB637EAD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29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35DB1-201F-E87E-D939-77FC33AF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4C3E6-A9AF-CC74-202C-C5AED1015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0A59C-AF62-BD5B-2879-D7E24D380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Inseration</a:t>
            </a:r>
            <a:r>
              <a:rPr lang="en-I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6EDFB-B67E-C297-9C2B-385FD5C75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559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FAC9-FAF5-B7A4-24A0-32AEE83D9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C2E98-0276-4A92-3E1C-6464413BA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96543-CAD7-10DC-8292-114737F26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0EF30-C048-1F30-783D-D95831E96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496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E902-1A70-9BD4-FD65-B5D4D6D35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28B25-FFA0-A61E-5166-5CAA20253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D4DFA-A691-A30E-C2AF-AE9038A0F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F2CEF-C719-462D-5D0C-FB9444F4A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547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4465-CB61-887A-0EA9-B0FD1939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3BA18-72FA-E187-13C3-1830EFBBF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029BC-44DC-49C8-A7FF-15FAA4745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2F6AB-88CC-8883-97FB-A8E112B5D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148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B142-4AEE-C80D-C599-AC186AD43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1168F-3E69-5E4C-45A2-8BE31B339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FDC21-570E-1B5F-60E8-608D2A0E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CCE8B-CF38-3DDD-C2DA-640A72DDD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445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9A9F-961A-A2D4-0DDF-0C0B68B2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DD0-9CD0-4934-2A70-87687AEA2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96BC4-91B4-2E25-812A-732B186D0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Contigous</a:t>
            </a:r>
            <a:r>
              <a:rPr lang="en-IN" dirty="0"/>
              <a:t> 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69430-3E8F-5FD1-1F48-70CBB2DEB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86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CE794-DB5A-0DD2-BD60-DA81BD22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74506-A631-B582-45CA-63887BC55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10C5B-7283-C702-ED29-5535C7AB9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Access </a:t>
            </a:r>
            <a:r>
              <a:rPr lang="en-IN" dirty="0" err="1"/>
              <a:t>elem</a:t>
            </a:r>
            <a:r>
              <a:rPr lang="en-IN" dirty="0"/>
              <a:t> , </a:t>
            </a:r>
            <a:r>
              <a:rPr lang="en-IN" dirty="0" err="1"/>
              <a:t>delet</a:t>
            </a:r>
            <a:r>
              <a:rPr lang="en-IN" dirty="0"/>
              <a:t>  </a:t>
            </a:r>
            <a:r>
              <a:rPr lang="en-IN" dirty="0" err="1"/>
              <a:t>inser</a:t>
            </a:r>
            <a:r>
              <a:rPr lang="en-IN" dirty="0"/>
              <a:t> space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E11A7-EDCC-AD1B-CFAD-2FD930C3E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367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F43C-7369-9B07-F9F4-60A8995C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521A6-5DD8-98D5-934D-2FB6C0AA2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288A0-A958-62D2-7E0B-30E362D48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10 </a:t>
            </a:r>
            <a:r>
              <a:rPr lang="en-IN" dirty="0" err="1"/>
              <a:t>ele</a:t>
            </a:r>
            <a:r>
              <a:rPr lang="en-IN" dirty="0"/>
              <a:t> = 10 </a:t>
            </a:r>
            <a:r>
              <a:rPr lang="en-IN" dirty="0" err="1"/>
              <a:t>memmo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A27C9-1704-F6D6-2591-DD03DCBE7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379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? Check which is first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481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93B31-F1F8-F5AC-1A29-B4246B36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21EAD-7ED5-DB48-E6BA-49476409F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6340C-3B19-7120-B0E7-F620898EF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BD41C-E458-3F53-E82D-56BA6AF9A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741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94B1-B422-89DB-9CFA-8D7249C1A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C61F8-258F-0AC5-C4F1-45184C941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14006-80DE-D359-7C87-874BF3EC6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618C1-31F6-83D2-5354-20AFF6041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154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7033-12AB-6D43-2534-F736CCE4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AB967-43B9-D285-B4A5-513AB5089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8BEAB-62C9-BBBF-4569-FA3E628F1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6F959-E954-29D6-1D28-0E14A191C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049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E61B-FE83-EB09-C993-E48F213F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6648D-7E73-CDDB-F5AC-AC42D1D85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93C5A-F619-D730-70F3-38830B47C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88E80-0028-044F-5EC6-120343228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899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C0EA-07E6-A1DB-9E4D-DB266023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DECCD-DC5F-F59C-6D2C-226B8DA58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F5FE5-E668-23A1-3CB7-28AB58DA7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73FF9-5C46-AA42-3F3D-62434775A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9490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E3EE-5EC0-B2FE-DAAA-76D38C02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7CC4D-D2FD-5E3A-A636-E12EF6CE0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9C1C8-4072-D424-6C71-5493CAB90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Q? </a:t>
            </a:r>
            <a:r>
              <a:rPr lang="en-IN" dirty="0" err="1"/>
              <a:t>timCom</a:t>
            </a:r>
            <a:r>
              <a:rPr lang="en-IN" dirty="0"/>
              <a:t> 0(1) </a:t>
            </a:r>
            <a:r>
              <a:rPr lang="en-IN" dirty="0" err="1"/>
              <a:t>chup</a:t>
            </a:r>
            <a:r>
              <a:rPr lang="en-IN" dirty="0"/>
              <a:t> chap </a:t>
            </a:r>
            <a:r>
              <a:rPr lang="en-IN" dirty="0" err="1"/>
              <a:t>apne</a:t>
            </a:r>
            <a:r>
              <a:rPr lang="en-IN" dirty="0"/>
              <a:t> </a:t>
            </a:r>
            <a:r>
              <a:rPr lang="en-IN" dirty="0" err="1"/>
              <a:t>aapko</a:t>
            </a:r>
            <a:r>
              <a:rPr lang="en-IN" dirty="0"/>
              <a:t> attach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liya</a:t>
            </a:r>
            <a:r>
              <a:rPr lang="en-IN" dirty="0"/>
              <a:t> </a:t>
            </a:r>
            <a:r>
              <a:rPr lang="en-IN" dirty="0" err="1"/>
              <a:t>pehale</a:t>
            </a:r>
            <a:r>
              <a:rPr lang="en-IN" dirty="0"/>
              <a:t> wale node se constant time me </a:t>
            </a:r>
            <a:r>
              <a:rPr lang="en-IN" dirty="0" err="1"/>
              <a:t>aap</a:t>
            </a:r>
            <a:r>
              <a:rPr lang="en-IN" dirty="0"/>
              <a:t> </a:t>
            </a:r>
            <a:r>
              <a:rPr lang="en-IN" dirty="0" err="1"/>
              <a:t>ise</a:t>
            </a:r>
            <a:r>
              <a:rPr lang="en-IN" dirty="0"/>
              <a:t>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paonge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96EDE-C4F3-9903-DF5C-3D90BFDF3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930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60611-302A-ED85-1C78-B8584829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F8191-B101-4CE5-A340-DFD01E4AA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EB607-EB05-80FC-4CB0-CBC23DEBC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1ECFF-ABD0-8149-2360-4A0E7EC88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8830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132CB-622E-7DC4-C0D3-4E004D02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C6A79-D701-BEBC-0DB0-0136C59E2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24579-202E-68F1-6A3E-F4F7E62D6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E1613-3C51-E8A8-5409-216A9874B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707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A6F3-14CB-C07A-941C-96043C86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6B37A-F263-A03C-FF67-D7A75B5FD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66E51-66C6-750A-01CF-EBECE2479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3FB31-AB19-8103-AFC3-0EDBD7AE7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66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A81A-F2E2-68F8-1357-09C4C127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69B78-C51F-C973-3F45-85D950E7A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3CA11-4960-474C-00D4-430E50A70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5244B-970B-430D-B2D7-BE2D9FD11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0187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F3D6-1740-A296-28AE-3C9C0828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04285-18D0-4ABC-4D17-DF3C8ED91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943D3-AC40-2E1C-69E7-8C7085CFD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7B929-868C-18AF-20BD-50E0B3DD3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9739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1A85-1E3B-76B1-F153-159D302B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42873-B045-6E6C-D507-1CBCBEA5C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69BB2-1B44-0EDB-1184-4AD2BFA76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B5471-AA89-C508-3289-06950A346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2519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3B724-A385-982C-3ACE-2C1B1D49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D0792-A39E-EA03-D945-559BCC11B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7A260-1D84-4802-5EAB-5B34A934A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ACB91-04D8-1137-CBC5-67F33870E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572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99853-25A1-CD44-B11E-C9FF4241E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17709-D886-B273-8236-721118395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FFE45-A9DE-C1F5-BDB7-1A7514C47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3D909-D727-FCF0-F870-5EB54989B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6605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0F82-3DC0-55A1-A22F-283381E6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54B7-47D0-73B2-20F3-41A5404BC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55190-F83B-CA85-A994-9091270D1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0977B-1D9E-CED7-2FB0-D71757E7D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670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6EFA4-4064-A822-ABB1-C22AC5B6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C2648-DA02-F204-D375-6FB307364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5A94F-69B0-AB56-52CB-1E612EB8C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9500B-8752-75AC-10C5-7AFF5ACEA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8741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67B6-CE0B-07ED-28CE-E80FC13C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7113F-7296-E019-78FC-ACC99910C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0B18E-D1EB-7501-C0FE-C8EA4C9B7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Time </a:t>
            </a:r>
            <a:r>
              <a:rPr lang="en-IN" dirty="0" err="1"/>
              <a:t>complexi</a:t>
            </a:r>
            <a:r>
              <a:rPr lang="en-IN" dirty="0"/>
              <a:t> is 0(n) because it is the worst case to find the current in each node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1EE24-EACD-6F58-3F51-6169AB777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8298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73F90-E27F-7C91-BBCF-9BEF2536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B0EF9-4029-634F-B545-468EF2D7C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44045-8B61-09D9-5872-26C37EF0B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E478-C8D2-3C87-103B-D9062B101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622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1FA0-9A59-8D71-2D0E-E6C931E6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69511-566F-F26E-EFCE-0B32AD3E5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35F03-0680-C769-429D-74D132936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E4A8-E938-8C80-B3F7-11FD3919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3426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7457-DD6A-EAAD-E372-3D0773FA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B26DA-E0A1-EB19-428B-3CC17D916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B7506-8022-E4C7-BD4F-F93F0B177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CBD38-7F57-0A01-1D3B-7A70A46C9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8581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0BA01-0A71-9C30-70E8-EBE5CC11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381EC-FBA5-10A5-7685-333B212AD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8B8FE-C4AF-3B7B-716A-3ADCAE9C7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00CB7-A350-01D0-0F60-79463E521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705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D1C1-4D02-FCC1-BF05-20E66C41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2A28E-86AC-D7FB-ED7B-654CF2099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4CEEA-233A-2565-1FCA-34E06BE71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FB93E-F46E-2896-10E0-667C26B92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657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9E52-E19C-4ECC-EB11-2B6E601C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9DF4A-4D9F-8542-CFF0-76A5FD3A1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11F72-5425-D918-A052-8FEFD18FE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5AD36-678F-A7A8-255F-CD11184C4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325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587A-2CD7-8C82-94CC-5D70B827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F48FA-6775-C1D6-DE25-77CF31422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2BCAB-94A9-D751-1F2C-0C3BF8BED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62533-A74F-90EC-89FB-C508D90B0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7278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86F73-1F32-53E4-113E-72870DF7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A041D-2065-0F67-BA38-35D068689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239CC-5BA0-F4F9-414F-C280E8906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B598E-4512-FDEE-331B-DD048601D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5851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C86C-F8C8-F1C1-83CB-C440E84E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89448-3115-7A7D-916E-1CF08227D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FD25B-080E-3248-FB49-7BC668A74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6BC75-D3CF-092A-370F-F1A61DE4D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087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0F01C-5F1A-9198-62C0-A44F7F13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8C6F9-A44B-4E79-F1A7-FABC8EFDD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213C5-E2AA-AA51-0DE1-AEB4EF238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66F10-FC18-1A23-6757-DF972605A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6371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7FD9-30DE-9144-0643-C7AA539D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E18E9-CC7A-161F-BA52-EC762B826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FD184-0A33-B01D-EBE4-0F0F9C2E7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Time </a:t>
            </a:r>
            <a:r>
              <a:rPr lang="en-IN" dirty="0" err="1"/>
              <a:t>complexi</a:t>
            </a:r>
            <a:r>
              <a:rPr lang="en-IN" dirty="0"/>
              <a:t> is 0(n) because it is the worst case to find the temp in each node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8DA53-04DF-BE3F-8BB5-7481DFCC4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6892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1B15-BD83-FB67-ABF4-DF25651F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79E5E-E320-02F6-73A1-90EFDD9E1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D9749-4E47-E7BF-B1A3-7FA0FC175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1A090-716F-62EE-CEA2-459C4126A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8720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051C-CD9E-832A-BD14-32FCEAD3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3EAC9-F2E5-6BD3-0C50-F9417F9AC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B7D44-FCC2-1527-871C-C19FCBC7B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73696-2E59-E60B-0C2B-91C7321D7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280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5729-D771-BF8C-D992-38E11B8F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286F8-4BCB-22AB-7794-D5F9014B1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F27E7-EF32-8BBE-15A7-F976FD3AA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6E2B7-EF27-C91F-37C6-35717AD7D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4895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3FD7-0C3F-B2D3-44A2-F174CEF0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EE3BB-4A7A-DE54-D0DF-078BCC3AB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FD239-26E8-3D89-7CC0-8E021AD78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EEBBF-F1BE-4848-6243-D85FEE5EE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9821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16C8-7517-9E5B-1ED5-CFD309C4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F7975-EE99-5E5E-9F26-A24309E6A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970CA-F890-1291-DD7C-86BFD8E18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FADC8-6543-38E0-2B2B-244F13B03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1534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0D91-1A96-B475-3184-82163C85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85191-2D9D-184D-23DF-052471E67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41F62-B6E1-51B6-4EE7-2C7F592E7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350CA-0ED5-8390-0731-220E5C54E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2839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C5F5-D07B-350A-2556-489F1E99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8334C-E795-33CF-51F9-E2B0F6B4C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4916C-40A7-9E95-19A6-B237C9B07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5F149-1EC6-D6D4-E809-573B519DF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2927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D991-A97B-ABF4-348F-0A7C3040E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CC01A-63F3-14E2-2A0C-2620CB772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52904-A3B4-B612-7896-C591609BE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3DF4C-284C-B796-3A2E-3286713CE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7338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38C5-4684-A460-17FD-54350CDC2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30217-7F67-7589-68F3-73A8B7DF0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FF417-D1D6-D1A4-9343-69E54C3BD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29542-8994-A47C-E1A1-CFB600E9C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12903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5F6B-C998-DE00-558B-80CE94CC7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B4AD6-CC4C-4A20-60D0-174A28D57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19006-E4E1-F941-CCF9-EB053610A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Time </a:t>
            </a:r>
            <a:r>
              <a:rPr lang="en-IN" dirty="0" err="1"/>
              <a:t>complexi</a:t>
            </a:r>
            <a:r>
              <a:rPr lang="en-IN" dirty="0"/>
              <a:t> is 0(1) because we don’t want to work means there is no need to see each node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597C1-447F-E93B-952D-2FFE568C3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4512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Time – 0(1)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8644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AA71-3ED1-9BD2-2353-00946C87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2C37B-7C14-20F2-D471-10559EA0E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CE5AD-DDD7-738D-0688-B6038F73C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3068-0906-E629-E9E2-EF3A10B1B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506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73B5-D08D-6B4A-6B2F-3FA580C2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2586-F0D4-6AD6-DB5A-5863E6A1C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DB049-8DBA-C394-E54E-DFD2DAF38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2FAAC-D09F-CFF0-EB1F-1A9AC2F1C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06888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4252-5651-8234-165A-831F0E2A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EFC5C-C743-C2A6-85BF-956682330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DB07C-7DBD-DAE0-26FD-AF27798F3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F4082-85BA-A91E-028E-8C772D10D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815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6ADB-5FDB-85C8-FAED-018032DE5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CEF60-0849-AE87-2898-9187DE26F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5915F-E8D9-3DB5-9D65-8D7F64094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982B7-85A1-0A4D-9A50-D8BD2AC7B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91696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3861-9184-DB6D-92A4-47893D11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0DBC0-5319-CE56-E509-BD20196D0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05305-7D1A-FD8B-820C-861A1CF30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492FE-BF85-B972-CD43-8AB7F873B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65096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D7F8-5279-2FC1-7186-290CC132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2B9C3-CF0A-010B-EF01-4C491524F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461C-1D63-9E52-BE2B-225B90719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BBEA4-4BD0-6D52-9E81-C63140A6A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45278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AD957-24B1-CF2F-760E-2262136C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541D9-398D-AD97-CAB0-C019B8D45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15B69-06AC-5C1F-4983-4800E83CB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6A632-9061-414D-B0F1-754C1BD1D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65407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504AE-8CD4-080C-B589-145AFC6A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92806-D992-333B-D0E7-EAA25178A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E5AF0-BED9-9A23-3A83-8171400CB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41032-C0F8-D459-691D-DC47C1C7D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28151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D258-0D5B-0330-B631-1C4CC827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B2DE2-385B-0A85-1F37-D2F3B38D8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8F42B-487F-FD91-C2F7-512B2443C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A9396-E441-8DC5-4261-57F326A7F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4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E9AB-BA25-9004-8F84-ABD8663B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2247B-FDE9-CEC4-37B7-ECAEF6229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AFB6E-35BB-F1DF-2F3F-B960B92C2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71DEF-2944-543D-0A86-9303D4521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0886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03BCD-5108-2F76-204F-4A818741C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EDF69-29E3-A69E-399C-0429A28DF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28EBD-8357-3330-393B-E729B70BA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C8510-8261-B6FB-4475-C055AC394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0434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80F9-3BE9-AC75-9827-6F0DA7E9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F20B3-00A1-3500-6B5A-9C7707B0F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A476B-969F-E98E-D15B-2E9410A22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FCF9B-3A50-155F-D085-E0F946196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22023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C8559-018E-E5D6-8DEC-1FAD1164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211E5-027D-9F59-18E9-0F7EC8A2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993C1-4AB1-1599-5584-144797CDA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D24B1-ED44-7CAF-285F-FC3F732A4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26034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4E2F-07C7-87E6-2A8E-8A5E83FC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344C1-0A8F-C30E-9744-1D7E1F6F8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CA903-850B-DAF1-1388-C56E2547F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D71AB-9714-4C38-158E-03ACF3A53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9218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E795-08E0-2823-0269-650E925E6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FFB08-EB14-2F8C-E57B-5A22CCE9A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409E4-CBC4-6B5A-9834-7F6333BD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B7BC-D7E9-0687-AE8B-A8A240A97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57172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5324-C41B-DE55-19B1-5ED90C31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E3628-3F45-897C-0A65-3339451C5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1EFB8-0513-8476-34BC-DB50EA98D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E4932-7763-069E-816E-EF2FA6E42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03964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167A-3380-57DA-E949-CCE64A5C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CF8A1-F33A-1635-31FC-60B5F3D12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37D16-D974-DB77-D02E-5D9AACF44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73C1A-5093-84F5-3AC7-71D2B1FEC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70578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71852-7EFC-013D-3586-C800E0B46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1ACEA-3BD0-CBF1-E3EA-D3784AAA5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67D7E-7ACA-8FA1-2187-DA7705203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E16B-E120-4429-1C1A-76A1412B1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43502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8B8FE-2CDE-8538-85B8-6C23A571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05B7B-FB4D-466F-6814-EC7C205B2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C6605-A821-00D2-AC56-E5BCA8341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5A55C-4F42-4FEC-376C-DF20FE6C7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11611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2A90-BC44-9F70-C9C6-D7F8F1EA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7651E-9C69-4B5D-28E9-951B38896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6D22D-3B15-1ED2-9892-1F4F8D7E1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EA659-7AF1-663E-795B-A8564C279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09972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0BA5-F199-0E57-85B6-F1ACDD16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276B6-6FDB-4573-79C5-53466C080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868CE-9E9B-3B93-25CA-AD27AB174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0714A-B080-268C-4B60-05E35A82D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077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DCC0-2CF4-60D4-73A2-B0ECCDE2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7948A-E76A-4E44-E0D7-09CE3FD88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AF5EE-9045-D45A-93D5-C1AF55A2B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72695-8EDC-74A1-807B-DDE015CCC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99250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5B276-390F-FC4C-9D17-2038C771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77B76-0478-DB53-660D-FF0F89077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55697-D67C-1950-2332-D16B6C9E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E3A2C-F3BB-A965-6D70-37D00AC0E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52303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0A56-6D7A-AE87-4F51-1D00BD37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984F1-EFBE-2061-5C23-140B7C80F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4B44C-BB75-CE40-2521-B4BB658A7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5BBAE-E0E1-4F69-8572-656C36B01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0320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A8BB-376C-CEA2-7338-19550293C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7F2DD-78D1-0C47-26BE-D0E6B16EF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03205-2E7C-2FE5-954C-45753DD66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593FF-FE02-67D4-E858-2BBAAACF4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45131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2CF7-50AE-A2B3-97AB-B44CB029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B941F-358D-223E-89BF-46C26116A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C21B5-D8AA-8589-AA11-8AF0C105F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21E40-5A5F-67F7-1017-35EB5EF47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51488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4933-6153-7CF4-3411-D025650F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E33AA-99C5-7A91-B0F2-D051236C5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AFA1A-975D-E928-8053-333FEACEB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427C2-6526-43AB-9D6C-BC76A1A0C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9986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46F8-F6DD-808D-F170-3BC3A80F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AFF77-C64E-680A-3338-1D8FFE8C5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F5D71-5DB3-1F3C-DBA7-A58F4F5FB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6876B-5245-51B3-84ED-A7183294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16107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42FA-5A83-D98E-64AC-3F2E9163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C49B7-C9DA-CF1D-4C61-29EB63D17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5B212-3573-5032-88BB-EFDBD377A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290BF-5DC2-0BF0-F0FB-9B4716C69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010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75CE-3083-9674-E3A9-800A72518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E29AB-D762-F54F-5DF4-48B22CC0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85B99-A410-D261-5E84-0F05941A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FFC4D-0650-1894-8547-62E602A8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3B390-7F7D-0D0B-D068-DE0730FF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38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7D47-582E-B875-53A7-1B4846D6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BCF39-3F5E-5621-413F-752459894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DFE2B-985B-2A36-3912-E85F4AFD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1385E-2167-B8FD-5AD2-1FFE568F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86D69-C145-4687-810D-2DEA49FC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2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6C4F-BE04-F122-9630-973163AE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0CAFD-8A0D-0E57-2BDE-5E6C9B22E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2DD90-FF6A-A27B-4CCB-6C872A45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29638-0C9C-380F-68FA-D18F9737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1DF13-CBEC-5883-B9E6-560C4604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09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A84-CD53-5698-3432-BA6535F4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6738B-A742-4C6C-65CD-31D0467EE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B3DE3-15AC-3B97-5E6C-23DFF9B8C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91ECA-4511-EA49-4ADF-EBDBA64D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B8D38-E549-57F6-6055-1864DE4D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D7E8-7AB4-73DA-905F-26E28AE4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25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6AC0-C69B-8653-89FE-8DCDC081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23157-E16D-3683-1723-00EBA670E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39704-A908-E0F2-A905-3F58490EE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D8679-BCEE-99AD-D23C-7B41E37F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7380C8-5C89-A710-7386-2699D6A9D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9CF6F-906F-80F7-B55B-EDF241D9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26FC7E-6E99-16ED-17F6-CE7AFAE1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06B14A-C555-9638-7317-757FFF22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01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B480-FD43-C62D-8E43-FE6BA2C8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2E1FB-34C7-0AC6-6537-57706BB6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4633F-BDE2-9FAF-3B35-9FA06CA2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DF26A-7A00-24B1-6A67-C8D5C76F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4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647A5-9685-AA6B-730C-255C77E3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632A6-A343-6BA6-2935-92A30961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671F6-2E00-09D0-5C18-0149A1B2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4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0777-C3BD-42AF-B08B-C8389BD7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73996-2766-7E54-1602-DF2E42E83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1D0AA-0826-5F11-F693-E758CDB03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4DDCB-1ECB-7C7C-93ED-DAB3CFE1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B5A47-7A82-7B40-FD09-33EE2CA1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FE14D-0102-A13B-4A61-55633C52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2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2AF5-C83A-1350-FBDF-284C4A6D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F14B9-7561-CB3E-C2BC-0F8B9F9F9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FE4CD-CAAB-2BF1-82D5-B46BEE2E5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E9B36-0BBE-9DE5-EA21-3C49C956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1F359-4F17-0161-3391-DB027115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CF733-A238-780F-A7D3-9D5B2A9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76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8F3A-F0AB-DC47-22A4-CDAF948D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07263-59F2-C401-1690-F3BD42A9C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C130D-C371-7B0F-B387-C5D3C217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6B03A-5BAB-44C1-9B11-7AEDDF38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5CB59-A17A-B4F0-17CF-998F6BE7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18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687CE-551A-57A1-7269-767FC7666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402A1-AF27-7E2E-40D3-28080CE5D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D303C-BDD7-039F-9245-DC6E0FB1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5C0AC-08FF-5352-5597-3C546716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64E1E-96B9-74B3-35F9-E95B66B1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21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8EB41E-230A-76BB-028E-6120DB20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932E3-17DB-501F-2BCC-EC41B0850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D02DD-13C3-F920-12CB-87E7FDBC4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5DE21-C770-45FF-B803-8D6F1FE0BD1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F8F13-32FA-728C-CB19-23E1E8823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F46EA-CB9F-E437-FBAE-259EBE0E2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80B1A-4257-4062-A049-160C7B56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97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6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6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6.svg"/><Relationship Id="rId9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6.svg"/><Relationship Id="rId9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6.svg"/><Relationship Id="rId9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6.svg"/><Relationship Id="rId9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6.svg"/><Relationship Id="rId9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9467-71F6-8D4D-E34E-2A540946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DEF89-3F9B-2A16-46C4-2343A5336D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B2EF26-A2E4-1929-99C5-5E078599F130}"/>
              </a:ext>
            </a:extLst>
          </p:cNvPr>
          <p:cNvSpPr txBox="1"/>
          <p:nvPr/>
        </p:nvSpPr>
        <p:spPr>
          <a:xfrm>
            <a:off x="2896616" y="2644170"/>
            <a:ext cx="71431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Linked List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09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7D125-BAF9-377E-42C5-9B125703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916F92-BCAE-54A9-1963-B1907CF243F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A77CF79D-5B75-A215-E878-D7FF952EC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0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F18C8-0716-1EB7-E6C1-A18D57BA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C81B0F-26B1-F554-5B9A-7DE06031741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C4EE5DFD-0D05-E9E2-E873-C59A5369F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30C4765-735E-BB78-45CB-310B025513DA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528C699C-55C8-A795-577A-DCE442022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768FFAD8-B2AE-A9E0-FC8B-FE2B102DFE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4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EA06-151C-EDB9-5D0D-96C53A0C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77E12B-FF87-E2AB-5DFC-DE9E3F73CC3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EA45A06F-5ABA-BB7D-E576-B297FACD3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96627C1-D8BF-1DE9-0ACA-03C889E422D1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D6DCC967-9E70-63C4-2BF0-95FC12B82C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D53849FD-6B19-3604-094A-12B3581594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3349F471-4D7F-6D77-42AE-796D2F31B8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F20A8EB5-E30A-9889-1066-A4FF2E80A8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27E6C664-71E8-ADF9-64FF-25D320701A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86A94DC4-AE91-8AA2-CB3B-D2487D593B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3F461B-41A0-0B8B-B9B2-9EC01D6A75BB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</p:spTree>
    <p:extLst>
      <p:ext uri="{BB962C8B-B14F-4D97-AF65-F5344CB8AC3E}">
        <p14:creationId xmlns:p14="http://schemas.microsoft.com/office/powerpoint/2010/main" val="189323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9F024-52F4-240F-1C75-58FA4FCC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D6D923-2EFF-6C9E-214D-C82BE714876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A44B4C98-7EDA-922D-C672-754F66F6F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31EEC5-B6B3-C533-FBD0-8B8F25EB75C5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24729AE5-5869-DA33-25B6-30DCFD350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CD655E43-419A-8391-E375-7763F15CB6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730C68ED-F995-713D-27DC-938992FE31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1E911600-B4DF-ADF4-3E90-1130AFBDBE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50DA7A24-DAD5-4EC7-9621-714189F24F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0CFB843A-FCFC-7387-2BDA-8DE0F0141A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F49EF7-CB28-1969-2FD1-95E4D0C63ADA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2" name="Graphic 1" descr="Sleep with solid fill">
            <a:extLst>
              <a:ext uri="{FF2B5EF4-FFF2-40B4-BE49-F238E27FC236}">
                <a16:creationId xmlns:a16="http://schemas.microsoft.com/office/drawing/2014/main" id="{6C59E1D8-8A7A-FF2B-D593-5CBA6EB6D4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43042" y="404114"/>
            <a:ext cx="1203959" cy="120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6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C77F-CD2A-53A8-5284-F1B61318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923C77-3667-9C9B-DF20-DF1B01126B7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4501EE17-E782-D86A-223E-15C8F7E49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5B1BF4-D878-6054-3DB4-C8ACAFF24E1D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C8379917-DA82-0D46-2F3B-BA0468738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127B09A7-80CA-38BE-AC2F-897BF2C09B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2E585039-03BA-452E-73B4-3828A2624B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9D51485C-0FF3-CB98-044B-19AB420059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916CC9FB-7B45-B0C0-AD16-AD51288267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F641158B-ED83-C239-875E-86771E9E68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1904B0-6AFA-A535-800D-AA473497FFDF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2" name="Graphic 1" descr="Sleep with solid fill">
            <a:extLst>
              <a:ext uri="{FF2B5EF4-FFF2-40B4-BE49-F238E27FC236}">
                <a16:creationId xmlns:a16="http://schemas.microsoft.com/office/drawing/2014/main" id="{8F74B7D8-5B8C-BEFB-5198-D11A02B240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43042" y="404114"/>
            <a:ext cx="1203959" cy="1203959"/>
          </a:xfrm>
          <a:prstGeom prst="rect">
            <a:avLst/>
          </a:prstGeom>
        </p:spPr>
      </p:pic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771F75B6-E18D-077F-A99D-F561DBC453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3624" y="2566372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A64FE3FA-9E25-EC19-7022-AD5405BD17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0CA97EEE-FB2F-0A51-8EC6-E1AC4E3594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1F3BFD-3D85-8955-7873-5609470F19D1}"/>
              </a:ext>
            </a:extLst>
          </p:cNvPr>
          <p:cNvSpPr txBox="1"/>
          <p:nvPr/>
        </p:nvSpPr>
        <p:spPr>
          <a:xfrm>
            <a:off x="1956553" y="2053591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BC4DD-CFCB-3AD5-BC81-89597000F46E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</p:spTree>
    <p:extLst>
      <p:ext uri="{BB962C8B-B14F-4D97-AF65-F5344CB8AC3E}">
        <p14:creationId xmlns:p14="http://schemas.microsoft.com/office/powerpoint/2010/main" val="200766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ACE4D-B9A5-FA2E-E5D3-9E5123A1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236376-F328-66B1-DD91-961662F829B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D466D78A-65D8-8438-C423-9919BC21C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2DB77C3-3382-6CC8-AFD2-8B7F555B89B9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7CDF7078-32C7-4EB1-8EEC-A0D9001C1F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CD74B9BC-F076-3C6C-65F2-CBC79E9A86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CED42D8C-03D8-8DC6-AAE3-E1D485F831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30C97597-BAA0-E8E3-4631-6C4018670D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6AD14A5C-56FB-E314-A193-4187A4DE34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6A765771-00B7-B645-F414-D2754D0756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F0BFE3-29DC-E9A3-F7B7-7DA39EDC81FA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2" name="Graphic 1" descr="Sleep with solid fill">
            <a:extLst>
              <a:ext uri="{FF2B5EF4-FFF2-40B4-BE49-F238E27FC236}">
                <a16:creationId xmlns:a16="http://schemas.microsoft.com/office/drawing/2014/main" id="{F19732B2-D45D-01F6-6E5E-7BD067449D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43042" y="404114"/>
            <a:ext cx="1203959" cy="1203959"/>
          </a:xfrm>
          <a:prstGeom prst="rect">
            <a:avLst/>
          </a:prstGeom>
        </p:spPr>
      </p:pic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78196F0C-4175-9E99-94C2-C84D368145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667E80F3-2EF7-1D41-223A-BDE4CDD8A3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BE2D528A-4541-732B-30A3-C9F2CEE071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BEF822F-AFFE-ED90-AAD9-3489B4F89C9A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AA100-93AD-6768-0242-EEA3DE759FC4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07392FA4-B9E3-2116-5179-65ED14EC04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E4528C-62AD-A443-91A7-4445200058C7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D6BCFFC2-1BB4-FE40-17D3-3021C62823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0CA114EB-0BFC-EFEC-9642-35D58D599A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F7776C6-EAD8-07DD-2872-9A086AA269B3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</p:spTree>
    <p:extLst>
      <p:ext uri="{BB962C8B-B14F-4D97-AF65-F5344CB8AC3E}">
        <p14:creationId xmlns:p14="http://schemas.microsoft.com/office/powerpoint/2010/main" val="18934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453C-5C9B-D794-B028-7F488076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66646F-9115-182F-113D-52EFCE46B22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25FEA321-30CF-4BE3-AE8B-92D25C103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11FE039-759B-157F-B443-C7A1F08EBDFB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75BD01A3-E8D0-FFEF-7F42-DB86B4D06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17E047A9-2907-CA30-E223-34D82BC041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B7D6AC24-166F-3C51-7736-A559395BB9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59CB86E5-9B53-93BB-3308-E7BFCF5145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1258C68C-A2E5-D93B-A680-A841087B3C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D45DDB99-9064-B239-1EE7-1A33733BFF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1C9748-4280-F839-CC94-C70D01DF41A5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2" name="Graphic 1" descr="Sleep with solid fill">
            <a:extLst>
              <a:ext uri="{FF2B5EF4-FFF2-40B4-BE49-F238E27FC236}">
                <a16:creationId xmlns:a16="http://schemas.microsoft.com/office/drawing/2014/main" id="{6D469E60-38BF-7DAB-1605-EE0E283272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43042" y="404114"/>
            <a:ext cx="1203959" cy="1203959"/>
          </a:xfrm>
          <a:prstGeom prst="rect">
            <a:avLst/>
          </a:prstGeom>
        </p:spPr>
      </p:pic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751715E2-8E23-991D-463B-63D907D24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7152B29B-2474-11CD-6EEE-49A62F94F0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C257DC67-BABB-2968-1D74-BC21F26234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62CF3E-61ED-0EE4-904B-057F96E841D5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6E824-2E11-2B1F-7606-5767942CD194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F1D0CF88-2782-8B3C-0F26-70929F8A53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9405CA-9DEE-49BD-52EC-566AE3D30000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0B565395-80C8-E911-C25A-43E409CF81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F6AC633C-9ACB-6D90-597F-AEEFEF0C42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A39EBF7-E995-2474-D347-40C675169559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  <p:pic>
        <p:nvPicPr>
          <p:cNvPr id="28" name="Graphic 27" descr="Building with solid fill">
            <a:extLst>
              <a:ext uri="{FF2B5EF4-FFF2-40B4-BE49-F238E27FC236}">
                <a16:creationId xmlns:a16="http://schemas.microsoft.com/office/drawing/2014/main" id="{651B61E0-EE82-E86A-0B27-5974F0FD67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04" y="3316022"/>
            <a:ext cx="1203959" cy="12039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EE481BC-D4C8-6D58-56F0-FE834202909B}"/>
              </a:ext>
            </a:extLst>
          </p:cNvPr>
          <p:cNvSpPr txBox="1"/>
          <p:nvPr/>
        </p:nvSpPr>
        <p:spPr>
          <a:xfrm>
            <a:off x="7897132" y="2825583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3</a:t>
            </a:r>
          </a:p>
        </p:txBody>
      </p:sp>
      <p:pic>
        <p:nvPicPr>
          <p:cNvPr id="30" name="Graphic 29" descr="Sleep with solid fill">
            <a:extLst>
              <a:ext uri="{FF2B5EF4-FFF2-40B4-BE49-F238E27FC236}">
                <a16:creationId xmlns:a16="http://schemas.microsoft.com/office/drawing/2014/main" id="{56C164A3-A73C-9F27-C1DD-B6F4ADE6EB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1163" y="3558141"/>
            <a:ext cx="997459" cy="997459"/>
          </a:xfrm>
          <a:prstGeom prst="rect">
            <a:avLst/>
          </a:prstGeom>
        </p:spPr>
      </p:pic>
      <p:pic>
        <p:nvPicPr>
          <p:cNvPr id="31" name="Graphic 30" descr="Sleep with solid fill">
            <a:extLst>
              <a:ext uri="{FF2B5EF4-FFF2-40B4-BE49-F238E27FC236}">
                <a16:creationId xmlns:a16="http://schemas.microsoft.com/office/drawing/2014/main" id="{7849688D-661B-A244-3BFC-030F2B6392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6162" y="3576937"/>
            <a:ext cx="997459" cy="9974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8B016A6-9568-A1E9-3F4A-D71E7F83FB89}"/>
              </a:ext>
            </a:extLst>
          </p:cNvPr>
          <p:cNvSpPr txBox="1"/>
          <p:nvPr/>
        </p:nvSpPr>
        <p:spPr>
          <a:xfrm>
            <a:off x="9101091" y="329454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321            394</a:t>
            </a:r>
          </a:p>
        </p:txBody>
      </p:sp>
    </p:spTree>
    <p:extLst>
      <p:ext uri="{BB962C8B-B14F-4D97-AF65-F5344CB8AC3E}">
        <p14:creationId xmlns:p14="http://schemas.microsoft.com/office/powerpoint/2010/main" val="190814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C905-E0A9-EC30-9F9E-9E912CE7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B1DFF5-F427-4DB2-D44F-425B3BE6AC8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CDDA1EFC-E297-3EC1-4367-525C19027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7F26E8-C2D2-E343-9B06-792C062224CC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E801F9DC-1B01-C9E6-E258-724B70EE2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EAD17EA6-B312-AA47-FDE3-5FA463975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F0A8B813-756C-A44B-0FA9-D972018220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BD2A5E7A-BE29-5E03-030A-74C2775F15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0444F5E5-FD48-8A57-1D7F-04501C8013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43FA3587-1E4D-210B-E683-3C505488AA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DD21E4-3325-978C-5C14-84F5E56756F6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F56C0689-384B-6A85-CC78-6713EE754B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A284EE77-C5CA-D7B0-9AA5-1EF68DD9E6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043D6293-A658-B063-F42D-E3DA65003E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A892F7-5923-F372-163A-EC69FFE3A0F1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10559-1B62-D4C7-1F44-1213C326A174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AB2E1B3C-4F61-BC4D-D768-42E9C82902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7A98609-A7D5-0461-DC8E-376D52CE69AA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B577F178-94E3-BB47-1E6B-90225A2D57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62BAF0A7-E9AD-DE07-0882-7936D81AA9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F96413-B750-488E-0406-02215EF2FA53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  <p:pic>
        <p:nvPicPr>
          <p:cNvPr id="28" name="Graphic 27" descr="Building with solid fill">
            <a:extLst>
              <a:ext uri="{FF2B5EF4-FFF2-40B4-BE49-F238E27FC236}">
                <a16:creationId xmlns:a16="http://schemas.microsoft.com/office/drawing/2014/main" id="{F6C9AE95-3E17-4C62-121D-28604B3901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04" y="3316022"/>
            <a:ext cx="1203959" cy="12039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FB10EC1-98EF-569D-0E14-48AEC762BB96}"/>
              </a:ext>
            </a:extLst>
          </p:cNvPr>
          <p:cNvSpPr txBox="1"/>
          <p:nvPr/>
        </p:nvSpPr>
        <p:spPr>
          <a:xfrm>
            <a:off x="7897132" y="2825583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3</a:t>
            </a:r>
          </a:p>
        </p:txBody>
      </p:sp>
      <p:pic>
        <p:nvPicPr>
          <p:cNvPr id="30" name="Graphic 29" descr="Sleep with solid fill">
            <a:extLst>
              <a:ext uri="{FF2B5EF4-FFF2-40B4-BE49-F238E27FC236}">
                <a16:creationId xmlns:a16="http://schemas.microsoft.com/office/drawing/2014/main" id="{2F979C53-C7DB-6E10-8EA7-972617CD28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1163" y="3558141"/>
            <a:ext cx="997459" cy="997459"/>
          </a:xfrm>
          <a:prstGeom prst="rect">
            <a:avLst/>
          </a:prstGeom>
        </p:spPr>
      </p:pic>
      <p:pic>
        <p:nvPicPr>
          <p:cNvPr id="31" name="Graphic 30" descr="Sleep with solid fill">
            <a:extLst>
              <a:ext uri="{FF2B5EF4-FFF2-40B4-BE49-F238E27FC236}">
                <a16:creationId xmlns:a16="http://schemas.microsoft.com/office/drawing/2014/main" id="{13ED6E81-0DD5-41B8-73D7-4DB9EA22C4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6162" y="3576937"/>
            <a:ext cx="997459" cy="9974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8720F2-B824-E114-BF0B-4C0BA4FF916C}"/>
              </a:ext>
            </a:extLst>
          </p:cNvPr>
          <p:cNvSpPr txBox="1"/>
          <p:nvPr/>
        </p:nvSpPr>
        <p:spPr>
          <a:xfrm>
            <a:off x="9101091" y="329454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321            394</a:t>
            </a:r>
          </a:p>
        </p:txBody>
      </p:sp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CE1AEE32-8DEC-692D-F73C-08089E8077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1264" y="-247904"/>
            <a:ext cx="914400" cy="914400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1F9BDD65-0247-3FF7-A9ED-8F6BE1CEAB0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7747" y="-158109"/>
            <a:ext cx="1468687" cy="1468687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67A4B581-A298-AFCE-7EBF-3AC05536D48C}"/>
              </a:ext>
            </a:extLst>
          </p:cNvPr>
          <p:cNvCxnSpPr>
            <a:cxnSpLocks/>
          </p:cNvCxnSpPr>
          <p:nvPr/>
        </p:nvCxnSpPr>
        <p:spPr>
          <a:xfrm flipV="1">
            <a:off x="5845022" y="-2"/>
            <a:ext cx="537504" cy="404117"/>
          </a:xfrm>
          <a:prstGeom prst="bentConnector3">
            <a:avLst>
              <a:gd name="adj1" fmla="val 38659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667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6DCC-35E2-BCB4-877C-0E62F955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A35C69-15B7-9AA4-C847-05F55A30116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03CB037B-F289-6E6E-D6E9-69475AA29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3B94850-D62B-7F88-9143-D6E4B9EDD1BB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B92EB084-8C19-2CC3-224F-62AB09EFE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004EA122-00CE-ED3D-41D0-29CA0FC8FC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066AF165-3FF4-9770-B370-C61C6ECD65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AFBC4CA5-6477-6F35-12E1-EAEB189E40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1B82B2CB-E611-BCCA-1300-806CB0116D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82385AAA-2610-432D-D1F1-3B8C12944D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59AD5A-A10E-6474-4D9B-DDC29AF6DBD3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D8BA7E7D-F667-0D47-A537-6F800E2EB6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915CC7BD-CD2B-646E-50D7-FF651E8AC9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295D108C-A268-6D66-9A12-375C6C62AF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5769DB5-B0FE-8A23-31D2-BBD4FEDCD480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52E8A0-1F3B-01C0-68F0-6A70824BB2B7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A6CC58B9-35BC-6299-76A8-1DD21E5E43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7BB9A4-C95A-FF7C-C0A1-83F4FC9EC3C8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32865DD8-1B4F-575E-3DF1-793545CF79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45F3C13B-2557-221E-0D10-9F78594424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9F6D722-9E47-FF86-4630-F60F1A98B397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  <p:pic>
        <p:nvPicPr>
          <p:cNvPr id="28" name="Graphic 27" descr="Building with solid fill">
            <a:extLst>
              <a:ext uri="{FF2B5EF4-FFF2-40B4-BE49-F238E27FC236}">
                <a16:creationId xmlns:a16="http://schemas.microsoft.com/office/drawing/2014/main" id="{BE68CA13-7C3C-350F-027F-544F39ADC1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04" y="3316022"/>
            <a:ext cx="1203959" cy="12039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0841CF2-4E34-41CD-518B-29B3FCF32C77}"/>
              </a:ext>
            </a:extLst>
          </p:cNvPr>
          <p:cNvSpPr txBox="1"/>
          <p:nvPr/>
        </p:nvSpPr>
        <p:spPr>
          <a:xfrm>
            <a:off x="7897132" y="2825583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3</a:t>
            </a:r>
          </a:p>
        </p:txBody>
      </p:sp>
      <p:pic>
        <p:nvPicPr>
          <p:cNvPr id="30" name="Graphic 29" descr="Sleep with solid fill">
            <a:extLst>
              <a:ext uri="{FF2B5EF4-FFF2-40B4-BE49-F238E27FC236}">
                <a16:creationId xmlns:a16="http://schemas.microsoft.com/office/drawing/2014/main" id="{0B47AD37-BE32-2AA7-EDF4-214154C02A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1163" y="3558141"/>
            <a:ext cx="997459" cy="997459"/>
          </a:xfrm>
          <a:prstGeom prst="rect">
            <a:avLst/>
          </a:prstGeom>
        </p:spPr>
      </p:pic>
      <p:pic>
        <p:nvPicPr>
          <p:cNvPr id="31" name="Graphic 30" descr="Sleep with solid fill">
            <a:extLst>
              <a:ext uri="{FF2B5EF4-FFF2-40B4-BE49-F238E27FC236}">
                <a16:creationId xmlns:a16="http://schemas.microsoft.com/office/drawing/2014/main" id="{ACDF3651-F2B6-0FAD-FC18-5AD2E5BF7D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6162" y="3576937"/>
            <a:ext cx="997459" cy="9974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3087A08-9CA2-4EE0-09E9-D33659D1F7B8}"/>
              </a:ext>
            </a:extLst>
          </p:cNvPr>
          <p:cNvSpPr txBox="1"/>
          <p:nvPr/>
        </p:nvSpPr>
        <p:spPr>
          <a:xfrm>
            <a:off x="9101091" y="329454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321            394</a:t>
            </a:r>
          </a:p>
        </p:txBody>
      </p:sp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5653377E-6290-37B4-7F76-7B462DAF06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1264" y="-247904"/>
            <a:ext cx="914400" cy="914400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43894B76-E582-98AF-41A3-785267E3BB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7747" y="-158109"/>
            <a:ext cx="1468687" cy="1468687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1F382C2-B05C-1D10-3BE1-510D9DDE00BE}"/>
              </a:ext>
            </a:extLst>
          </p:cNvPr>
          <p:cNvCxnSpPr>
            <a:cxnSpLocks/>
          </p:cNvCxnSpPr>
          <p:nvPr/>
        </p:nvCxnSpPr>
        <p:spPr>
          <a:xfrm flipV="1">
            <a:off x="5845022" y="-2"/>
            <a:ext cx="537504" cy="404117"/>
          </a:xfrm>
          <a:prstGeom prst="bentConnector3">
            <a:avLst>
              <a:gd name="adj1" fmla="val 38659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47D1998-DB1C-5963-CB62-93E0FAA7BDE9}"/>
              </a:ext>
            </a:extLst>
          </p:cNvPr>
          <p:cNvCxnSpPr>
            <a:cxnSpLocks/>
          </p:cNvCxnSpPr>
          <p:nvPr/>
        </p:nvCxnSpPr>
        <p:spPr>
          <a:xfrm rot="5400000">
            <a:off x="3356949" y="1558397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920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8B0B-A149-3B80-C641-6C4784B1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DD4C21-F463-00D1-E9E6-A523BCC4946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2D9A0C65-C025-520A-9D0F-C332810A8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4CF12F4-068E-CEF1-2D04-84CA57594020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461BB2D0-164D-B5B0-311A-4789BEEF9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45C7487A-BCE3-164A-3C76-8A99EC7655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3BB6A917-8D10-853E-8FBA-42584C0377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B39370FB-EA5E-E01F-3C6E-6D3FD3A93E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C1574AD4-A99A-93A8-A2CB-F35DFA4F6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804EB1B4-D39B-49BA-C762-FAB9AA77E8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A4D8BF-D6DD-4DC2-F8E1-063A2DE9FE80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5A2079D5-208A-EFA5-98BB-D45724602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A4316AB2-697E-4E70-2971-46E95BEFC6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6D67B5B5-0566-67E6-3A2E-232E324857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874FFB-926F-4974-57FF-D23778636B92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7A0A3-0502-98B5-33C9-7AF1C9FB13BE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D74C921D-B154-4B45-7BBD-D5BF45440D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7EEEB9-EFA1-4C58-A70A-D17392CA9B36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FAA5A344-4925-83BA-63E8-EE856ABCFC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C6BDD794-7F59-6A8E-0EB0-E72E220402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BEC0F52-9609-9A33-967E-186B79169A66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  <p:pic>
        <p:nvPicPr>
          <p:cNvPr id="28" name="Graphic 27" descr="Building with solid fill">
            <a:extLst>
              <a:ext uri="{FF2B5EF4-FFF2-40B4-BE49-F238E27FC236}">
                <a16:creationId xmlns:a16="http://schemas.microsoft.com/office/drawing/2014/main" id="{61DAA9B3-A4EA-4BD6-9B60-ADC50EA36E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04" y="3316022"/>
            <a:ext cx="1203959" cy="12039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8A4250B-4214-401F-182A-8046548B255B}"/>
              </a:ext>
            </a:extLst>
          </p:cNvPr>
          <p:cNvSpPr txBox="1"/>
          <p:nvPr/>
        </p:nvSpPr>
        <p:spPr>
          <a:xfrm>
            <a:off x="7897132" y="2825583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3</a:t>
            </a:r>
          </a:p>
        </p:txBody>
      </p:sp>
      <p:pic>
        <p:nvPicPr>
          <p:cNvPr id="30" name="Graphic 29" descr="Sleep with solid fill">
            <a:extLst>
              <a:ext uri="{FF2B5EF4-FFF2-40B4-BE49-F238E27FC236}">
                <a16:creationId xmlns:a16="http://schemas.microsoft.com/office/drawing/2014/main" id="{7BF326AC-774D-46E6-1DEF-35AFC1C0A8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1163" y="3558141"/>
            <a:ext cx="997459" cy="997459"/>
          </a:xfrm>
          <a:prstGeom prst="rect">
            <a:avLst/>
          </a:prstGeom>
        </p:spPr>
      </p:pic>
      <p:pic>
        <p:nvPicPr>
          <p:cNvPr id="31" name="Graphic 30" descr="Sleep with solid fill">
            <a:extLst>
              <a:ext uri="{FF2B5EF4-FFF2-40B4-BE49-F238E27FC236}">
                <a16:creationId xmlns:a16="http://schemas.microsoft.com/office/drawing/2014/main" id="{FA2CEC38-17E2-5FE4-16F9-F8A12FF0EE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6162" y="3576937"/>
            <a:ext cx="997459" cy="9974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40B021F-F1E5-EB65-7F2A-24AD904FB5EA}"/>
              </a:ext>
            </a:extLst>
          </p:cNvPr>
          <p:cNvSpPr txBox="1"/>
          <p:nvPr/>
        </p:nvSpPr>
        <p:spPr>
          <a:xfrm>
            <a:off x="9101091" y="329454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321            394</a:t>
            </a:r>
          </a:p>
        </p:txBody>
      </p:sp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20863CC0-FEB4-4C41-96EB-D3F501284C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1264" y="-247904"/>
            <a:ext cx="914400" cy="914400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5E66A4FB-6A51-C0FE-0D16-A29EE7EA24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7747" y="-158109"/>
            <a:ext cx="1468687" cy="1468687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29183D84-6195-7CEB-F59A-BFCE2CA4CF70}"/>
              </a:ext>
            </a:extLst>
          </p:cNvPr>
          <p:cNvCxnSpPr>
            <a:cxnSpLocks/>
          </p:cNvCxnSpPr>
          <p:nvPr/>
        </p:nvCxnSpPr>
        <p:spPr>
          <a:xfrm flipV="1">
            <a:off x="5845022" y="-2"/>
            <a:ext cx="537504" cy="404117"/>
          </a:xfrm>
          <a:prstGeom prst="bentConnector3">
            <a:avLst>
              <a:gd name="adj1" fmla="val 38659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3C473C6-3615-7EEA-10F7-0AF89BA9AAEF}"/>
              </a:ext>
            </a:extLst>
          </p:cNvPr>
          <p:cNvCxnSpPr>
            <a:cxnSpLocks/>
          </p:cNvCxnSpPr>
          <p:nvPr/>
        </p:nvCxnSpPr>
        <p:spPr>
          <a:xfrm rot="5400000">
            <a:off x="3356949" y="1558397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43ACE8-4DE4-AC2B-5D6F-1D74FD7D706B}"/>
              </a:ext>
            </a:extLst>
          </p:cNvPr>
          <p:cNvCxnSpPr/>
          <p:nvPr/>
        </p:nvCxnSpPr>
        <p:spPr>
          <a:xfrm>
            <a:off x="3828517" y="2694938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36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A5FA-E6F9-59C6-B10E-6D47A706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710722-BB9E-C4AF-2981-F9D355CA1DD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432CDFBA-EBDB-578E-C916-50837FD7B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B7DBA90-6CD2-87DB-64E5-1FCAE4F8B5D2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A42B5BE6-3CF7-475F-C7BA-78D715AC7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FB54D310-6F03-7BF9-8910-BC681A03C1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5C560085-4037-E40B-A3A5-9416686D0F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08E8B3C2-9CD9-0B09-2A39-64C0FF184D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FEE1E2B1-7A8B-85FA-D291-B82A4FD061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783468AD-EB40-5169-F756-7EAE4DBEAA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611DC4-8272-CEE3-8A14-6DA3E656A55B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3624984D-2236-25C7-E684-FDA2022A94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4708DB14-C125-863F-236A-78244F5E26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DC7810AE-2A9E-7A04-C131-33306C1D8C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1D3F2AE-1961-5912-3CDD-CAE49278BE8D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384D07-C82A-55C8-4D84-F8FDEEB81BEC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E478CA2B-BCF5-E117-EA67-D91D5CFB98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28F580-DA02-050C-DCEF-D9B15FD4958B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85C4D7C3-A24C-5C79-E00F-646EB9D88B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F63D48FB-877F-8CE5-B703-98A450EE32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D18C1F2-0602-2EA1-D84A-03F68607684B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  <p:pic>
        <p:nvPicPr>
          <p:cNvPr id="28" name="Graphic 27" descr="Building with solid fill">
            <a:extLst>
              <a:ext uri="{FF2B5EF4-FFF2-40B4-BE49-F238E27FC236}">
                <a16:creationId xmlns:a16="http://schemas.microsoft.com/office/drawing/2014/main" id="{6A6BF344-48EE-266E-02C6-2C2829AD62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04" y="3316022"/>
            <a:ext cx="1203959" cy="12039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5230F2C-B191-C733-8D82-21B17E2DD23E}"/>
              </a:ext>
            </a:extLst>
          </p:cNvPr>
          <p:cNvSpPr txBox="1"/>
          <p:nvPr/>
        </p:nvSpPr>
        <p:spPr>
          <a:xfrm>
            <a:off x="7897132" y="2825583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3</a:t>
            </a:r>
          </a:p>
        </p:txBody>
      </p:sp>
      <p:pic>
        <p:nvPicPr>
          <p:cNvPr id="30" name="Graphic 29" descr="Sleep with solid fill">
            <a:extLst>
              <a:ext uri="{FF2B5EF4-FFF2-40B4-BE49-F238E27FC236}">
                <a16:creationId xmlns:a16="http://schemas.microsoft.com/office/drawing/2014/main" id="{465C9962-BA22-2EC1-698F-7F351AA962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1163" y="3558141"/>
            <a:ext cx="997459" cy="997459"/>
          </a:xfrm>
          <a:prstGeom prst="rect">
            <a:avLst/>
          </a:prstGeom>
        </p:spPr>
      </p:pic>
      <p:pic>
        <p:nvPicPr>
          <p:cNvPr id="31" name="Graphic 30" descr="Sleep with solid fill">
            <a:extLst>
              <a:ext uri="{FF2B5EF4-FFF2-40B4-BE49-F238E27FC236}">
                <a16:creationId xmlns:a16="http://schemas.microsoft.com/office/drawing/2014/main" id="{9B750FFC-016B-3857-8304-B5E4C0A9C3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6162" y="3576937"/>
            <a:ext cx="997459" cy="9974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40018DE-4C2A-DAA2-1912-105D4D003DB2}"/>
              </a:ext>
            </a:extLst>
          </p:cNvPr>
          <p:cNvSpPr txBox="1"/>
          <p:nvPr/>
        </p:nvSpPr>
        <p:spPr>
          <a:xfrm>
            <a:off x="9101091" y="329454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321            394</a:t>
            </a:r>
          </a:p>
        </p:txBody>
      </p:sp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B5509802-2A9D-28F8-CF9E-A07F80149C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1264" y="-247904"/>
            <a:ext cx="914400" cy="914400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B9CA15A4-DAA8-168A-B426-707CC52C6C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7747" y="-158109"/>
            <a:ext cx="1468687" cy="1468687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F3545D2-0859-68A5-48D2-77F12B6CB90C}"/>
              </a:ext>
            </a:extLst>
          </p:cNvPr>
          <p:cNvCxnSpPr>
            <a:cxnSpLocks/>
          </p:cNvCxnSpPr>
          <p:nvPr/>
        </p:nvCxnSpPr>
        <p:spPr>
          <a:xfrm flipV="1">
            <a:off x="5845022" y="-2"/>
            <a:ext cx="537504" cy="404117"/>
          </a:xfrm>
          <a:prstGeom prst="bentConnector3">
            <a:avLst>
              <a:gd name="adj1" fmla="val 38659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BD98C11-A532-DF91-8600-961C4028A135}"/>
              </a:ext>
            </a:extLst>
          </p:cNvPr>
          <p:cNvCxnSpPr>
            <a:cxnSpLocks/>
          </p:cNvCxnSpPr>
          <p:nvPr/>
        </p:nvCxnSpPr>
        <p:spPr>
          <a:xfrm rot="5400000">
            <a:off x="3356949" y="1558397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627B1E-DFC7-EEEC-A09F-0F8950D34BFC}"/>
              </a:ext>
            </a:extLst>
          </p:cNvPr>
          <p:cNvCxnSpPr/>
          <p:nvPr/>
        </p:nvCxnSpPr>
        <p:spPr>
          <a:xfrm>
            <a:off x="3828517" y="2694938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D2B8ECE-EE81-6E7D-1596-2A795D3CCE85}"/>
              </a:ext>
            </a:extLst>
          </p:cNvPr>
          <p:cNvCxnSpPr>
            <a:cxnSpLocks/>
          </p:cNvCxnSpPr>
          <p:nvPr/>
        </p:nvCxnSpPr>
        <p:spPr>
          <a:xfrm rot="5400000">
            <a:off x="3603389" y="3689842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32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8CD4C-B8DF-D632-D58B-5BA2ED30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5B0D5F-FC31-A82B-7BD8-4ACD0B82BD9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F6B202C8-3C6A-96A8-6BB2-74623633C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31B2C84-9561-0C8E-5F4A-95D5D9FCF412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1D68F889-0348-5D70-8921-7388860BB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59E24269-39E6-FB3F-57C1-47402D22EC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255419D1-53D4-6DFE-B8A2-CBF435633F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8167AB26-52A9-6085-6F36-32CB1F4425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AB0BD39C-6983-5B66-F9D7-CF858D233A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A2366745-2BD0-C912-3FEB-7AB7B5212E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0FC3A7-D326-478B-0EF6-6FE646950886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A486453A-DFDC-FBE6-230A-F03305DD11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F099D324-5622-3FB3-560D-23A660B238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D1A2FC67-AB0B-C85C-AC57-BA4492D373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AD9F48-71BC-42FB-9E23-0BF162A26ED4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880CB1-D935-B2A2-1F85-A04F7D74CECF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ADC817FA-393A-7734-00D2-0B146592A9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EAF1A6-1AAF-2E0F-5D9F-2368442B9347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469B1910-39FB-5A20-5B39-887757BC5E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7B10BA89-A477-3BD0-E9EB-2DC35E2E20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700AE4A-9672-ECC9-8CC2-63FA0D543444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  <p:pic>
        <p:nvPicPr>
          <p:cNvPr id="28" name="Graphic 27" descr="Building with solid fill">
            <a:extLst>
              <a:ext uri="{FF2B5EF4-FFF2-40B4-BE49-F238E27FC236}">
                <a16:creationId xmlns:a16="http://schemas.microsoft.com/office/drawing/2014/main" id="{7831D0E1-D52F-72B5-CBDC-0F0EF403BF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04" y="3316022"/>
            <a:ext cx="1203959" cy="12039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6118598-4D61-EB2F-E397-A8E5EDAA2E7C}"/>
              </a:ext>
            </a:extLst>
          </p:cNvPr>
          <p:cNvSpPr txBox="1"/>
          <p:nvPr/>
        </p:nvSpPr>
        <p:spPr>
          <a:xfrm>
            <a:off x="7897132" y="2825583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3</a:t>
            </a:r>
          </a:p>
        </p:txBody>
      </p:sp>
      <p:pic>
        <p:nvPicPr>
          <p:cNvPr id="30" name="Graphic 29" descr="Sleep with solid fill">
            <a:extLst>
              <a:ext uri="{FF2B5EF4-FFF2-40B4-BE49-F238E27FC236}">
                <a16:creationId xmlns:a16="http://schemas.microsoft.com/office/drawing/2014/main" id="{97603FD3-FD15-94DC-BD1C-424B8ACBBC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1163" y="3558141"/>
            <a:ext cx="997459" cy="997459"/>
          </a:xfrm>
          <a:prstGeom prst="rect">
            <a:avLst/>
          </a:prstGeom>
        </p:spPr>
      </p:pic>
      <p:pic>
        <p:nvPicPr>
          <p:cNvPr id="31" name="Graphic 30" descr="Sleep with solid fill">
            <a:extLst>
              <a:ext uri="{FF2B5EF4-FFF2-40B4-BE49-F238E27FC236}">
                <a16:creationId xmlns:a16="http://schemas.microsoft.com/office/drawing/2014/main" id="{411ED132-A1A3-2D07-218C-360A3815EE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6162" y="3576937"/>
            <a:ext cx="997459" cy="9974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8AD5E01-A03D-EF15-327B-9005E3A0FC71}"/>
              </a:ext>
            </a:extLst>
          </p:cNvPr>
          <p:cNvSpPr txBox="1"/>
          <p:nvPr/>
        </p:nvSpPr>
        <p:spPr>
          <a:xfrm>
            <a:off x="9101091" y="329454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321            394</a:t>
            </a:r>
          </a:p>
        </p:txBody>
      </p:sp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08CAB73B-0599-443F-EBB7-EC88E026F1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1264" y="-247904"/>
            <a:ext cx="914400" cy="914400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38074F2D-ABCB-C118-FB42-4759B406A2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7747" y="-158109"/>
            <a:ext cx="1468687" cy="1468687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3284765-3AA8-2892-D4E0-79FE33218225}"/>
              </a:ext>
            </a:extLst>
          </p:cNvPr>
          <p:cNvCxnSpPr>
            <a:cxnSpLocks/>
          </p:cNvCxnSpPr>
          <p:nvPr/>
        </p:nvCxnSpPr>
        <p:spPr>
          <a:xfrm flipV="1">
            <a:off x="5845022" y="-2"/>
            <a:ext cx="537504" cy="404117"/>
          </a:xfrm>
          <a:prstGeom prst="bentConnector3">
            <a:avLst>
              <a:gd name="adj1" fmla="val 38659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DB7D9F8-B319-706C-57FB-3E28AB8AFA7D}"/>
              </a:ext>
            </a:extLst>
          </p:cNvPr>
          <p:cNvCxnSpPr>
            <a:cxnSpLocks/>
          </p:cNvCxnSpPr>
          <p:nvPr/>
        </p:nvCxnSpPr>
        <p:spPr>
          <a:xfrm rot="5400000">
            <a:off x="3356949" y="1558397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96813D-3318-ED59-7FD0-97203A2879DB}"/>
              </a:ext>
            </a:extLst>
          </p:cNvPr>
          <p:cNvCxnSpPr/>
          <p:nvPr/>
        </p:nvCxnSpPr>
        <p:spPr>
          <a:xfrm>
            <a:off x="3828517" y="2694938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F1D99F5B-DB58-B0BD-7504-E1EAC0A476EC}"/>
              </a:ext>
            </a:extLst>
          </p:cNvPr>
          <p:cNvCxnSpPr>
            <a:cxnSpLocks/>
          </p:cNvCxnSpPr>
          <p:nvPr/>
        </p:nvCxnSpPr>
        <p:spPr>
          <a:xfrm rot="5400000">
            <a:off x="3603389" y="3689842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B34262-BBF4-8DD0-7AFE-469390FCD531}"/>
              </a:ext>
            </a:extLst>
          </p:cNvPr>
          <p:cNvCxnSpPr/>
          <p:nvPr/>
        </p:nvCxnSpPr>
        <p:spPr>
          <a:xfrm>
            <a:off x="3960850" y="4869489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277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6B21-CF56-BB6A-96F6-3F126E12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CB86C6-7246-F14E-B2BA-3E3801E1ADD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432E6332-91CD-AEA4-6484-B01532C45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3AF1F8F-14CE-1E64-F93D-80639C24A589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D27FCED8-18F6-C0BD-60B4-E9C2F0C40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0CC15FFB-909C-AAAF-0AE7-15A4331CA6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A632B17B-5306-5000-0DC4-838B6EF4D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B7C49CCA-FC69-3475-622C-BC2A37584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55C9B293-7BFE-558B-3B6C-DB4E0CB520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289C9E3D-3BEC-BD49-047F-7E750EF5C0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851175-9A37-205E-0261-66DB1F2A13CE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2E6C8B22-F9B3-34C0-01DE-1265CE445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6124141B-2F16-5665-4DDA-0F780727C6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5EB52D0C-4E25-4802-10E0-AC15C45B42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050C13-261D-1EDC-9164-014813F5945B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54BDA-5F74-5B70-9769-6F2D842261E5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8116DD6A-CF1A-5329-F19A-FBA7487974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B2B05A-1046-A124-02B9-86A97D467193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44EDDA17-8BE3-7CD0-0B63-5A9B509EEC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C08A844D-E3D7-93EB-7F70-1509DAB77A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BD3ECF-02D1-7AA8-DD28-A0163384D1BF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  <p:pic>
        <p:nvPicPr>
          <p:cNvPr id="28" name="Graphic 27" descr="Building with solid fill">
            <a:extLst>
              <a:ext uri="{FF2B5EF4-FFF2-40B4-BE49-F238E27FC236}">
                <a16:creationId xmlns:a16="http://schemas.microsoft.com/office/drawing/2014/main" id="{DA66B1A8-DE14-A77D-97AE-B408F89C7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04" y="3316022"/>
            <a:ext cx="1203959" cy="12039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088A02-8648-862A-BD92-DD0ECA5E7610}"/>
              </a:ext>
            </a:extLst>
          </p:cNvPr>
          <p:cNvSpPr txBox="1"/>
          <p:nvPr/>
        </p:nvSpPr>
        <p:spPr>
          <a:xfrm>
            <a:off x="7897132" y="2825583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3</a:t>
            </a:r>
          </a:p>
        </p:txBody>
      </p:sp>
      <p:pic>
        <p:nvPicPr>
          <p:cNvPr id="30" name="Graphic 29" descr="Sleep with solid fill">
            <a:extLst>
              <a:ext uri="{FF2B5EF4-FFF2-40B4-BE49-F238E27FC236}">
                <a16:creationId xmlns:a16="http://schemas.microsoft.com/office/drawing/2014/main" id="{AA085CD5-7830-6312-12D8-DDAD4EAD26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1163" y="3558141"/>
            <a:ext cx="997459" cy="997459"/>
          </a:xfrm>
          <a:prstGeom prst="rect">
            <a:avLst/>
          </a:prstGeom>
        </p:spPr>
      </p:pic>
      <p:pic>
        <p:nvPicPr>
          <p:cNvPr id="31" name="Graphic 30" descr="Sleep with solid fill">
            <a:extLst>
              <a:ext uri="{FF2B5EF4-FFF2-40B4-BE49-F238E27FC236}">
                <a16:creationId xmlns:a16="http://schemas.microsoft.com/office/drawing/2014/main" id="{135BE5C3-B215-C710-105B-A164F4DF16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6162" y="3576937"/>
            <a:ext cx="997459" cy="9974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983809A-5A10-A93E-0F14-C4231126D9E4}"/>
              </a:ext>
            </a:extLst>
          </p:cNvPr>
          <p:cNvSpPr txBox="1"/>
          <p:nvPr/>
        </p:nvSpPr>
        <p:spPr>
          <a:xfrm>
            <a:off x="9101091" y="329454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321            394</a:t>
            </a:r>
          </a:p>
        </p:txBody>
      </p:sp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FA19D4C2-8632-93BF-46DD-180779541E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1264" y="-247904"/>
            <a:ext cx="914400" cy="914400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037CDAE3-41E1-804B-EC2E-66FCAD87BB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7747" y="-158109"/>
            <a:ext cx="1468687" cy="1468687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02C11DA4-5257-E6CD-B2CC-5D86677EAB18}"/>
              </a:ext>
            </a:extLst>
          </p:cNvPr>
          <p:cNvCxnSpPr>
            <a:cxnSpLocks/>
          </p:cNvCxnSpPr>
          <p:nvPr/>
        </p:nvCxnSpPr>
        <p:spPr>
          <a:xfrm flipV="1">
            <a:off x="5845022" y="-2"/>
            <a:ext cx="537504" cy="404117"/>
          </a:xfrm>
          <a:prstGeom prst="bentConnector3">
            <a:avLst>
              <a:gd name="adj1" fmla="val 38659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C14E072-1802-5EBD-CA24-A729F231DE57}"/>
              </a:ext>
            </a:extLst>
          </p:cNvPr>
          <p:cNvCxnSpPr>
            <a:cxnSpLocks/>
          </p:cNvCxnSpPr>
          <p:nvPr/>
        </p:nvCxnSpPr>
        <p:spPr>
          <a:xfrm rot="5400000">
            <a:off x="3356949" y="1558397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28A82F-94DA-52DD-01D6-3C1DFA7593BB}"/>
              </a:ext>
            </a:extLst>
          </p:cNvPr>
          <p:cNvCxnSpPr/>
          <p:nvPr/>
        </p:nvCxnSpPr>
        <p:spPr>
          <a:xfrm>
            <a:off x="3828517" y="2694938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D8D26955-E819-93E7-4067-D200ABE8E2FE}"/>
              </a:ext>
            </a:extLst>
          </p:cNvPr>
          <p:cNvCxnSpPr>
            <a:cxnSpLocks/>
          </p:cNvCxnSpPr>
          <p:nvPr/>
        </p:nvCxnSpPr>
        <p:spPr>
          <a:xfrm rot="5400000">
            <a:off x="3603389" y="3689842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1B40F7-067E-47E7-EBA1-367CB16F8372}"/>
              </a:ext>
            </a:extLst>
          </p:cNvPr>
          <p:cNvCxnSpPr/>
          <p:nvPr/>
        </p:nvCxnSpPr>
        <p:spPr>
          <a:xfrm>
            <a:off x="3960850" y="4869489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3775F87-2906-18ED-77E5-EA37061DF8AD}"/>
              </a:ext>
            </a:extLst>
          </p:cNvPr>
          <p:cNvCxnSpPr>
            <a:cxnSpLocks/>
          </p:cNvCxnSpPr>
          <p:nvPr/>
        </p:nvCxnSpPr>
        <p:spPr>
          <a:xfrm flipV="1">
            <a:off x="5508449" y="4075666"/>
            <a:ext cx="2198755" cy="13647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50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3F615-5183-FEB8-10A4-70E64DA8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1D49B8-17C4-52C8-569C-A595AB52FBA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7221A857-411F-7289-348B-86BA5FE9E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F931BEC-3B2D-8098-8FEC-566721BDF568}"/>
              </a:ext>
            </a:extLst>
          </p:cNvPr>
          <p:cNvCxnSpPr>
            <a:cxnSpLocks/>
          </p:cNvCxnSpPr>
          <p:nvPr/>
        </p:nvCxnSpPr>
        <p:spPr>
          <a:xfrm flipV="1">
            <a:off x="-1218132" y="2262124"/>
            <a:ext cx="0" cy="2333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CAADBFD9-7945-121B-77F5-AEBDD471C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5332" y="-510286"/>
            <a:ext cx="914400" cy="914400"/>
          </a:xfrm>
          <a:prstGeom prst="rect">
            <a:avLst/>
          </a:prstGeom>
        </p:spPr>
      </p:pic>
      <p:pic>
        <p:nvPicPr>
          <p:cNvPr id="9" name="Graphic 8" descr="Building with solid fill">
            <a:extLst>
              <a:ext uri="{FF2B5EF4-FFF2-40B4-BE49-F238E27FC236}">
                <a16:creationId xmlns:a16="http://schemas.microsoft.com/office/drawing/2014/main" id="{A37B5444-7B28-CAA4-A631-E18A9EAA1E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82164" y="209296"/>
            <a:ext cx="1528064" cy="1528064"/>
          </a:xfrm>
          <a:prstGeom prst="rect">
            <a:avLst/>
          </a:prstGeom>
        </p:spPr>
      </p:pic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86CF1363-B64A-E228-46DC-6A4330A73E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70177" y="313944"/>
            <a:ext cx="1203959" cy="1203959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0E89A457-519F-899D-D486-98C5AD3864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143" y="310642"/>
            <a:ext cx="1203959" cy="1203959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C3EFC55A-5BA8-3A2E-BC25-AD370B9C48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4463" y="371348"/>
            <a:ext cx="1203959" cy="1203959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1E364E92-387B-AA45-47E1-862B7DC1F7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8517" y="404114"/>
            <a:ext cx="1203959" cy="12039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376076-EE67-7C44-9ACC-C5A7D51FB042}"/>
              </a:ext>
            </a:extLst>
          </p:cNvPr>
          <p:cNvSpPr txBox="1"/>
          <p:nvPr/>
        </p:nvSpPr>
        <p:spPr>
          <a:xfrm>
            <a:off x="54334" y="-20955"/>
            <a:ext cx="4820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0                1              2            3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07484DB6-629B-B846-9E34-D16316CD6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4595876"/>
            <a:ext cx="1203959" cy="1203959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0D24EE42-0F9E-C791-A7C1-3B5A7232B2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0584" y="2717291"/>
            <a:ext cx="997459" cy="997459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993768FB-7041-9440-A06B-12E5BD38B3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5583" y="2736087"/>
            <a:ext cx="997459" cy="9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0B9C48-1276-9C56-D377-57550AA4ADA7}"/>
              </a:ext>
            </a:extLst>
          </p:cNvPr>
          <p:cNvSpPr txBox="1"/>
          <p:nvPr/>
        </p:nvSpPr>
        <p:spPr>
          <a:xfrm>
            <a:off x="2146482" y="2132516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F129BC-104B-1CF1-0384-FB8C88FA2631}"/>
              </a:ext>
            </a:extLst>
          </p:cNvPr>
          <p:cNvSpPr txBox="1"/>
          <p:nvPr/>
        </p:nvSpPr>
        <p:spPr>
          <a:xfrm>
            <a:off x="3160512" y="245369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170            171</a:t>
            </a:r>
          </a:p>
        </p:txBody>
      </p:sp>
      <p:pic>
        <p:nvPicPr>
          <p:cNvPr id="18" name="Graphic 17" descr="Building with solid fill">
            <a:extLst>
              <a:ext uri="{FF2B5EF4-FFF2-40B4-BE49-F238E27FC236}">
                <a16:creationId xmlns:a16="http://schemas.microsoft.com/office/drawing/2014/main" id="{9199985F-1CE9-E547-5210-69EB830F5F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9025" y="2663191"/>
            <a:ext cx="1203959" cy="12039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9DB09D-6540-7BAA-9F47-4679E5FBBEC3}"/>
              </a:ext>
            </a:extLst>
          </p:cNvPr>
          <p:cNvSpPr txBox="1"/>
          <p:nvPr/>
        </p:nvSpPr>
        <p:spPr>
          <a:xfrm>
            <a:off x="2108953" y="4105437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2</a:t>
            </a:r>
          </a:p>
        </p:txBody>
      </p:sp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38847435-C7B1-5970-229C-F574FD6A33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2984" y="4837995"/>
            <a:ext cx="997459" cy="997459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ECD7581C-12D6-668E-A6F9-A0D0957A85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7983" y="4856791"/>
            <a:ext cx="997459" cy="997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3FB0808-1D95-2339-4053-51E00CEA3B64}"/>
              </a:ext>
            </a:extLst>
          </p:cNvPr>
          <p:cNvSpPr txBox="1"/>
          <p:nvPr/>
        </p:nvSpPr>
        <p:spPr>
          <a:xfrm>
            <a:off x="3312912" y="4574396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281            234</a:t>
            </a:r>
          </a:p>
        </p:txBody>
      </p:sp>
      <p:pic>
        <p:nvPicPr>
          <p:cNvPr id="28" name="Graphic 27" descr="Building with solid fill">
            <a:extLst>
              <a:ext uri="{FF2B5EF4-FFF2-40B4-BE49-F238E27FC236}">
                <a16:creationId xmlns:a16="http://schemas.microsoft.com/office/drawing/2014/main" id="{1500B02C-83F6-BD1B-0928-4813E2A76A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04" y="3316022"/>
            <a:ext cx="1203959" cy="12039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D13DF78-CC94-C4E5-2911-F847DF22700C}"/>
              </a:ext>
            </a:extLst>
          </p:cNvPr>
          <p:cNvSpPr txBox="1"/>
          <p:nvPr/>
        </p:nvSpPr>
        <p:spPr>
          <a:xfrm>
            <a:off x="7897132" y="2825583"/>
            <a:ext cx="82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H 3</a:t>
            </a:r>
          </a:p>
        </p:txBody>
      </p:sp>
      <p:pic>
        <p:nvPicPr>
          <p:cNvPr id="30" name="Graphic 29" descr="Sleep with solid fill">
            <a:extLst>
              <a:ext uri="{FF2B5EF4-FFF2-40B4-BE49-F238E27FC236}">
                <a16:creationId xmlns:a16="http://schemas.microsoft.com/office/drawing/2014/main" id="{5A97CE84-26BD-09DA-0C6D-032130F6D9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1163" y="3558141"/>
            <a:ext cx="997459" cy="997459"/>
          </a:xfrm>
          <a:prstGeom prst="rect">
            <a:avLst/>
          </a:prstGeom>
        </p:spPr>
      </p:pic>
      <p:pic>
        <p:nvPicPr>
          <p:cNvPr id="31" name="Graphic 30" descr="Sleep with solid fill">
            <a:extLst>
              <a:ext uri="{FF2B5EF4-FFF2-40B4-BE49-F238E27FC236}">
                <a16:creationId xmlns:a16="http://schemas.microsoft.com/office/drawing/2014/main" id="{BE8A6C16-D959-F308-1E44-EA8FA95139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6162" y="3576937"/>
            <a:ext cx="997459" cy="9974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932D491-F927-762B-9BE4-7AB412715AD3}"/>
              </a:ext>
            </a:extLst>
          </p:cNvPr>
          <p:cNvSpPr txBox="1"/>
          <p:nvPr/>
        </p:nvSpPr>
        <p:spPr>
          <a:xfrm>
            <a:off x="9101091" y="3294542"/>
            <a:ext cx="248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321            394</a:t>
            </a:r>
          </a:p>
        </p:txBody>
      </p:sp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29E51385-0B35-F155-A211-8D93339FB1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1264" y="-247904"/>
            <a:ext cx="914400" cy="914400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45DFEC7B-B9A9-B09A-712F-F051BFBF0CF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7747" y="-158109"/>
            <a:ext cx="1468687" cy="1468687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4B95BE4-2BD9-145B-C10F-2170FC9516D2}"/>
              </a:ext>
            </a:extLst>
          </p:cNvPr>
          <p:cNvCxnSpPr>
            <a:cxnSpLocks/>
          </p:cNvCxnSpPr>
          <p:nvPr/>
        </p:nvCxnSpPr>
        <p:spPr>
          <a:xfrm flipV="1">
            <a:off x="5845022" y="-2"/>
            <a:ext cx="537504" cy="404117"/>
          </a:xfrm>
          <a:prstGeom prst="bentConnector3">
            <a:avLst>
              <a:gd name="adj1" fmla="val 38659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121CE11-AA25-DF1B-2239-526227EF68A0}"/>
              </a:ext>
            </a:extLst>
          </p:cNvPr>
          <p:cNvCxnSpPr>
            <a:cxnSpLocks/>
          </p:cNvCxnSpPr>
          <p:nvPr/>
        </p:nvCxnSpPr>
        <p:spPr>
          <a:xfrm rot="5400000">
            <a:off x="3356949" y="1558397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36457C-7272-D891-F74A-CD2BBB4FA709}"/>
              </a:ext>
            </a:extLst>
          </p:cNvPr>
          <p:cNvCxnSpPr/>
          <p:nvPr/>
        </p:nvCxnSpPr>
        <p:spPr>
          <a:xfrm>
            <a:off x="3828517" y="2694938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595F82C3-2216-5C12-BBBD-67271DFFFF67}"/>
              </a:ext>
            </a:extLst>
          </p:cNvPr>
          <p:cNvCxnSpPr>
            <a:cxnSpLocks/>
          </p:cNvCxnSpPr>
          <p:nvPr/>
        </p:nvCxnSpPr>
        <p:spPr>
          <a:xfrm rot="5400000">
            <a:off x="3603389" y="3689842"/>
            <a:ext cx="879685" cy="6473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07118B-74A4-E89E-9584-F8FF52D35D91}"/>
              </a:ext>
            </a:extLst>
          </p:cNvPr>
          <p:cNvCxnSpPr/>
          <p:nvPr/>
        </p:nvCxnSpPr>
        <p:spPr>
          <a:xfrm>
            <a:off x="3960850" y="4869489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2B09FB1-D0AA-DA45-B5DD-E6606A0F6D6B}"/>
              </a:ext>
            </a:extLst>
          </p:cNvPr>
          <p:cNvCxnSpPr>
            <a:cxnSpLocks/>
          </p:cNvCxnSpPr>
          <p:nvPr/>
        </p:nvCxnSpPr>
        <p:spPr>
          <a:xfrm flipV="1">
            <a:off x="5508449" y="4075666"/>
            <a:ext cx="2198755" cy="13647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77739BC-044A-C098-60A6-FF18624412AD}"/>
              </a:ext>
            </a:extLst>
          </p:cNvPr>
          <p:cNvCxnSpPr/>
          <p:nvPr/>
        </p:nvCxnSpPr>
        <p:spPr>
          <a:xfrm>
            <a:off x="9782530" y="3550830"/>
            <a:ext cx="569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78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F61CE-4B3D-9D09-7038-0DA623A4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A6FA83-FD3B-40ED-E623-0EFD7D3D607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87BBAE-5AFE-3298-93CD-7F87D5BD363F}"/>
              </a:ext>
            </a:extLst>
          </p:cNvPr>
          <p:cNvSpPr txBox="1"/>
          <p:nvPr/>
        </p:nvSpPr>
        <p:spPr>
          <a:xfrm>
            <a:off x="1226820" y="2967335"/>
            <a:ext cx="9738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Why do we need Linked List ?</a:t>
            </a:r>
          </a:p>
        </p:txBody>
      </p:sp>
    </p:spTree>
    <p:extLst>
      <p:ext uri="{BB962C8B-B14F-4D97-AF65-F5344CB8AC3E}">
        <p14:creationId xmlns:p14="http://schemas.microsoft.com/office/powerpoint/2010/main" val="22494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1AED1-C34A-DB47-F8FB-9BFB439C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1C0C5F-1A77-DFA5-51A6-BBB45CE3FD7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8DDA6-50D4-1EB1-6106-F3BF36B72679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D15564-326E-2B63-523C-95790CF71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155491"/>
              </p:ext>
            </p:extLst>
          </p:nvPr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3482C5-73D2-F878-2013-159666FA9C14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452619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443B-E227-C998-78F9-03F00DD7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132049-11B5-755C-A16F-011CCC04213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46D02F-5F4D-605C-A16D-5D15A7A9D3EE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543844-FF9C-C5A1-EE94-3DD09F252968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90385F-3EED-C634-A360-07152506CD89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C1D200-5074-E204-0655-51B4EA207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466033"/>
              </p:ext>
            </p:extLst>
          </p:nvPr>
        </p:nvGraphicFramePr>
        <p:xfrm>
          <a:off x="11739879" y="99398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085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7B98-9734-B74D-17C4-CC66A8F78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AC0FFF-92CA-1648-1EF5-548C649FF31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B5C82-BF3C-9479-E688-F8FE7B65F99F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037EA0-E292-3236-C69B-6360FE339181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7F84E6-B215-BDCD-5D6E-BEE24F98E56A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94259B-AFD6-1EAD-CB6D-680C7D6B3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660730"/>
              </p:ext>
            </p:extLst>
          </p:nvPr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957C80-DA18-415A-97E6-0DAFC1BF3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691420"/>
              </p:ext>
            </p:extLst>
          </p:nvPr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3AD8EF-5B95-BB79-553B-22C50CE130D6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3988252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A1CB5-C99D-2DDF-143F-5A3DE0BDD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2EEC64-AAC9-62C0-014A-8C51C762784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003D0F-9AA5-33D3-E180-B26ED029E11C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1EE903-EFAF-B721-2659-06A2E1EA2422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91BED0-D468-3F39-EECA-06CDD065F6B1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53DBE3-48C5-455F-7196-2BE848A141B5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2F5CBF-C2CB-DFF0-CD56-FAFA3055FB1C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F2B11F-B538-E024-5AAA-90963F9E0132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903B2A-B04A-FEF8-C8FE-82706C368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832882"/>
              </p:ext>
            </p:extLst>
          </p:nvPr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AC7EC5-97C2-2D02-F22D-95BBE5B810AC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5FF72E-C905-2789-DE97-2F617C44BCAB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</p:spTree>
    <p:extLst>
      <p:ext uri="{BB962C8B-B14F-4D97-AF65-F5344CB8AC3E}">
        <p14:creationId xmlns:p14="http://schemas.microsoft.com/office/powerpoint/2010/main" val="425709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5814-B553-BF44-01A8-95A8D8D3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851EA1-BD0A-5099-D653-155C58837DF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BBE642-156B-09AA-6CAD-A6E5C5C9EDC2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16B4E9-7D58-7BDB-D9FC-2F06FBECFE88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FA35A0-FB86-8805-3B75-BF83E2C48AF5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D53D00-C954-001B-2204-947B410558B1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E95064-687C-57CA-5AF9-3948203D35F7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D344E0-2F8D-3BC2-5160-76D8A4A5C2EB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A254BE-48DB-B177-6207-B333B0E40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546983"/>
              </p:ext>
            </p:extLst>
          </p:nvPr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4B8882-1100-E4CD-B50C-25D753F2A7C9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9AA7838-ECAF-A088-E1E6-71BBC6BCACE0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4C5C3-B787-DDAF-16EC-78605D14B9B0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</p:spTree>
    <p:extLst>
      <p:ext uri="{BB962C8B-B14F-4D97-AF65-F5344CB8AC3E}">
        <p14:creationId xmlns:p14="http://schemas.microsoft.com/office/powerpoint/2010/main" val="2428253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040F-96EB-C23D-75B8-F8C97F3D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4E154F-0174-EDBB-353E-65AF692362B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48176-C5AA-740A-711E-CE0335A796D8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11FB4F-E0C2-49B7-F361-9437F1ADF8AC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54DB033-93D8-480B-C711-D39ADF62BCBF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E3EF81-6D8C-124B-8F83-40BE3B73B13A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B02FD4-AC91-AE3F-0070-9277A58927C5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2A94E4-28A5-5EF8-3234-0CE15BA3190D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5784723-3170-08AA-6A88-1D975C473DCD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80E4DA-8D14-A720-0EA5-48ACD5C69E69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38113A-F2E4-C4D9-2263-8C68D1ECF62C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DC8A8-9139-13E3-8457-1DCC979CF67B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5601F41-E861-412F-17C5-B132BB70E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434499"/>
              </p:ext>
            </p:extLst>
          </p:nvPr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445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5E02-65E7-E4E3-A24E-62141051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1B4D76-B161-CDD4-5E82-E895DFB9E03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21E8F-E031-3F9D-ECAD-EFAF3495291D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E8D823-6101-110A-6D1A-EA3B81A80F2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88E6C1-5E16-EEB1-5249-37B94C714AEC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86A152-6CC6-1640-851A-2AA425B42E1E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8C9B82-4312-34C3-5FA9-479297AD320C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5A8F78-0DE7-A55E-6B66-1AA2D8579933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B3A4FD-C7B9-7EB3-4215-3D50BC3E5415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6C56B9-5680-BEA5-5CD2-69CD1046B6AF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10F6E9-5B3E-21D3-1CA1-1F59A83F34AC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867E9B-99FA-D9EA-4726-5D0BAAF48640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EF06A66-0944-4254-F812-4CDC0F1608F1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9C56F5-5E9D-AE61-F65B-3A0FE67DDF2F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37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32F0-E293-2AA7-38CB-BBCC5ED0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584D25-D7F5-F89C-0CC8-92C64F46703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F4DFDA-4166-CB86-1FE4-43B7C4C0528D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A488CC-0D7D-2CF9-7366-21A376B6C03B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ED896FA-690C-CAD8-D16F-55FB3FAC6DFD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36F90F-FC6C-F182-D457-FC5324EBB789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F36A48-A60E-CA3E-9202-E807D3804EC3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403021-6DC7-1477-1C68-ED9B0E3DB977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DC9F1C-5BF2-48D4-3FE0-0D4084B5313F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0881E7-535E-75FF-06FE-6BA10FA48CC4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FCC229A-3131-3402-7CEA-0FA0C3E7C791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54CD9-2374-4C2B-83B9-49BA8FD1169C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C2250ED-A209-D0E1-4DE0-E35D1C24E469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03815A-DBCE-7B41-A996-EB3B69D59130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560EB1-8DBA-EA6B-D2EF-1EA8A04B49DE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518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0F67-F105-D500-1464-54E8C6A6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849EDA-5FE5-3524-767D-12029DF4182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A1870-511F-DD5C-B75E-AC2E040B9687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23CC25-4F99-809A-057D-5CE054F916B2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A74D122-9469-CEFF-3B83-FC7B5DA50F0A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C9B7AD-DFA4-6424-EE56-CBE17954FF44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F0D6D9-1D82-2032-213F-3DC62F460FA6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57C6196-25E8-077A-2E0A-052C23B52C09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63B4AC2-1370-73B1-AEF6-B3F58BFB8431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1DB8D2-88C2-6B90-EC43-0A649D5ADB40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3921CD2-5DD8-CDC7-172A-AF7B0E27E425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F19355-07CB-EFD1-B38C-C3D2600DD0C0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E7BF009-7210-C7C1-557E-09929D0F916A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FC63D0-BF5F-C2A9-DBAE-B5F47098AA21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2C2CB6C-534B-11D7-691C-9E59C6543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623584"/>
              </p:ext>
            </p:extLst>
          </p:nvPr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EA7ACB-E68F-6813-CFA9-85498BF94CD2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988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9A7F-B28F-E2F0-EA38-8554D565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1F1B9E-FDB7-083A-55CC-B5465303F35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811CAA-866F-0581-C0B0-006578CA46E8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84D4FC-68BC-41B0-1886-9854D1F88A6C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F3559DC-3CD2-8558-4BF4-09F8F8158F03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4462D9-88C9-CBC6-BCCE-FF1EB171E469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95E96E-23E0-9A28-2165-F14C9301522D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6462D1-EC8D-2580-F933-724CA3847128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FF1FC5-9711-731E-A997-5A95BD055B25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FC4133-56A7-757B-CCDA-0710477DFDF9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79CDC8-A906-B5C3-02A4-8A0B4E0C9CF2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B45FB3-636F-519A-433F-9BC83C306004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209F7A-DC55-B912-97DD-48F3F27159DD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E77642-373C-BC9C-52F7-60DDDB1DD656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60523B6-FA0D-4206-F311-39269082F7C9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8F6A6-FE84-9733-C1A8-08890310CEBF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6EE764-34EF-6262-25D5-9EFD6644C673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B2522-7F54-FF2B-39FE-CB29E3A03E92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</p:spTree>
    <p:extLst>
      <p:ext uri="{BB962C8B-B14F-4D97-AF65-F5344CB8AC3E}">
        <p14:creationId xmlns:p14="http://schemas.microsoft.com/office/powerpoint/2010/main" val="2944689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594F-3C5A-ADDD-4A7E-8C058B12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FC58E0-C088-D00F-8DB9-3014732139F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9697D3-AFC3-90BB-3C2B-A651D9B18A6C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66C349-1402-C10E-4E5A-69680190E3BA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2EC504-ABAF-3C27-A3B6-49EEF4C7F4AC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4C9488-799F-926E-36F9-1D3C650AB061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9EB1B9-D96C-2C41-870E-FAF5FE74D441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D761023-EF44-8EBC-D147-C43368EB7042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BA6120-EB12-596F-1BA0-7EF1DC0B720E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20D557-6435-410C-E0CF-E7A0F16ED547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AA6CFAA-126F-2637-5809-E38DB5F6A405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052CC-0529-756B-5054-26BBE78B9E0F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E56335D-8346-0623-762E-D842F37C77C6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7CADC1-D51E-1E6E-6C87-70FD6162A4C7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3F70183-356F-0F7C-C800-1B1EBB863043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321717-4856-AA86-6F36-166F4238F34C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2779FD-5258-D27E-0393-A5215C902958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8CAF57-4A35-2E1A-747E-452B0461D86B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4D0A19B8-B9C0-2398-B97B-74D1B93B0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29CDAB2B-A086-0555-CAF2-248BF996B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4F68DAE2-6539-C533-33BE-126366C39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272269" y="4801356"/>
            <a:ext cx="914400" cy="914400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13471FBA-A836-8D94-726A-94758030F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74157" y="479684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8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6C2E-3051-8CE4-5B17-44D6BE44E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041B86-D6E7-8BFF-B992-9368C2636CD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22F42-CE4A-9577-E525-A015E6BA2043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569888-03DF-C345-681E-161EED2F8AA0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B6C1E98-B625-171D-1719-2C0326130293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8BEFA0-AC00-259A-642F-F2835136F3B0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839852-B719-807D-4C68-0E8A3C0DCAF7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BE0BE7-54D4-0ECF-C6F8-83908D08794C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EF8A7C-AAC2-F38D-2739-44C796C4A6F2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DEB698-E916-5D93-F5BE-82B3D0B6546D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C6BB687-932E-BFCF-7C3F-67567B4BB790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83AE8-07B4-4B84-2827-2D177C69C71E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2ADAD48-55D9-14FD-6C44-5A3AC3FC1AB2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AB10FD-1487-0DAB-C1E4-230C6D74F6AB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FDF67D8-20EF-F870-B368-45E53D09362B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E051C4-2611-F5D6-2FCF-1C213D5A8AA8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1D02B8-D746-95A7-B4AA-CFF5B9E98CDC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588922E-F0E8-ED97-F219-BDEC467C973D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564E2D06-2C9B-3DF8-66A3-2D65E8FE7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879C32B7-DEC5-A435-C937-F1F873FE9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66A6B550-E5D9-2BDF-0028-3001B34C7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272269" y="4801356"/>
            <a:ext cx="914400" cy="914400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FC817A2C-1CA8-D987-E741-40954C421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74157" y="4796849"/>
            <a:ext cx="914400" cy="914400"/>
          </a:xfrm>
          <a:prstGeom prst="rect">
            <a:avLst/>
          </a:prstGeom>
        </p:spPr>
      </p:pic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AF4D00C3-6C25-5D96-4057-0479AFA46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630325" y="47424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81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08B37-03DE-302D-9BE4-CE398833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954E8E-D7D3-0A83-10CC-44FAAA706AB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D88A8-5E43-03BD-CDD4-3E85DAD16A9D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D5A8D3-1436-C569-6728-EA9DFF2805D9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1FFE49-8044-9318-6312-4385AC3F52FF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7EE9B4-4304-CFB9-19D8-225A70AFD15A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78424A-A54B-1B56-56F3-B03390937227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07D77CF-27C9-94D6-9294-2AEC657A9F9A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F266FC4-12FC-5F21-E448-BBD5FE16F547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32B5AB-DF50-4CEF-8D9B-18A7883BBC3C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D582C5A-8268-84B1-70D7-58B51120259F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485C2-893D-45B5-444A-B977DAB63EDC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67A99E-9E28-DD54-251E-EC6E65AD3B2F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7515B1-0643-1CDD-0A94-112A5E303A20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646D47B-0A53-6BBB-669B-87513AC4A914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FE058F-1D50-38BF-0960-AAD23C6FEEA7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873266-72E0-22BD-A77A-F73C4730CD5C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CF7627C-CF00-98E5-728E-D53D2B9D2858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95BA1276-A98A-5F35-E08B-AF06CF13F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2839D755-860E-E3D2-7DDE-60B9261BE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215AF27C-174D-B16C-DCA4-050B23217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272269" y="4801356"/>
            <a:ext cx="914400" cy="914400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F8DEAA02-2E76-70A9-7AFE-5EEAEDCEB8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1E5FDAEF-AB32-DB65-4BE8-1274EBDFAA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10630325" y="4742464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5FB07AC7-4475-3206-7F64-84AD3FBCB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43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E93A-484B-B9B8-2331-2DADA69C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76D682-8A96-F99F-6D6A-F0FF6AB7FB4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97C0E-CF6F-3593-7892-C485AF32C265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1509CB-EF37-AA4D-7B27-F6FC7F20730B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7D7D7D-15F4-7933-FF73-FF9FE88BDCAB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F2F283-5B6D-3176-66A6-886CEBF67C28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EE484A-B298-6728-9B7D-6CC73A3ADEE3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5C2092-574A-E7E8-7659-E850D6BA1093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144E66-DD66-4CCB-8CAF-E1AE6C5AFFB5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E570DB-58B6-C537-F753-9AA5AF6D1A96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AB7C52-8650-0F1D-2CD0-048EA9D724A2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EC61F-B1D2-51DA-D95C-FB3DEE542031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5E3F15F-9251-B059-9D74-5B4647501B27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262F53-7A36-A1AD-ABA2-8C83BF610092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4E210A7-9D8B-F0C9-5FF9-294AD3364654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CDC0CD-FBA6-3C52-F0F3-2BCDCBE50F36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8C4170-1A59-8515-9855-7C17D168C58C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72C785-11B0-611B-FE0E-BC656D4DF49C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368A6ADA-A78B-D071-EAA8-A55D0F1D1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2E5FFDCD-172B-1B2A-7359-52023338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7F6BFFCC-20F7-84E8-CC48-00B2DF283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272269" y="4801356"/>
            <a:ext cx="914400" cy="914400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C0E0A262-3010-F28C-4488-3AB07B9603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BD798AB4-B9E8-A2B8-5E4B-28AD909331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10630325" y="4742464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71BC4A0D-6518-70C8-0CAA-41F8B0870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F99E0B8F-9A75-609F-5E70-795DECE657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702801" y="62942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56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E9F5-1E03-CA02-F2E3-7964871D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50B9A1-431E-C652-8559-8EB5E64841E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C9A751-EDC3-6084-7C18-827D2D1B1585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0C2D1F-9587-FE10-3AAC-713631A658D0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E2418C0-8530-A75A-59F3-766F731F92BC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44AE75-C8A0-3FE2-5C97-57FF1274D1C0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64A0DF-F23F-7BB3-7BEC-3E7A47723BBD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BB67048-E8CD-BD7A-5619-CCDD152A49C3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815F20-A5D0-7452-DC26-99908E08DD29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11F06B-4D1C-5B9B-A140-4EB421DDFFBA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1FA4FA-C3FA-F770-4302-6DC552E41328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2E0254-2586-9EF4-55E2-0162DBD7A6E3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8733E3-5ED9-36F3-8C76-717C3CDD204D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DF40D9-4A60-D4B9-8F5B-EAE8BA7AACC2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A886EE6-06DE-6071-A3D6-3950FF1260EB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801FC6-9AEF-BE6C-A699-589AB298F176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331DC1-3494-7796-A32E-C3443D210F8E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158FFF-BEBA-95BE-EAD9-B9760644B68A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559443E0-EC12-C3A4-ECCE-7B7155411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C17CC739-7941-B784-44E1-4C30702D7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AE6BA563-CA29-BC00-306C-F2951F065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635435">
            <a:off x="9091714" y="5104858"/>
            <a:ext cx="914400" cy="919866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B06D7B5E-4883-D31A-24FE-792A655DD2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8F8C09D3-88EE-62FD-AD23-E744263EC3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10630325" y="4742464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AD662DD0-9BAD-589A-4C51-FF090B3D3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6C88B586-F910-3375-7538-0C103176CF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702801" y="62942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48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1926-3417-9341-05A1-F2BBF3F73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2A617C-A68A-ED94-2635-C20AF795F29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DBFAE-BA9E-92BA-D49B-10ABEB02870A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39B22B-32C5-C50B-42DF-5FB87EB51E24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E56726-014D-00E4-F00C-01ED74E28889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038C53-4EC0-8A0A-9EF9-80FC6189AE77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BB11E9-0858-98CE-1201-37FE01593B06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93CF19-BD68-4249-2283-FBDAA94B045B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E97C42E-115A-25B2-22A8-36429710EFBD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70F27C-3CCE-FD1C-F976-751756F3B8F5}"/>
              </a:ext>
            </a:extLst>
          </p:cNvPr>
          <p:cNvCxnSpPr>
            <a:cxnSpLocks/>
          </p:cNvCxnSpPr>
          <p:nvPr/>
        </p:nvCxnSpPr>
        <p:spPr>
          <a:xfrm>
            <a:off x="-2349660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C53F0E4-1F56-8970-72D9-6F48C317961F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AAD39-F17B-394F-0D35-E66575496A38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EA6D70-F5C4-F079-5870-E2B929E90AC2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39C61B-E3F3-9C1A-8FF3-F2E9AC51ACDA}"/>
              </a:ext>
            </a:extLst>
          </p:cNvPr>
          <p:cNvCxnSpPr/>
          <p:nvPr/>
        </p:nvCxnSpPr>
        <p:spPr>
          <a:xfrm>
            <a:off x="-61807" y="502920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9B55884-ABE2-A489-FDDF-5BEB8FC93768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1DD5E7-EE4D-6902-F59F-173A870D086B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21839E-5731-228D-047E-69B0E4AC4487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944589-BCC6-B1AA-0BE4-4BD443987F07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989A07E3-9697-4C83-F150-AA46B2ADE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2BFAE0C9-091F-2558-6661-EE8530A6D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96F25EF4-1F83-BF16-9D39-05A61FFF3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635435">
            <a:off x="9091714" y="5104858"/>
            <a:ext cx="914400" cy="919866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B5FCA799-A41E-9CC7-8341-7FBC2223A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67E872AF-10EA-C751-A83A-CACE44DBD1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10630325" y="4742464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F5B026BB-F570-C1FC-CD8E-001B2D1A1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FB494023-9C7F-AF0E-ECB0-247A598D55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4880989">
            <a:off x="9672321" y="51664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08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C52F-5CA4-C17E-FA19-FAF99924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9AD59F-213A-7066-085D-1CA66582D24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ECF0F-3C4B-CCEC-CB6E-6F1BBA9A2E47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37C76E-E78E-DBFC-BC85-0C28998C15F7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092B451-6FF6-88FA-CDE0-2E27A2FC95FF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D86B77-CE3F-76C9-185C-9AE6E8334A0D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B9E14C-5BF9-885C-16A4-CB287C750B93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5ECA510-4D5F-B11D-BD2B-0AC76336AA02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CB2B1A-0F72-59EC-0212-C41FD7D19BFB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73C40B-3A4B-D4B5-41A8-7CD0CD6DA62E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4D2391-3399-62C7-3B8B-6DE3641A5D6F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4B01C-C0CA-5464-9342-0FBF7EADCB44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8A06CFC-866B-35C0-43DC-196402277D15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A12539-5EBA-D30D-8083-6D8F4D57901E}"/>
              </a:ext>
            </a:extLst>
          </p:cNvPr>
          <p:cNvCxnSpPr>
            <a:cxnSpLocks/>
          </p:cNvCxnSpPr>
          <p:nvPr/>
        </p:nvCxnSpPr>
        <p:spPr>
          <a:xfrm>
            <a:off x="-92710" y="5151351"/>
            <a:ext cx="290408" cy="7087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D2F507E-5558-F752-6FE3-1991C50B9950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267FCE-7A8A-FB6C-9D63-679ADF59E93F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8C4BA7-B95B-B750-6328-B6746C92B514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9135BE-4771-9D00-D886-CB93B379DAED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7ECD3C14-D02C-25FA-C8E6-43B218D89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8758E549-8BD0-A935-2A68-8C0BCF3CD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CF33778E-3C6E-AA54-8566-F9E002D12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635435">
            <a:off x="9091714" y="5104858"/>
            <a:ext cx="914400" cy="919866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9A2E501B-6BB2-C2DB-8551-57996C89AA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F46C8B28-A406-7550-A72E-EFFD02A5C0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10630325" y="4742464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51813ED1-CC35-2069-EEF2-44AF5F15F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4A988994-F3C5-1D4A-3301-4FF5E66801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4880989">
            <a:off x="9672321" y="5166450"/>
            <a:ext cx="914400" cy="9144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2EA5A39-EE5A-0C5D-7E0D-B377DB0B7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824827"/>
              </p:ext>
            </p:extLst>
          </p:nvPr>
        </p:nvGraphicFramePr>
        <p:xfrm>
          <a:off x="-92710" y="5926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9827C1-1DC8-CC22-F22B-4B981A722AB7}"/>
              </a:ext>
            </a:extLst>
          </p:cNvPr>
          <p:cNvCxnSpPr>
            <a:cxnSpLocks/>
          </p:cNvCxnSpPr>
          <p:nvPr/>
        </p:nvCxnSpPr>
        <p:spPr>
          <a:xfrm flipV="1">
            <a:off x="1096433" y="5334451"/>
            <a:ext cx="0" cy="845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765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6B08-2D76-5B49-C59C-E24092CE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F07663-7B95-B4E6-1854-D1992FD26F9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9F8DF0-E78E-69CF-2305-F7DB83D78E86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6348D2-54B6-5C87-3596-A5161074B882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9885FA-1C5F-B8A1-D6AA-4963972ADE33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4E83D6-AA65-FC87-9D89-6AB3FF07A40D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546988-56BF-CDBB-3264-391F7F8E73A1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5EFA98-37A5-3E3C-0FA7-F32755E54B86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AB66ADC-B5D8-FCD3-6A7F-5F7472A1D50C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653DD1-8C63-5282-8C4D-71DD5EFDCBDC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53A82A-D81D-F92B-E744-9CF454224F66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B9D92-1D89-9901-D39C-2435258D4F19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B63DFF-3DD5-4AC4-3870-D655AEA59227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28CC6A-EC1E-B1EC-A6E2-1215C58DE127}"/>
              </a:ext>
            </a:extLst>
          </p:cNvPr>
          <p:cNvCxnSpPr>
            <a:cxnSpLocks/>
          </p:cNvCxnSpPr>
          <p:nvPr/>
        </p:nvCxnSpPr>
        <p:spPr>
          <a:xfrm>
            <a:off x="-92710" y="5151351"/>
            <a:ext cx="290408" cy="7087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EB75E53-760F-496E-A2C9-E58EAE63707D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675D7F-E94A-E9C8-C110-BA518EE732FF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1CBAEC-CAE4-3E34-4645-4B99D6CD751F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514B0D-B518-EA77-0915-DF483F456F28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69A74743-8C8D-B1F3-A305-5322C4E81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3BB9C3A3-B470-F261-818D-80FE76A88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C65F380C-C273-8731-DA78-252F616A7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635435">
            <a:off x="9091714" y="5104858"/>
            <a:ext cx="914400" cy="919866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92F53437-52CB-5334-83D8-B871EB0670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0417E860-B65A-2811-AFAB-FA104A3D2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0EF19C5E-243D-F0D3-6102-80053E7679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4880989">
            <a:off x="9672321" y="5166450"/>
            <a:ext cx="914400" cy="9144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4492176-041E-AD10-9AD4-19E26AFBE7C6}"/>
              </a:ext>
            </a:extLst>
          </p:cNvPr>
          <p:cNvGraphicFramePr>
            <a:graphicFrameLocks noGrp="1"/>
          </p:cNvGraphicFramePr>
          <p:nvPr/>
        </p:nvGraphicFramePr>
        <p:xfrm>
          <a:off x="-92710" y="5926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D9EDA7-A93F-9B46-B7E7-A2762C0B367F}"/>
              </a:ext>
            </a:extLst>
          </p:cNvPr>
          <p:cNvCxnSpPr>
            <a:cxnSpLocks/>
          </p:cNvCxnSpPr>
          <p:nvPr/>
        </p:nvCxnSpPr>
        <p:spPr>
          <a:xfrm flipV="1">
            <a:off x="1096433" y="5334451"/>
            <a:ext cx="0" cy="845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251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41102-8415-E04D-58DB-ACEE0AF1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A7873B-35E1-EF31-AC43-FCD1736BACC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2D501C-938A-57D8-2A84-DC5220E598DF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492F925-4530-E068-23EA-65BE5019D1BC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7D399AD-C854-9E94-6996-2B015A7BC98F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0B9495-D7AB-2F9D-8E2E-6B9A72FDA256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64A320-49E7-740A-C11E-E4063DF3802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D60D47-C4DD-EBD4-DBCB-CBDE78C5D549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527436-E390-F12B-B9D1-ADFA6534630D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944AB3-02DE-3DE3-28B9-5601B7BD882B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195E892-E5B8-6F03-E7A9-5DEAECE3BF74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07345-8921-907F-FE24-1C047BE4B304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5954846-ABEB-790A-CC77-BDFD5D064893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088218-82DA-F8ED-A80A-4611684278D8}"/>
              </a:ext>
            </a:extLst>
          </p:cNvPr>
          <p:cNvCxnSpPr>
            <a:cxnSpLocks/>
          </p:cNvCxnSpPr>
          <p:nvPr/>
        </p:nvCxnSpPr>
        <p:spPr>
          <a:xfrm>
            <a:off x="-92710" y="5151351"/>
            <a:ext cx="290408" cy="7087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B365AFC-6220-1C4A-3305-C5EE7D346F00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719A72-7A23-5E98-5929-79B71F6DF7F4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E100BC-2AC0-BEC3-D887-65C9D43F3AE9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8191C9-6BB2-5BD1-2D71-7F09F0748F39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C5C63E35-384D-9D84-8281-E62E51656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4906359C-3E62-FE80-00DC-9EFDDC7D5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2" name="Graphic 21" descr="Paperclip with solid fill">
            <a:extLst>
              <a:ext uri="{FF2B5EF4-FFF2-40B4-BE49-F238E27FC236}">
                <a16:creationId xmlns:a16="http://schemas.microsoft.com/office/drawing/2014/main" id="{61AA0881-663E-F655-3283-A63100C11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635435">
            <a:off x="9091714" y="5104858"/>
            <a:ext cx="914400" cy="919866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610D0437-F52B-E1A9-5F8F-5D6D9CA71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45F16DD9-7001-7FAF-718C-8882710C6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11053F45-5B53-97BF-57DE-ADDADA942A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4880989">
            <a:off x="9672321" y="5166450"/>
            <a:ext cx="914400" cy="9144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13A17F8-DAFB-459E-47DB-F624C2DFE554}"/>
              </a:ext>
            </a:extLst>
          </p:cNvPr>
          <p:cNvGraphicFramePr>
            <a:graphicFrameLocks noGrp="1"/>
          </p:cNvGraphicFramePr>
          <p:nvPr/>
        </p:nvGraphicFramePr>
        <p:xfrm>
          <a:off x="-92710" y="5926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987A3-C54F-4AA8-E485-FBF0145AD306}"/>
              </a:ext>
            </a:extLst>
          </p:cNvPr>
          <p:cNvCxnSpPr>
            <a:cxnSpLocks/>
          </p:cNvCxnSpPr>
          <p:nvPr/>
        </p:nvCxnSpPr>
        <p:spPr>
          <a:xfrm flipV="1">
            <a:off x="1096433" y="5334451"/>
            <a:ext cx="0" cy="845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757DD031-11F4-4AD6-ECE6-8D980C240A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10638367" y="47189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20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FA6E0-4C5A-264C-9C87-A27A8582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9D59EA-9C6B-8E17-F517-52F2D9ED450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810B95-C850-CFD5-E327-55B130DE6FAD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D8ADA6-0305-2DCA-4825-14D76FD60B67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FC7978A-11D8-BDC8-B61D-0559EE2729B4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FD2350-5D56-22D6-FF0A-28F9161B21E2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F8105B-44E7-FD42-0455-966D2B8BF5E2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70C0FC-C69C-72B0-CE2E-92B46B25F075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A6B2222-3F07-D63E-378F-A560E1D01339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341502-5435-6A7D-09ED-B7408D51F694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B275CF-6313-005B-EF22-2AABA0486369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4CC307-B9C8-4CDF-F870-7DB76705342C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205BD60-DEE6-8E31-02B9-172F8E4FD044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8F06FF-828E-76DD-F06E-9124A8BBDA45}"/>
              </a:ext>
            </a:extLst>
          </p:cNvPr>
          <p:cNvCxnSpPr>
            <a:cxnSpLocks/>
          </p:cNvCxnSpPr>
          <p:nvPr/>
        </p:nvCxnSpPr>
        <p:spPr>
          <a:xfrm>
            <a:off x="-92710" y="5151351"/>
            <a:ext cx="290408" cy="7087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DE5F1A8-8C0A-3611-E195-112A0AC5E8EB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06674E-21D9-7764-03B9-9A270D096AE0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3926B6-3086-C0D5-9BEA-993B0E02452E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FED47E-032C-CE71-5B7E-6A3A50B40EEB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A88C5AAB-3671-39DA-5198-9E8AD0A9E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7AFA15A4-5360-FB27-CC08-DBADD98DA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496AA355-DD0E-99B8-2C74-1D0586635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561F7D02-8D13-B9B8-BB10-8277ECD60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903DA9AF-C0A6-662B-B19A-94760DCF8D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4880989">
            <a:off x="9672321" y="5166450"/>
            <a:ext cx="914400" cy="9144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54CD682-822B-C65A-28C7-3E017871A57B}"/>
              </a:ext>
            </a:extLst>
          </p:cNvPr>
          <p:cNvGraphicFramePr>
            <a:graphicFrameLocks noGrp="1"/>
          </p:cNvGraphicFramePr>
          <p:nvPr/>
        </p:nvGraphicFramePr>
        <p:xfrm>
          <a:off x="-92710" y="5926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2E21A5-EA67-3960-ACC3-8A92CBB67423}"/>
              </a:ext>
            </a:extLst>
          </p:cNvPr>
          <p:cNvCxnSpPr>
            <a:cxnSpLocks/>
          </p:cNvCxnSpPr>
          <p:nvPr/>
        </p:nvCxnSpPr>
        <p:spPr>
          <a:xfrm flipV="1">
            <a:off x="1096433" y="5334451"/>
            <a:ext cx="0" cy="845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94681E6F-F8C7-F51C-A9B3-F783A25F79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10638367" y="47189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26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DF16-497F-4FAE-552A-86ECAB92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8694A1-E421-9B67-5C3E-5F4F2A8FE5A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96A20F-48DC-CE9B-47F5-2B2BB55295E3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9BEBC1-0C70-F059-50C1-24CBFFDEFA58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428292-0FAF-F182-2FB0-8A32CAF60C9A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E4BF80-404A-3881-0573-84E9AA3B819B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1D3129-77C4-3AE8-B9C6-4FAEF4645DB9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3CB531-2E7E-2E42-66B9-4372B6C6ABCC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2F23AD-FEBB-B3A6-B4E1-9D123E38A96C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C6A4D2-D09E-0FE3-AED1-A4FB474099FF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D37577-5DB5-C49D-6E5F-878757132C79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6FCA3-AB55-E241-2793-4CDF15A95486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6676F25-DE28-2856-156E-A4D6AA7F42C6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46917B-05E2-AE5E-B7A1-68BD78C0006A}"/>
              </a:ext>
            </a:extLst>
          </p:cNvPr>
          <p:cNvCxnSpPr>
            <a:cxnSpLocks/>
          </p:cNvCxnSpPr>
          <p:nvPr/>
        </p:nvCxnSpPr>
        <p:spPr>
          <a:xfrm>
            <a:off x="-92710" y="5151351"/>
            <a:ext cx="290408" cy="7087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3F57E39-C298-42EA-CE5D-95A2677BADFF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3F2130-F7A9-C3CF-12D1-FF98617E9965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719CD5-FA02-7328-EA90-5DFDFCC1C5BB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FCCD433-F4C3-3262-2B42-0A392E01D79F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2074FCF2-C627-A393-B598-B63137FA5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AA529A27-B890-DAA5-A8E8-323076145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72B8B22F-CBBA-6503-B86C-2D25C4A6B8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118E6B69-12B9-4A84-D7E2-83FAD7AC0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2A1FF6B3-8DE0-3D40-2796-E07D465B12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036899">
            <a:off x="9245601" y="4785450"/>
            <a:ext cx="914400" cy="9144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66D93F9-5189-A9C2-220F-DCAB17173370}"/>
              </a:ext>
            </a:extLst>
          </p:cNvPr>
          <p:cNvGraphicFramePr>
            <a:graphicFrameLocks noGrp="1"/>
          </p:cNvGraphicFramePr>
          <p:nvPr/>
        </p:nvGraphicFramePr>
        <p:xfrm>
          <a:off x="-92710" y="5926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5A4C0B-F48D-CA91-E863-82AB003C3484}"/>
              </a:ext>
            </a:extLst>
          </p:cNvPr>
          <p:cNvCxnSpPr>
            <a:cxnSpLocks/>
          </p:cNvCxnSpPr>
          <p:nvPr/>
        </p:nvCxnSpPr>
        <p:spPr>
          <a:xfrm flipV="1">
            <a:off x="1096433" y="5334451"/>
            <a:ext cx="0" cy="845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B6C38B62-C516-23C8-762D-CC256EA3F7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10638367" y="47189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739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F9227-BF1B-7874-C85F-171C756F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5EA485-10B1-71D9-A6D0-5F03D7BC80B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1584B8-0432-D3F8-A590-2794EC996084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1281A9-AA05-A2BC-02F7-CBECF0754E4D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74DF8A-F3FC-E1AA-D385-318D13A547D4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42B65A-CD47-7959-7FCD-23EB0509234A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654F4C-2550-11C8-C1D5-E9D9F4949178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B3C377-B1E8-AE0B-2A81-2C20589BCCFC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8D5826-6BFB-E6CF-8CE3-CC2E35D99D2A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7C4F39-B676-706A-924B-FD5A87FED1AB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8E1FE3-A07E-96F5-0621-B481CE3091D6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4D6DC4-C748-734F-B1F5-3486AFF264AE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3F5C90-7C2D-DBDE-5EB8-6154AC29499A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EF419B-0C3B-028F-312A-A7FB54ED8C8B}"/>
              </a:ext>
            </a:extLst>
          </p:cNvPr>
          <p:cNvCxnSpPr>
            <a:cxnSpLocks/>
          </p:cNvCxnSpPr>
          <p:nvPr/>
        </p:nvCxnSpPr>
        <p:spPr>
          <a:xfrm>
            <a:off x="-92710" y="5151351"/>
            <a:ext cx="290408" cy="7087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10E4BAD-BB18-AACE-B391-DA970CBB5EF7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83B55-E54A-2768-7D4A-1F1538A6AB62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5366EB-AB74-43FD-C8E7-B17637A79651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1585503-8F37-5211-E6AC-FB9E150CBC8B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A9E040E2-5B58-B841-45F9-9742E13B5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108932C3-AE22-E14E-3BF3-56AEF2C77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9DA2A867-CCCC-03C5-7F41-AE74D1D80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CF2F0609-1A89-5BC7-F06E-72BBB3A48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60342EB5-FBD5-C0FC-BA2A-0FDE6C46A7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036899">
            <a:off x="9245601" y="4785450"/>
            <a:ext cx="914400" cy="9144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869156C-1F57-3AA9-842B-816583F0C862}"/>
              </a:ext>
            </a:extLst>
          </p:cNvPr>
          <p:cNvGraphicFramePr>
            <a:graphicFrameLocks noGrp="1"/>
          </p:cNvGraphicFramePr>
          <p:nvPr/>
        </p:nvGraphicFramePr>
        <p:xfrm>
          <a:off x="-92710" y="5926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17066C-90EA-0AEA-B1E8-E363CB7E63B2}"/>
              </a:ext>
            </a:extLst>
          </p:cNvPr>
          <p:cNvCxnSpPr>
            <a:cxnSpLocks/>
          </p:cNvCxnSpPr>
          <p:nvPr/>
        </p:nvCxnSpPr>
        <p:spPr>
          <a:xfrm flipV="1">
            <a:off x="1096433" y="5334451"/>
            <a:ext cx="0" cy="845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E4952176-621E-5AF6-A44C-DF87847BF1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10638367" y="47189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39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2F9E-F71B-FDD1-9041-AA3E4670C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FCB9F9-B778-26DB-1F5F-425B4BD84D8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79A47C-78ED-2A4E-BC1E-0B46D240C3ED}"/>
              </a:ext>
            </a:extLst>
          </p:cNvPr>
          <p:cNvSpPr txBox="1"/>
          <p:nvPr/>
        </p:nvSpPr>
        <p:spPr>
          <a:xfrm>
            <a:off x="297180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do we need Linked List 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753C67-2EA7-A66D-9F60-BA60116C7944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993985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E987EA-EA52-863F-CDEA-42E79B0929BF}"/>
              </a:ext>
            </a:extLst>
          </p:cNvPr>
          <p:cNvSpPr txBox="1"/>
          <p:nvPr/>
        </p:nvSpPr>
        <p:spPr>
          <a:xfrm>
            <a:off x="2031999" y="502920"/>
            <a:ext cx="7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5D3D4A-5813-AFBB-AECE-CC27016A7228}"/>
              </a:ext>
            </a:extLst>
          </p:cNvPr>
          <p:cNvGraphicFramePr>
            <a:graphicFrameLocks noGrp="1"/>
          </p:cNvGraphicFramePr>
          <p:nvPr/>
        </p:nvGraphicFramePr>
        <p:xfrm>
          <a:off x="10160001" y="2419655"/>
          <a:ext cx="1198881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1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</a:tblGrid>
              <a:tr h="298600">
                <a:tc>
                  <a:txBody>
                    <a:bodyPr/>
                    <a:lstStyle/>
                    <a:p>
                      <a:r>
                        <a:rPr lang="en-IN" sz="3200" dirty="0"/>
                        <a:t>    52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220FC9-0763-C251-D67C-D6FF1F0DC328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414000"/>
          <a:ext cx="8128002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112285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83739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92643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7940062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 21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32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63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 19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E884B2-4D2B-FB00-AF59-2BBD5E126585}"/>
              </a:ext>
            </a:extLst>
          </p:cNvPr>
          <p:cNvSpPr txBox="1"/>
          <p:nvPr/>
        </p:nvSpPr>
        <p:spPr>
          <a:xfrm>
            <a:off x="1923261" y="1906132"/>
            <a:ext cx="943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         0                             1                      2                              3                          4                           5                            6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D65AE7-BFEB-5D03-4B2F-D8BBA1C184E6}"/>
              </a:ext>
            </a:extLst>
          </p:cNvPr>
          <p:cNvGraphicFramePr>
            <a:graphicFrameLocks noGrp="1"/>
          </p:cNvGraphicFramePr>
          <p:nvPr/>
        </p:nvGraphicFramePr>
        <p:xfrm>
          <a:off x="-1324187" y="465013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DC68C6-2ABF-6F69-ED82-DF5EF3C18AF5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-2361235" y="3478276"/>
            <a:ext cx="16412515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9E71B9-0507-E7BC-4A3C-A08FAC4E8CCA}"/>
              </a:ext>
            </a:extLst>
          </p:cNvPr>
          <p:cNvSpPr txBox="1"/>
          <p:nvPr/>
        </p:nvSpPr>
        <p:spPr>
          <a:xfrm>
            <a:off x="-1066800" y="48891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2C43FE-CF2F-DF59-F314-CA1E592A42A8}"/>
              </a:ext>
            </a:extLst>
          </p:cNvPr>
          <p:cNvSpPr txBox="1"/>
          <p:nvPr/>
        </p:nvSpPr>
        <p:spPr>
          <a:xfrm>
            <a:off x="-1538394" y="4169477"/>
            <a:ext cx="2009987" cy="400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Data       P – T - 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5AE62D-97B0-9FA2-AEFC-83D35A830C10}"/>
              </a:ext>
            </a:extLst>
          </p:cNvPr>
          <p:cNvGraphicFramePr>
            <a:graphicFrameLocks noGrp="1"/>
          </p:cNvGraphicFramePr>
          <p:nvPr/>
        </p:nvGraphicFramePr>
        <p:xfrm>
          <a:off x="931333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FD03B2-A625-6E56-FD7A-3AEEE52A1E83}"/>
              </a:ext>
            </a:extLst>
          </p:cNvPr>
          <p:cNvCxnSpPr>
            <a:cxnSpLocks/>
          </p:cNvCxnSpPr>
          <p:nvPr/>
        </p:nvCxnSpPr>
        <p:spPr>
          <a:xfrm>
            <a:off x="-92710" y="5151351"/>
            <a:ext cx="290408" cy="7087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8309543-EB24-101D-7103-CE80FE3474C9}"/>
              </a:ext>
            </a:extLst>
          </p:cNvPr>
          <p:cNvGraphicFramePr>
            <a:graphicFrameLocks noGrp="1"/>
          </p:cNvGraphicFramePr>
          <p:nvPr/>
        </p:nvGraphicFramePr>
        <p:xfrm>
          <a:off x="3155526" y="468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7F689B-E9EE-48FF-DB40-C02083ACCC66}"/>
              </a:ext>
            </a:extLst>
          </p:cNvPr>
          <p:cNvCxnSpPr/>
          <p:nvPr/>
        </p:nvCxnSpPr>
        <p:spPr>
          <a:xfrm>
            <a:off x="2224193" y="507492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1EC218-A451-9372-083D-DA9171547627}"/>
              </a:ext>
            </a:extLst>
          </p:cNvPr>
          <p:cNvCxnSpPr/>
          <p:nvPr/>
        </p:nvCxnSpPr>
        <p:spPr>
          <a:xfrm>
            <a:off x="4449233" y="5090160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8655F4-8910-C3A1-7D66-7AA122C67AB9}"/>
              </a:ext>
            </a:extLst>
          </p:cNvPr>
          <p:cNvSpPr txBox="1"/>
          <p:nvPr/>
        </p:nvSpPr>
        <p:spPr>
          <a:xfrm>
            <a:off x="5367018" y="4742464"/>
            <a:ext cx="117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   Null</a:t>
            </a:r>
          </a:p>
        </p:txBody>
      </p:sp>
      <p:pic>
        <p:nvPicPr>
          <p:cNvPr id="20" name="Graphic 19" descr="Paperclip with solid fill">
            <a:extLst>
              <a:ext uri="{FF2B5EF4-FFF2-40B4-BE49-F238E27FC236}">
                <a16:creationId xmlns:a16="http://schemas.microsoft.com/office/drawing/2014/main" id="{5B91297E-A771-91D0-F785-7F6B9F9A1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869342" y="4847378"/>
            <a:ext cx="914400" cy="914400"/>
          </a:xfrm>
          <a:prstGeom prst="rect">
            <a:avLst/>
          </a:prstGeom>
        </p:spPr>
      </p:pic>
      <p:pic>
        <p:nvPicPr>
          <p:cNvPr id="21" name="Graphic 20" descr="Paperclip with solid fill">
            <a:extLst>
              <a:ext uri="{FF2B5EF4-FFF2-40B4-BE49-F238E27FC236}">
                <a16:creationId xmlns:a16="http://schemas.microsoft.com/office/drawing/2014/main" id="{B507B53F-4CCF-3559-FE66-9B57C8C4C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572077" y="4842569"/>
            <a:ext cx="914400" cy="914400"/>
          </a:xfrm>
          <a:prstGeom prst="rect">
            <a:avLst/>
          </a:prstGeom>
        </p:spPr>
      </p:pic>
      <p:pic>
        <p:nvPicPr>
          <p:cNvPr id="23" name="Graphic 22" descr="Paperclip with solid fill">
            <a:extLst>
              <a:ext uri="{FF2B5EF4-FFF2-40B4-BE49-F238E27FC236}">
                <a16:creationId xmlns:a16="http://schemas.microsoft.com/office/drawing/2014/main" id="{DCE99BFD-80D0-552D-8970-BF61A826C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358881" y="4777707"/>
            <a:ext cx="914400" cy="914400"/>
          </a:xfrm>
          <a:prstGeom prst="rect">
            <a:avLst/>
          </a:prstGeom>
        </p:spPr>
      </p:pic>
      <p:pic>
        <p:nvPicPr>
          <p:cNvPr id="19" name="Graphic 18" descr="Paperclip with solid fill">
            <a:extLst>
              <a:ext uri="{FF2B5EF4-FFF2-40B4-BE49-F238E27FC236}">
                <a16:creationId xmlns:a16="http://schemas.microsoft.com/office/drawing/2014/main" id="{8C60DDF1-8BD0-9CB5-6F48-4463C0BCF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965479" y="4823578"/>
            <a:ext cx="914400" cy="914400"/>
          </a:xfrm>
          <a:prstGeom prst="rect">
            <a:avLst/>
          </a:prstGeom>
        </p:spPr>
      </p:pic>
      <p:pic>
        <p:nvPicPr>
          <p:cNvPr id="26" name="Graphic 25" descr="Paperclip with solid fill">
            <a:extLst>
              <a:ext uri="{FF2B5EF4-FFF2-40B4-BE49-F238E27FC236}">
                <a16:creationId xmlns:a16="http://schemas.microsoft.com/office/drawing/2014/main" id="{6EBE89CD-B0A9-2F60-DD0B-3E90B5ACD3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036899">
            <a:off x="9245601" y="4785450"/>
            <a:ext cx="914400" cy="9144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4260098-E651-8C9A-C1EA-FAA1C27DA6CB}"/>
              </a:ext>
            </a:extLst>
          </p:cNvPr>
          <p:cNvGraphicFramePr>
            <a:graphicFrameLocks noGrp="1"/>
          </p:cNvGraphicFramePr>
          <p:nvPr/>
        </p:nvGraphicFramePr>
        <p:xfrm>
          <a:off x="-92710" y="5926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B128CD-59EC-73ED-1A98-7F607C176A73}"/>
              </a:ext>
            </a:extLst>
          </p:cNvPr>
          <p:cNvCxnSpPr>
            <a:cxnSpLocks/>
          </p:cNvCxnSpPr>
          <p:nvPr/>
        </p:nvCxnSpPr>
        <p:spPr>
          <a:xfrm flipV="1">
            <a:off x="1096433" y="5334451"/>
            <a:ext cx="0" cy="845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4" name="Graphic 23" descr="Paperclip with solid fill">
            <a:extLst>
              <a:ext uri="{FF2B5EF4-FFF2-40B4-BE49-F238E27FC236}">
                <a16:creationId xmlns:a16="http://schemas.microsoft.com/office/drawing/2014/main" id="{EADF0537-859F-F28C-EF81-2FEA267D32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10638367" y="4718938"/>
            <a:ext cx="914400" cy="914400"/>
          </a:xfrm>
          <a:prstGeom prst="rect">
            <a:avLst/>
          </a:prstGeom>
        </p:spPr>
      </p:pic>
      <p:pic>
        <p:nvPicPr>
          <p:cNvPr id="30" name="Graphic 29" descr="Arrow circle with solid fill">
            <a:extLst>
              <a:ext uri="{FF2B5EF4-FFF2-40B4-BE49-F238E27FC236}">
                <a16:creationId xmlns:a16="http://schemas.microsoft.com/office/drawing/2014/main" id="{685813CF-3F4E-D386-F6F1-25B7667F5C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5117" y="5418390"/>
            <a:ext cx="1684233" cy="168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90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CEEC-5BE4-12FF-37A5-FA7EC4B4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647A9B-9D9D-0CB1-0888-03A10044E61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Graphic 5" descr="City with solid fill">
            <a:extLst>
              <a:ext uri="{FF2B5EF4-FFF2-40B4-BE49-F238E27FC236}">
                <a16:creationId xmlns:a16="http://schemas.microsoft.com/office/drawing/2014/main" id="{35D0EE72-8AF4-825D-9D7F-2CB3B1993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61235" y="4360672"/>
            <a:ext cx="3672840" cy="3672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BC3081-9D20-20A1-9ADD-F46B0784A8DB}"/>
              </a:ext>
            </a:extLst>
          </p:cNvPr>
          <p:cNvSpPr txBox="1"/>
          <p:nvPr/>
        </p:nvSpPr>
        <p:spPr>
          <a:xfrm>
            <a:off x="3604742" y="1521172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Why Linked List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3D107-E5A0-5736-485F-0D4CFF818F36}"/>
              </a:ext>
            </a:extLst>
          </p:cNvPr>
          <p:cNvSpPr txBox="1"/>
          <p:nvPr/>
        </p:nvSpPr>
        <p:spPr>
          <a:xfrm>
            <a:off x="2971800" y="2893501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Draw Backs of Linked List ?</a:t>
            </a:r>
          </a:p>
        </p:txBody>
      </p:sp>
    </p:spTree>
    <p:extLst>
      <p:ext uri="{BB962C8B-B14F-4D97-AF65-F5344CB8AC3E}">
        <p14:creationId xmlns:p14="http://schemas.microsoft.com/office/powerpoint/2010/main" val="4026917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78247-A414-78EF-010A-CCFFD51C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3D917B-01D1-5C79-43B7-BDF82693EC7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A39546-899A-8158-6966-15CE0BD13762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2529F5B-252E-69EB-CD6A-DBCDB61EA4B5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277CB5-7277-E73D-995B-41775BC335E6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A72B66C-F76A-34E4-0B60-08EE4A0DD3AB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0D74-8B48-8E99-0197-877ECEE759F3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259C6F-6C6B-DA9C-A541-5886E4FEB4E5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5BF1C1-DEC9-CA64-6C77-34E257AFE3B3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09E2E0-6AB5-728B-3849-6498E9A94DAD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FBF67D-1298-94A5-44DC-5C0A316F5E43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973CDB-6998-0933-7F24-AEEFB0743A84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C688D9-EC72-EA1B-A5D8-F8371CADD154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90E2AD-631E-19DF-1567-9B694B1753ED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50B11BA-94AB-AE82-5639-2815ADA3BF07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7A2388-C56F-D36C-545F-A3CC452D25B9}"/>
              </a:ext>
            </a:extLst>
          </p:cNvPr>
          <p:cNvSpPr txBox="1"/>
          <p:nvPr/>
        </p:nvSpPr>
        <p:spPr>
          <a:xfrm>
            <a:off x="3693525" y="2596104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</p:spTree>
    <p:extLst>
      <p:ext uri="{BB962C8B-B14F-4D97-AF65-F5344CB8AC3E}">
        <p14:creationId xmlns:p14="http://schemas.microsoft.com/office/powerpoint/2010/main" val="2506083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61BDF-FA48-64BA-7023-3BE5B36D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113305-6465-8078-BCBE-805F93E8D47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A74856-EA7C-64FA-63A5-70E7E7C93F25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6D2DC25-B3E1-D17B-92F6-CB301EFECE47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E4BAD9-B83B-8DF0-24F0-8B109DFB9859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767C403-E932-5FAD-0288-381A3EEEC3C0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83130C-82D9-2563-3890-1642E648BF22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09BA27-9B58-A7AC-0193-3945A4B41480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5C69A6-0008-D757-474A-D4277BDB98B5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8BFCD3-2F6A-6F7F-434F-2A3725999BD2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901FE7-40D8-75D4-90D0-91C98629EB43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8C9396-F6F2-0B14-858C-8A233B901460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839B2C-E1B4-67AD-EF03-095AAEA1C802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CC7287-5BE1-35B0-C347-5B30242BB1F5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AA42803-7A4B-89DD-B411-811BF9AB5F0A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90C38-80A5-8228-7227-F0A76BA6D6F3}"/>
              </a:ext>
            </a:extLst>
          </p:cNvPr>
          <p:cNvSpPr txBox="1"/>
          <p:nvPr/>
        </p:nvSpPr>
        <p:spPr>
          <a:xfrm>
            <a:off x="3693525" y="2596104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E72F92-AD4A-2C2B-4C66-9A1AE664B1CC}"/>
              </a:ext>
            </a:extLst>
          </p:cNvPr>
          <p:cNvCxnSpPr>
            <a:cxnSpLocks/>
          </p:cNvCxnSpPr>
          <p:nvPr/>
        </p:nvCxnSpPr>
        <p:spPr>
          <a:xfrm flipV="1">
            <a:off x="4067386" y="2939970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984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3D3C9-88E8-8DAD-7AF7-46E2FEFE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8CD169-644F-0668-B564-ADD8788644D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51D85B-A86E-7430-00D6-2219CFE60378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A78247F-F9C7-D306-0188-CA784D63C4F2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F9044D-3FEF-F222-FF36-CAD3621E9750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6F0FA17-33E3-97B8-E69B-62E8DCEA97BD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4FD5CEC-6FF4-9578-9C7A-D65CFC090CAF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AD81D9-C508-A77C-FEA7-FDEA690437B4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C82BD2-C64C-0589-563F-D28434B0657C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77D9D5-0607-BCCC-DCD3-FCA64804D9F3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F0711D-37BF-0A4B-7795-E085AC495CA6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877670-8272-7382-8804-BD62030C7007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03B44D-870D-BC56-C30D-EB51AF283F59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2DD226-68EA-1159-A51B-F5A53A2B93AC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0D1DAC5-8AE1-3538-8CC8-BBBB875BA03A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825AF-803C-72B0-19CC-6FF566E67305}"/>
              </a:ext>
            </a:extLst>
          </p:cNvPr>
          <p:cNvSpPr txBox="1"/>
          <p:nvPr/>
        </p:nvSpPr>
        <p:spPr>
          <a:xfrm>
            <a:off x="3693525" y="2596104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B8D583-E232-1C4F-2220-054222A56E59}"/>
              </a:ext>
            </a:extLst>
          </p:cNvPr>
          <p:cNvCxnSpPr>
            <a:cxnSpLocks/>
          </p:cNvCxnSpPr>
          <p:nvPr/>
        </p:nvCxnSpPr>
        <p:spPr>
          <a:xfrm flipV="1">
            <a:off x="4067386" y="2939970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F15EA0-1F66-9E1D-ECF7-CF74624421B6}"/>
              </a:ext>
            </a:extLst>
          </p:cNvPr>
          <p:cNvSpPr txBox="1"/>
          <p:nvPr/>
        </p:nvSpPr>
        <p:spPr>
          <a:xfrm>
            <a:off x="3069217" y="15397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1E0257-97C4-21F8-BFB4-C64897889B3E}"/>
              </a:ext>
            </a:extLst>
          </p:cNvPr>
          <p:cNvSpPr txBox="1"/>
          <p:nvPr/>
        </p:nvSpPr>
        <p:spPr>
          <a:xfrm>
            <a:off x="5914664" y="21435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</p:spTree>
    <p:extLst>
      <p:ext uri="{BB962C8B-B14F-4D97-AF65-F5344CB8AC3E}">
        <p14:creationId xmlns:p14="http://schemas.microsoft.com/office/powerpoint/2010/main" val="20259403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10E8-14F8-4ED3-01A2-7720BF00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D6CD94-FD76-CAE6-D980-98BD5B6BFF1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6771A4-E5EE-9A1C-9141-96F3080A7DC2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1852963-8FDE-BFCF-1DDE-8CADDC45AFCC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CC52A-8902-6DF9-5DD8-485D706C66AB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E6DBC52-9FC0-D932-4042-251114B7E071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15F67D5-91F9-5B8F-EB0C-6DC1FD2A86FE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EB1F0E-F57B-7D1E-FEE7-77AD187BBE96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F78FD4-7F4F-69F6-2BDB-898465CD78A5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546987-04FE-FA7E-9BDE-733CF298DA52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986105-AB91-4B45-F3F1-D8B719454F18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E75D4F-96C1-F408-A43E-53ECB1F97ADB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E3F32B-9E9A-8BFD-D213-63BFFE1856E3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5B162F-02BE-0F80-D51A-61755FB1F856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C72C7B0-7FD9-E4F5-7CCB-944D13AC1A0D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18373-AEEA-994A-C962-701C4FF21B4B}"/>
              </a:ext>
            </a:extLst>
          </p:cNvPr>
          <p:cNvSpPr txBox="1"/>
          <p:nvPr/>
        </p:nvSpPr>
        <p:spPr>
          <a:xfrm>
            <a:off x="3693525" y="2596104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6EDBD3-4BC8-B6AF-8EE4-1C520DBBBD9F}"/>
              </a:ext>
            </a:extLst>
          </p:cNvPr>
          <p:cNvCxnSpPr>
            <a:cxnSpLocks/>
          </p:cNvCxnSpPr>
          <p:nvPr/>
        </p:nvCxnSpPr>
        <p:spPr>
          <a:xfrm flipV="1">
            <a:off x="4067386" y="2939970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FDE19B-3354-BC65-F5CA-1FC33E156FFF}"/>
              </a:ext>
            </a:extLst>
          </p:cNvPr>
          <p:cNvSpPr txBox="1"/>
          <p:nvPr/>
        </p:nvSpPr>
        <p:spPr>
          <a:xfrm>
            <a:off x="3069217" y="15397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10C7B1-3F6D-7997-CEB5-5B93DA75637D}"/>
              </a:ext>
            </a:extLst>
          </p:cNvPr>
          <p:cNvSpPr txBox="1"/>
          <p:nvPr/>
        </p:nvSpPr>
        <p:spPr>
          <a:xfrm>
            <a:off x="5914664" y="21435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CE547F3-4971-3500-85B1-DA8374FCC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927482"/>
              </p:ext>
            </p:extLst>
          </p:nvPr>
        </p:nvGraphicFramePr>
        <p:xfrm>
          <a:off x="9189795" y="25870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AAB89B-47F4-C53B-6CDC-5BA13BB5F9D4}"/>
              </a:ext>
            </a:extLst>
          </p:cNvPr>
          <p:cNvCxnSpPr>
            <a:cxnSpLocks/>
          </p:cNvCxnSpPr>
          <p:nvPr/>
        </p:nvCxnSpPr>
        <p:spPr>
          <a:xfrm flipV="1">
            <a:off x="7275503" y="2953475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DB5CD7F-A3A1-FE3B-C979-D266983F827F}"/>
              </a:ext>
            </a:extLst>
          </p:cNvPr>
          <p:cNvSpPr txBox="1"/>
          <p:nvPr/>
        </p:nvSpPr>
        <p:spPr>
          <a:xfrm>
            <a:off x="9122781" y="21571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</p:spTree>
    <p:extLst>
      <p:ext uri="{BB962C8B-B14F-4D97-AF65-F5344CB8AC3E}">
        <p14:creationId xmlns:p14="http://schemas.microsoft.com/office/powerpoint/2010/main" val="21564782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5984-32D4-9FE4-3EFE-22B84A51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E9A096-6640-6354-6FE7-7AC1597C641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A5C806-2867-AF33-FED7-57BE71DC2183}"/>
              </a:ext>
            </a:extLst>
          </p:cNvPr>
          <p:cNvSpPr txBox="1"/>
          <p:nvPr/>
        </p:nvSpPr>
        <p:spPr>
          <a:xfrm>
            <a:off x="1571070" y="2970444"/>
            <a:ext cx="90498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accent4"/>
                </a:solidFill>
              </a:rPr>
              <a:t>Creation and Traversal</a:t>
            </a:r>
          </a:p>
        </p:txBody>
      </p:sp>
    </p:spTree>
    <p:extLst>
      <p:ext uri="{BB962C8B-B14F-4D97-AF65-F5344CB8AC3E}">
        <p14:creationId xmlns:p14="http://schemas.microsoft.com/office/powerpoint/2010/main" val="6126435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CBEF-6E7C-C327-EC1B-106041C6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C08D79-EA40-D343-9F60-59DE97D535C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46F4E2-E31B-3267-FB18-6C3CD960D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42224"/>
              </p:ext>
            </p:extLst>
          </p:nvPr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17F329D-910E-28AE-BAD9-77CC5C39CEEC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</p:spTree>
    <p:extLst>
      <p:ext uri="{BB962C8B-B14F-4D97-AF65-F5344CB8AC3E}">
        <p14:creationId xmlns:p14="http://schemas.microsoft.com/office/powerpoint/2010/main" val="2094460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6B39-DD0E-1EB3-803B-25FE60D7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2F82E5-A6F4-A1A0-225A-FD322DE0F182}"/>
              </a:ext>
            </a:extLst>
          </p:cNvPr>
          <p:cNvSpPr/>
          <p:nvPr/>
        </p:nvSpPr>
        <p:spPr>
          <a:xfrm>
            <a:off x="-2361235" y="-60452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F52256-2711-3468-C88C-0159B9DDB80B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E3E6EBA-7C48-2217-0A71-4FF5DCC5A562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EF41702-3D2B-7A16-1C0A-D07186DFF33D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FE221D8-AD15-4951-9F4D-1AC283B8ECAF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D49CAE-D967-3B70-C28B-4D36F87E9E21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687266-9C79-2010-8453-6D59EA93DEE5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</p:spTree>
    <p:extLst>
      <p:ext uri="{BB962C8B-B14F-4D97-AF65-F5344CB8AC3E}">
        <p14:creationId xmlns:p14="http://schemas.microsoft.com/office/powerpoint/2010/main" val="2013872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89AB-D2FD-6942-8F3A-A16266D9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CCB707-7ADB-8253-7438-8D707A3060A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E79053-B5B0-F40B-DD96-EE0F33AAB54F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5EF27DA-921A-0F9D-F46B-3294875BCED0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35ABD-F7CC-2AE9-BCD8-7F5FA1641DD7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948C89F-4A06-2CF9-7361-5858B0832F5A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AE2C380-9144-0264-163A-B0F80E669D17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AA5A54-67F5-BA8B-3E6D-AA50E7989186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D3C28A-C398-A3C3-4B19-84BB33E1977A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4D75B3-A812-C4A2-FF91-14127BF59988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64DA24-40E4-596B-4585-EA75244F9897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02558F-EA87-9C24-B5A2-34A535984E1B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206B85-99E5-99E6-AA62-804DD4F26033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5032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16A18-5580-8447-B30E-801ABC0A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FFD00C-7814-FEC0-1457-DAC9349FEDE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232674-DB45-E9DD-C1D6-06B2F924CB9B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D59E6DF-56B5-18ED-4DD4-955213271453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5FB923-CF09-A531-1A17-59F18A3027CE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BB834CF-B18B-0AE9-D404-A99A0B998082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7FE828-B7A6-B13B-3FED-A8F31CD4C723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D602C2-6445-4BC9-60E2-2396B16DAF02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72B04E-2BEC-3A62-16B2-51FCA4DD9336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14C0F6-006F-3CF2-E9A9-96988A5E080E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F93ECE-1572-928D-FED7-FF846E28A1B6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D9C646-BD8D-2E2A-B5BF-0F12AC18AD6C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192E42-593B-D11D-52DB-A7304D2A7B9F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3DEBAF-3F8B-BBB8-05AB-E9ACB2895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271374"/>
              </p:ext>
            </p:extLst>
          </p:nvPr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825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2D02A-1047-E934-1EBA-5E8353A17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BFBF20-AE73-20C8-FDA5-57850DF2602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2B8E83-5CCA-C764-842B-DC446F1962CE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9536CDD-C1C4-716A-E1E2-37DC413A79B2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2BF4CC-4497-01A2-A7CC-C0FB28159FEC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8E1CA53-35B7-93EA-004E-E35B3F0D0073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BB8C9-CD9F-04CC-4296-0D4D89621F07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15B77-6923-0296-4BC1-DB624F9A1832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CEC00CA-3A8E-8487-8B8A-109E9878FBC7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A94D42-C7DB-232C-B28F-298608004A66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A0798A-6D64-EDBB-CF16-DC5C437FF468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1FCEBC-5F93-3AA5-8246-D3A006340A9C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9566F8-149D-F61C-981B-36492F4CA207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C770B6-3347-B26D-42A1-7343FC1F4748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D170AB8-F77D-BCD7-4FA3-B177F9E0863B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</p:spTree>
    <p:extLst>
      <p:ext uri="{BB962C8B-B14F-4D97-AF65-F5344CB8AC3E}">
        <p14:creationId xmlns:p14="http://schemas.microsoft.com/office/powerpoint/2010/main" val="3487322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F37F8-011C-0901-2E15-CF699524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5ECF80-C68D-9656-5CF8-DFE70CF3E6E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9A9C71F-4D1C-2002-3F83-47676FC068D5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8F0F51E-2BBD-F74E-4BAF-9F7475595E83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D3E5C0-A19C-9EA9-4298-FFEACDC53CE4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E1EB88A-8E0E-704D-3073-B0C5BA2BB5E5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3762FF-A0FF-D4D2-DAA8-DBFCA1AF1961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79A800-D78A-0D4D-6C61-976344FF1EE8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B60061-A6EF-C72D-F3A0-B0FA50B48887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43CDE1-4399-97EF-0CF1-733DE1010E8C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E2963A-38CA-051E-CFA4-0550C46E3EF3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7DAF4B-AC0F-A8B8-523A-5ADA29AEB91D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EDE59-68D3-75E9-FDDE-CB272D403FD4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568151-204D-A473-17FC-7DC67F7CB691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A9301D0-4EE6-B404-7AA5-766925208B2B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85670-4B97-2FAC-D39E-397E60A4F0D9}"/>
              </a:ext>
            </a:extLst>
          </p:cNvPr>
          <p:cNvSpPr txBox="1"/>
          <p:nvPr/>
        </p:nvSpPr>
        <p:spPr>
          <a:xfrm>
            <a:off x="3693525" y="2596104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27153F-C0BF-2656-CBD3-0D0D394EB3B8}"/>
              </a:ext>
            </a:extLst>
          </p:cNvPr>
          <p:cNvCxnSpPr>
            <a:cxnSpLocks/>
          </p:cNvCxnSpPr>
          <p:nvPr/>
        </p:nvCxnSpPr>
        <p:spPr>
          <a:xfrm flipV="1">
            <a:off x="4067386" y="2939970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9DD2ACB-96EB-E315-E740-B203CD5EF670}"/>
              </a:ext>
            </a:extLst>
          </p:cNvPr>
          <p:cNvSpPr txBox="1"/>
          <p:nvPr/>
        </p:nvSpPr>
        <p:spPr>
          <a:xfrm>
            <a:off x="3069217" y="15397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32723627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09B1-180D-80CE-6D50-8FFD5059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E69178-EC86-5F3A-054E-B05BC413C38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43D968-41F7-681E-2358-B62435A1B3A1}"/>
              </a:ext>
            </a:extLst>
          </p:cNvPr>
          <p:cNvGraphicFramePr>
            <a:graphicFrameLocks noGrp="1"/>
          </p:cNvGraphicFramePr>
          <p:nvPr/>
        </p:nvGraphicFramePr>
        <p:xfrm>
          <a:off x="2757593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6AB872A-0C13-EE2B-8946-DBF555460244}"/>
              </a:ext>
            </a:extLst>
          </p:cNvPr>
          <p:cNvSpPr txBox="1"/>
          <p:nvPr/>
        </p:nvSpPr>
        <p:spPr>
          <a:xfrm>
            <a:off x="3000587" y="1416740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2E16E6-85D0-14B0-F326-A635E169CE81}"/>
              </a:ext>
            </a:extLst>
          </p:cNvPr>
          <p:cNvSpPr txBox="1"/>
          <p:nvPr/>
        </p:nvSpPr>
        <p:spPr>
          <a:xfrm>
            <a:off x="3477420" y="-292388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</a:rPr>
              <a:t>Creation and Traversal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1E1D9DC-1FC8-5C09-64B6-147E9E5B4F49}"/>
              </a:ext>
            </a:extLst>
          </p:cNvPr>
          <p:cNvCxnSpPr/>
          <p:nvPr/>
        </p:nvCxnSpPr>
        <p:spPr>
          <a:xfrm rot="10800000" flipV="1">
            <a:off x="2025571" y="2939970"/>
            <a:ext cx="625033" cy="48903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55D2392-23C4-BBA1-F307-1111B8428319}"/>
              </a:ext>
            </a:extLst>
          </p:cNvPr>
          <p:cNvSpPr txBox="1"/>
          <p:nvPr/>
        </p:nvSpPr>
        <p:spPr>
          <a:xfrm>
            <a:off x="1400536" y="3158304"/>
            <a:ext cx="62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BDD3B0-48D3-BED2-1B3F-BBD6B39BBDA1}"/>
              </a:ext>
            </a:extLst>
          </p:cNvPr>
          <p:cNvCxnSpPr/>
          <p:nvPr/>
        </p:nvCxnSpPr>
        <p:spPr>
          <a:xfrm>
            <a:off x="3970116" y="3265507"/>
            <a:ext cx="0" cy="435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9AA438-5A83-2EB3-007D-9C6241122DF1}"/>
              </a:ext>
            </a:extLst>
          </p:cNvPr>
          <p:cNvSpPr txBox="1"/>
          <p:nvPr/>
        </p:nvSpPr>
        <p:spPr>
          <a:xfrm>
            <a:off x="3290997" y="3699697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Node* next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E20A70-0842-D497-3127-D95E85A625CE}"/>
              </a:ext>
            </a:extLst>
          </p:cNvPr>
          <p:cNvCxnSpPr/>
          <p:nvPr/>
        </p:nvCxnSpPr>
        <p:spPr>
          <a:xfrm flipV="1">
            <a:off x="2500904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0D05B5-B5E2-47D8-7545-3EB4E92737DB}"/>
              </a:ext>
            </a:extLst>
          </p:cNvPr>
          <p:cNvCxnSpPr/>
          <p:nvPr/>
        </p:nvCxnSpPr>
        <p:spPr>
          <a:xfrm flipV="1">
            <a:off x="4563126" y="2162503"/>
            <a:ext cx="0" cy="57677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3FCA50-67D0-A458-A155-FC03AE56F68B}"/>
              </a:ext>
            </a:extLst>
          </p:cNvPr>
          <p:cNvCxnSpPr>
            <a:cxnSpLocks/>
          </p:cNvCxnSpPr>
          <p:nvPr/>
        </p:nvCxnSpPr>
        <p:spPr>
          <a:xfrm>
            <a:off x="2500904" y="2058297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78B891-E965-BC65-C8B7-36F3EDEE3317}"/>
              </a:ext>
            </a:extLst>
          </p:cNvPr>
          <p:cNvCxnSpPr>
            <a:cxnSpLocks/>
          </p:cNvCxnSpPr>
          <p:nvPr/>
        </p:nvCxnSpPr>
        <p:spPr>
          <a:xfrm>
            <a:off x="4088565" y="2060222"/>
            <a:ext cx="49968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A27774-09D4-D6A1-BE74-FE000C66DC1A}"/>
              </a:ext>
            </a:extLst>
          </p:cNvPr>
          <p:cNvGraphicFramePr>
            <a:graphicFrameLocks noGrp="1"/>
          </p:cNvGraphicFramePr>
          <p:nvPr/>
        </p:nvGraphicFramePr>
        <p:xfrm>
          <a:off x="5981678" y="257352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7F6E2F6-DCD7-5CA9-ECE0-6B0DBE256066}"/>
              </a:ext>
            </a:extLst>
          </p:cNvPr>
          <p:cNvSpPr txBox="1"/>
          <p:nvPr/>
        </p:nvSpPr>
        <p:spPr>
          <a:xfrm>
            <a:off x="6145430" y="3184485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FAAB0B-520D-ACFF-4643-1301DCDADC3E}"/>
              </a:ext>
            </a:extLst>
          </p:cNvPr>
          <p:cNvSpPr txBox="1"/>
          <p:nvPr/>
        </p:nvSpPr>
        <p:spPr>
          <a:xfrm>
            <a:off x="3693525" y="2596104"/>
            <a:ext cx="61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788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0C1144-7865-7F37-7164-2DD697D08CBF}"/>
              </a:ext>
            </a:extLst>
          </p:cNvPr>
          <p:cNvCxnSpPr>
            <a:cxnSpLocks/>
          </p:cNvCxnSpPr>
          <p:nvPr/>
        </p:nvCxnSpPr>
        <p:spPr>
          <a:xfrm flipV="1">
            <a:off x="4067386" y="2939970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64D6159-4E4B-0B7F-AF82-A84B72C2531E}"/>
              </a:ext>
            </a:extLst>
          </p:cNvPr>
          <p:cNvSpPr txBox="1"/>
          <p:nvPr/>
        </p:nvSpPr>
        <p:spPr>
          <a:xfrm>
            <a:off x="3069217" y="15397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CBA20-07B3-B9F9-9BD6-C54733BA6202}"/>
              </a:ext>
            </a:extLst>
          </p:cNvPr>
          <p:cNvSpPr txBox="1"/>
          <p:nvPr/>
        </p:nvSpPr>
        <p:spPr>
          <a:xfrm>
            <a:off x="5914664" y="21435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EC054C0-7E05-334A-DA65-CCBA817F1045}"/>
              </a:ext>
            </a:extLst>
          </p:cNvPr>
          <p:cNvGraphicFramePr>
            <a:graphicFrameLocks noGrp="1"/>
          </p:cNvGraphicFramePr>
          <p:nvPr/>
        </p:nvGraphicFramePr>
        <p:xfrm>
          <a:off x="9189795" y="258703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72D217-9B3E-8C51-96C0-893E51C8B2A1}"/>
              </a:ext>
            </a:extLst>
          </p:cNvPr>
          <p:cNvCxnSpPr>
            <a:cxnSpLocks/>
          </p:cNvCxnSpPr>
          <p:nvPr/>
        </p:nvCxnSpPr>
        <p:spPr>
          <a:xfrm flipV="1">
            <a:off x="7275503" y="2953475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8BDECE7-E4D3-2D47-13D8-56F5B48BD7D2}"/>
              </a:ext>
            </a:extLst>
          </p:cNvPr>
          <p:cNvSpPr txBox="1"/>
          <p:nvPr/>
        </p:nvSpPr>
        <p:spPr>
          <a:xfrm>
            <a:off x="9122781" y="21571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236234-AD77-79EB-AD3A-D89C90906E0B}"/>
              </a:ext>
            </a:extLst>
          </p:cNvPr>
          <p:cNvCxnSpPr>
            <a:cxnSpLocks/>
          </p:cNvCxnSpPr>
          <p:nvPr/>
        </p:nvCxnSpPr>
        <p:spPr>
          <a:xfrm flipV="1">
            <a:off x="10472044" y="2966977"/>
            <a:ext cx="2078044" cy="52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E885B51-35F4-E398-C552-2DBAFC178E2F}"/>
              </a:ext>
            </a:extLst>
          </p:cNvPr>
          <p:cNvSpPr txBox="1"/>
          <p:nvPr/>
        </p:nvSpPr>
        <p:spPr>
          <a:xfrm>
            <a:off x="12516915" y="226361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13457336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B377F-1619-7245-73BC-5125D558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3794E1-EA06-386D-F8EE-B67072A42F4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3572D-666A-8C9E-3073-925C2D4AF19B}"/>
              </a:ext>
            </a:extLst>
          </p:cNvPr>
          <p:cNvSpPr txBox="1"/>
          <p:nvPr/>
        </p:nvSpPr>
        <p:spPr>
          <a:xfrm>
            <a:off x="375212" y="2967335"/>
            <a:ext cx="10939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</p:spTree>
    <p:extLst>
      <p:ext uri="{BB962C8B-B14F-4D97-AF65-F5344CB8AC3E}">
        <p14:creationId xmlns:p14="http://schemas.microsoft.com/office/powerpoint/2010/main" val="2752943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23F8-9C3F-CCBA-86A1-F27A55C5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DC314C-F60E-DBF4-7152-9D6933CAB84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27FE51-2511-3A9A-CCC8-9C8182659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286469"/>
              </p:ext>
            </p:extLst>
          </p:nvPr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E4EF1F5-BC5E-6437-BA23-3C4BE327A2AD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DB8046-33FE-28D9-590E-E770A8117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372289"/>
              </p:ext>
            </p:extLst>
          </p:nvPr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4FAC84-98FA-9F93-AF5B-788A83016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355055"/>
              </p:ext>
            </p:extLst>
          </p:nvPr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985582-7709-F3C2-12EB-075D83F17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884131"/>
              </p:ext>
            </p:extLst>
          </p:nvPr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EC4B6B-1EF3-93AF-DFDD-27D3D5DF0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298965"/>
              </p:ext>
            </p:extLst>
          </p:nvPr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3F5C3B-46A9-52DB-9AE9-3BB77A8D2D84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0C4CBB-1889-1F85-AA3A-2B0F12E4292D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CA0CF7-3787-FF65-710B-533E3CE40239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526530-5506-03B4-F8FC-BB1659A8983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CAD41D3-F79C-952A-259B-5FDF2952573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3F0E2F-0B91-D372-D3E7-C0530F9F0ED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7049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4669-9B11-D6D3-6CE6-90680BD7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2121D2-2000-127C-9530-521AEFDA446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A3EAD8-D13B-EEF2-BE54-7D5291D63A68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C1C193F-3B29-0884-DEFD-E3F889711F07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7566B0-C770-4FD5-2B94-D6FA92239FF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EF6CFD-CEFF-428B-81B5-F56F36D3707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5004EC-AB2B-DB7A-3E63-B4C0D3254F8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112F62-B4C5-595D-4D4F-516AC5B2DD9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0B8368-7477-B503-FB5B-3321A8BFF1BD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CEDC70-014C-4A15-7CF9-D6578E8B11EB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5E8663-8DEC-78ED-9E28-64B294215041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BCCAE1-3E12-D11F-9C11-F8E3792574C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E8F69E-F364-1823-A012-D4312EC19A9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4C6619-9216-18A0-AD5B-275B7F858C0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0A5FD0-5705-81E4-BF6A-71DEC46A855F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72319-9064-485C-FEEF-824715F83EBC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FA07CA-47DE-CD9D-B780-3BDC5BD5A282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A37C01-781B-C422-C984-CBF14067DD26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</p:spTree>
    <p:extLst>
      <p:ext uri="{BB962C8B-B14F-4D97-AF65-F5344CB8AC3E}">
        <p14:creationId xmlns:p14="http://schemas.microsoft.com/office/powerpoint/2010/main" val="21952964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7EFA8-9028-D007-A07F-C4E86B80E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BFBC54-32A4-2AE0-A369-5C27DCBDD3A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20D8FA-CC85-5E92-F7A1-2BCA9565600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F4DA3AA-712C-2399-1934-2FC01874E315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A5D69D-6CFE-65A0-F1CC-9936F293AE0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A8D433-F48A-2757-4ADE-51DA30EB96E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81AE8F-2814-ED18-AC52-09B1CC04D52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2851EB-1C93-C296-61AF-651D7DD96D1E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942C79-297C-5242-BD2C-CF50FC1A3DE6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460049-4E76-B2B6-3918-330FA021270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19002-8286-F60D-E363-1280DCC7FC1E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43633D-6E8A-E37C-90A5-664E09A9399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4D8A2B-C50C-3756-BBE0-AD73E6D8E880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1F5071-44D3-24FF-6BD3-B00DE4D852A4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938DBA-AE4B-9EAA-07A6-94A264DB618D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353A35-38F8-D33F-AC58-90992EAF38F1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6A66EE-691F-AFCA-AD12-351A5B195057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02DFDC-8572-D8F0-ECD9-370AEF7EE2EA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A8D9741-BF40-2ED7-32D0-F2F36BE1C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329410"/>
              </p:ext>
            </p:extLst>
          </p:nvPr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3017409-FD15-3106-6DE3-BE4EB7CF7489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27ABDE-9D5A-F289-0A4D-7255273754B8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8882733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51D7-4975-98A1-01AE-FD8F06F3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1BA2AB-B5AB-D3DA-1BEB-C2B89DEFBD2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0331E2-574C-3F2F-9F84-B44B927ADCAF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E0D741D-CFE8-1975-7ED5-E91F284B61EE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395FD3-752A-23FF-C49F-27AC3CA38D6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C294DA-0E72-856B-1A2C-DA203FF26BC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B86EC2-8FDC-1F4E-151D-1338E814413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154AD8-B684-9A0B-ECB2-FCA28D6C903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478F8F-F1B2-007F-9F35-2C5432C16A00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C96BA-87C0-D074-208A-D6E476439CE6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F5419B-DA90-5003-77F2-AA1F6103F22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0F3EA7-8034-2E1D-B162-6ED4171A27B9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1596D2-DB3D-8B7C-7D33-59CDCC97172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97DFF8-B807-E2DD-ACCE-C38985D98C7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4BB4AA-6599-06D2-ADD7-1F17B7ECB9AF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B5C197-EE85-C0D8-838E-2CFF5CFECB69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ED8733-A0B5-6AB9-D5D3-8A30F4FC409D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261C04-B5C3-CDD2-B38D-32720DF0A9FD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0FA03FC-4EA3-D4EE-B6A3-197D98D63003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9674D28-A211-4567-21A4-82114DB3B558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D41DDC-1ACB-AE08-FF3D-EE3D438A1314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E8BB4A-55D8-D63F-E94C-F287C1EEF15D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5952651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CCA4-64B8-7480-F8D9-2C9CD30D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F861D3-C452-83AA-C09C-269AB8D66CD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D22648-989E-13A5-3BE1-A1DC1E0347F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D16C90E-32ED-F31F-A220-1833DE584DC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4086E8-E153-0319-D500-66131DBCE23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7749FA-1A20-7C2D-86C1-C42D72E8947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51D304-F36A-4F89-0102-E9481F9C24CB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B7C521-3BC2-D39E-0E3C-9311BD2064C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20A324-CC76-F086-0D06-B10019304AD8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A6F53C-DF21-73ED-BD1B-1B5821E3EB8E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31F08B-A484-8A99-40CC-77FD59E90A6B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712ED4-09EC-65B6-BDBB-04806C17E3A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9B60EF5-1CBA-D2F7-5284-4E2FFAC464C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BEC5E1-2100-0483-2CA4-FDE4709B7B4B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245A29B-BCA1-5179-10BA-DAD8340CD96C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545F66-8E8A-2DC9-4A87-917F6E9EA1C9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D72FE2-27FA-4676-CF99-DD4EC25B8D52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4A82E2-D025-BFD1-1E68-091E1B107D1A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B2B6FFD-3F05-8A9C-961A-BFCE51662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386792"/>
              </p:ext>
            </p:extLst>
          </p:nvPr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7D0AD9A-73ED-CD97-3B8E-8F7C278AC79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8AB4BA-CDE6-AC27-C8D1-C70BC5CE6536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478E7E-9FC9-8A92-2B3C-D57F26A87279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79CDAA-FAEE-F70C-8FBD-B67B35FA1897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CBAC03-9071-4554-651E-38C980FCCAC8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008D57-B546-CA9A-E019-9DE2376DEFA1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</p:spTree>
    <p:extLst>
      <p:ext uri="{BB962C8B-B14F-4D97-AF65-F5344CB8AC3E}">
        <p14:creationId xmlns:p14="http://schemas.microsoft.com/office/powerpoint/2010/main" val="3128813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9692-9407-52B6-1B9B-7E781B6A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0B4F5B-4349-3CD9-7026-36B62052E8D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D767C5-7AB3-636A-A867-20552663C95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9D6DFB9-8CFA-FCD6-89AA-444449F18481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59FC40-3262-3DCA-46A5-3973A66C023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4EB6EF-92A1-4439-D6CA-712751BC8F07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53A677-F1E2-15F3-240B-D4046CB4636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FCAF95-D268-282A-957A-9DB8B0A9096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A69977-0EFB-BF28-90DC-7FCF1F61B54E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E9D69D-3593-412D-4B97-558050447737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F435FA-7FBD-B603-A62D-0E47BE07734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3EA194-793B-E693-C142-D7C1795D00E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16294B-B4AA-3333-22B1-80FA5B95D30C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6878AE-3ED1-BAED-DA5F-077B1B09FD7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FEF0AB-6BA5-8084-19D2-56077B2D69CF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9039C-8785-4F3C-7ED9-3F7ED3A45980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3B5DA2-55EB-7AC3-69AE-A6282268E1E9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8916E4-FEAC-E4A1-4F31-304B4C99546A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1295E03-9663-25B5-8E5D-AF3823124F7D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719340A-F463-CFBB-8624-6159E747D95C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29BC9A-2CEB-FD73-195F-EDD54BF08944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D25BB8-ED60-692A-8C9B-AE74A7E8D0AF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90E95C-9B0A-E56D-4324-FD806E998008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85E9CF-E3CD-6CA4-A320-74ABCFC09852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F7C48D-ADE1-0F73-C7E1-6F0FC5ED63FD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B898A5-49D3-CF09-C179-5D5E639983E3}"/>
              </a:ext>
            </a:extLst>
          </p:cNvPr>
          <p:cNvCxnSpPr>
            <a:cxnSpLocks/>
          </p:cNvCxnSpPr>
          <p:nvPr/>
        </p:nvCxnSpPr>
        <p:spPr>
          <a:xfrm flipV="1">
            <a:off x="414180" y="2714805"/>
            <a:ext cx="0" cy="9761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6856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1238-8576-86F7-8334-47CB6E90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6D00D0-9585-9081-8135-0A7373B7483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5E3436-D60B-7DCD-D2EE-D27E0353AEF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BAF388E-C2FF-50E5-A547-EBC1946069B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62A9CD-15FC-1479-0B6C-AB3DAA13CB38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C5415E-1862-9097-CC96-3D04168D2B2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FD9BBF-244D-FA6F-B369-BC7526CC09DE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A5A4F5-E822-2F0A-4BBB-6856847C28E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EB1204-2A68-842E-AC00-C67B33C5B57D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942B60-FC11-1F82-EA71-74A7D2F4C8CA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E67991-0536-F242-6CC1-BBB357BB7C5F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8F9E4C-84EC-E6E8-F65F-68C2B425D58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7D40A1-0318-DDC1-546C-EE524C8EB14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084D17-F22F-648C-EE00-A6D62A2F7F5C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AB4213-641D-0BD8-B5F0-D42FC92D1558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079FA7-A26E-D6C7-7A9A-311514462C24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3C4A65-3B00-F4F3-2386-7A8339959F2D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FF7A70-571E-218F-06BD-A1BAAF75EF1E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8EA6C89-07C0-D16D-6C9C-CBA4FC2003B1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0A0111C-4240-CBD4-4238-FCD6F981439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2DEA66-1E50-1594-CF9B-1C89A9654799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05449B-2937-E972-7187-D43AC9D96471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B63B8F-51E6-3571-BF18-954219B981C8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FEA2C-970B-FC5C-532F-1478B4DEE843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77F2EB-5339-10FD-4101-4994F0BA4AAB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231058-785F-DAA2-BA4F-9DCF4894F0CD}"/>
              </a:ext>
            </a:extLst>
          </p:cNvPr>
          <p:cNvCxnSpPr>
            <a:cxnSpLocks/>
          </p:cNvCxnSpPr>
          <p:nvPr/>
        </p:nvCxnSpPr>
        <p:spPr>
          <a:xfrm flipV="1">
            <a:off x="414180" y="2714805"/>
            <a:ext cx="0" cy="9761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0135283-168F-5BE3-241A-AD7F89FD3F8E}"/>
              </a:ext>
            </a:extLst>
          </p:cNvPr>
          <p:cNvSpPr txBox="1"/>
          <p:nvPr/>
        </p:nvSpPr>
        <p:spPr>
          <a:xfrm>
            <a:off x="-407136" y="221994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5A7565-BAE6-C277-DAA7-45A3F82DB558}"/>
              </a:ext>
            </a:extLst>
          </p:cNvPr>
          <p:cNvSpPr txBox="1"/>
          <p:nvPr/>
        </p:nvSpPr>
        <p:spPr>
          <a:xfrm>
            <a:off x="34824" y="342390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64259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954B3-1B72-A372-DE39-9BA21C73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A8FC58-1EE5-1FD6-E7C9-8D67C8A84A5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4FBF1C-FCBE-6F9C-4F89-16BF991B766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2BD8474-FC54-BC62-DCD7-CF3033A7B824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E6C5B0-A509-AEF3-150A-73C1C25BFA7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902CAB-3E89-115B-A350-0BEB453EB2B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24C10D-3918-002F-4A30-1F86DD7B531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DEBEB6-F665-CB89-4E96-DFF7384B1B1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7BC903-7FF7-A319-A38F-22631CD80364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C689C9-F1C9-2A2E-1E7A-3E22A06DA3C5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275363-A755-B488-E09F-C0880FBD8594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B7E9F4-E00B-EEBA-907A-86C3EF55A536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D09EB7C-6149-751E-5C4C-829384886A8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5D3793-82AA-9AF9-4946-F1D8116541C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A3D314-8A77-2492-3747-259344AAD992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AA35B-C384-D7F9-9F7A-05936A50950C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EF6E5F-5651-2BD6-F78B-EAA2E6392B91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FD3947-C460-D3AA-4040-4B460EBF47E4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4FF1456-8CE4-74BC-EC51-896D69F7D1E5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10D484A-84B9-7701-32BA-A988C054C37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180F6D-A00C-F7DD-3A5E-CC6DE7786B4C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7F02721-2371-CFDB-D66D-7BD636F1C546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1E1C6-6865-2530-C88F-36E645B1D20F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9713A0-2F3F-4955-A1F8-D40D2B1EFA83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840F8-413B-E149-9883-ABF8B4261630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D1A93C-96DD-695F-4D88-CF706F2E51C5}"/>
              </a:ext>
            </a:extLst>
          </p:cNvPr>
          <p:cNvCxnSpPr>
            <a:cxnSpLocks/>
          </p:cNvCxnSpPr>
          <p:nvPr/>
        </p:nvCxnSpPr>
        <p:spPr>
          <a:xfrm flipV="1">
            <a:off x="414180" y="2714805"/>
            <a:ext cx="0" cy="9761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D9D9BDD-6CAB-51A2-9F2C-69B224F4B51D}"/>
              </a:ext>
            </a:extLst>
          </p:cNvPr>
          <p:cNvSpPr txBox="1"/>
          <p:nvPr/>
        </p:nvSpPr>
        <p:spPr>
          <a:xfrm>
            <a:off x="-407136" y="221994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1DE82B-D167-30A2-69B7-E3C081EFC5D9}"/>
              </a:ext>
            </a:extLst>
          </p:cNvPr>
          <p:cNvSpPr txBox="1"/>
          <p:nvPr/>
        </p:nvSpPr>
        <p:spPr>
          <a:xfrm>
            <a:off x="34824" y="342390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76FD01-B612-A30A-091B-AE1DDFDBF344}"/>
              </a:ext>
            </a:extLst>
          </p:cNvPr>
          <p:cNvSpPr txBox="1"/>
          <p:nvPr/>
        </p:nvSpPr>
        <p:spPr>
          <a:xfrm>
            <a:off x="7394100" y="47063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376329-0586-F773-CA8D-6441813ABE34}"/>
              </a:ext>
            </a:extLst>
          </p:cNvPr>
          <p:cNvSpPr txBox="1"/>
          <p:nvPr/>
        </p:nvSpPr>
        <p:spPr>
          <a:xfrm>
            <a:off x="5931060" y="470633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2BEF82-73D5-49C2-5A44-88242250D712}"/>
              </a:ext>
            </a:extLst>
          </p:cNvPr>
          <p:cNvSpPr txBox="1"/>
          <p:nvPr/>
        </p:nvSpPr>
        <p:spPr>
          <a:xfrm>
            <a:off x="6880401" y="4706332"/>
            <a:ext cx="46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33911081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C849-B1EA-A67B-6C07-ED7874912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D3244-6C30-A54C-0767-62EEE3EFB68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D8A09F-6079-4C62-9826-907F2828257C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3CFA2A1-FFA5-23BE-8925-18A479AA3AAB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8F84BC-786A-7B08-CDE9-53A382A55C0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9D1D53-C057-2D0C-89D3-5929BE6225A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0160CF-20DD-52F8-6EC0-E3AC972BA9F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FF5559-81CB-BC3E-FDED-8A0954B15D7E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41FCBB-DC4C-5C3C-5904-2728A9A4D85F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69C655-83C1-CFC8-C91D-759C87376D99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5416D5-ED45-77F2-1AC9-C042E39DA47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84D386-7765-C232-F947-68DFD32307E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9F9FCC-BBE6-7A82-1D6B-06694B4A1A8A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0EEB59-33F7-AFE7-FCD6-12A89CB418A2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D8C653-C23E-59FB-521D-C22463CAC8FB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09E5A6-A6A1-5269-6441-4B76B6E4D746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8331EB-7652-3A85-6DFF-20A164E116BE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FC22B-76CA-2C53-E7FA-34423F637240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A79A290-093E-080E-6500-C10BDB69FD02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B197594-2F3E-4DD7-90E1-1592E33E72B3}"/>
              </a:ext>
            </a:extLst>
          </p:cNvPr>
          <p:cNvSpPr txBox="1"/>
          <p:nvPr/>
        </p:nvSpPr>
        <p:spPr>
          <a:xfrm>
            <a:off x="-899796" y="2925673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3619AF-6509-48B6-A129-59294732469E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C894AE-B7C9-C5A6-AFFA-3C4A52E8024E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0CC5FA-0D4E-FE4F-9C97-7720F5581556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0C896E-EE43-1202-D220-0915E776BC1E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B8B4DF-AACF-AC28-9C08-E3520E1DB3F8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AE8058-ADC1-61F9-0B47-580BBFDCE688}"/>
              </a:ext>
            </a:extLst>
          </p:cNvPr>
          <p:cNvCxnSpPr>
            <a:cxnSpLocks/>
          </p:cNvCxnSpPr>
          <p:nvPr/>
        </p:nvCxnSpPr>
        <p:spPr>
          <a:xfrm flipV="1">
            <a:off x="414180" y="2714805"/>
            <a:ext cx="0" cy="9761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F14EB1-A234-428C-796E-EC9415B08571}"/>
              </a:ext>
            </a:extLst>
          </p:cNvPr>
          <p:cNvSpPr txBox="1"/>
          <p:nvPr/>
        </p:nvSpPr>
        <p:spPr>
          <a:xfrm>
            <a:off x="-407136" y="221994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7E4247-EA54-6986-3DD0-D69573CE16C2}"/>
              </a:ext>
            </a:extLst>
          </p:cNvPr>
          <p:cNvSpPr txBox="1"/>
          <p:nvPr/>
        </p:nvSpPr>
        <p:spPr>
          <a:xfrm>
            <a:off x="34824" y="342390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44E3A2-5F83-F5DD-33EE-AD94D3107DD6}"/>
              </a:ext>
            </a:extLst>
          </p:cNvPr>
          <p:cNvSpPr txBox="1"/>
          <p:nvPr/>
        </p:nvSpPr>
        <p:spPr>
          <a:xfrm>
            <a:off x="7394100" y="47063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6059B8-B0D0-9D24-D245-88E35B5886D1}"/>
              </a:ext>
            </a:extLst>
          </p:cNvPr>
          <p:cNvSpPr txBox="1"/>
          <p:nvPr/>
        </p:nvSpPr>
        <p:spPr>
          <a:xfrm>
            <a:off x="5931060" y="470633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FB506C-17E4-0CEF-9E71-7364456D83BB}"/>
              </a:ext>
            </a:extLst>
          </p:cNvPr>
          <p:cNvSpPr txBox="1"/>
          <p:nvPr/>
        </p:nvSpPr>
        <p:spPr>
          <a:xfrm>
            <a:off x="6880401" y="4706332"/>
            <a:ext cx="46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12807113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326D4-432F-0115-D12F-3A83C098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155155-72D5-0873-134F-F739277706F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AAD29D-AFF0-A7B7-1555-E4A8A30E995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B38635C-BCE4-E549-F69F-FD25E7B902E0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4E71F5-294B-21F8-B216-91ED0BED48A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D7946C-41AD-FB76-1E6C-410FA95E22D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0E9F9A-ED73-780F-6D0E-08AAAEAC1E3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E5374D-4BB3-E7DC-C1A7-847B901EB9D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B7E587-0059-AEFB-BE1C-9869BE78DB6F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496104-AE2A-5D6E-B64C-508F77F3AC5A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EA1B99-C35A-96AE-59CF-8CCF5E4FA60D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8B7310-CF74-F192-E666-BF5E0EBB54E9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F76A97E-91D1-A5C7-8DED-ADA318F2F4F5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C3CE9D-F9AC-33E3-D85A-0C9DB9D43757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01640E-1E81-718F-40B0-EBCA4315C8FE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AE1D1-5921-4EF2-D02D-DC0B34DC76F2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66DC66-83A3-B101-9C4F-158C9BE09813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439DEA-2248-1C33-066D-DA8D0FEFCA49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6B73EE-A21E-ED52-BA79-3A8C84120CD9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13224326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4389-D4C3-6B33-3B2F-BB32C822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BBBAA6-7837-3C6F-0D9A-2C7B8EC61AA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5AC68A-4448-8E60-5ABB-982833EF722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0019959-C57C-0F34-FCB0-F04FABD6A159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3B0B8B-8F43-64F9-6BFF-B48C7780A69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415747-BBF2-EE35-8758-5B76A9BC0E9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248393-4FD2-8FAA-A66E-9C819B5692B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747CA4-70D8-8D54-7F36-C269F8831DF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0207A8-EFE6-B9D2-3E96-B049AB69E105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1AC943-D795-A5E7-8090-4F55082AA7A6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52D6CD-8A21-9C63-8814-B4A74F488486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779464-BB07-4708-75AD-B810F978694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AB0044-530A-4265-9AA0-20D228742781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61F34-5D70-9E1A-614F-47A8FB8FD28F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9B8640-4DB3-E819-3DD0-90629BC5A46D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B859E0-D55B-2325-18E3-D96E1809B59D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2BDF53-373C-E68D-FDAC-1D189F2ED12D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6C43BE-0E0F-B46F-536B-70856BECDA9B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5A74D8-D684-F9F5-B8A0-603B6EE9F0E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072FA3-A698-F6EA-A9EF-1A377E2C1D15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5384823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9776-4B27-1DCC-E196-5B73F9AE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7E0983-EE0D-FE4D-03EF-BCDA0C22ACE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CCD7CB-202A-7968-93CC-E6C1093145A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C0F470B-0E09-FBBD-B282-1BC52DE512C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871E74-E843-8183-27C1-202AAC3CDCA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ABE98C-9A6A-ADE9-0874-C07B4E7AE01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51A29B-0E13-A2CF-0D29-A1A181AA11A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0EF623-95A0-829C-88A4-5C76276BA7B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1C9224-E8B4-46B9-361D-AE2F0A47AFFE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E111A4-049F-6D0A-6B35-548345D97E2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561025-9821-3A55-4545-F2398EC36E5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568973-D767-6F68-2D4F-B2DA028CE8C5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6FADDF-AB4F-319B-AF21-265DFE25498E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BE4DC5-DB72-3B95-2DC3-1D3C30D22082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ADCEE7-95C9-568C-47A0-AB099CBDBC3B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201F15-DD44-CA6C-B520-B995BC6DAD55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D899B1-33B2-7321-61F1-4F676640812D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E58A39-1002-F4A1-7ADE-9D155EC7A3BD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837C7D-BE97-6A78-CE7A-7B50965413B4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FFC92-1B7C-8691-9FB1-0AB5CE05C89E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5C7D52C-BC7F-69BF-186C-A74AC588A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342179"/>
              </p:ext>
            </p:extLst>
          </p:nvPr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1552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55CC-9874-D9F5-0F4E-E4454AE9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8B4D79-E4FC-449D-7BE2-A222A5E4987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CFDB02-FF32-447A-E40C-5F7ABA13CAD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C3E743E-FD52-B7CC-A6A0-74E6CA56806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328EF5-9F83-5C1E-246B-4DC1EDB0C34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B087DA-0665-D98C-0374-CA53349F664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71D66-D78B-009E-FA79-DF1E8964176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78BA41-B4B4-ADB4-40B1-63051AF1EA8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E8B1AA-CA35-F1EF-22D9-B08691B37BD5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F7A299-42EB-BEAB-27C8-4305AD8E1DC1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04F899-1F5E-A281-28F7-1B482CA816CE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3800AF-C435-A7D1-E7F1-A0D7271365A5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0874E5-C689-C9C5-CC45-03FFCE86C294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98E2AB-DE6E-13CD-E113-A1178107691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E02C354-6B91-4E61-7B44-00C1CC52F550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02464B-12D3-25FC-7A77-0D9AB68F40FB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E5F276-ADB6-B6FA-C2AF-941AFE415D07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EC4CED-558C-C0F2-7453-3183BE76E5E4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441CB6-58C7-B541-2DB8-5E22471CAD64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FEF59-CC40-2A23-2620-500C55723B4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9ED6F60-FBFC-6CEE-00D8-30E55F3E68ED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A3B2F3E-4FC6-A228-C88A-BDF903088D5B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32720265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E6A8-C674-53D3-BC21-7CD122A9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871261-26B1-2167-8040-2A061281B59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C9C111-7BEA-8E0E-341B-AD3B83116948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90A2756-170E-A259-31E0-5B03FD0EA0D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FEAC1D-311F-5E8A-4725-968DB61C3F8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85399F-D1E8-165B-3745-C0C95BA1B1F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5AA4E3-25ED-9B9E-48DE-664B01A6E3F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69C670-0BDD-AF62-74A3-AFF1FE5CC90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4D7E27-EEEC-8001-481C-252E0BC2986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9991E0-3220-42A6-7406-D5C9EB56DD3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3A959C-92FC-39DA-F1C2-A492265CEF09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94FC0C-EFC0-BB16-DF47-5BD9AA804CF9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DE5D6A-5748-E489-C9A6-3A4C64E633C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B0B90A-B344-2F2C-4E7D-86697CC360C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1E95CA9-2969-0B58-93D7-F56DE35FF593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AB973E-FB72-0EA4-D2A0-B0E87A803798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514112-40E2-33C2-A105-C793C5B809B9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2BBB23-4791-C285-AB54-E13DF88A3B89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89B1AF-C484-8A4E-87ED-1A6F168F996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CD40B9-3024-01A0-F60E-FEB676A45E19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E138F4D-7942-669A-4C23-CC118C6413A7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DAEFC36-1369-87D0-582A-05D351A0F633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4B804B-2B66-B173-5CD0-BC663892C9D0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4F22AB-5659-242F-A969-D0EC9FE036FE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</p:spTree>
    <p:extLst>
      <p:ext uri="{BB962C8B-B14F-4D97-AF65-F5344CB8AC3E}">
        <p14:creationId xmlns:p14="http://schemas.microsoft.com/office/powerpoint/2010/main" val="20922020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05A2-543B-E5B5-295B-C9C2E270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DC70EE-4A08-802E-AAA7-5E9C12B5546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E5A2BC-8D2B-E295-E093-907A5E33D8B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0981C58-BE46-9EBE-B4F6-98CDF397983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E6C578-4D4F-ED26-4EB9-3A028D06931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FE4A02-932D-011B-C75B-13E5AA69E1C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1E0310-076B-46CD-728B-02E3F63895C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23F489-DC3F-F268-9C19-A923C55B0A3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966F53-F0C8-E876-BB83-B0E0DE5D6949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00A61C-842F-208B-BAB1-2D139648E161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96172A-6699-3779-0EBE-17F009E3C574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7467B8-DE9C-6752-4594-C3D78785B531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55FA90-E80D-C1BE-BB80-084D6DA4EF3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6C67BA-94BE-A138-B4F6-08560ABD5F9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54D494-CD64-5804-1AFA-368A82952E0B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F5A30-B7B6-22A2-D794-273EC6D738CF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CBE660-2E20-B517-6ED3-6A9848859267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1397E-D331-E40C-D5D7-2614C459035A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400B53-3453-3CBD-44F3-CE1297D50C04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46BC2C-5A00-5B12-B5E9-3B9F18C550D6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ABD1061-CD3F-B4DB-83F9-54E7F2127421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51D1F95-FC42-9D94-2B9C-751010A18CD4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28D39E-BC6F-ABEC-D8DF-EAC585CACCAD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113A0A-7E38-33BF-D548-57305EB245E5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C1AFE3-B5CD-8CF9-6B0B-F0B35FCCAF7C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</p:spTree>
    <p:extLst>
      <p:ext uri="{BB962C8B-B14F-4D97-AF65-F5344CB8AC3E}">
        <p14:creationId xmlns:p14="http://schemas.microsoft.com/office/powerpoint/2010/main" val="32251558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767C-477C-9FC0-B9AD-FCA1268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79F053-84FE-AF25-0761-3ED8093B394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AB05D4-AAF7-D833-5E86-E36F8BCEDAF0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A9D81BC-E60F-D2B0-18E9-C7CE88D1C54D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48E8C7-E454-67C9-AEDD-873D4EF0A3F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C5B714-4729-FAD6-7F35-B3CC800F993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07F65A-CE2C-C7AD-7252-8A96E5F2056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7E4C25-62A4-824B-D57B-C834BE32712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DF2DA8-E605-537F-7814-0A674AFE3FA9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E9E751-EE03-E2F2-2EFC-192AAFDB6EAE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671FCB-FDAB-93A5-49A3-45217F26ABB1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59F2C4-F444-FEE7-459D-8F3E49785C6E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CC735E-D554-AB24-F9B1-8BC60966438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16065A-4D4D-3DAD-FBC0-8361A82B709F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F7DD9E-E635-389A-A704-032B4F60F6E2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B9C6D-1F64-A5A1-AD6F-27283C0C79BC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1C7D71-52EF-DF03-C001-8F9A99453A30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5E9D0E-4E0A-CB2D-C7A4-32D007288295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55ECDC-6E0A-D90C-7A43-B7485F9039C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F0A821-73A8-B3F7-C517-A275707DE501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075B607-FA4B-B118-D5F7-4F9C3F2C3A06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F2F5BFB-063C-4413-95CA-29E71F9DFDA8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A185E6-E96E-BFF1-01F4-D5E448D02598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DE5739-4975-E3F1-3F4F-3656A92F8319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A9438-738A-5539-E479-D6BF41BBDB08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1EEAAA-2DBA-DFBE-D3D5-8615A46195C2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3504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34BA-86E4-5587-5610-B755DFC3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C803ED-1ECA-6AB8-CFB9-030A17032D9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352FAE-9C17-0C6D-543D-7DEA16E8B12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D35049D-A1BD-2269-54E4-6FEB606770B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79F605-8969-825F-5287-0C37B21EB6E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662F15-90C8-F0E8-3735-23AA6CEFF2A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4EFDD5-735D-867A-99A9-D8A89DFDA3E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1F4774-4DBD-AF30-68F6-F0A8F895449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8E4500-E014-9DD5-B698-E71E7204BBF1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F9B62F-85F9-D0E6-945F-3238DD924AA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36AF6F-C66B-24E3-92E1-C33047F1218C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3C5C96-C60B-E340-6022-7670EF3B349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C1CC219-CC2D-D1DC-5287-98EF6698EBD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BDDEF0-7729-2044-4373-AB93A79C49FB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4D0F63A-B323-8DAF-CB81-A5F3BC053502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4E17B2-7073-3320-8837-3FB4D3A9B9C6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446F69-D8F8-52C6-DE11-361E93794342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691ED-8D31-7FA6-0732-6327E02DFD8E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4C2B88-6A00-1080-25E5-11CE38F93278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0D61FC-0E17-4F5C-153D-BAB2179959D7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305FDBD-68DD-CDA7-9409-9195348B35B3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1C57C51-B327-07E0-86C2-08F43AD83F6A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DF2DC5-F77E-BF0D-DA26-24FDBDCC037A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AEA7EC-C00D-77EC-9A79-609609C0B061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68A95-82C3-8D9D-179B-161DB3F38535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A7DE8B-B516-31EE-9118-F293D0F93797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10BDBCF-03A5-0ADA-6935-179F5C613AAF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</p:spTree>
    <p:extLst>
      <p:ext uri="{BB962C8B-B14F-4D97-AF65-F5344CB8AC3E}">
        <p14:creationId xmlns:p14="http://schemas.microsoft.com/office/powerpoint/2010/main" val="32161959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8E12-09C7-1115-D032-D581B9EC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4BEE15-5880-B731-C3FD-807C5FDAF57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93CFB6-1CA2-C301-DC4D-5F33144DCFC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3674CC4-BABC-8B88-D1EE-76E1001A7F07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4796BD-D563-181A-989C-A1D0D7D843D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225FA6-A6CE-F6E6-DAD3-3369645384B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699F30-0746-5A89-5B8E-59AE5087E95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D855-41CA-900E-8441-FBE22BA4DCC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C8277B-F6EB-A22B-F58E-BF40F918912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C75FBF-F869-B7C1-F193-6F23E8126BF6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8952F0-C9AD-5FC3-E142-886B83A28A9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63333B-25B8-5D07-7B8A-EDF512B3FA73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3927C6-D3A5-D8AB-DAE3-ED1A28CBAD4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6FC885-63BF-7E4F-75C0-E7CD031F078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0C332E-D288-405B-B326-822FC886ED75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782249-881B-8219-8DAA-FE09DCAB6486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DD572-3C59-E2E5-2381-93B6A0D8039C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089F9-2592-5959-080E-8FE5AEE8D929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14929-85C6-5BED-58C4-D0573157625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5EA9C1-F013-9019-534F-D309E26D3AF4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AFF9496-3120-3357-A521-DFE7B5D18C42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8B6A0E3-AD47-5C53-8FBD-841C16DDD02C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4CCEFB-EC01-0A11-D72B-6619C78997A1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2FBA-7722-E657-D9CD-C9704683415D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B3D47D-4281-3F17-F32C-B822D225BB3D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78CBC4-C8B8-AEB6-359B-BFEC1A3601FD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68A3ACA-459B-42F6-9BE5-877933BA51DF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F285DC-3BA4-BB0A-1EB4-1D09212E497F}"/>
              </a:ext>
            </a:extLst>
          </p:cNvPr>
          <p:cNvSpPr txBox="1"/>
          <p:nvPr/>
        </p:nvSpPr>
        <p:spPr>
          <a:xfrm>
            <a:off x="8003700" y="484349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292993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7F5D-E7D5-CAE1-0816-FDE5C68D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87C68A-791B-6C4F-6E4E-E9872F9A9D0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16C8BC-FBA4-1BD7-D12A-CA3293D9B26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A967958-91E8-5F4A-C0A8-E12762F05C2D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222C88-88E9-734C-26B6-FF5585CD436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CC49BB-97B3-86FE-9FAA-97474016CBE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6CA0F5-9D80-8876-96EC-AEF24CE3C23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278C39-3626-681A-C20B-934BAEFF673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2CDAD8-6985-3E45-0EC3-D47E7E4E17B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A20688-DF19-BD5E-8F00-05F4659FE290}"/>
              </a:ext>
            </a:extLst>
          </p:cNvPr>
          <p:cNvCxnSpPr>
            <a:cxnSpLocks/>
          </p:cNvCxnSpPr>
          <p:nvPr/>
        </p:nvCxnSpPr>
        <p:spPr>
          <a:xfrm>
            <a:off x="3355500" y="2589565"/>
            <a:ext cx="0" cy="7784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573012-4ED6-F6CE-3944-ABB79CFB7D16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019682-E571-A4CB-B0D4-359E91C9CFE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579606-1EE3-E24F-8762-25CD5559AD43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A41AE3-7A94-3D68-7674-024419CCEB5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FB9F70-81AF-3BBA-FBC4-8D547725F9ED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A2F6EF-912D-42F7-1322-6379F321191D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1A600-1873-6F1B-78A4-B456B5835B8C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8BD9AD-BE81-7F2B-F3A0-C4868E15D999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F1412F-B6BC-D411-60A5-EDDFFD69E850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3CF9B9-188C-6E32-0D12-25FF5C82B2D0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B12F6CA-C09A-357D-BFB6-38C36007F0C7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37A68D6-071E-6B08-21E7-C018B444061B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CB6DEE-5CC6-AF99-9DB3-500A790ACFB3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A495F4-7C2D-E76B-05DB-FD8B787EE868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DEF749-AB60-985B-E98F-3E080ACD787E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2FA6FC-B3DF-F4E8-D740-658C1F1D24FA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6BE870-D178-D791-AF74-C2FB8377646C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DE1D54-BDDA-3555-279A-22169B0BE90A}"/>
              </a:ext>
            </a:extLst>
          </p:cNvPr>
          <p:cNvSpPr txBox="1"/>
          <p:nvPr/>
        </p:nvSpPr>
        <p:spPr>
          <a:xfrm>
            <a:off x="8003700" y="484349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34436669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F330-C0D3-DACB-BCCA-F722B4DB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74CB29-F8CE-DC75-A13B-DED911C732A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F0B8D2-FA36-4CED-6E6E-3C7FD8F3A7DA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4183782-0ED6-94F4-0FBA-4CAAB9A43A39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517FCA-57AB-EE83-13FC-8DC4D053B7F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A657BB-9F87-6CF3-0F10-B6F8C33D2BC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B96595-DB4F-FCE1-073A-450F9031F40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DAFD30-A2DC-9B40-0D27-2C5A5E57F20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A8FCFD-3C9A-A0C6-90FF-E19FE942470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A4FCF4-43EB-6DDF-35D7-4940E808E007}"/>
              </a:ext>
            </a:extLst>
          </p:cNvPr>
          <p:cNvCxnSpPr>
            <a:cxnSpLocks/>
          </p:cNvCxnSpPr>
          <p:nvPr/>
        </p:nvCxnSpPr>
        <p:spPr>
          <a:xfrm>
            <a:off x="3355500" y="2589565"/>
            <a:ext cx="0" cy="7784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725932-EABE-B7EF-165D-077DFF06003A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233E39-163F-EAAB-759C-4172D3B23EE5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F04024-3338-701E-6B43-27FF1516211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96EA48-9363-DAF4-A511-82F4F739026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7552A1-2753-1F68-D6A1-51D452E633F4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6C6E67-40B4-5D16-4FC2-ADD2948687F6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AAFE71-4777-4380-747E-EE5C8E1A311A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CB83EA-990F-9E39-FFB3-610518F69DE8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811A0-9ACB-4A78-C9E9-78098B983358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38005-B901-A4E1-420E-99D8148DFDCE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22EA3E9-2325-5B2F-20CF-7C5B9FF59D45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9469B58-C4F1-4B34-0F10-C90CF431C1C2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47CA73-5555-8E00-AA32-18950A6D16DF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1D6288-D426-BEC3-D866-7961DE3B2B4A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0D9B6E-CD85-A0DE-9F66-0E20E794CDA9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8F6246-82A1-5FDB-3DB2-9048A4A42FCA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E1095B8-7858-B2C5-0FEB-E7CD30BD0A9D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C82D15-D38E-D94F-0957-74120968EF8D}"/>
              </a:ext>
            </a:extLst>
          </p:cNvPr>
          <p:cNvSpPr txBox="1"/>
          <p:nvPr/>
        </p:nvSpPr>
        <p:spPr>
          <a:xfrm>
            <a:off x="8003700" y="484349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63436C-5F04-A8BA-033D-F57429205F12}"/>
              </a:ext>
            </a:extLst>
          </p:cNvPr>
          <p:cNvSpPr txBox="1"/>
          <p:nvPr/>
        </p:nvSpPr>
        <p:spPr>
          <a:xfrm>
            <a:off x="6068220" y="5590252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current -&gt; data != 5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current = current -&gt; next</a:t>
            </a:r>
          </a:p>
        </p:txBody>
      </p:sp>
    </p:spTree>
    <p:extLst>
      <p:ext uri="{BB962C8B-B14F-4D97-AF65-F5344CB8AC3E}">
        <p14:creationId xmlns:p14="http://schemas.microsoft.com/office/powerpoint/2010/main" val="31940633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87FFF-C573-835D-F608-8DB43232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3E0758-C4B9-8F7B-345F-1537366F5BA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70ADCE-6120-E6E6-A076-FF5664FA3C2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1ECE805-8492-FA10-29CA-A129F8B4169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394F03-FB4E-FE9A-DC89-C0563813428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76BBAE-106E-4C55-CF82-D8E5D6A3750D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525186-7410-7198-B24E-8CBD44008F4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D3ADAC-A129-FA12-EE58-66EF6726E208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1BD1B6-EB61-22E6-86F1-D2A5B8D25C8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ACB821-C480-6F9F-16D9-978BD0F838AC}"/>
              </a:ext>
            </a:extLst>
          </p:cNvPr>
          <p:cNvCxnSpPr>
            <a:cxnSpLocks/>
          </p:cNvCxnSpPr>
          <p:nvPr/>
        </p:nvCxnSpPr>
        <p:spPr>
          <a:xfrm>
            <a:off x="3355500" y="2589565"/>
            <a:ext cx="0" cy="7784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C27C73-76FB-102B-0D38-BB204E7EE1D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DD535F-460C-4619-3594-0D4A336A8FE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866572-955E-E523-B810-CCDA8A1EFF6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2CDDA8-980C-B792-A2EB-0561218447E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DB38D2-F5DF-7CEE-E01E-7A236C15CC61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7C8BDE-C896-66ED-D061-580FE10355E6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94B49-2AFD-7222-5BAA-2F146774AAB3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6DE682-E1DB-21B3-7758-345490836F6E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997BCF-1719-FFCD-A65B-7B289C41A659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042FBE-7358-35F8-AAF4-58A0AC6B4F8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63D4391-EBC1-9B6D-D10E-07207ADF7360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48D7189-0F2D-58BA-1529-A320DF21083C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844B38-B116-1C41-0E50-EB4466E55022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271DBD-00C0-F343-B2E2-8E21E9BF56C7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4218EB-FC6B-5BD5-7AD2-5A8A7ED36C46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7D7383-6AC9-F052-0418-62F8C11E471D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1277B9-E1A5-A004-6055-4A2829FE8FF4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B9B01F-ABDF-E223-A94C-332CFAF717E1}"/>
              </a:ext>
            </a:extLst>
          </p:cNvPr>
          <p:cNvSpPr txBox="1"/>
          <p:nvPr/>
        </p:nvSpPr>
        <p:spPr>
          <a:xfrm>
            <a:off x="8003700" y="484349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146EB-D4EE-24A4-5C10-B7EF25B7E300}"/>
              </a:ext>
            </a:extLst>
          </p:cNvPr>
          <p:cNvSpPr txBox="1"/>
          <p:nvPr/>
        </p:nvSpPr>
        <p:spPr>
          <a:xfrm>
            <a:off x="6068220" y="5590252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current -&gt; data != 5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current = current -&gt; next</a:t>
            </a:r>
          </a:p>
        </p:txBody>
      </p:sp>
    </p:spTree>
    <p:extLst>
      <p:ext uri="{BB962C8B-B14F-4D97-AF65-F5344CB8AC3E}">
        <p14:creationId xmlns:p14="http://schemas.microsoft.com/office/powerpoint/2010/main" val="7559913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8070-79A5-E3B4-523D-F92B9045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E5299-C83A-A32B-8E1B-6964A1CC97A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23116A-F354-1F23-5F49-509369E2818E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6440798-C7E7-62DA-2148-15E1CF0C95D9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D400DA-61E6-2EF2-9759-AFEFC6A6875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531631-E98D-0C12-A43E-E8FA383112C7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461386-B1F3-5D8D-A1F7-951FA3CE233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693548-D960-7DBC-2569-CB37CF7F70A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0DB7BF-3F7F-69BB-9545-C4CFCD92182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39F1FC-F5BE-4F1E-95E2-896A3B0983E8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310C9F-B5A5-027A-6CD7-C2C0C0F42113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A6D9EB-2CCC-AFCE-CA55-2B7E5D750F21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816636-E4E1-2124-F88A-619B23CF545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9FEA74-09D3-D48E-9F0B-FCAB3F3181CC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5AEE71-F5F4-716A-F069-04433E130236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C4D57-8476-8AD7-4472-181BD99BDA8D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09B76D-95AA-99BE-89CD-B9C736E0B437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12EAD2-852B-8F32-F162-55A9849465E5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CE5320-191F-E98B-B707-AF8DCFD593F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430668-BF98-7B26-A1B6-3A8F2CA1D7BB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33956784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CF53-37AC-6042-D898-D91222ED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9C05BF-8EFC-9A3C-351A-3BAD0F6F94B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CF092D-EC0B-37C7-8640-57C9C4B2AD2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92EBDE6-B837-B2C0-AAE5-8155A50F9399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49C3A6-CC82-600B-AD4D-542F2B205CC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D7FA33-D8EA-D516-D19F-C587D256226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373B17-6469-7EB8-9925-16F9210751C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1D7D8D-BBFB-B4D1-1CEA-97B1B0FD172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1DD64F-DA02-3E42-A28A-BABD46E75C9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9E9727-F290-EF3F-A2E9-FEF1D7B9E8D0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4F9D86-26F8-0E84-67B2-D1DFCF5B13A1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E07A89-E2C9-634D-423F-EE612C63B1C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4CEC01-E3DD-F2F2-2014-B77FC27F4366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235E0B-22B8-A0AC-E992-635F3A1B869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3C2FC6-647E-756A-F9AE-CCF2402E5B65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FC6DC9-8B79-1733-6A44-410025C0EE57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01AC23-9F1F-6199-8EEE-20B6C17176B6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C19DF1-0F11-7A8D-D41E-9372826450B2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E09037-AAD5-DFF3-459B-E550D466BD97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3284E-23E7-9DE7-36D3-E3B70ABFECFE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305FA4D-A252-E5F1-A23B-B9FE60437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458853"/>
              </p:ext>
            </p:extLst>
          </p:nvPr>
        </p:nvGraphicFramePr>
        <p:xfrm>
          <a:off x="7585446" y="35873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9088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F50F-73CB-0E94-6CEC-77A8A56F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63F4BF-A062-5C65-1357-F31992890CB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CA8ED0-4B02-20E0-D719-339F173ACC0F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219CB0D-EE91-AB2B-5774-7ABB693E32C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66D964-38CF-DA12-D911-93D5BE26703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A90216-43C1-B0FD-1256-FA031E5478D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C8247D-4444-152E-6F8F-E924B95B41C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552743-DF33-B911-6D84-7E2292A7946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EBAE8A-3E7C-38C5-B4D5-48B36335131E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0735FC-410A-7971-1CDB-0CEE7D539071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D1E4D3-3074-2B5C-9436-FEF2A67E4643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3E161C-8C49-EC08-A935-1B5928F3F55E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18EAC2-C8CC-A680-9411-538B22E771CA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2FBFD5-B218-0FD4-2B9A-165835DCF57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410E96-6FCD-86B2-64E2-9A7BEB46C8CB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0C21D-8EB7-087D-0D28-D724BE03066F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303383-EA3A-21C4-33F9-AEA57D45D3B1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5268C9-FD03-9DCC-22F0-47773013C3DB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BD4499-A2EC-E018-8D9A-6D485E8BC37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D4A624-53F9-BAF9-D7E3-D359854B11A9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7035507-AA9A-0510-EEDB-DDEFD03A4B3C}"/>
              </a:ext>
            </a:extLst>
          </p:cNvPr>
          <p:cNvGraphicFramePr>
            <a:graphicFrameLocks noGrp="1"/>
          </p:cNvGraphicFramePr>
          <p:nvPr/>
        </p:nvGraphicFramePr>
        <p:xfrm>
          <a:off x="7585446" y="35873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BC5EDD4-D881-EA8E-C1D3-EA94FA01D0FB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17772159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46209-0884-7018-D1BD-B805231E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102C0F-5B75-5308-8499-5C5E2F94E3C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68D1CB-2F1D-4777-01DD-A33ADD3C0014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02B63EA-4594-D801-A017-BFAA9BA4D356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FF4A4E-089E-B068-37BB-B8C37E3825B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30E462-7581-1432-FBB3-E74B8AC03E5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C3816F-62A1-2281-6346-9B1E5FE2C2FE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F114D8-8859-0E34-F595-E9769CDD9B9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C07448-4A46-E35F-2CF4-419DE5F7DA3F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DF30DE-00E2-C98B-02C8-3EB603794A87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6A62FD-3D9C-D2D9-313D-2732FE970B9F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025D90-7472-E0E2-7D45-B2E3881066F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71AA1B-3624-B3B6-9E2E-BF13E19810EC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A9588B-F52E-5DCA-1D2E-2523E78C929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08D2F-4091-D04E-CD3F-ACE2BE43E3E9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C96896-E0CD-9032-FC2C-0F175A226003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A98F47-6F46-8562-62E4-C2553241CE08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44221-99E2-68A9-FFF8-628F295FB206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9D8173-EF23-E4C6-69FF-988FBAD0622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D13D9-DC3A-A190-A167-5DA7A2F0801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13E8C99-419B-D131-E79A-A038A4F58286}"/>
              </a:ext>
            </a:extLst>
          </p:cNvPr>
          <p:cNvGraphicFramePr>
            <a:graphicFrameLocks noGrp="1"/>
          </p:cNvGraphicFramePr>
          <p:nvPr/>
        </p:nvGraphicFramePr>
        <p:xfrm>
          <a:off x="7585446" y="35873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B495654-FE0E-3BE6-5794-4453452F4F8B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BD9692-D0DC-BA26-F7D7-ECC2DB9708CE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37457927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1AB0F-0835-5D2B-36BC-1E090C37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3C62DC-396D-54DD-4F09-A99A34C31BA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38CAA1-44FF-5303-7428-F18488DA0514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973E3F7-5CA1-3A1A-3C28-82C1EEEE97EB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B85F08-5CFD-D67A-0EAE-9A8C3146A44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6DCC5F-93C9-F92A-84FB-9AAD32A75E5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0B2AAD-98D8-5B44-E13A-27F546E4216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9D6879-3070-2A5D-BBD6-F33C2EBBD9C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08E18C-3052-ACFD-CB74-B2C37DAF0855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3F180D-562C-045A-1824-CA88DC922DDD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0B56E8-3938-5420-EEF0-3300BDDA72CA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57720D-2DB1-BB3B-5A40-FD1840F6012F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2C8777-E239-EFEE-605F-FDB7D9CBAFA2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40206B-69A0-4EB2-4E50-67AACE4EE92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171204-DC1C-3FF1-CB4E-353760773D79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E04900-E002-9C17-0839-89C0F6C32457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DFD29-4949-D2DF-5B0A-A48A85353785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0BB688-02D7-C459-C8BA-EDD686291C37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0458A4-9391-23F5-9A4E-BECB616174F2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E56BDD-4710-0E91-7C09-8879235933C8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4DCA344-13E5-1CD9-BE20-BC8F8E235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415983"/>
              </p:ext>
            </p:extLst>
          </p:nvPr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00AD365-5498-957A-DE37-6C5E2AE2B773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E07D63-5125-0607-D971-D690B0057D1D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0DFB71-9499-5782-0025-9151639B57F9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</p:spTree>
    <p:extLst>
      <p:ext uri="{BB962C8B-B14F-4D97-AF65-F5344CB8AC3E}">
        <p14:creationId xmlns:p14="http://schemas.microsoft.com/office/powerpoint/2010/main" val="28005652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370A-4C39-673C-A4FF-FB0330E0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C62FB1-C176-D588-4757-1D9A753E357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3AEF15-855B-E912-794A-A4467A6559C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B214DE7-EB65-490A-B259-6443E607BFEE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529E69-B951-3F2B-2473-E90E572F411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BE6457-F2E5-9FF0-272D-AA84772E798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2BF897-BE0E-45CF-B067-F85802003C8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61E478-3E70-50E2-3AC1-A4656A115380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F7C605-5E3E-5978-5A92-6CDD59B196CB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9989FB-0898-F718-3FC2-FCA907427CF9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C77A6D-B594-C82B-5A98-945A0D9F7A2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F8F6C7-7976-5C72-AD5A-9D3816A3D4AA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275A2E-E325-91B3-1C95-291AF04CD15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1B4F4C-7308-0D6E-9507-DBB5D64F8059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C89A7E-23A7-15B0-7837-01B72F814BF3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2EB92E-4C74-7B04-80F2-B019A1359374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F1E3D-1999-1691-8DD6-793056D6152E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160A5B-A256-16B7-77C9-51B51A462989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EAD025-ADCB-D68F-5FCB-D641F4EAD65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523835-2E60-85E7-9722-8DF2F6049E9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F3B8877-CC7C-6F57-479E-1A5EA189F849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4FAE517-538E-D7A1-95EC-A6EBE63C8D11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FDFDC5-EC63-CD28-661E-E96CA558C941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815590-78EF-B9A8-C966-3E106F363964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E40462-FBC1-5469-D61C-9B04C8BF98A4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12969672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B905-9D4D-B6D5-1117-AAC94BC5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10B7B5-C5C4-E74B-88F7-757D9806C47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31A996-C874-AD95-45C3-329AC15A0FA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B33B788-239F-4EAE-172C-A4B55CC31B0F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7CCF2F-A923-85F0-36F7-DA454D227A6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F3B24F-105B-F424-A327-46B760CC1E0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A63241-F22A-511F-B363-987EED0FBE7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F9F103-7613-F877-3461-C35224E2619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C8DC24-5BFB-EB7C-AE57-5BA3BA3942C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53CD36-5317-D04F-25E2-B31F5FDC4141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3FB0C6-6C98-B0E3-B2AB-D75A2812ADC1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003AEB-F8D5-DE98-A54E-3D54B53F36D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0D85EAF-FE69-3DC2-E377-747A50D319B2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75373-A541-ED11-6874-5AEAF6AECFCC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A6BB4-B020-F05C-5115-50F06554AA1E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D2279-BE09-4BF2-CD07-1D16A609E8A1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788A7-2321-883F-0FD5-199885B5C519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6AF834-709B-95F0-1F3B-DC9674B5E0B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6EC40F-9967-3087-11F4-A81F176CAA4A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E37F2C0-E0F2-CECD-13E8-95BD244FBA07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AA61B09-2C21-B184-E92B-C14750F4CD1C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43DD6E-7EE0-95FC-3EB8-88FEC294C1A4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BF1D54-50CB-F6D7-F509-AB3C4CAC11BD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A44F54-806A-4ED1-E290-6914C532ED7E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56208F-CB05-D3F1-1805-C1FF7C9DEB52}"/>
              </a:ext>
            </a:extLst>
          </p:cNvPr>
          <p:cNvCxnSpPr>
            <a:cxnSpLocks/>
          </p:cNvCxnSpPr>
          <p:nvPr/>
        </p:nvCxnSpPr>
        <p:spPr>
          <a:xfrm>
            <a:off x="9906000" y="2589565"/>
            <a:ext cx="0" cy="8851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5677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A6D56-F73F-31EF-13B6-7518B34D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FD318A-F77A-C8D3-BDD8-1385A447796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8E76C5-8433-2D53-37DC-8D6EF13C8ED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3F33631-4C83-78DA-B0A8-1244965D809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D58504-39F4-0A8B-D3FD-C6D79C34540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785A23-3B6D-5F6E-6AA6-D5553EB3B0A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4C8B14-2B56-34AC-DF67-CDF1C54CCFC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89A9D8-EF90-4AE6-9231-F72450D8780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9FFF5B-4E70-E094-44B4-2F2968F9B78C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51A3B7-1EFB-4328-1AAC-6C28C7499E1B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D2E56B-4E64-7268-A695-F415580AAB77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C6A725-7DF5-9C74-BC37-512F797C6EC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2BB29D-0607-86A9-DAEF-F6E816B0E52E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FC3DE-BEFC-F6FE-E2F1-8E296A5D4C13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E4A139-0B55-04F7-B34D-46F5893D1953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8B0CF5-47C8-AA6C-7CDC-5A6E934BC70A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131FD-3BE2-B0CA-3AF7-3545F6C2A1C1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5D37C1-2124-03C2-5410-4ED8D36ADAE7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9BA5E3-FA37-45AB-9DC0-8CE3A8120A64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D5E099C-FB16-220F-3D04-1B6D895EE5AE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E647362-AF41-9188-8FB3-7C0E38D8FB73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9D938-75F1-5B82-C29F-9FA519F45397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034EB-8F7C-BBB9-9D87-479C5126042D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A3A0A-36CA-8508-BBBD-B48D3B43199B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46A030-63E9-720E-7F71-4BBA9250D35D}"/>
              </a:ext>
            </a:extLst>
          </p:cNvPr>
          <p:cNvCxnSpPr>
            <a:cxnSpLocks/>
          </p:cNvCxnSpPr>
          <p:nvPr/>
        </p:nvCxnSpPr>
        <p:spPr>
          <a:xfrm>
            <a:off x="9906000" y="2589565"/>
            <a:ext cx="0" cy="8851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639E3E3-24DB-9982-02E2-74CBB6DBD67D}"/>
              </a:ext>
            </a:extLst>
          </p:cNvPr>
          <p:cNvSpPr txBox="1"/>
          <p:nvPr/>
        </p:nvSpPr>
        <p:spPr>
          <a:xfrm>
            <a:off x="5931060" y="6718013"/>
            <a:ext cx="3379494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New Node  =  </a:t>
            </a:r>
            <a:r>
              <a:rPr lang="en-US" sz="2400" b="1" dirty="0">
                <a:solidFill>
                  <a:schemeClr val="bg1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257154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34D6-41C8-7125-C69C-AAEA5EBA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E6FD3A-37B1-6EB9-D6AC-5DA1E26417D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283BAB-EB23-957A-6747-115A00B99FA0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BA49B20-9E12-C468-C182-E1A467DB5E15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E27AD5-EFF4-D706-B7CB-B76B19E5B30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B82A59-6B4F-CBBF-9A27-31ED5653E100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BE782B-497B-7CAA-666F-FE6A7FC8662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BD22F5-4955-2888-510B-70FE7472CEC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712D5B-B355-B0FB-760F-194DF99EFF4E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824655-6D89-F72B-6C47-31BA02BBA64F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A15A7D-2115-2A46-2B94-50679DC9E1DB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23DC2E-4AEE-A194-57C2-74CA4C84300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1715F6-5DB6-0ACC-21A1-99EBD7812BE3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F1A69-8641-6553-50E2-2EF873063BE6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80CC38-4F2E-2D6B-35D2-922B0A69640D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2A08C9-061A-FC7C-B951-CF5AF06201A5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3B493E-986D-E9F3-EA2A-23ECAAEAB7C0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F9C9F0-8A0E-78E1-D08D-800DEAD2BBD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8BF9A9-D5B2-D6E2-6BDF-9B51EC72977D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6FD9221-BFB3-DEF1-249E-409EA7188C39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31C0A26-BD19-B270-6612-F836EE3B2021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04E8D9-4880-43F0-F47E-CA6DAA839D99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D9D94B-203F-7169-D697-1EAE18B86953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BCE505-812A-7599-E666-44761DD59568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F6F5A0-B624-AB9A-7BF6-4434ABF422AF}"/>
              </a:ext>
            </a:extLst>
          </p:cNvPr>
          <p:cNvCxnSpPr>
            <a:cxnSpLocks/>
          </p:cNvCxnSpPr>
          <p:nvPr/>
        </p:nvCxnSpPr>
        <p:spPr>
          <a:xfrm>
            <a:off x="9906000" y="2589565"/>
            <a:ext cx="0" cy="8851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24846BC-3978-7912-AC7A-3757DC15F179}"/>
              </a:ext>
            </a:extLst>
          </p:cNvPr>
          <p:cNvSpPr txBox="1"/>
          <p:nvPr/>
        </p:nvSpPr>
        <p:spPr>
          <a:xfrm>
            <a:off x="5931060" y="6718013"/>
            <a:ext cx="3379494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New Node  =  </a:t>
            </a:r>
            <a:r>
              <a:rPr lang="en-US" sz="2400" b="1" dirty="0">
                <a:solidFill>
                  <a:schemeClr val="bg1"/>
                </a:solidFill>
              </a:rPr>
              <a:t>NULL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D7775B-7F5D-7009-3FC0-E49DF6006A99}"/>
              </a:ext>
            </a:extLst>
          </p:cNvPr>
          <p:cNvCxnSpPr>
            <a:cxnSpLocks/>
          </p:cNvCxnSpPr>
          <p:nvPr/>
        </p:nvCxnSpPr>
        <p:spPr>
          <a:xfrm flipV="1">
            <a:off x="10975500" y="2685861"/>
            <a:ext cx="0" cy="9400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0446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E2DD-C7D8-F980-982F-2B2D11D5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0A7687-3C10-4CDD-BDDE-03F7859EEF3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621691-40EE-6BFF-08AD-B7A46DA7279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8A2B563-F3F4-1599-B67A-571A5A1E5E6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B30408-3093-0791-5AE8-45C4A32F825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3F5D30-29ED-FD5E-B7A6-0AA1386CE40E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1C9D9A-0E18-553B-B17C-ED822F7B88C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9096F9-FE84-AF99-9E70-6BB9AB6A069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761D5B-8F65-121F-2B09-8F0FBD541F81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A84227-7920-51BB-9071-E90D1AA16AE1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BAE601-E4BC-7801-664D-EB51462C279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0ABA0A-B699-F4CB-0FE1-CB456762F581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D1D95AA-069F-CA66-57C9-7B82252F2D03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FFEDB-4A76-FAEE-9FD4-46D5074325B6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04916D-614F-7EBE-79B3-E63697F68256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B674B-F952-B293-0646-2E4D11BB7DD6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D0D66-2F70-A9FC-D783-E6FFFC57B1D8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1FCE52-A6F8-9820-60E4-DBE779EF593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98EDD-EDC6-6F68-CE11-6E74EAE5FA5C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3AB97AB-A640-A043-0FC2-3A949A05C1F3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A82E6BD-620E-F508-6436-7D0817959F96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2AF4D-11B7-BD98-A264-CBADF01ADF94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5DB774-3824-9808-E3EB-2043EDD0E07E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6FB3F-E3A7-D724-A4E2-6F8C6D65A31E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6E70EC-252F-7138-4EB8-CD592CC5EA8A}"/>
              </a:ext>
            </a:extLst>
          </p:cNvPr>
          <p:cNvCxnSpPr>
            <a:cxnSpLocks/>
          </p:cNvCxnSpPr>
          <p:nvPr/>
        </p:nvCxnSpPr>
        <p:spPr>
          <a:xfrm>
            <a:off x="9906000" y="2589565"/>
            <a:ext cx="0" cy="8851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0108C7-D2CB-45A5-3ABD-BF2FB83038CD}"/>
              </a:ext>
            </a:extLst>
          </p:cNvPr>
          <p:cNvSpPr txBox="1"/>
          <p:nvPr/>
        </p:nvSpPr>
        <p:spPr>
          <a:xfrm>
            <a:off x="5931060" y="6718013"/>
            <a:ext cx="3379494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New Node  =  </a:t>
            </a:r>
            <a:r>
              <a:rPr lang="en-US" sz="2400" b="1" dirty="0">
                <a:solidFill>
                  <a:schemeClr val="bg1"/>
                </a:solidFill>
              </a:rPr>
              <a:t>NULL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24BD01-697F-F85B-F29F-960186C10B5F}"/>
              </a:ext>
            </a:extLst>
          </p:cNvPr>
          <p:cNvCxnSpPr>
            <a:cxnSpLocks/>
          </p:cNvCxnSpPr>
          <p:nvPr/>
        </p:nvCxnSpPr>
        <p:spPr>
          <a:xfrm flipV="1">
            <a:off x="10975500" y="2685861"/>
            <a:ext cx="0" cy="9400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5355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74A57C-51E4-D89B-F0AE-D20BA5624890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59E5143-AD3E-D163-A61B-3BAD9005D89F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A551BD-002E-887C-0091-1C1690ED9DFB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EE7D1-4054-E88B-11BB-7DF69D65FCE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E7B90A-ED37-9F6A-CE90-E1E437C0FFD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192D0A-C5A0-B8D8-BF25-EDFD0087EFC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271561-16A7-5211-7145-06E66DCEBF68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8B5E5C-A197-D337-8248-A36A0940BE81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57B204-BC7C-F3CA-A10C-A1EBBB0B983C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F254D2-CDF5-6122-B2AE-18A0931D014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B1D6D7-4309-EA43-C243-EA734A7B694C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EC598-BA79-3D06-DE03-0080B7A2C7F4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F40023-076B-D7B3-3ED5-434D1F38E446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1F3E61-76F0-3B1B-63C8-175403198F9A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31271F-50D5-522D-FBFE-D3F6E21A5898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84BA54-1747-5113-0C45-62EF5942B96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D4EB3E-0712-3EA3-B2D4-77640D166EF8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BBF7FD-91F0-82C9-BFBD-12C0618FF279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EA0DC90-7D39-C484-FC6D-FB2332FC01BD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579ED9-D611-9856-28C7-6C9C7D8D1835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378EDE-786F-5A68-0D82-AD04966E5F3E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C0025C-F583-C372-2BB7-2EF3048A02EA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C7A67-8858-7A78-F3CE-EE66F2783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BA35D3-2078-4990-4EE0-949543FA7A0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DF6449-8F10-BFBA-76BE-7A04DAB0FACF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B3612B1-8485-5324-F9F5-CAC4D650B9D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6AEFD8-29B6-BB7E-8209-4DBDFB13902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1C9AAF-025D-A8A8-F329-9677C0A4ED00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967C68-9C5A-E6BB-5449-51FD55BB00F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0E7D33-564C-FE49-D40D-1C9BDF7CB78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890D49-6FFF-F71E-901B-0E796C6CCE8F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E14705-41E3-4284-2C79-4DF1F0EB6B8E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238E6A-4C4C-9DEB-9FF0-F28944546E7F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7F829B-3698-8FBF-6C1C-01955E33F841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673509-9130-4452-12BD-DC0A467632D2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463D0-C4FA-06DB-5380-5B16FC7E7428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78064-47C4-00D2-A106-E786032DA458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B5187F-8B38-4FDB-3B35-6DD70122DCF8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DCD8EC-29E0-6F9B-7EEB-0A77C67E2922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AF1E82-1A02-89A8-2D4C-1FDA25DD930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B9820-E947-FC1E-6C79-3E61E12D3C5C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5D6B28-AA0F-A744-1DDF-6F5EA9F5B665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73D7E8B-3180-68D7-22CA-877664780C6F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1806EC-95D0-9FCD-CD6B-C05BE50861AB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0C19C6-EE3A-FB92-FEDC-00A35BF7A268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B74D6B-C345-D205-DB92-E1C320B27245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850DC9-6293-F2BC-AF58-BAE81D03E414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27811851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9FE0-1C22-D5B6-1058-3092AF3F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7B155D-1FF4-01F8-12B6-E891CE70405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79F639-B1C6-6FC4-AA3B-DE79223E6D3A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084C473-5ACF-3A3A-5255-680D0922FFF6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B78B0B-458A-9AC4-52A2-55C58FC2D0E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4760BC-4750-2343-78E0-589742989380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46CCB9-E51E-DC02-B1DD-3E7664CF0A0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255040-2425-FEA8-6952-89DDEB2156B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AAADFC-7D9C-57A3-59E9-FAAFC2065970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6CED71-477F-B3AE-B54E-C7B8609EB686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FDD0AC-F287-427D-E2E1-9294C6FB8638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A238A5-5FDF-15AF-9ECF-5B574183CFB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8F7EF2-66FB-EA5D-3B24-6B2BB0557949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41762-46C9-CAE7-DFA1-146AE9AB41D3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3D1618-610D-579F-8B0C-FC190893C011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3B6B95-5C29-CAA9-F24D-8D8AF8A1CB4D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3435B6-2FD8-E045-08B1-04D6C7F00A68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4930D2-DF2B-E264-A603-84B75B46B00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04BC6F-B983-0F9F-8B0F-F46E57C48D01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695176-C178-2BFD-E2A0-4E2E20B6A79B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D11EE47-5F04-F050-9A3C-92E29C210424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5820D9-2239-D283-FCF0-25FB7AD98FA7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004543-0753-D8D8-8F86-35C07FCE340B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916774-4862-7A5E-529F-06DE10159A76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47D94C-B151-B8C2-8BBD-8B263ABD5EE9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0D1D23-70DD-BCCA-91FD-C62AB154D60C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</p:spTree>
    <p:extLst>
      <p:ext uri="{BB962C8B-B14F-4D97-AF65-F5344CB8AC3E}">
        <p14:creationId xmlns:p14="http://schemas.microsoft.com/office/powerpoint/2010/main" val="150932073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0B1F-1560-71B9-1162-CF98C99C0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A9BBD4-0045-64D0-CB18-099F391182C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AFD9E03-B9F8-CFC3-21E6-0F5E00B44348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1317D92-DD2C-6A9E-A952-DEAEDE851432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F55DD0-0969-7837-2A16-F2307A45495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B1D3D2-00FB-C0F0-7EC5-7F273E45C15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7EC578-4826-C132-14F3-AAB590225A4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0FA14C-F505-99E0-4BA0-E077BA15D65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0EA623-4F21-BFA0-A884-D70CD7A9A43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B9AE95-68C4-7DA8-4D9E-D5860D971F8E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592EA-C2C8-CA17-ECE0-87848004198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4A84AB-F8DD-26B7-693E-32D7364E8512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D29432-8D2E-FDF0-4DC3-84E4E6579F33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88427-3F1E-1697-BF50-02E73792BDE7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6025C9-BA76-9AD0-F46C-37A3CDAF593F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846D31-5596-AB06-54C0-36CBC661B0B3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EE8D22-4DC6-F882-7A3A-DB858A8F0C3E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19985B-7C1D-5C2B-0DE3-622E725934B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BC6C64-4852-C6DB-EBEE-F5FE27D0C4B9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4C533E-A18A-E9FE-8C70-997B75C494CE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386939-5B35-1CB3-87CA-BB4DD95DA997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740B21-5D71-00B3-2585-874B73F48E1E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20FB85-9A0E-EDA6-0825-5068D3DF79DD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270DE6-BCD7-A511-46F7-A6B64E52D672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EECA84-2611-2F7A-072A-2A93C7DAEF80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7EC956-EE1C-0459-A6AB-769CC8EE2097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C1C4D-3174-C1EB-F389-FD6B96D2865E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3D4D74-228A-95A8-B4F1-F3BFFFA3470E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69991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91F52-149B-4CBB-57AC-BB60A47D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33E70C-7938-CC0A-4E9C-DA52CB436F4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47A8DF-AB9A-7EF5-DD31-404872EDFACA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59B17A2-E828-04B4-A9A3-BB1789E8BAD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F2DE0E-B2EC-0D2C-F7F9-FAD543364D1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1E2CBF-3FDF-525A-3FA8-516918402D8D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70414F-400B-DA2A-D596-5F145E3FDF7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611DE1-C4B5-8658-760D-A42D36973F0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00C5A1-650C-2927-5D32-827248469D88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B529AF-8B64-C3E2-C306-EC6EBB690A85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8ED346-D996-ABDD-8253-001E33C4353D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22D7DE-3C04-557F-277B-8E9AA6052D86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0388DC-5CF8-CA70-55BF-22F8AB843751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8E5A8-B15F-95CD-8472-D887D74D4119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CA5373-B997-EC70-22FA-94987A164E07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E15A95-8A0C-086D-BB2D-C6B35EB718DD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49EBD-E2BE-EB9C-BB24-CB940D3D3AB0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B0E097-D230-53E5-7B50-5270E6E56CD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6BC647-F53E-2DFC-8B62-21BBD9908A2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51A90A-213B-7920-57B4-DAA26F7AA479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C2DEBAE-0449-C759-85F5-6D789FD97626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2800DE-154F-0593-50E2-0A84C9BEB8F1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C72A20-5194-E96E-5C73-34F93DA89DAD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D15EB8-7679-B7D6-45CD-C8BB2C3B2DE3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8A402-FAF4-8767-1AE4-65DB044B80DA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ADDDCA-6925-FCE9-66C3-BFF7A26273B0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CF8462-1CC9-5C74-48F8-D75C9384E135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92C72C-C7DE-0E98-A034-C2BEC40C5095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6687396-FB00-0AC4-35EA-606667369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123594"/>
              </p:ext>
            </p:extLst>
          </p:nvPr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5595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B71A-1D45-64EB-2BA8-65FCCA09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269A4D-06C1-9792-6979-2394EB9AF4E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FBEE8E-2BDF-839A-E130-DA7FF72BC097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95BE4C9-C180-F236-1315-42A63ECE623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8DF13E-5C7E-7F47-8EED-F63117E367D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953A9E-1498-C093-DF1B-E6FC6E72E33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68B0E9-60D0-A936-238B-D4D575E69BE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FC22AA-7844-8F12-BF76-56F8BF744A6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EC3AF2-804F-AA3C-FC45-04F181BB787B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0B8D96-5841-78C7-C50A-A2EE8D67CA0D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9BD73A-B15E-FBD1-4A92-3F0E8505CC1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705ACC-EB9C-5FF3-52BC-A652B8BCE4E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E06089-E403-B82D-E233-49F8B278C4E8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95854-C6F7-3446-9B23-671C76718A78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FC4CB6-C359-5C8E-DAE9-E359AA77E4EC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DD3AF4-3654-A229-1687-55D29DF9E72B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71BD24-E221-5140-8E9B-5A25924B11C1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A7863E-62EC-F19A-13E7-B18BB7DBAD57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9A824C-E0EE-0E32-BF8B-9518C57F7966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068C4B-9287-8F64-753F-1C5A82426A16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C9CAD8A-B042-969D-AF0B-79921854A1C9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E27996-CFCF-EA20-976E-7418EBBDD3E2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69D535-99FD-7BC7-ADB8-1D9A0D50F264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E0BD5F-E51F-B731-281D-48FEA2B07F32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B84E5E-2B3F-65A4-72B7-17E36B917AE3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724FD-5B83-1087-B464-5B833BDCB439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1582E1-9483-F3BF-69FF-009C13A35C80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7308BF-2559-2274-E45F-F27C627869D0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49DD7DA-43A5-97E1-8854-65FCC99E0569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0BE2DF9-0627-B9F0-7858-69675A9DFCA2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ECFA68-8965-2C04-F96F-82B7E6C21442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</p:spTree>
    <p:extLst>
      <p:ext uri="{BB962C8B-B14F-4D97-AF65-F5344CB8AC3E}">
        <p14:creationId xmlns:p14="http://schemas.microsoft.com/office/powerpoint/2010/main" val="24793515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ADC04-05FD-D9F6-2AC1-3D566098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E6321F-FAEA-E329-7606-3D1E0CF84E1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09944F-B1FA-8B3C-AA3E-D78534E72D0E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5A76772-B803-82B2-FEB1-0035D38640D6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085B16-F300-B2C8-6839-DFC6D5EB506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51181A-0550-ECF8-B010-E49365C11A5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C73E1A-8F4E-61BF-70B9-A39177EC015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14CE73-80AC-9865-65D8-102B363E10C0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4EE9D0-82D4-3988-862A-00394F714AE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1BCF2A-7888-9792-B42E-0221C322F727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189CEC-003F-FD1C-ABEA-70B3B719566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2AD838-6560-0DF5-7A1A-1A40CAA7672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B2527E8-20B7-81FE-61EF-C3FE8F0A5BE9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64671-E436-DB06-4151-950F358F32B3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75A25-B758-5A51-CAA5-22373F1BDA82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901134-400E-DD10-B60E-8A22FFEAAA17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60F4A4-1023-9275-85E7-E5325FA32D2B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2994AD-409C-4BFC-98F9-C5EC99F54D2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A9E1A9-99B7-CD7F-C2E5-CA51E26128E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329CE3-1BBF-CEB9-3F4C-F9EB9968DF3F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6A3A5B-CC89-A2DE-91FF-27F29C878F82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ADE821-CE49-20B1-7451-5B5E933E94BD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7E5450-EC1D-283E-D253-3B59D30037C0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9FDA3D-5874-1A0D-2F47-78937E2D2A83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6E1763-D7DE-6E2E-6F49-DC1528AAF250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0A5068-A495-084B-B8C5-22BB5DD55C01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760625-FD3D-64A0-4BA9-522437F090EC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E1EF7D-92AC-FDB0-C67F-3E30FB0BC086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F3E3F8F-603C-43C5-71C4-F93DB189B98D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9655474-927B-F5A7-1F6A-F9F99F4B6AE8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780CF6-5067-8947-D66D-47EE7D2BC38F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0E7C55-883D-9AE7-C54B-18BFFA2B4E88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8270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9E03-EB74-F064-E44E-A73A5088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93FB7A-035F-9565-C4FC-7D66331BB8B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2D7485-950E-1227-8C9B-959AD43E37A5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16D3337-EA01-C158-F7FB-C67C61A1D6E7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BC9456-BB03-5010-820D-B072758604A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C54804-6BCB-441B-200E-158E9EA57A8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8CE552-F947-95BD-0F7F-2EA32BF6516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E8921A-BE88-99BF-F549-51C3884B2BB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DF4713-FCEC-F1F8-70FF-2A82D8F552E4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4CAB6F-7E59-7910-CAA6-4CB7AA936D58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115F1-A4B4-FCF5-A54C-F5BA668A2646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A906B0-A598-11A4-D7EA-CB6EDA1F2666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87EE13-367B-43D4-7888-53046EEB8CFC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7B84E-E191-C5DB-6C0B-787FE4586161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AF7868-5867-E996-9692-65F6C96D5283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68520C-4B93-5F45-D070-4AF21C16156F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074E8B-388B-2134-C43E-7B3F3F6071D7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76D1A0-0043-1A5B-23AF-67F9998EF45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BDB50-D6B1-A614-3C76-A9D8CDAB3D01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13DC72-E4E0-DF4A-6B93-157F0E9412F2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E4AEF9-711D-38CC-7C63-BD8D31F1402C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437899-956E-E80F-95E1-4DA2662D8528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AE8136-BDD9-C86C-A465-237ACF4346A9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B60437-8870-9943-0CED-558B4251A692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C37C6C-1628-ACD7-F740-0B06B266259D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7555D4-DD5F-751F-BEF5-54684A3CC2D9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A15193-73E0-F593-25C0-29FC0B68F0AB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3F5B1B-8EF7-D6CB-FCC4-B6BBC4C50883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AEDCE56-4146-45FB-7383-501E5ADD9864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9E60CDA-8621-AE95-5D92-3F9BDA4727FB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839F65-EBEA-9E48-B60F-41799C3ED349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DA5850-F9CF-41FD-AA7E-B311420402F8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85F95C0-0612-928B-DC85-BFD1BF037A67}"/>
              </a:ext>
            </a:extLst>
          </p:cNvPr>
          <p:cNvSpPr txBox="1"/>
          <p:nvPr/>
        </p:nvSpPr>
        <p:spPr>
          <a:xfrm>
            <a:off x="5042705" y="583428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current -&gt; next  =  </a:t>
            </a:r>
          </a:p>
        </p:txBody>
      </p:sp>
    </p:spTree>
    <p:extLst>
      <p:ext uri="{BB962C8B-B14F-4D97-AF65-F5344CB8AC3E}">
        <p14:creationId xmlns:p14="http://schemas.microsoft.com/office/powerpoint/2010/main" val="18940022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E35D-33C7-AF6C-3CD2-0631768F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F4861A-C7CB-3751-CB22-AE1F821D396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DB5ABA-4528-C887-EBCC-1247D72F8CA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365545B-2799-2DE4-0AC9-219BC31CBFB0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EA48BE-8796-27F7-1ED5-FF68667DDC2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5AD890-C427-5E8B-EA8C-582003BDDBF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DF3724-18B8-6DF1-B096-5295A66777E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0DC242-8E5E-330A-B2FE-516752C4C0D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0B7580-F501-9D06-C12E-C5D5AB438FB9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BF621A-C58E-C8CC-C412-465BB0CAA54C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31FF33-4EAE-873F-22EF-A60E6232ABDD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7F244A-3AF5-E7C3-9CED-7C56141CE26F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4D6CE9-B9E6-C972-95D9-2809B8F3A7CF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07DE5-907D-B772-5B65-5EC752096B41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9EB420-A1EC-7E4C-0F5B-327AB42C2C89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DA5FC4-4BD7-AB6F-9D3D-574BBAC702A9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DA888-6F9C-EA1B-A424-27DDC2393689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0CCF4A-71EB-97A5-C1C4-5A1947C396A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E8516-329A-9581-5FB1-3D7F15C0366F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F24079-1C6F-02A0-3B70-ED28030E076E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F4EA9DF-CA88-7509-CBD2-AAA88536B705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3C8683-626D-FFAA-53FB-13CA6E02CE21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63C305-D533-E735-A05A-EBC2BB159253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33E30-E752-5A7B-10F2-1DD7C965F4EB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F98BD2-FB21-7DF5-156F-EA62B5823696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B13F9E-8862-588F-6B3D-C95504BCFAC2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7A2CD-FC08-2CA3-7E11-25D47E1BC1A4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84EF85-7673-FBB0-1B1B-47E8AF237014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AF8D4F8-E256-99C1-13ED-7990AB29EE3F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16AC760-1C9F-F1EC-43BB-44BDE9801A6A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15EC3-A415-EEAB-EF43-3BBFBBB763F2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9FC673-A791-9969-4F71-76982E588A24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AFBDC30-AC49-EC38-F1E9-658C208D0540}"/>
              </a:ext>
            </a:extLst>
          </p:cNvPr>
          <p:cNvSpPr txBox="1"/>
          <p:nvPr/>
        </p:nvSpPr>
        <p:spPr>
          <a:xfrm>
            <a:off x="5042705" y="583428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current -&gt; next  =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77704F-6EAA-C92A-18E3-F10121914DD5}"/>
              </a:ext>
            </a:extLst>
          </p:cNvPr>
          <p:cNvSpPr txBox="1"/>
          <p:nvPr/>
        </p:nvSpPr>
        <p:spPr>
          <a:xfrm>
            <a:off x="7420145" y="5834019"/>
            <a:ext cx="163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</a:t>
            </a:r>
            <a:endParaRPr lang="en-IN" sz="24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847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8843B-B376-303E-D607-65AE57E6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3C2C94-8877-6AF1-1BFB-9D1C8F9B970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B8A7B9-70D2-A3E2-28A2-CD383CC2FCA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1F4786F-65D4-5117-9D23-F40CFDABDE6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0024CF-457E-4B71-D00B-D30EC8EB807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067F78-5456-B272-E350-BAD974E02D4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68CD6D-F0AC-014A-B185-E49F9FA2497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8F8545-0E1E-153E-C000-8138709DA58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F6AD2E-F5DF-CD2A-C458-8AAFC66D8C8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A75CC7-FFE2-8F69-9E57-69781B2A626C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3D7861-1BE1-5C8A-7B44-79D546237A49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4340B9-18DB-F04E-0533-C48FA026DF4C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B674C-9E75-6D28-9D04-02AD3714447D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1EFAA2-B817-AA05-77D3-552A53C93A2E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6C3B20-37EE-1A93-71EB-D0BC6E0ABF83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EA9E5-0929-66A2-2A78-EA33D6232CCB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C0CFFF-E353-FCD6-1B0F-A6D386FD2F2A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4C2B70-CD2C-7E81-64FC-245D6C1802BD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A20126-436E-7D6E-D2EA-9C293C003B41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75AE63B-0BB7-2374-CE01-F14CAF92C23F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052A29-2A71-FDDB-48B6-7A93F11ACBA0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38FAAF-82C9-C0FF-0C7C-BE8F96F47D88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6F4C6C-FC34-4CAB-1B54-8EFF03F52CD5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B42274-8671-F15E-B47D-5A3C64BB5A0B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EC56D-8E1C-4B84-2D3C-759F8761686C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CCF742-75D3-8B75-B5A7-1257C6265425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0EB135-4B07-0E75-7D37-5A67EBC1C334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2348349-2FE2-2595-0DE4-0BBFE0586B93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E865B7F-A438-108D-094D-096211F976E5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11862C-4409-F901-C256-890844FC5F66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13F9E8B-4CF9-61A3-DCBC-E85E15FC88E5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AF735AF-6BBB-3CA1-5357-C3A731DFC5E3}"/>
              </a:ext>
            </a:extLst>
          </p:cNvPr>
          <p:cNvSpPr txBox="1"/>
          <p:nvPr/>
        </p:nvSpPr>
        <p:spPr>
          <a:xfrm>
            <a:off x="5042705" y="583428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current -&gt; next  =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2555FA-D313-98EB-A518-D402787E8B5A}"/>
              </a:ext>
            </a:extLst>
          </p:cNvPr>
          <p:cNvSpPr txBox="1"/>
          <p:nvPr/>
        </p:nvSpPr>
        <p:spPr>
          <a:xfrm>
            <a:off x="7420145" y="5834019"/>
            <a:ext cx="163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</a:t>
            </a:r>
            <a:endParaRPr lang="en-IN" sz="2400" b="1" dirty="0">
              <a:solidFill>
                <a:schemeClr val="accent4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EBF7A3-29E4-A504-758E-F355F6705789}"/>
              </a:ext>
            </a:extLst>
          </p:cNvPr>
          <p:cNvCxnSpPr>
            <a:cxnSpLocks/>
          </p:cNvCxnSpPr>
          <p:nvPr/>
        </p:nvCxnSpPr>
        <p:spPr>
          <a:xfrm>
            <a:off x="3455406" y="2612433"/>
            <a:ext cx="0" cy="8165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70908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715A-AED3-360A-CD5F-54E61F42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F46C37-EF2F-4C14-41B5-8588A390636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798D9B-8913-4AC4-9846-C1D6BA8851E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10EE295-6CAD-561E-E60E-47D64379AD2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516514-494F-78AD-CBED-BCAE27BD36F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6F2333-CA30-1EA5-FD5F-4A2EC52E7AB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758178-C082-3A5C-6304-07250EFC131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91068-0A7C-A003-0D17-838465930ED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350BD6-3478-B25F-4BEB-D1E59ED8D16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770129-316F-0451-9F80-95FE094F557B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31430D-8798-1323-54FC-1B50782D7444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AE39DD-F2A2-8E06-9212-59781590B59F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BECBA9-B291-B51B-60E0-6ECA96AD4E08}"/>
              </a:ext>
            </a:extLst>
          </p:cNvPr>
          <p:cNvSpPr txBox="1"/>
          <p:nvPr/>
        </p:nvSpPr>
        <p:spPr>
          <a:xfrm>
            <a:off x="-2330755" y="478149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1 : Insert at the Beginning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742D6-501D-6EB5-2732-8C554C4E0B98}"/>
              </a:ext>
            </a:extLst>
          </p:cNvPr>
          <p:cNvSpPr txBox="1"/>
          <p:nvPr/>
        </p:nvSpPr>
        <p:spPr>
          <a:xfrm>
            <a:off x="-2330755" y="5480347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2 : Insert in Between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A0C469-D3F0-9D7E-5EE0-9ED29D24DCEF}"/>
              </a:ext>
            </a:extLst>
          </p:cNvPr>
          <p:cNvSpPr txBox="1"/>
          <p:nvPr/>
        </p:nvSpPr>
        <p:spPr>
          <a:xfrm>
            <a:off x="-2315515" y="618357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3 : Insert at the 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65F59-BDDC-36C6-C99B-591EA39BC988}"/>
              </a:ext>
            </a:extLst>
          </p:cNvPr>
          <p:cNvSpPr txBox="1"/>
          <p:nvPr/>
        </p:nvSpPr>
        <p:spPr>
          <a:xfrm>
            <a:off x="-2300275" y="6823658"/>
            <a:ext cx="732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Case 4 : Insert After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D918BB-CF1E-188C-5CFB-F91DC8E54C8D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F9CF55-C024-E5CF-4D7A-C74ABA8328D6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52ED16-63A5-CF91-32A3-87B804BB5F07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E5D347-7F59-D799-2EFD-52AF33EE2B77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E10F2-2B9D-9284-D6F7-17E0AE55B3BF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B2B468-A9F7-E8DB-F5B4-08268E2B116C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11670E-2E37-84FA-17F1-D66F6D272577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07F3E4-B0A8-77D9-3595-FB072BCC776E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6CC9AD-AFDD-AE76-8A65-AF63979CC954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96B887-36A1-3632-55B9-9F51AA4FD8DD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F629E1-1973-4C34-B6E0-D464856B438C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F5E5D90-7250-8F92-06DF-E4C99BC088FF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5D9A87A-EFBE-0EFE-DCF6-9C87FAFE740C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270028-C7F1-52E1-0D34-86B58ECDA710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2FEAC0-3C84-313B-E099-519BC6CB343C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B27A7B8-D931-1751-3D42-FE88B9547C10}"/>
              </a:ext>
            </a:extLst>
          </p:cNvPr>
          <p:cNvSpPr txBox="1"/>
          <p:nvPr/>
        </p:nvSpPr>
        <p:spPr>
          <a:xfrm>
            <a:off x="5042705" y="583428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current -&gt; next  =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4EA2CD-F212-26C4-EF7A-CC4A7A0F638E}"/>
              </a:ext>
            </a:extLst>
          </p:cNvPr>
          <p:cNvSpPr txBox="1"/>
          <p:nvPr/>
        </p:nvSpPr>
        <p:spPr>
          <a:xfrm>
            <a:off x="7420145" y="5834019"/>
            <a:ext cx="163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</a:t>
            </a:r>
            <a:endParaRPr lang="en-IN" sz="2400" b="1" dirty="0">
              <a:solidFill>
                <a:schemeClr val="accent4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FC5FBB-5599-43E2-F2D4-FBDEBFDBC123}"/>
              </a:ext>
            </a:extLst>
          </p:cNvPr>
          <p:cNvCxnSpPr>
            <a:cxnSpLocks/>
          </p:cNvCxnSpPr>
          <p:nvPr/>
        </p:nvCxnSpPr>
        <p:spPr>
          <a:xfrm>
            <a:off x="3455406" y="2612433"/>
            <a:ext cx="0" cy="8165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10184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5E2A-D003-8CC7-DFF2-351F556F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429DC2-5622-C711-AA63-56681C3A269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DDCBAF-5507-BDA6-B50D-80CB3A70084C}"/>
              </a:ext>
            </a:extLst>
          </p:cNvPr>
          <p:cNvSpPr txBox="1"/>
          <p:nvPr/>
        </p:nvSpPr>
        <p:spPr>
          <a:xfrm>
            <a:off x="375212" y="2967335"/>
            <a:ext cx="10939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</a:rPr>
              <a:t>Deletion in a Linked List </a:t>
            </a:r>
          </a:p>
        </p:txBody>
      </p:sp>
    </p:spTree>
    <p:extLst>
      <p:ext uri="{BB962C8B-B14F-4D97-AF65-F5344CB8AC3E}">
        <p14:creationId xmlns:p14="http://schemas.microsoft.com/office/powerpoint/2010/main" val="24532947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2291-7D1E-69F3-9678-B43E8365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758C0B-95E6-E56D-5A32-7D891735EC7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8335DF-0FE4-35B6-5B13-373618F9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673050"/>
              </p:ext>
            </p:extLst>
          </p:nvPr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3446173-B81C-C583-A260-5A00BF3757E1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43F084-8BFD-E4F0-F53D-BDAA17204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1188"/>
              </p:ext>
            </p:extLst>
          </p:nvPr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012B77-5FA0-DC66-B714-6C5AB6934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865823"/>
              </p:ext>
            </p:extLst>
          </p:nvPr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0767A9-2462-9BB7-922C-19A383FED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431851"/>
              </p:ext>
            </p:extLst>
          </p:nvPr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AB74FE-D67F-B571-B0C4-5FB01B8DB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228487"/>
              </p:ext>
            </p:extLst>
          </p:nvPr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8976AE-BD95-677A-00B5-DD757D319CF7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467943-6716-3534-1CD1-102363DB3B8F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51E3CF-8BAC-F5C9-31AB-CB19D39E54BC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C4FF89-5FA9-AF7B-DCFF-C5A82A8E6D8B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C5F19B6-E032-6CDC-D43D-9825B3A8786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3F1D7D-0BD2-A9A6-D6DD-12C592959C9A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0235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F835-21D1-EDE6-5680-3087BAFE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37C296-5208-A036-5970-4A9AA2C549A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85A47A-AD0F-14B5-C2CD-3996F72FB66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C64D157-31CD-24A9-ACCF-CCA7F0CA3655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FB536F-D4DB-E644-8483-BF2F63C4EA6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989D5A-B864-2792-AFDB-6D87ECC6D1E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8B5904-A873-FCDF-EFEA-8C0B5257C0F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D6BCC8-EF3F-0D1C-10FB-C53A4332E75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680EF6-5A98-AE52-EBC4-AFB43AC31FB2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A37DA1-D46C-C067-634B-E8750782C4E5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D4D1D0-F2D7-A9F8-EABD-5684CE0B69F9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B00DE1-8EC3-3FDE-24AB-C79D0C4C6718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841DCF1-4277-84E3-89B0-92FD848EBA4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7AEB70-6B0F-F2AE-8557-B7D010ADDBC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FA1CFFD-99F9-4270-423F-2A8EB94B0EBB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4B0FC16-FCC5-D5D3-8738-2AB2ACB97A7A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EA61DE-9D45-8309-02B7-CE16CF6F2B9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E5AD44-D9EF-FC6E-065A-2812FE068191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F318A-C118-0A42-2EF3-DCDDABC72D85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F6D82-6218-0F38-20B9-ABAD3DC2A4B6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72551269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CBF6-6517-2F1E-62B8-E9938987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E435F0-E7E0-1E7D-1E6D-1F5AB5A32ED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29A748-2AD0-AE78-8158-65F2D36B785E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4EC7EDC-30D0-1D96-2A18-D1A68A16586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009EE8-15C9-53C8-80D0-2189A747487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10AEB5-C6D0-5E5E-70A2-78E5B129E79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BAFC7C-ABF1-9FE8-CB8B-34A359F7B8F7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5A455A-D814-F69E-DC77-35073798814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660077-C451-2273-5CCA-1E5391F0B9AD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2276A1-E521-905B-0C86-6AC54B210939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0F899D-A2C5-E09E-933C-211FF303BD09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1B3A77-5978-1046-BCCA-4DBC6E7144DB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4B3FDDE-6271-C5FA-C475-E1D54145AA0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795BE1-E1E1-62A1-EFC2-FD5E0B2DD302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E830CAA-B7BD-3A68-0142-111CB06F5B22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33946B0-5D46-C21B-A12E-AF65A9E630C5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C39329-D387-83D6-860A-B74AB5082DC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1204B-AC2E-4AB6-385B-5CB4CE2FB37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EEAC3A-C732-6E42-4C07-CAA46599ADF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C6A9E-DA44-1384-33BA-24168B1DB3DC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F6233-A978-C611-2286-3C6495CE0C4C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07AC3D-B4CB-2BC0-87EA-35A27C258041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11220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F8CF-612C-128B-2678-A42A525A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2973AE-4C7D-8B83-756E-79FC24FC4C2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899F83-ED32-E6F2-4726-FF268DE0E31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A738EF-535C-B4AD-8198-CEB77D77028B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5EFFEC-46F9-631E-4A9E-609BB035597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3FB783-5D76-574F-8801-A1913FA8CAB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B60541-66C3-4A30-BADD-83686342C0B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1B60EB-7CE3-567D-5F5C-964B2505CE2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6AB28B-48A5-5DE5-F9CB-63C2FD8295A6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5E8FE9-0924-32B4-57D5-A7488EF96A2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9882C1-AB33-1357-8374-471AB948721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982513-D55D-C2D6-7676-67ACACF3A668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EA9C8F-7DC0-9F62-2688-3A1F1333889C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5D8C7E-A8B9-5B60-A5CF-04F866EEB09C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1BAD9BF-D566-8A7B-70E7-641B1BD1BBDD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50E6B4F-1919-5F0D-D0AF-086C15B2CA1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972B3B-7628-9399-4171-4C78E70DA757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B9DF42-B21A-7C4C-F207-F2922EBE30F9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EAC6E7-AE38-9C7D-1B57-96111A46262D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62313-9FD4-DD7C-025A-C3D420456DA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906153-A3E8-EB38-2F73-36D567DF0D35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0A931B-559F-EADF-C2E3-307CABD2B1A5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190DCF-D31E-0C07-1914-04EE0C9457C3}"/>
              </a:ext>
            </a:extLst>
          </p:cNvPr>
          <p:cNvCxnSpPr>
            <a:cxnSpLocks/>
          </p:cNvCxnSpPr>
          <p:nvPr/>
        </p:nvCxnSpPr>
        <p:spPr>
          <a:xfrm>
            <a:off x="716280" y="2791005"/>
            <a:ext cx="0" cy="51607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C23612B-C6D1-84A4-5AAE-CB2A388E486D}"/>
              </a:ext>
            </a:extLst>
          </p:cNvPr>
          <p:cNvCxnSpPr>
            <a:cxnSpLocks/>
          </p:cNvCxnSpPr>
          <p:nvPr/>
        </p:nvCxnSpPr>
        <p:spPr>
          <a:xfrm flipH="1">
            <a:off x="693420" y="3307080"/>
            <a:ext cx="2180670" cy="0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7AE232-2A37-ECAD-88B0-335F14433BB5}"/>
              </a:ext>
            </a:extLst>
          </p:cNvPr>
          <p:cNvCxnSpPr>
            <a:cxnSpLocks/>
          </p:cNvCxnSpPr>
          <p:nvPr/>
        </p:nvCxnSpPr>
        <p:spPr>
          <a:xfrm flipV="1">
            <a:off x="2874090" y="2791005"/>
            <a:ext cx="0" cy="51607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7504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5F47C-0A88-888D-F4D8-2E5A4B403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34F6CD-E4CD-09E1-8E9F-B8DCE047EA3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359061F-89D7-505B-19FC-5133D360F1A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60C29A0-26B6-F9B2-17C1-0DD915CFE0CC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89C14B-3182-98D8-E210-734E488F92E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4E63FB-B703-19D8-A370-0E6B5350EBE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9C9706-0284-DF5B-DE16-3F6418FE0B5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95B15A-D6CF-2856-91E5-C1B5F076029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9F8DA3-8AF2-C6C3-8E01-E6A87F5576DD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1E0C57-4911-2C2B-96E7-BB2479147CBE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BD922D-D487-B761-B81A-87B6CDEA70E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815A97-06F6-9F42-6F34-DEF86B35AE81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E514D5-FE86-F1A6-7DB8-E3FC808A0DD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1FB40B-E711-979B-C215-E1100F4D8202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CF5EA3E-AB41-08C3-1766-BA410CAC0F12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3CEC4DF-DA93-56E2-53D8-E0097674F217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CDF88B-4965-AEA6-96BA-8730B6E05C1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367818-663A-DE31-C769-5B931844085E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03C5F-BFFE-4F63-72B3-7FFDB0AD1001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242FC-FF03-5DE2-EE8F-6CE665EC641A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2C3EC-F0ED-434F-9B6D-07A81072FBBD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51797D-EB8F-96EE-F406-B3B42393D7F3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1032110-00CA-F14D-5E64-20D4934B5D58}"/>
              </a:ext>
            </a:extLst>
          </p:cNvPr>
          <p:cNvCxnSpPr>
            <a:cxnSpLocks/>
          </p:cNvCxnSpPr>
          <p:nvPr/>
        </p:nvCxnSpPr>
        <p:spPr>
          <a:xfrm>
            <a:off x="716280" y="2791005"/>
            <a:ext cx="0" cy="51607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F701BF-E500-3AF4-8F58-3799CC253157}"/>
              </a:ext>
            </a:extLst>
          </p:cNvPr>
          <p:cNvCxnSpPr>
            <a:cxnSpLocks/>
          </p:cNvCxnSpPr>
          <p:nvPr/>
        </p:nvCxnSpPr>
        <p:spPr>
          <a:xfrm flipH="1">
            <a:off x="693420" y="3307080"/>
            <a:ext cx="2180670" cy="0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C599E32-B7B1-48AD-3463-2AF7FFF80101}"/>
              </a:ext>
            </a:extLst>
          </p:cNvPr>
          <p:cNvCxnSpPr>
            <a:cxnSpLocks/>
          </p:cNvCxnSpPr>
          <p:nvPr/>
        </p:nvCxnSpPr>
        <p:spPr>
          <a:xfrm flipV="1">
            <a:off x="2874090" y="2791005"/>
            <a:ext cx="0" cy="51607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6A0DC0E-BB25-C7A1-2034-61411EFEA389}"/>
              </a:ext>
            </a:extLst>
          </p:cNvPr>
          <p:cNvSpPr txBox="1"/>
          <p:nvPr/>
        </p:nvSpPr>
        <p:spPr>
          <a:xfrm>
            <a:off x="3281737" y="392926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92D050"/>
                </a:solidFill>
              </a:rPr>
              <a:t> head = head -&gt; next</a:t>
            </a:r>
          </a:p>
        </p:txBody>
      </p:sp>
    </p:spTree>
    <p:extLst>
      <p:ext uri="{BB962C8B-B14F-4D97-AF65-F5344CB8AC3E}">
        <p14:creationId xmlns:p14="http://schemas.microsoft.com/office/powerpoint/2010/main" val="306767371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B6445-DA80-DFF8-2C14-7067EF66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3E81D6-E95F-50EB-C93F-3E154E21562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468136-AD4C-57C7-D03E-0BA3A77DB0E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605CA4C-2C5C-72F2-DBB0-1EAC4404E3E1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648BF2-18D9-061B-EFCB-101BF8F9CC7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E32CF9-DC74-11D7-2774-6B73302605E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C70941-09F4-DCBE-FDDC-4E0EE1E0F86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4FC6ED-4E6C-CBE4-3E18-95AE2C23D43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5B4029-7D06-E305-D30B-AAD6F3AED47C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6D7EBC-D7ED-221B-4DD8-7B70FC6B25B3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B9830F-0E56-67F5-7F24-26A370D80EC7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74BF68-82DC-D39F-8F10-2287117FC9DC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5470109-DBD7-D425-BB0C-6F916E1D23F5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E3D964-6D7E-602F-6B59-E74E2AD98D4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AD83911-BCF2-3D5B-73B5-AF3C46FB0FE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78EE333-DF87-D8EE-BC0D-A3C4A4BDFC5D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B41806-8A8D-7AE5-F914-E38BEC1BFBC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DD1BDF-1360-5340-B08D-26C58837026E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83EC5-1516-65C7-3189-E004966663F7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BFBE9-27F1-2018-443F-706E5A217F4E}"/>
              </a:ext>
            </a:extLst>
          </p:cNvPr>
          <p:cNvSpPr txBox="1"/>
          <p:nvPr/>
        </p:nvSpPr>
        <p:spPr>
          <a:xfrm>
            <a:off x="2477553" y="165928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E2059-FA3F-25DD-EB1B-D25F6F5EB188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640B55-16CB-332B-EF04-C595AC27AEA1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3C5A95-1D3F-A84F-D02B-CF80FAFD1129}"/>
              </a:ext>
            </a:extLst>
          </p:cNvPr>
          <p:cNvCxnSpPr>
            <a:cxnSpLocks/>
          </p:cNvCxnSpPr>
          <p:nvPr/>
        </p:nvCxnSpPr>
        <p:spPr>
          <a:xfrm>
            <a:off x="716280" y="2791005"/>
            <a:ext cx="0" cy="51607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9700739-9AA2-D661-5259-3F1F846CD29F}"/>
              </a:ext>
            </a:extLst>
          </p:cNvPr>
          <p:cNvCxnSpPr>
            <a:cxnSpLocks/>
          </p:cNvCxnSpPr>
          <p:nvPr/>
        </p:nvCxnSpPr>
        <p:spPr>
          <a:xfrm flipH="1">
            <a:off x="693420" y="3307080"/>
            <a:ext cx="2180670" cy="0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2F9CC19-200D-ADB4-0FAE-945FEC8110B2}"/>
              </a:ext>
            </a:extLst>
          </p:cNvPr>
          <p:cNvCxnSpPr>
            <a:cxnSpLocks/>
          </p:cNvCxnSpPr>
          <p:nvPr/>
        </p:nvCxnSpPr>
        <p:spPr>
          <a:xfrm flipV="1">
            <a:off x="2874090" y="2791005"/>
            <a:ext cx="0" cy="51607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326926-F762-364D-7D27-B73630237EA6}"/>
              </a:ext>
            </a:extLst>
          </p:cNvPr>
          <p:cNvSpPr txBox="1"/>
          <p:nvPr/>
        </p:nvSpPr>
        <p:spPr>
          <a:xfrm>
            <a:off x="3281737" y="392926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92D050"/>
                </a:solidFill>
              </a:rPr>
              <a:t> head = head -&gt; next</a:t>
            </a:r>
          </a:p>
        </p:txBody>
      </p:sp>
    </p:spTree>
    <p:extLst>
      <p:ext uri="{BB962C8B-B14F-4D97-AF65-F5344CB8AC3E}">
        <p14:creationId xmlns:p14="http://schemas.microsoft.com/office/powerpoint/2010/main" val="384030142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950A-A574-5715-046A-B98588C6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EF0034-11E2-79B7-D09D-843195C8CA8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2AB7E8-C93F-53E7-62EE-2C81B3EE7E8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1C551E3-BF92-4DEA-9986-9AD80310C73E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BDD6D7-1255-C2C9-B2F8-4976125500D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7C46F5-9E46-44F4-6164-00A36CDEF28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5E0AE-02BD-F404-C4F2-0797CE95CA7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9FED12-5BAD-1B56-AEBA-10CBC164446B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4D40BC-DCA9-33D6-EFC0-1AE708C05D6F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3B6ADF-4F92-43B0-545E-80D7B6A5AA8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E47ED1-22F7-F931-831A-B5017F2FA02D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843F2C-7C80-E6D3-57C1-4FEDB31B3EB8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AAA229A-FF8B-DFA2-6538-C6A152EE9AE9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99C9E2-845A-1018-6B68-C5C69B0DB04B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92A6223-AE48-D90D-21F4-CE376F27F690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88153E0-370A-3A81-3D23-01E44B60F830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24A0A4-35B7-E28F-070E-B5B0FC5C62E6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A9B79-2F2C-43A4-2DD0-A5E741E0D69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B6C2F-F739-BD07-CD72-FAD628723D34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35940-7E0D-335E-CF6A-9B8E1B7A8565}"/>
              </a:ext>
            </a:extLst>
          </p:cNvPr>
          <p:cNvSpPr txBox="1"/>
          <p:nvPr/>
        </p:nvSpPr>
        <p:spPr>
          <a:xfrm>
            <a:off x="2477553" y="165928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FBE6F7-48D0-C0F3-1826-E0086C80315E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841BE2-EC42-CB31-A671-858D04C56425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294EFD-84A9-3BEB-A13B-85C4BAE74A81}"/>
              </a:ext>
            </a:extLst>
          </p:cNvPr>
          <p:cNvSpPr txBox="1"/>
          <p:nvPr/>
        </p:nvSpPr>
        <p:spPr>
          <a:xfrm>
            <a:off x="3281737" y="392926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92D050"/>
                </a:solidFill>
              </a:rPr>
              <a:t> head = head 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9BB2D7-C1D8-B636-782E-AFC840D76ECA}"/>
              </a:ext>
            </a:extLst>
          </p:cNvPr>
          <p:cNvSpPr txBox="1"/>
          <p:nvPr/>
        </p:nvSpPr>
        <p:spPr>
          <a:xfrm>
            <a:off x="3312217" y="475222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delete</a:t>
            </a:r>
            <a:r>
              <a:rPr lang="en-IN" sz="3600" b="1" dirty="0">
                <a:solidFill>
                  <a:srgbClr val="92D050"/>
                </a:solidFill>
              </a:rPr>
              <a:t> </a:t>
            </a:r>
            <a:r>
              <a:rPr lang="en-IN" sz="3600" b="1" dirty="0">
                <a:solidFill>
                  <a:srgbClr val="FFC000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28007774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E1CB-9CC2-DDE8-85AD-C0EC2502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17777A-CC58-C371-4E9F-73AE47D68DC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036FC3-B2EE-0D3F-6A1F-9F99C408BD2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BD5B6B-4F90-45DD-1BA4-EA5E22F8858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729944-F0C4-4FF3-F723-D06670CBCAB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9B522C-D059-4C32-AFDC-1E51BBE5233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5E8B5-9478-B5E2-7A10-2EBF0B899A6B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0DCAFC-5E0F-E46E-DDB0-1915360DB61A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4EBA61-3D1B-3CA6-F438-D58A6B9C234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33AC86-A765-C8CD-55C3-C4A85841D89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A4CBAA-DFC3-499F-078A-B75350AD741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E0CB22-B6B9-3293-F595-F81B5FE931E1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9EA9349-2C1A-A724-79CE-43CC31260957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7ABCAD3-AEB1-CF15-D00A-1B25E541C7FA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AE519-C909-6836-9D31-E3559543DE7F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415AA8-2AA9-9FE2-BBED-F6129B07FA62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8CACCF-EEFE-2288-04CA-9E835684E699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17C97-2EAB-8577-7022-BD6CA6798FD4}"/>
              </a:ext>
            </a:extLst>
          </p:cNvPr>
          <p:cNvSpPr txBox="1"/>
          <p:nvPr/>
        </p:nvSpPr>
        <p:spPr>
          <a:xfrm>
            <a:off x="2477553" y="165928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A0F223-B13A-C252-5ED6-44E553F704C5}"/>
              </a:ext>
            </a:extLst>
          </p:cNvPr>
          <p:cNvSpPr txBox="1"/>
          <p:nvPr/>
        </p:nvSpPr>
        <p:spPr>
          <a:xfrm>
            <a:off x="3281737" y="392926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92D050"/>
                </a:solidFill>
              </a:rPr>
              <a:t> head = head 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6004F8-3942-73FC-D56A-21D2521A5B93}"/>
              </a:ext>
            </a:extLst>
          </p:cNvPr>
          <p:cNvSpPr txBox="1"/>
          <p:nvPr/>
        </p:nvSpPr>
        <p:spPr>
          <a:xfrm>
            <a:off x="3312217" y="475222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delete</a:t>
            </a:r>
            <a:r>
              <a:rPr lang="en-IN" sz="3600" b="1" dirty="0">
                <a:solidFill>
                  <a:srgbClr val="92D050"/>
                </a:solidFill>
              </a:rPr>
              <a:t> </a:t>
            </a:r>
            <a:r>
              <a:rPr lang="en-IN" sz="3600" b="1" dirty="0">
                <a:solidFill>
                  <a:srgbClr val="FFC000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21262797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235C-CBAA-C9B7-B0CA-2701ECE2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AA4D65-B819-1510-857F-2B159D7166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335DEC-17A4-8A48-3DB7-AB9A059EBB89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E72146-AE3B-6B07-F963-D0954BD8142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5594C8-C861-206A-1F0B-D56B0A05FE3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363EEC-D537-4A8A-21B3-3CAEDE9B9C2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95FDB2-C8EF-E6A1-F813-1596A102290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F1C781-8105-1130-F3D9-7DA41732788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919869-1A58-CB97-A7F0-52B0A5D80C58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A0A041-74BF-04AB-5EB8-334C0DE84651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F6F1B3-F56D-DDEA-1ED6-15CE93FE0596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52E147-CFCF-FCB5-941D-03268C397FFB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F5CED08-A72F-9A4F-F750-5F91E78532AE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C281061-FA56-6779-2DC4-62396CAC6B4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ADCD0-FE4D-8974-1CB0-190EEEB00E22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3D14D4-CF7C-814E-E8F5-D52DB534EF0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E580B6-C5C8-F31C-5561-CBB0DE666D95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721CF-72DB-C085-7A71-514AB138932E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5E3647-FA2A-5A18-4B05-63445D1EA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30598"/>
              </p:ext>
            </p:extLst>
          </p:nvPr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966385-363B-63A9-C75F-49BD8AC54D51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84472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0A10-48A7-AF08-0386-0B387E22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83AD3B-C24A-6A83-246E-82FECE9A284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5DCAE8-D12A-222F-A4A2-B9BE0D5A334A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5D5819-7DAA-FA54-2D69-52F55C24861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D6E484-8920-CE5B-2681-AD1058EC6C8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3A8B79-1FC2-4690-644D-D43985D03CB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1C917D-63CD-F3B0-EE33-20F06C41305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600F35-95E4-7189-F30E-3A5B0AAA91F3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D6D9D5-074F-64D3-889D-D90B453AD65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D32D76-A3CB-3166-18CF-DEE8FEB161C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B80340-C928-6C8D-9CB0-87DD247DE6B9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557A26-F60D-9082-8DAE-3837B497F2C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0208312-FD8C-4C73-D69B-0658B26ED1E7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C5B6F67-5572-0AD1-29BE-B07114863ABD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7D6CBA-CE83-A0A2-3849-B625452A34BB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783DCA-D28D-5570-C117-D7B224883375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FEA41E-3D6E-7626-BFCB-1786EFEDF02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3573D-958E-05AF-A6EC-39ACDB2D964B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1F93B2-B49A-D58E-3E83-2BE1E2757C5E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0E1811-0080-5C3E-D8CB-4B0AE7008A9F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506A583-FF56-8949-00C8-9B0D5983C044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</p:spTree>
    <p:extLst>
      <p:ext uri="{BB962C8B-B14F-4D97-AF65-F5344CB8AC3E}">
        <p14:creationId xmlns:p14="http://schemas.microsoft.com/office/powerpoint/2010/main" val="422748987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D4E9-0350-7277-E7A5-29CEE9F63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42E6EB-C334-04DA-2EF0-FDDB3A1C47A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C2B490-A3CC-51D3-CE1C-E557CAFF612F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F2701B-BE19-6E44-5D2B-75919068BED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480BFB-3DE2-0BF9-6FD1-022E488A6DF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0DFA2E-AA0F-48CD-34BF-8B231C51D6B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15ACDA-4FA6-7BB8-8B8E-C8BF3188A4D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C1C773-C2F0-2C39-6E4C-257E1C4EAB5A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B96412-A36F-1CA3-A167-44B33E14079C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60750E-7671-DD08-BBD9-E56DAFDE927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513645-DEA5-393D-68A3-BFE474A2450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49B5C5-3405-3D14-D757-326BA2021DE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68BC33-5F08-9E73-A68F-67249D9A6507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1710E1C-7ACA-8962-C9FD-81C3529D84D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D092EB-D9E5-C399-4CC6-F2F6A4BA4947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22A1D-37A1-3B3F-BCC0-955BA8DCEF64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9A31EE-791C-BE74-EB9F-84B360378C59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0BE58-E725-3AD8-EFA7-B98EC400750B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10023D-5719-9EC9-CEE4-D3D50D416285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754676-1C74-AB44-86F3-7E64B8F1E80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2706AE4-567A-74D5-202D-9E118B75D40D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A16A84-511A-F8CB-A4C0-2CA2DF89F4CC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1FF3DE-6EB6-F907-C414-3B084CC2D24B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30D1499-32AD-9AEB-901D-17CD79BC48D9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0729F4-BDDD-DD8D-4A8A-28C6A52AE81B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98769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4BB0-8A90-0D4C-0073-74D1C1D3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02EE7A-EA57-185A-1458-E6AF96B7E73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2762E-5FD1-8982-FBD1-99D399715131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87E8BD-A23C-7433-FC09-402AF60671E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45C710-78F9-8DAD-186E-C652756EEC4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F42D5D-2B49-6DE8-36EC-58EFDCC612F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4FBE1D-71FE-E554-7FC9-362FE05C8FF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9FA92B-5D27-23CF-ED64-57A627CB1F77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4A46A3-EC4A-8BC7-3C6C-D4CB71BF9C4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AF330A-10F6-6415-A0B0-65BB11ECEB1F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D5E391-7B77-8E3A-C5CA-D7260313CDF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71000E-77B5-95DB-8740-52F8482B77D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B8A7204-2E9B-8603-45DF-78CCE197620C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A97EB18-D08B-71E6-D78A-3941CA332723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A6EC1C-00F2-F5A4-651C-EE7F2E2EE39D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B50648-9991-8E4E-99BE-315DAEDE7E30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6C9783-C8C9-B576-A780-E88D4DB1E1B9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9A27C-5B0F-1A32-871D-7BFC73D877BF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8E4D3A-BD57-A5FB-6FF2-54BEF277974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A1478B-959E-85BA-398A-29614B61392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81B31C9-F798-8FD7-683F-384052987968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170007-4183-3BC9-05B4-5A2304FCC986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770E94-FF44-4F9B-5473-01488769966B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73995D-48E7-4B48-5729-4264983852FB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B96858-C270-C060-F1E8-5DB273912DA0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3C9810D-32AE-315C-45EA-4525F54AC124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65629041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45F2-F615-BD02-ACD3-94E884FB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6C8B80-8358-18D7-0E41-6BE85D3B98D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E4B9B-9AF6-257C-6337-27FEA8FF5B2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610D3E-2D5D-6017-86FF-720BF296DB4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E428DC-FFA5-81EE-91AE-FDC63B1069D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1B5F90-E7BC-4BD7-B63D-0E85245F0D6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783767-0400-AAB8-36C9-4EA11F4707AB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6AB71E-0786-EBE0-959C-B2556E0FC47C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899BF0-C470-9796-089C-6B7E6955989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4A88A8-0BF5-FEBD-1CC8-C31E7EA7CBBA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24966A-9968-1C11-2D3D-E470DCEA488A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D6CAB8-4990-C1EF-021B-4E2C5C316F2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EC677D7-305E-5197-85F3-B4171F62AA28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D9C716D-53FB-1006-798F-EF5A4719D038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BA46D1-64EC-76D0-22FB-A0F0A477D09E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9CEDC-7FD2-C296-1BFC-7CA540C50FF9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C17817-EAD2-6D53-8B30-FF9B6050D638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78DA2-D6F6-A720-0BA5-4D00578D2B37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41AECD5-71D2-D9E6-7F1C-186073F726CB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9B57AD-696C-CE34-22FF-048CBAC05DD3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0EBD86-BE91-DA91-290C-A0214A05D295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8B9866-18AD-5004-3103-1FD277F3BC57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D2029B-B9CA-7FBE-B9A5-6275F9E53730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AD3912-AA78-F93D-386F-8333907452AF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C07726-3064-9DE6-DBA3-FEFE9EB85537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DAA354A-2C0F-5CD0-E048-8B62650484F5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E37B8-BD79-48E9-28D7-FC5A37405021}"/>
              </a:ext>
            </a:extLst>
          </p:cNvPr>
          <p:cNvSpPr txBox="1"/>
          <p:nvPr/>
        </p:nvSpPr>
        <p:spPr>
          <a:xfrm>
            <a:off x="519612" y="762632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BAB3A3-CFCA-9813-FF3F-99E2E93F8559}"/>
              </a:ext>
            </a:extLst>
          </p:cNvPr>
          <p:cNvCxnSpPr>
            <a:cxnSpLocks/>
          </p:cNvCxnSpPr>
          <p:nvPr/>
        </p:nvCxnSpPr>
        <p:spPr>
          <a:xfrm>
            <a:off x="941940" y="1224297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81867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C4E50-D9C2-B8A9-055C-B7D22DA8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EB300E-4F0A-4FFB-0D48-F75FD928481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697124-5391-FCC3-6D62-180E8EFC6E05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F1CC7C-9684-BBE6-D333-FE7442432DA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D08D70-1D10-D785-62D9-19A3F23DC60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422984-3C32-3B19-4CAC-E435D69EEDF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5DE45C-13B5-8CB7-BA02-8642D54132D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0E037C-2069-7601-BB26-553A64C05CE6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18C645-9F65-9F88-E517-B1087EABBBC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59871B-3848-503E-5FCB-3B43F32E874A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C829A2-CBF4-5353-AD8B-298E97C04D5E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550314-97A4-0F3F-470B-BF0248120091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AC01C97-361E-4DF3-BEB8-45E5543850FF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CA893DE-417E-0D2A-1460-0697069D5C1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ECB1F-4779-576E-C61B-D636EDE39555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3C8E8B-361E-F30F-DC81-92C54E3D4E0E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43AE12-B69F-E482-47D9-71A99497C5CE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67668-D21D-3FA8-CA4F-B3F8D568988C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65A608-A4C5-BC1D-9F41-E29D47CEE10F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2A2483-320F-5912-2D6C-33BCA9786592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744CC85-E8C7-C550-2451-951B0DBAD178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90BADA-B629-5FCC-04A3-3AB14C428992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632EB6-624A-8018-3A12-55B4D1B74A92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17DE7-A93E-B86F-80AD-4759F7D88552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A9DA0E-59CA-9267-D861-F2C81AEA8A55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569D81A-64CA-DCF7-9117-98663D78BB86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25A67-FA26-8BFA-E511-E248217ACDCD}"/>
              </a:ext>
            </a:extLst>
          </p:cNvPr>
          <p:cNvSpPr txBox="1"/>
          <p:nvPr/>
        </p:nvSpPr>
        <p:spPr>
          <a:xfrm>
            <a:off x="519612" y="762632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A6667E-405C-A663-69A2-9A140DDBA38E}"/>
              </a:ext>
            </a:extLst>
          </p:cNvPr>
          <p:cNvCxnSpPr>
            <a:cxnSpLocks/>
          </p:cNvCxnSpPr>
          <p:nvPr/>
        </p:nvCxnSpPr>
        <p:spPr>
          <a:xfrm>
            <a:off x="941940" y="1224297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235FDDB-7F28-25A1-193B-4277B036D29A}"/>
              </a:ext>
            </a:extLst>
          </p:cNvPr>
          <p:cNvSpPr txBox="1"/>
          <p:nvPr/>
        </p:nvSpPr>
        <p:spPr>
          <a:xfrm>
            <a:off x="10729079" y="551940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( 1 &lt; 3 -  1 )</a:t>
            </a:r>
          </a:p>
        </p:txBody>
      </p:sp>
    </p:spTree>
    <p:extLst>
      <p:ext uri="{BB962C8B-B14F-4D97-AF65-F5344CB8AC3E}">
        <p14:creationId xmlns:p14="http://schemas.microsoft.com/office/powerpoint/2010/main" val="106416363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61AB-E395-3AEA-9CF2-E97F8549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13DDF5-BCCE-AF06-5D21-C4E19A4828E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D36569-C71F-4022-725E-0895A2721BAB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9DC5B3-7832-40AC-22F3-B440962DAE0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8F3A2B-2925-F8D4-4AE6-255CDF43AB3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ED0710-2E7B-1F81-04DF-DD79DD187517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B5CF66-005A-2F25-8946-FB25F34A890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3510D7-27D6-73AB-A07B-DE9F3A96FD1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5CB2EA-56C9-DBCE-C360-F5B5DE01350C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55F00C-24E4-32C7-C131-C49F4224A9D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EC2825-7AE8-EBC8-2D56-8A0268B24160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F978A8-220F-FA1A-414A-2E58000DC1A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CA97226-F497-2F6F-4755-AD29818C3CBB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336B30E-D447-F6B8-68C7-9AA16539F9F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B30B26-E1BA-FB4B-F6AB-BFDE28621AF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B5E9FD-1AE1-C576-B3CC-81C9F34DF992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0A664C-383B-E254-85D8-9681EB9CF578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C82E8-690C-7708-F592-7B2F6E9B69A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208C42-DE24-DCF7-B56E-490BEA77C95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B00358-EEFF-4727-C6F1-17CE82A38B6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6CBDB34-C36E-10B3-73F5-6351310F54D9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81DD92-0CD9-8EA2-DD79-57DC22B9D518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17B1251-327A-59AE-733B-F987321EF4B9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71423A-CABF-97BC-42E7-7A1730FA3255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0BC750-93CE-F0EB-404C-2ED0EAB28ED0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DD9D51E-8633-945C-CAFD-7E802E5E07E2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700DF1-2E8F-6BB8-5EE6-859741CEC72D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3B2349-8C2C-C043-83F6-80D3C8B96917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B80A700-2794-9B14-DFFE-52041CEF7166}"/>
              </a:ext>
            </a:extLst>
          </p:cNvPr>
          <p:cNvSpPr txBox="1"/>
          <p:nvPr/>
        </p:nvSpPr>
        <p:spPr>
          <a:xfrm>
            <a:off x="10729079" y="551940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( 1 &lt; 3 -  1 )</a:t>
            </a:r>
          </a:p>
        </p:txBody>
      </p:sp>
    </p:spTree>
    <p:extLst>
      <p:ext uri="{BB962C8B-B14F-4D97-AF65-F5344CB8AC3E}">
        <p14:creationId xmlns:p14="http://schemas.microsoft.com/office/powerpoint/2010/main" val="169834480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DA5C-1EB8-6F39-2A07-3529DAE2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EAB0AE-8A1B-89B1-E572-0EA1B50760E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79029B-5A01-AD90-A8A1-911DA36030D0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BFF5EF-0BED-BBBE-ED36-92F601FED68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A095CD-2C51-F217-E7C8-B9AB593405F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45FE35-7CC8-A7DC-1FB2-02BFC5D8373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01D8B5-204C-291F-061C-667FF93B240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0464C6-BCAE-2EFB-EFFC-2797FE5BFF25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19F35B-BFCA-29A6-4D78-92895C15C37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C9ED14-17DC-44C0-8CF1-E679E7B7A126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BF20EC-3A87-39ED-2235-3C1B21663AF1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ADBA08-2AD4-CFBC-4D1F-C1DA68AC24F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9D532BD-4497-4D4E-C7F1-C1A916C616D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56EB13D-2E9E-9349-77D2-12B4A63886A5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165D17-C876-A116-67F9-E87021CD9E21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E4EADF-CAB0-CDAB-86C0-B5464106A095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CBFB21-121E-9F52-A035-9AADEB6184F4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0C778-2289-97CB-11B9-D19326B25FB9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FEFFF1-E8E9-5B8B-C9AE-1704E6639A22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928C66-9F78-6DD2-FC52-F07683B0FB2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3A2612-56E3-4B40-7EBE-F4A743E18A9F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7D45F9-490B-278A-5A17-B1ED0BC4095F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ED1D6A-B2ED-7805-0943-DE42EE0E917B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0AB517D-0B0F-13A0-EA80-2A5749F79E3D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A55637-507D-044F-43AD-08ED2CE0E3F3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3A50EED-AAD0-D8D9-C3FA-C43DAA08AC70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58449-44AA-CC9D-324E-B06FBEFC1317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96785C-E70E-0CA8-67DE-8470CAB4EBFF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842C78-2EF7-1D27-1D89-2B54E0245153}"/>
              </a:ext>
            </a:extLst>
          </p:cNvPr>
          <p:cNvSpPr txBox="1"/>
          <p:nvPr/>
        </p:nvSpPr>
        <p:spPr>
          <a:xfrm>
            <a:off x="10729079" y="551940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( 2 &lt; 2 -  1 )</a:t>
            </a:r>
          </a:p>
        </p:txBody>
      </p:sp>
    </p:spTree>
    <p:extLst>
      <p:ext uri="{BB962C8B-B14F-4D97-AF65-F5344CB8AC3E}">
        <p14:creationId xmlns:p14="http://schemas.microsoft.com/office/powerpoint/2010/main" val="34157670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A214-4EC1-030E-7D48-A74EE9C7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4D7523-3AE3-6FB7-E57D-2E741895B23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85A5D3-2B5F-5EB5-1FF5-39F4131E26FE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62AAB1-A52C-A11F-6E2B-860FA705FD3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F13015-ED68-8871-64F2-75FA9F42C57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EAA6BC-7637-2956-B839-1DA25E13AD3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EE0141-12FB-D44A-FEF1-4B7E355E74F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FF3D61-B4F0-E20C-D479-D21B5E5F2A2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DC1B53-CE0C-20CB-992B-00A1E6E0A854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BD6D25-FEC7-7268-829D-E85ADC7D767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E529DC-E1B7-CAEC-6A13-F819EF27C37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7E6F9-6397-B4E5-B4B2-B78520F7E8AF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A3EBB2F-3392-148D-CD1D-F33C8A3AEA21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D207411-B8F0-0371-1598-CCC09B7E8F1F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3FCE91-9DAA-A796-7934-BA294CC46329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9733EA-8670-0DED-6E5D-61C7B28BF19A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4AEDE-C931-0AAF-25F3-F518E9E5753B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3D027-CB36-E453-CB06-4A78348B0521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738462-066F-4901-66AE-88C6E122F4A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EEDF04-060D-D8BD-9134-E192E64A27B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858C51-10D1-307E-8709-D8205CC07E1B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A9E308-9A41-259C-01EF-90A2C95584C1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06B132-0EAB-D0CB-0819-59ECBA82E84B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FBA5D5F-D1A9-F0A9-7921-2A52F19DDB20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B767160-7639-61FD-5B38-AC376066412B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A7DC26B-3915-629B-6E26-E5E89B8937B1}"/>
              </a:ext>
            </a:extLst>
          </p:cNvPr>
          <p:cNvSpPr txBox="1"/>
          <p:nvPr/>
        </p:nvSpPr>
        <p:spPr>
          <a:xfrm>
            <a:off x="8214360" y="5249590"/>
            <a:ext cx="5836920" cy="2308324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        Node*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 = temp-&gt;next;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temp-&gt;next = temp-&gt;next-&gt;next;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delete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;</a:t>
            </a:r>
            <a:r>
              <a:rPr lang="en-IN" sz="2400" i="1" dirty="0">
                <a:solidFill>
                  <a:schemeClr val="bg2"/>
                </a:solidFill>
              </a:rPr>
              <a:t>              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7A923-12BE-155D-72D2-C7837035AE89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F2FEB5-4BF5-B176-08F2-68FFDC1631F8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8380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B32AC-84F0-F622-3CF4-283274B4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5C8491-68A1-F2A2-A348-16F8453939A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E71640-B0A9-5C55-3587-0E68CE202D7E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2CE7E9-E17A-2495-C6D4-ECF55D3F881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872081-2887-09B1-C55A-BDFDD5C5E86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9EF36A-0385-ED53-AAAD-719071E1883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1D4B95-726E-4007-0114-2A04EEDE6AE8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5D43C7-74A9-46CC-3EA7-F75122B0A0E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57102B-8729-F88A-3674-E4AF5E7AD56E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F9B6C4-C4A9-5ABC-49BB-35C785066641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807020-3A54-AE6C-0DF3-AB770A58EC7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943FCF-D416-BB72-EDA0-C486BD21824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998E75B-9740-DA99-2863-9F62C0068F9D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B036D29-1D26-326B-026D-E8A75F6C65FD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083B7B-63D7-C095-058B-C09352BF2F45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AFAC2-B602-5E2B-5DE6-95486D4F0D5F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14E8D2-216E-422E-84EF-8A865C706A4C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7283D-D214-23F5-DF80-BD135CE1223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D7EF3E-E662-2E02-3135-7195D2B17756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B06243-D7BE-1160-4CC7-FCE9C4044559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42DD879-B70B-F993-4B44-2ADD0BEE77D6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EBAB82-7FCD-8319-4F1F-9A0B58D43A4C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2951D33-4D5D-114A-7F11-EC25535103BE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D7EB63C-2DA5-0AC2-F325-F83FE466325D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EDA03E7-C4C8-6261-AD97-5F33F614316D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38283D3-85EE-D74D-1082-2B48BC4A77C3}"/>
              </a:ext>
            </a:extLst>
          </p:cNvPr>
          <p:cNvSpPr txBox="1"/>
          <p:nvPr/>
        </p:nvSpPr>
        <p:spPr>
          <a:xfrm>
            <a:off x="8214360" y="5249590"/>
            <a:ext cx="5836920" cy="2308324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        Node*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 = temp-&gt;next;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temp-&gt;next = temp-&gt;next-&gt;next;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// bypass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delete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;</a:t>
            </a:r>
            <a:r>
              <a:rPr lang="en-IN" sz="2400" i="1" dirty="0">
                <a:solidFill>
                  <a:schemeClr val="bg2"/>
                </a:solidFill>
              </a:rPr>
              <a:t>              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C1F223-8F18-2DE7-A36C-A7DDF8B7A53F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3A54A2-34F5-A23B-2480-6BB8C514C54B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18F6DD-B533-9DE9-CA98-012A0DA9A8CD}"/>
              </a:ext>
            </a:extLst>
          </p:cNvPr>
          <p:cNvCxnSpPr>
            <a:cxnSpLocks/>
          </p:cNvCxnSpPr>
          <p:nvPr/>
        </p:nvCxnSpPr>
        <p:spPr>
          <a:xfrm>
            <a:off x="5143424" y="1316163"/>
            <a:ext cx="0" cy="44453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2D528A8-A8E2-8B6D-184B-314D854F4997}"/>
              </a:ext>
            </a:extLst>
          </p:cNvPr>
          <p:cNvSpPr txBox="1"/>
          <p:nvPr/>
        </p:nvSpPr>
        <p:spPr>
          <a:xfrm>
            <a:off x="4295727" y="900700"/>
            <a:ext cx="1862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deleteNode</a:t>
            </a:r>
            <a:endParaRPr lang="en-IN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01652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C82E-E2E5-A0F4-47B5-BCD14EF8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B8421D-15D4-8833-6493-3F754EDB5DA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9E16C0-F459-5106-95C6-1BC871865F74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FBE750-E5CF-9124-08AE-76F10A8FF84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AEEF49-CD5C-E496-67DD-5D793C90D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696338"/>
              </p:ext>
            </p:extLst>
          </p:nvPr>
        </p:nvGraphicFramePr>
        <p:xfrm>
          <a:off x="11549910" y="12003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FEC14-570D-6D94-A881-CC48645B054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2379DA-18BF-81AB-76F2-285609AE0DFB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F763ED-EDFF-696F-3DB8-037DD1555EE9}"/>
              </a:ext>
            </a:extLst>
          </p:cNvPr>
          <p:cNvCxnSpPr>
            <a:cxnSpLocks/>
          </p:cNvCxnSpPr>
          <p:nvPr/>
        </p:nvCxnSpPr>
        <p:spPr>
          <a:xfrm flipV="1">
            <a:off x="3462180" y="2482882"/>
            <a:ext cx="3212940" cy="304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3104E8-B227-64BB-5045-5E2C6A6AB8A4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9A7CE8-73C3-A658-EEBA-A8CCB53E3E74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4E85B1-C465-7F6D-7DDA-2355511B16E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913D5F5-316C-B904-0932-3866CC8234C3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73BFC11-76CD-815A-C696-04570B811EF0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94CC58-C644-38AE-565A-73AA452477B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18BF87-0FD9-8846-4E06-86B438C098A3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C6F434-0A1C-24ED-294D-2F8BE7CE400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D6D78-FFEC-50D6-970F-C833E8B9F00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2CF6A7-9F82-B891-64D4-DD1503ABAEC4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53A7D0-3FFA-E72E-4929-FB57C84854DA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AD3381-3B68-376F-DBFD-7FBC2A0177A4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1C7F25-09E7-2218-798A-29299D1C7636}"/>
              </a:ext>
            </a:extLst>
          </p:cNvPr>
          <p:cNvCxnSpPr>
            <a:cxnSpLocks/>
          </p:cNvCxnSpPr>
          <p:nvPr/>
        </p:nvCxnSpPr>
        <p:spPr>
          <a:xfrm flipH="1" flipV="1">
            <a:off x="11412750" y="9890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AC653C-12EC-BFC8-EBF1-95EB22FAD6F8}"/>
              </a:ext>
            </a:extLst>
          </p:cNvPr>
          <p:cNvCxnSpPr>
            <a:cxnSpLocks/>
          </p:cNvCxnSpPr>
          <p:nvPr/>
        </p:nvCxnSpPr>
        <p:spPr>
          <a:xfrm flipH="1">
            <a:off x="11504190" y="19949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8CE298-5408-8070-A8AC-572757A63FE0}"/>
              </a:ext>
            </a:extLst>
          </p:cNvPr>
          <p:cNvCxnSpPr>
            <a:cxnSpLocks/>
          </p:cNvCxnSpPr>
          <p:nvPr/>
        </p:nvCxnSpPr>
        <p:spPr>
          <a:xfrm>
            <a:off x="11397510" y="10500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726B7D-A170-1250-8E12-6FE085F25415}"/>
              </a:ext>
            </a:extLst>
          </p:cNvPr>
          <p:cNvCxnSpPr>
            <a:cxnSpLocks/>
          </p:cNvCxnSpPr>
          <p:nvPr/>
        </p:nvCxnSpPr>
        <p:spPr>
          <a:xfrm>
            <a:off x="13287270" y="10652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EF0FD82-E681-5EEE-0ABF-882C15DF255A}"/>
              </a:ext>
            </a:extLst>
          </p:cNvPr>
          <p:cNvSpPr txBox="1"/>
          <p:nvPr/>
        </p:nvSpPr>
        <p:spPr>
          <a:xfrm>
            <a:off x="8214360" y="5249590"/>
            <a:ext cx="5836920" cy="2308324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        Node*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 = temp-&gt;next;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temp-&gt;next = temp-&gt;next-&gt;next;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// bypass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delete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;</a:t>
            </a:r>
            <a:r>
              <a:rPr lang="en-IN" sz="2400" i="1" dirty="0">
                <a:solidFill>
                  <a:schemeClr val="bg2"/>
                </a:solidFill>
              </a:rPr>
              <a:t>              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BC4BF-5576-F932-8531-ABF5213C01A2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1EDB33-59ED-95CB-24E7-E8C5F5AB1896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1708E31-C551-362A-9809-93A43374C757}"/>
              </a:ext>
            </a:extLst>
          </p:cNvPr>
          <p:cNvCxnSpPr>
            <a:cxnSpLocks/>
          </p:cNvCxnSpPr>
          <p:nvPr/>
        </p:nvCxnSpPr>
        <p:spPr>
          <a:xfrm>
            <a:off x="12334694" y="415463"/>
            <a:ext cx="0" cy="44453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66A74E5-98F4-C89B-BE65-EE23C4E1EF51}"/>
              </a:ext>
            </a:extLst>
          </p:cNvPr>
          <p:cNvSpPr txBox="1"/>
          <p:nvPr/>
        </p:nvSpPr>
        <p:spPr>
          <a:xfrm>
            <a:off x="11486997" y="0"/>
            <a:ext cx="1862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deleteNode</a:t>
            </a:r>
            <a:endParaRPr lang="en-IN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7261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D6C5-65AD-0484-D0F5-21861C0E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E14DBA-6EFF-8E69-A1B7-8E596A65F1C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A0D27-40A1-C454-4464-0DDBBE74E89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2E661-0619-85CC-F8A1-A0AE01EA546B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EC36B1-D259-6B4B-83CE-BD2F9BECE97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212D20-951F-CBA6-8247-B3E5A25309A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F41471-CEAC-281D-8722-BE126A4B5124}"/>
              </a:ext>
            </a:extLst>
          </p:cNvPr>
          <p:cNvCxnSpPr>
            <a:cxnSpLocks/>
          </p:cNvCxnSpPr>
          <p:nvPr/>
        </p:nvCxnSpPr>
        <p:spPr>
          <a:xfrm flipV="1">
            <a:off x="3462180" y="2482882"/>
            <a:ext cx="3212940" cy="304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772745-241A-0AB7-15C8-F3DCE120023C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7DF3DD-286E-EC60-8DEC-DC65EF139572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269C72-7614-A499-231B-8ACD2C10948A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0DD770E-2265-EABF-EFE0-C98970E9E180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24F91B5-927F-3E56-6CCF-EBBD80B50413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71AB45-42EF-F7D2-7EFE-C9F10CA40C96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2268D1-4FF4-EDEB-A6FE-66E2EB0CAD2D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452372-98C6-17A4-D1CD-3E0DDB9E8C06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149F6-DDB0-47CE-0F59-F57F71C332C2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FDE990-B0DB-2A9E-0D09-A710DC53A2A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C7D331-BD63-5C5B-2517-A6D47684BBBD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0AF3C1-8C23-4EBF-ACE9-ED2B39F4DC44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51CDDA-DA2E-86D1-0F82-B590816FC550}"/>
              </a:ext>
            </a:extLst>
          </p:cNvPr>
          <p:cNvSpPr txBox="1"/>
          <p:nvPr/>
        </p:nvSpPr>
        <p:spPr>
          <a:xfrm>
            <a:off x="8214360" y="5249590"/>
            <a:ext cx="5836920" cy="2308324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        Node*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 = temp-&gt;next;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temp-&gt;next = temp-&gt;next-&gt;next;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// bypass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delete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;</a:t>
            </a:r>
            <a:r>
              <a:rPr lang="en-IN" sz="2400" i="1" dirty="0">
                <a:solidFill>
                  <a:schemeClr val="bg2"/>
                </a:solidFill>
              </a:rPr>
              <a:t>              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4020A4-6706-F84B-FE54-DCAF702AD2B9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5969BC-48AE-2F8F-8FEF-0D242DAAC77A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87189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4B42-DE5A-A2E1-B53D-D1E0C445F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1E2378-9D4C-4C21-4BFC-2283EDCF3CD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1B9ECD-1D81-B1D7-7CDB-239E82908863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5FBFD9-287B-0D02-096C-1818524EF5F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CA1D5B-844B-E90A-977A-EF0E707FD94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A95922-EAC0-8463-8A52-57329FCB067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A305CC-457B-D082-1CEB-C0F76DC6036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9D9CFE-3822-E651-98EF-E816EFB57B5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743E8F-B7E5-7448-5DBA-D1E0DEB15615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F5A975-2B20-B36C-5BBA-907A3B1EA16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CAF8A6-0A57-8F49-7E8F-3837F1064F49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16B732-31C2-CE74-3282-8DE6BF33251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5BD0BD5-479D-3880-D352-7D129F7210B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3D05124-F874-C517-8F84-B6E69DB2E71E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8D06FC-9806-A496-3FE9-C446C8DC9EE8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8BECA7-53D3-F9CB-67DE-B06196BFEAA0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EC0D5E-21D9-4B5B-26EA-9510870514B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1BBF8-210E-20D4-4E85-9827C634D051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A43599-6AB9-D481-2311-310D487865EB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A573A2-0BD3-D4C0-2E31-09D5D2237518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27311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CB016-154F-6BE2-0316-F54333E4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52834E-B9D0-92C4-08E9-BE42AD46E11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7404A-041D-A938-409A-891B2031EE1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1B3DAF-4A53-4699-6008-43556FC97AD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84AF7A-0B08-2A7E-ADE6-60F49CF58E5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E34419-9EA4-447F-8A79-7198BCE199F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8EED1D-A0CA-9ACE-4912-908F4CD6B6A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07230C-3D8F-F1CE-D093-751FBCCD7DB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73851A-D1DF-9620-22B7-F74B0CDE4542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EECA30-7D92-562A-A7FD-29E9F77E3087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5DFBEB-D5AF-2EFB-4FC5-6EA4AE6B66A2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DD0729-5E73-E825-F504-580A3D04D0C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353B3F2-73A0-68BA-D290-45DA0492DBB1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852076F-A280-4320-1339-62B97B6CE6A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46C5AC-B9A5-6481-2C86-F5F71CFB0FD8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41F8B8-E596-F122-70B0-D3813E686199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7641B2-A00F-2C2B-4BB0-6B76D688E7B8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2731B-FAD5-BFCC-A3FB-31B1A04CDB54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C5F583-A927-A487-8B37-4F2F2E20C352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2DD6D8-2741-7D52-6906-4F0A688A553B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BEC1D5-DC8E-10A6-9539-7C9BBF9DFB01}"/>
              </a:ext>
            </a:extLst>
          </p:cNvPr>
          <p:cNvSpPr txBox="1"/>
          <p:nvPr/>
        </p:nvSpPr>
        <p:spPr>
          <a:xfrm>
            <a:off x="519612" y="855255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DB5855-238D-0FA7-4F70-306D11FCFB8B}"/>
              </a:ext>
            </a:extLst>
          </p:cNvPr>
          <p:cNvCxnSpPr>
            <a:cxnSpLocks/>
          </p:cNvCxnSpPr>
          <p:nvPr/>
        </p:nvCxnSpPr>
        <p:spPr>
          <a:xfrm>
            <a:off x="941940" y="1316920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41964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0643-2FC1-4EE1-356F-8EB44FAB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E07369-D34D-E51C-F890-C021569ABD2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8AAA2F-D847-9793-5B9C-E6EE0DCA706F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C3557A-D91A-F649-E20E-A748D98ABA9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9AB728-CDFB-134E-ABB5-B2423B57661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EE9892-DED8-0BD2-FF46-0C9D126C9B1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1B49-99DD-3F5B-C5A4-7F2C1A4057E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AD70BC-B7EF-223A-5A75-D08E94DFA20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D3D99A-041B-66A2-A38B-C46683C94E77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4F1A14-60AE-B0B5-C803-568BA6A82E8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2D131B-7188-9198-6C6D-3F44E0461B0E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BDAF44-6416-EA0D-FBBB-2A1056A2E9C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1ADEB61-2314-DD63-C8C7-63A15C30F873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97BDD09-165D-4781-32F3-F3E2B435DA4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ED430A-7826-CF3E-E30A-123CDBF565D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77ED55-DAEF-E0FA-73E8-0B1B79F1CCBD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AA3C46-6C6B-C8FD-9120-0198AFF9C19A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5E298-F896-100F-EC0D-E0259204F6C4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67D18B-ACA3-2959-7094-FC245ED21AC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887F79-1701-A3DD-1F18-83C09A0AE295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72208F-1C10-4D5A-2E6D-ACE3BD46C1F1}"/>
              </a:ext>
            </a:extLst>
          </p:cNvPr>
          <p:cNvSpPr txBox="1"/>
          <p:nvPr/>
        </p:nvSpPr>
        <p:spPr>
          <a:xfrm>
            <a:off x="519612" y="855255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E1A974-2F20-D2D5-E4F6-274F302E1B83}"/>
              </a:ext>
            </a:extLst>
          </p:cNvPr>
          <p:cNvCxnSpPr>
            <a:cxnSpLocks/>
          </p:cNvCxnSpPr>
          <p:nvPr/>
        </p:nvCxnSpPr>
        <p:spPr>
          <a:xfrm>
            <a:off x="941940" y="1316920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670EE7A-F574-C4F9-CEF9-238DB2BBAFDD}"/>
              </a:ext>
            </a:extLst>
          </p:cNvPr>
          <p:cNvSpPr txBox="1"/>
          <p:nvPr/>
        </p:nvSpPr>
        <p:spPr>
          <a:xfrm>
            <a:off x="8194200" y="4919244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60835027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4320-3910-B269-0FF8-D8B108F5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1F67B9-23AD-1ACC-BF44-BB423FD8DE4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C8E14-28FE-A986-AD12-AAA0EB08A4EB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89C36F-B9F8-5DA2-5075-5F75F32C216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CA130F-C26A-CF4D-CCAB-A8A3E8DADD6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F8D9B8-0A06-0488-4A2B-18D2C1FD657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315F75-FB73-48D8-B405-A9EC39DB27E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D153BC-EB15-45B8-90C3-5DF94C1D4367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C42327-B7CE-338C-5FEF-C6201F7D0582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B1C07F-12AF-6984-D2D2-C6AB35499A65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226060-4D4B-B764-EBB9-AABDD439F931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A1D656-ACB7-16BB-D443-5A946A91EE61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D1EE658-E94C-DA90-800F-BC1AE473B92D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F036F7F-990D-4C15-DD2D-775C31FD074A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E4E1A7-F242-AA5B-8DB6-E51F90EA5843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52CEB-5C88-0C53-E1B2-973C026665BC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795CA8-9D0D-1932-A589-4C28D23F0A30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6E081-9FC2-43E1-D7A3-484304F49A6C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9A301B-D29E-E4B2-B91B-2D7FFD6C501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242534-367B-1578-2409-2ED25D820A95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C79B17-9229-5AA1-0979-CE396956FB09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30C732-F3B5-E109-5C56-B229BDBF3DBC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A0D0B94-3E19-0BFE-F7D9-1F7C089ED55C}"/>
              </a:ext>
            </a:extLst>
          </p:cNvPr>
          <p:cNvSpPr txBox="1"/>
          <p:nvPr/>
        </p:nvSpPr>
        <p:spPr>
          <a:xfrm>
            <a:off x="8194200" y="4919244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3059261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E4026-6B02-ED21-7E92-8E2DAE23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A368DE-B4B5-0F04-BE49-11B49B5EC41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4D6818-11E6-197D-B726-E5C6C952EEF0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09C86C-FE5D-AE7C-A1C4-742F5B8DA75B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219A34-778C-DD7D-9282-5C1FA872891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7BA65A-0D07-D09B-2EAE-2D56534AFAB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FA3323-2254-6B85-C0BA-3A30991A74C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0A0D46-3C77-E6DE-84C5-884BB2334969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88DA7E-32FF-6FD3-80A5-093208A58463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084B8B-20CF-3DB5-757B-9C81CFF4C725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3A890E-DAE1-E4F1-0594-C895FE38B8A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EFB24F-DE71-4236-A47C-424944F98AA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C861C42-ABA4-3AE4-A8E1-CFDC55B3D0DA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B6CD0B2-1C7B-EB69-06D0-7D8F955C0F00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D22EA-95DA-B189-FBCA-09297D119853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145ED2-E750-6BB8-A1E2-139B514CEB4B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67B0B8-E83E-77AE-CCC6-8BA5C3136AFD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DA04C-A003-E048-8AAE-AC319233409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C5AC06-FF51-1CC4-BF98-B33A7ABF0584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1C8777-4DB3-A591-2AF4-7C2EC88646A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01E084A-4E51-02D2-9F04-BCB4969A2900}"/>
              </a:ext>
            </a:extLst>
          </p:cNvPr>
          <p:cNvSpPr txBox="1"/>
          <p:nvPr/>
        </p:nvSpPr>
        <p:spPr>
          <a:xfrm>
            <a:off x="4655869" y="931995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E2259B-F0A6-6686-65F3-85E9FF73D7DD}"/>
              </a:ext>
            </a:extLst>
          </p:cNvPr>
          <p:cNvCxnSpPr>
            <a:cxnSpLocks/>
          </p:cNvCxnSpPr>
          <p:nvPr/>
        </p:nvCxnSpPr>
        <p:spPr>
          <a:xfrm>
            <a:off x="5078197" y="1393660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BC69D8-EC12-62E1-4298-D272EE1C13CE}"/>
              </a:ext>
            </a:extLst>
          </p:cNvPr>
          <p:cNvSpPr txBox="1"/>
          <p:nvPr/>
        </p:nvSpPr>
        <p:spPr>
          <a:xfrm>
            <a:off x="8194200" y="4919244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23075209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DB8C-31A6-0001-869E-8DF46854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D2F296-65BC-1FC4-7377-2EBE4886746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215C6F-60E6-F30B-8C0B-BF48169D32FD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BF55AB-3AA4-8160-DE02-533C4B383F3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99C0B9-BA56-DE74-A281-230AFA56E1B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C14512-C560-B2CB-CA21-E2E2F369DB1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510AE9-1A4C-6EF0-0CB4-7676C6D13A9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0C3AAC-8B2C-B93A-FAB2-7A687B97D93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4B1C9F-BF47-3F08-D17D-0D96AEC36EE2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E5674A-26F5-63AD-A441-538F20FC07B7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AB6A1D-F98D-6102-1124-FA39B187FD5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BB6EF4-5A1C-AC8B-AFE1-DBB1082FE2E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C422F2E-46C1-3343-7837-76D2C8D0F25A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AB4968E-3BFD-A5DC-3AC1-54DE13B4A96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382DC8-43F7-34DE-6EB9-856EFCEB7982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4ACF36-C0AB-4962-C963-537C4F38A064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77E515-8F54-ABAE-77C1-B3E32C166D20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A238D-2B53-CCB2-9650-A139D1675AF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48BAA9-C6CE-AA6B-8668-955128277ABE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899BF3-6EB4-DF12-B5FB-DE50CFDFF52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F37C6D-1788-7972-1374-2F7AA585A433}"/>
              </a:ext>
            </a:extLst>
          </p:cNvPr>
          <p:cNvSpPr txBox="1"/>
          <p:nvPr/>
        </p:nvSpPr>
        <p:spPr>
          <a:xfrm>
            <a:off x="6874692" y="810660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728F09-0D90-2620-C19E-7CFA9562CEB1}"/>
              </a:ext>
            </a:extLst>
          </p:cNvPr>
          <p:cNvCxnSpPr>
            <a:cxnSpLocks/>
          </p:cNvCxnSpPr>
          <p:nvPr/>
        </p:nvCxnSpPr>
        <p:spPr>
          <a:xfrm>
            <a:off x="7297020" y="1272325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8DE323-3E4D-78E7-7209-A94232D8491C}"/>
              </a:ext>
            </a:extLst>
          </p:cNvPr>
          <p:cNvSpPr txBox="1"/>
          <p:nvPr/>
        </p:nvSpPr>
        <p:spPr>
          <a:xfrm>
            <a:off x="8194200" y="4509446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8154163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AFA1-2505-4803-2F54-9D53F0E1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2FB024-3E7C-27F1-1349-9C402F76983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926267-C0A6-174B-76E1-8B7AA75A84E1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D3BE13-E6B7-8F1C-ED9F-312D3B82483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269573-AB23-815B-9FBC-701AE71CD1F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7FD2E9-F6E9-6593-9D52-47D5129AE05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0A843C-10C8-FFCC-10B5-D39B0B21A5D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3A172D-1862-E3A1-EC0D-644513D1DC6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BA3A1C-321A-457C-1990-14FBE58DBC1B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33470B-AD32-DD3A-F42D-11908E9E3B6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4F11E0-F2AA-50C5-742B-8949747281F0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1EF78F-183A-2385-B5D8-5A517BFCCCA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4B198A1-9678-0630-9186-399A7648E0BC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66522E7-85A8-9097-EE0E-FDA054FD4A92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D7A230-6E7E-102F-AD1F-1981E7D8906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281A1A-24A9-34CC-38A6-B7581019105E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87C6A5-948A-B2F7-17D2-4F5EB62775FD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B90C9-2D0C-6FB5-1EB2-03B0215DF0B8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81EDFE-E9AE-4A73-1E15-B59A14CBF2A2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CF4787-BED2-B38D-1D74-703F7B853A9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1CDDF1-4392-3DA6-6A4A-C48F0B56202B}"/>
              </a:ext>
            </a:extLst>
          </p:cNvPr>
          <p:cNvSpPr txBox="1"/>
          <p:nvPr/>
        </p:nvSpPr>
        <p:spPr>
          <a:xfrm>
            <a:off x="6874692" y="810660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FEB0D6-2CAE-5825-B185-46ADED1C1C47}"/>
              </a:ext>
            </a:extLst>
          </p:cNvPr>
          <p:cNvCxnSpPr>
            <a:cxnSpLocks/>
          </p:cNvCxnSpPr>
          <p:nvPr/>
        </p:nvCxnSpPr>
        <p:spPr>
          <a:xfrm>
            <a:off x="7297020" y="1272325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20F5C9-AB9B-C28B-B039-1AA6D0BDF4FB}"/>
              </a:ext>
            </a:extLst>
          </p:cNvPr>
          <p:cNvSpPr txBox="1"/>
          <p:nvPr/>
        </p:nvSpPr>
        <p:spPr>
          <a:xfrm>
            <a:off x="8194200" y="4509446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1E819-748B-2140-8A3D-8E25B041025C}"/>
              </a:ext>
            </a:extLst>
          </p:cNvPr>
          <p:cNvSpPr txBox="1"/>
          <p:nvPr/>
        </p:nvSpPr>
        <p:spPr>
          <a:xfrm>
            <a:off x="8194200" y="5891778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Node*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 = temp-&gt;next; 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temp-&gt;next = NULL;            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delete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1168363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9EDA-FEE0-8589-A1FF-7B05827C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ACDFB1-E1F5-D9A3-8280-23A681387AF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E991DF-F37C-D498-0281-2D8393384A89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7A1CAE-9C50-33EE-5E00-301772070AD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7E2F9D-ACA4-BF9B-6E97-DE722A836BF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779C25-99AF-308E-8F87-F5B51B48DA8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E0672B-5D77-192D-8C87-D24374E17EF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24D086-DE66-2134-3B6A-527E412F06D2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21E941-D84A-D5C9-8548-66D5D48C6C14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D7A69C-043D-57B8-843C-9A1444E7398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CCEA521-E423-AF5B-BCD4-70283B236E16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C5EC3D-56E5-8094-9C89-52A7C5943BB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CE96A3F-5559-3F9A-ADB9-FDD5DBE37E88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CE94FEE-16D6-70B3-36FE-DF8B392F7BD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4DA1BB-8AA4-155B-CF42-24B42D9B06F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79EA7E-7491-2CE5-00F0-72285E49326B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6375E1-673E-D0DD-9934-6201F4D7D9E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1CA8E-3B86-8319-D0FF-859661CAF5B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BCD3D9-B371-BEAB-08D0-08D87F4D67EF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E99994-6F74-5750-D228-C72C6596B12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64A7E95-4CF1-9F1C-7C4C-EC4C14144323}"/>
              </a:ext>
            </a:extLst>
          </p:cNvPr>
          <p:cNvSpPr txBox="1"/>
          <p:nvPr/>
        </p:nvSpPr>
        <p:spPr>
          <a:xfrm>
            <a:off x="6874692" y="810660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38E2B7-5823-7054-1888-758BDF5EBA7D}"/>
              </a:ext>
            </a:extLst>
          </p:cNvPr>
          <p:cNvCxnSpPr>
            <a:cxnSpLocks/>
          </p:cNvCxnSpPr>
          <p:nvPr/>
        </p:nvCxnSpPr>
        <p:spPr>
          <a:xfrm>
            <a:off x="7297020" y="1272325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46AAEB-E847-B53F-A9FC-140FC4E2F639}"/>
              </a:ext>
            </a:extLst>
          </p:cNvPr>
          <p:cNvSpPr txBox="1"/>
          <p:nvPr/>
        </p:nvSpPr>
        <p:spPr>
          <a:xfrm>
            <a:off x="8194200" y="4509446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E7F73-CEBF-90A5-7D65-D4F55ED6B050}"/>
              </a:ext>
            </a:extLst>
          </p:cNvPr>
          <p:cNvSpPr txBox="1"/>
          <p:nvPr/>
        </p:nvSpPr>
        <p:spPr>
          <a:xfrm>
            <a:off x="8194200" y="5891778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Node*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 = temp-&gt;next; 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temp-&gt;next = NULL;            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delete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CCAEE-AB75-5F6C-3759-4B8D4C056B5C}"/>
              </a:ext>
            </a:extLst>
          </p:cNvPr>
          <p:cNvSpPr txBox="1"/>
          <p:nvPr/>
        </p:nvSpPr>
        <p:spPr>
          <a:xfrm>
            <a:off x="8737151" y="931995"/>
            <a:ext cx="164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FF00"/>
                </a:solidFill>
              </a:rPr>
              <a:t>lastNode</a:t>
            </a: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1960ABB-6795-C21A-AB37-184EF10ADE24}"/>
              </a:ext>
            </a:extLst>
          </p:cNvPr>
          <p:cNvCxnSpPr>
            <a:cxnSpLocks/>
          </p:cNvCxnSpPr>
          <p:nvPr/>
        </p:nvCxnSpPr>
        <p:spPr>
          <a:xfrm>
            <a:off x="9445183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08408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43786-32DA-6CA4-2D77-75B31358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0B7864-AB28-A490-305B-5E4EFAD45BD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A3F3A-BF08-5B32-212F-1B694C9B6E69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8997DE-BFDD-3B63-1318-B577069664C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F16C46-AC52-00A5-E6EA-C003DD97AD9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4B083E-5F4F-2186-F9A5-88398E98D3A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DBAC23-329C-5090-0F2D-2FA5EC1C34E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120A09-6EDC-4E18-05CA-F8AF3EB5332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0516F9-1C61-5F3D-8388-7E3D5A59AD6A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2"/>
            <a:ext cx="3263535" cy="152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3EF2CB-EDFB-8340-DEF8-90553E39E189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8683353-186B-B5A2-2125-73482A788BBC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F6092FE-22DC-D354-6961-74CAA52EFC7A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3EFB0D-E8C0-BD24-C8B0-54C3CF6324E1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B8716-8B1E-4B17-B5B6-2296D7D2509B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B97F16-B8DD-C6BC-C023-19A0653D478B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A2456-00F3-64B0-1872-050172503202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6A0DD5-16DD-5D7F-E8CC-36727BC78B8B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B6ABE3-B141-5CF3-ECD5-53598F57B67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CD749B-A3A5-A101-49EE-6252B872ED93}"/>
              </a:ext>
            </a:extLst>
          </p:cNvPr>
          <p:cNvSpPr txBox="1"/>
          <p:nvPr/>
        </p:nvSpPr>
        <p:spPr>
          <a:xfrm>
            <a:off x="6874692" y="810660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B6330F-A60C-3F20-094A-D51A381455EE}"/>
              </a:ext>
            </a:extLst>
          </p:cNvPr>
          <p:cNvCxnSpPr>
            <a:cxnSpLocks/>
          </p:cNvCxnSpPr>
          <p:nvPr/>
        </p:nvCxnSpPr>
        <p:spPr>
          <a:xfrm>
            <a:off x="7297020" y="1272325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82670-8A4B-926F-A099-F731A9E3C12F}"/>
              </a:ext>
            </a:extLst>
          </p:cNvPr>
          <p:cNvSpPr txBox="1"/>
          <p:nvPr/>
        </p:nvSpPr>
        <p:spPr>
          <a:xfrm>
            <a:off x="8194200" y="4509446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20EF29-DB93-F209-9E71-040485F4AAAC}"/>
              </a:ext>
            </a:extLst>
          </p:cNvPr>
          <p:cNvSpPr txBox="1"/>
          <p:nvPr/>
        </p:nvSpPr>
        <p:spPr>
          <a:xfrm>
            <a:off x="8194200" y="5891778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Node*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 = temp-&gt;next; 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temp-&gt;next = NULL;            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delete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060982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C1C5-0CF1-50CB-3F26-87CCA8FB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C5964F-F255-0B97-CA40-A5E4F462E88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D8A5A2-6946-14D6-64ED-F8BDC82B619B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4AA540-A562-EE51-1FAE-DF5F16CC812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181B07-B919-9E80-3FCD-DC17C34CE07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0CCB75-046B-267F-986D-C997899FDBF7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7B76C8-99E0-E19B-B0F0-37B45788707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7CACAE-B673-7759-2A02-2557D2048CE2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CA8399-53F7-ACB0-4077-0120B62A434B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4C2D37-E0F6-29D8-2DFB-A6E8E4D91DEC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F17C64-7A75-5175-A56C-00EF2549750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E79F7E-6246-4414-FD9F-FDE89ECEF08B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26AEE3D-EABC-8D4C-793F-52420780B382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9672683-22C0-04F1-98FF-A54FEFE783B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8086B6-97FD-9583-0290-C6938002E5DD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2CAD86-FFAC-33DA-4D98-89C67B82B6E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CE12A-6C66-7DEF-201D-98A558B00684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F81E2E-3A39-CD75-8006-DC5D91E7C5C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337A25-E7F6-C8CF-C521-982AAA35ECE0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12974F-B428-C73A-3A14-8808955BCCE2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10232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9AD54-8FAB-D2E2-1722-15CE83FB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C99965-DD16-37EE-F34F-B66B5E845C6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6E1A41-6F32-6B49-6AC4-BCA9BFA825D5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696CA9-DB97-BB02-A134-A2E0452473C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C9CA8A-D88E-384D-5B2E-E7D9EE86FB8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4DB26B-7F70-7257-34A3-6F45B6C56E1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BDF4A5-0E47-1135-8C46-64AB1F659B8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F5357D-B54B-4412-8B25-908719F88E0F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D3B109-4740-0223-45B4-17A0ED424D8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EE3E55-C3AF-79C4-9A35-ABAE33E8E074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5A6A55A-1817-DC7B-2C3F-67AFA4EE708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FAC1B8-B2D4-133B-73AA-E9DCB436C568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0A2D5C6-3593-488C-CC20-25F395681EC1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94B0FC3-913A-D947-08CE-D298D74FFD21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3FC05-59FF-75D9-3320-3353E0B1BA76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BD4826-FB1B-45F5-D759-54E651849D4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7892F9-35A0-2D28-867F-128C8A1877E1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CE61D-9C4C-226F-85C9-07513A959867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87C098-DD32-A47B-8DFB-B414DD2FCE97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DD06E2-2812-74DD-2C4C-6897EC61BB1E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8E776E-E537-850B-0A99-05393A994F67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</p:spTree>
    <p:extLst>
      <p:ext uri="{BB962C8B-B14F-4D97-AF65-F5344CB8AC3E}">
        <p14:creationId xmlns:p14="http://schemas.microsoft.com/office/powerpoint/2010/main" val="7156585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89F0F-A1EB-6FA6-1940-855F976D8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E0A026-5642-332E-FD71-61F10541542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66E452-D4D7-A1AD-42A6-1F91C3E93742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653E90-5F3E-F4FA-17F6-2DF5C7D6D9A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ECA8C5-CB49-CB66-B5DA-477F0496BB7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A65235-33C5-B963-E5F6-5346DE84E1B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4C837A-EFDE-26C7-C496-B16ABDD4041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E7DAEC-0611-AD87-2513-2AECE74900D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C4985-FA2D-F7BB-81AC-050668A85BC7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ABFB84-69CF-F84E-E7E2-5A4F9F547598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9D42BAC-E1AF-EEA0-119B-861FA3347EC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5A37F5-184C-C43B-702A-ABE0D719539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15D5381-E273-E675-C87D-F44CDB1F1C13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C5AC7A-7388-1A5A-E6F7-463C88B1C8D8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1D05B-344E-41D2-88DB-BBC4BBEBF52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C6820B-F92D-A3B2-72F1-3AD605C468B3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B4310-623D-8CB3-A235-DA4EA2798EAC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6DDE1-51F5-B397-8B8A-4C5BEE673B1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BF5877-5741-5EC8-03EE-408B076CCFDE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D2B736-7C5D-A7A9-809A-93CB695193AC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1A70BF-9EDB-5113-EF32-44D4AF28C564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D1330-23C9-EC1C-EC4B-D7F691BF918D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</p:spTree>
    <p:extLst>
      <p:ext uri="{BB962C8B-B14F-4D97-AF65-F5344CB8AC3E}">
        <p14:creationId xmlns:p14="http://schemas.microsoft.com/office/powerpoint/2010/main" val="179397527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288BC-561A-158E-F73F-79801027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4F5695-7963-C8A6-2E6C-282586A4958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AE350C-7E22-9CA9-98BD-45FFA434539F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D02F0B-0BDC-5FDB-D673-C83FB37410E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F9FD94-90CB-CF5D-44AF-B3F45999966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65113F-3AAF-905E-7B7B-5BE06A55069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CDBE64-D9C9-2A07-29D1-08176C5757A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BDC2C8-B325-2729-29C7-EB0895BE7EB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94E91D-B243-00B4-3E4B-DC23B16A2A65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999C79-B62B-A2B2-1F0C-B57068676360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FEC65C-0B12-6EF0-F85D-1A4816D789D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89FB51-694B-EBEA-3590-87F1468F3431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312F5B3-807C-E843-A0B0-2D5861CBA16C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EF7F73F-80F6-C60E-BDCE-71F8D961E2E8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44567-7F2C-98ED-1300-896F8686D77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555601-B7B0-B919-E0FB-C051F2CD892A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59694-AB46-630F-3829-6D491F16ABA4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B5514-6874-2E8B-782F-44E489DEE13A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6119EA-D8EC-05D6-A3D7-197440AC670F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FC8D89-757C-E2B1-E8EE-93DD6885453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08761AB-C552-49C3-715C-367EA5CBD506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0D1C9-78BD-D70B-EB81-86900B48EBF8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722BE7-1233-E44A-A29C-E52F8679AE59}"/>
              </a:ext>
            </a:extLst>
          </p:cNvPr>
          <p:cNvSpPr txBox="1"/>
          <p:nvPr/>
        </p:nvSpPr>
        <p:spPr>
          <a:xfrm>
            <a:off x="519612" y="855255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AABB49-9228-61D1-58E8-26FB71070EEF}"/>
              </a:ext>
            </a:extLst>
          </p:cNvPr>
          <p:cNvCxnSpPr>
            <a:cxnSpLocks/>
          </p:cNvCxnSpPr>
          <p:nvPr/>
        </p:nvCxnSpPr>
        <p:spPr>
          <a:xfrm>
            <a:off x="941940" y="1316920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2069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730F-9A1B-FABE-4DDB-562446915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099912-3351-61E6-7A46-12B7DFF0012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17C0E8-28F0-4F19-7B0D-B0187E6E5FFA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D40C30-E67D-A2F8-55A9-14245CCAFB7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A09DF0-1CBC-C6F3-1D65-35F693F508CE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A08E0F-E52A-466C-D068-92C44AE447B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D75770-0452-C9D0-A3AE-E78F15A3081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97DC03-C7D8-75C9-571B-5163A1E2CCA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FB7711-39B1-4B15-C407-F0550967A095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4216D4-5716-3B5F-605C-10EC6E74D9F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386AB4-F323-8997-979D-D5F153EA44B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4C1553-4626-3B47-A6D4-8677671FB5F9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6F8584B-E9D5-C948-4F7A-13D7BC4126B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DA8C152-4A0D-2EF3-57E8-6DB476FF79A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E6DAA8-94B6-6519-EDBD-1AFBC890631E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7C1AC1-FA05-2575-C024-5B41BA4788C2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19A4FA-6771-8A6F-7D56-5701826EC24D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61B3A-7167-32EE-3C2D-2E78E9B8B78F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A44094-9F55-52E5-0AE3-CBC0AC786521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88DB3D-5702-BB07-F687-4C91A3826CF1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85E6E7-76C5-9985-0EE5-F18E2ACABD23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0D0FCC-EA6A-46AD-D645-165129AEF1E4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4CDDF3-E21C-6820-D9F2-969C233034B5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56FE70-AB30-395E-9EC0-E45323F809AD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04240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0584-C5D2-083F-8282-C1B063F9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8933C0-6370-0990-2BE8-3171609342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ADE08E-48A8-0DFA-B4A2-149ABF7D325C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1BF9B5-B870-4642-D6EF-2B0484FD477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F76900-9985-3F26-02B4-028D41FF469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E4CBB9-1C6C-578C-8F5C-FC8DE9D13EFB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256BCD-AB00-DEC9-F0C7-B30DD3E5FBEE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A504AC-FC90-FEEE-B84A-88CB7FE2BAFF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86FC56-B262-5761-7A01-EC991B3D8D1E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CF41B1-42B0-60E0-6F81-0C77D8A378A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1AC4B5-0D0A-156F-1CE4-D9CB628FB84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6CE527-EE09-859C-4EBE-9B4C06EE379F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A47A33F-A4A0-D062-42E0-99AA2E5920F1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C6853DC-F949-86F4-9AF0-AA283E9BBB43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E5B491-C73E-296B-36A8-CFA2A0E6796E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AEC56-19AD-32C4-5DDA-46E54CE240F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967B8D-F527-DAB1-9F14-DEDB1C209B10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BEAE8-23AC-5B73-7265-4C0499344608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D4AE2F-E4AF-0A58-6C98-01CF024E7724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8AB14B-FEA5-2AB6-0B44-7E28368941F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C5D6B4-A77D-3DAE-AB9C-ACD2B3E479CD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D0E505-EA37-F4D1-05FE-3C83E57FA297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9E8EA5-83C6-0DE0-0555-FF026F75D0CC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7C3444-F7F7-CD67-346A-123649F22613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7024958-E697-0403-3A58-9A46A1156932}"/>
              </a:ext>
            </a:extLst>
          </p:cNvPr>
          <p:cNvSpPr txBox="1"/>
          <p:nvPr/>
        </p:nvSpPr>
        <p:spPr>
          <a:xfrm>
            <a:off x="8194200" y="6006652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    Node*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 = temp-&gt;next;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temp-&gt;next =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delete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0366548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BF0C-A02B-443C-5E5A-F188E401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15B5B5-9672-09D3-0F37-2E070E479ED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F8FBFE-4397-FDA9-B80C-86FC16AA1585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39E8CB-E5BF-9E30-8A03-F003AF762B5B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F935B5-80FB-1F8C-1BAC-22D392121A9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442315-ADB1-643E-2821-F9F703B619A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E0B7B0-B196-B3F6-20E7-C34957A3749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2799A1-36B9-B69E-4A52-3A5526F03F2A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947D1A-D442-9F2B-5DF5-E98A2BEF52B4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B10B68-60F7-0F4C-8517-D47FA763AEB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9F9814-B3AD-6F30-0A0A-142F3A83F9B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A29E0D-31DE-DBB5-1816-B67C274C09E8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B94FE7F-407A-67BB-3070-DC1B75A4FE3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5E8D5DD-154A-1721-C8BE-69D86CF53417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E4AF83-3D75-E696-C37A-F342BF08ACB6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D3A1B6-249E-5D30-7248-3A9AB4399143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2F1E25-F799-57A1-3B49-F6CBC8FAEFFB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F0777-3BAE-E24E-061E-EFC0AB203F0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AD916B-A4B0-B408-C439-2ACD86943F2E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FA186C-18F4-AB19-4235-4935247632EB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FDB1F9C-B5AF-B00D-190A-C97B50259FD2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CF02D2-C9EC-2229-CDB4-E4E9ABD03C6E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DE02B2-BB68-00C5-8FD6-C0D7CF179CBF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A1D1F0-8840-E4B0-8100-06CE438911FD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5C0F7E3-3640-1D7B-5869-70F50F526C0B}"/>
              </a:ext>
            </a:extLst>
          </p:cNvPr>
          <p:cNvSpPr txBox="1"/>
          <p:nvPr/>
        </p:nvSpPr>
        <p:spPr>
          <a:xfrm>
            <a:off x="8194200" y="6006652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    Node*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 = temp-&gt;next;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temp-&gt;next =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delete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1DE72BF-3C3E-3232-AA0B-4271027AAF34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74100F5-FD28-2F29-75D9-313D14B2281A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E6F298-7F5A-95DF-8039-E5B474584D79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3F6120-ACAD-BA0A-AE3D-04FD520A3B73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AA74D20-2E52-D053-FED1-CE50564C6496}"/>
              </a:ext>
            </a:extLst>
          </p:cNvPr>
          <p:cNvCxnSpPr>
            <a:cxnSpLocks/>
          </p:cNvCxnSpPr>
          <p:nvPr/>
        </p:nvCxnSpPr>
        <p:spPr>
          <a:xfrm>
            <a:off x="5143424" y="1316163"/>
            <a:ext cx="0" cy="44453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3B6D332-B6F3-8631-5CC1-50B6FA198FFF}"/>
              </a:ext>
            </a:extLst>
          </p:cNvPr>
          <p:cNvSpPr txBox="1"/>
          <p:nvPr/>
        </p:nvSpPr>
        <p:spPr>
          <a:xfrm>
            <a:off x="4295727" y="900700"/>
            <a:ext cx="1862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deleteNode</a:t>
            </a:r>
            <a:endParaRPr lang="en-IN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0929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6FB7-4CD0-B1AE-5713-AEB164FD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A5D76D-D1CB-BF90-CEDC-B613343BA2F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0CD072-19B6-5F7E-7C49-42D2B339F1CF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54A051-BF9D-E629-5598-BDD44252C4B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DCE4D2-BD9F-3B46-271A-7EE5CE27028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95DE76-AE07-DFD8-A0A6-A8647AF2774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77AA86-8407-8CBE-34BA-202641F2E222}"/>
              </a:ext>
            </a:extLst>
          </p:cNvPr>
          <p:cNvCxnSpPr>
            <a:cxnSpLocks/>
          </p:cNvCxnSpPr>
          <p:nvPr/>
        </p:nvCxnSpPr>
        <p:spPr>
          <a:xfrm flipV="1">
            <a:off x="3429504" y="2482882"/>
            <a:ext cx="3215136" cy="152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AED912-01F1-086B-EBC8-4858752688F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EEABC4-05F4-C74D-32D5-3C07ED606F2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39F797-6AE8-F0D9-18E7-55A21BE1C994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4968E8F-BE75-DB6B-7C3D-69B3C802258B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A584326-7A5F-00F6-D970-9D3984DB0A82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9EA78A-5DD2-FB05-A66B-540DECAA9A61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097DED-7402-662F-D911-CCA1C20E5031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D902F-A2B4-A62B-507E-DBA5D928368E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174D9-7B7C-0A3D-2121-0E80952B1DC8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6ED927-87FC-92C9-E6B2-4C8E1A23650C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679DA7-6C45-8785-D4C5-2FE18E13D24C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6C7280-42DF-78FF-A3E6-56E4581624A0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45B19-DFBA-E4E3-0490-E601F52B9D36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4CAB4-3C28-8806-2C3C-33A7AAFAEA33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2C0BCD-76EC-9514-6C22-305A58B4E71F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646A83-35EA-9431-283A-57480223256F}"/>
              </a:ext>
            </a:extLst>
          </p:cNvPr>
          <p:cNvSpPr txBox="1"/>
          <p:nvPr/>
        </p:nvSpPr>
        <p:spPr>
          <a:xfrm>
            <a:off x="8194200" y="6006652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    Node*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 = temp-&gt;next;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temp-&gt;next =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delete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374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3312</TotalTime>
  <Words>7755</Words>
  <Application>Microsoft Office PowerPoint</Application>
  <PresentationFormat>Widescreen</PresentationFormat>
  <Paragraphs>2640</Paragraphs>
  <Slides>133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39" baseType="lpstr">
      <vt:lpstr>Aptos</vt:lpstr>
      <vt:lpstr>Aptos Display</vt:lpstr>
      <vt:lpstr>Arial</vt:lpstr>
      <vt:lpstr>Bahnschrift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5</cp:revision>
  <dcterms:created xsi:type="dcterms:W3CDTF">2025-11-20T06:28:48Z</dcterms:created>
  <dcterms:modified xsi:type="dcterms:W3CDTF">2025-11-25T20:51:01Z</dcterms:modified>
</cp:coreProperties>
</file>