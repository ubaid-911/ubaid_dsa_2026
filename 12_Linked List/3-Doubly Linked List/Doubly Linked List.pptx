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438" r:id="rId2"/>
    <p:sldId id="450" r:id="rId3"/>
    <p:sldId id="451" r:id="rId4"/>
    <p:sldId id="452" r:id="rId5"/>
    <p:sldId id="453" r:id="rId6"/>
    <p:sldId id="454" r:id="rId7"/>
    <p:sldId id="45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BAID QURESHI" userId="dd4ae95d8f7c04fe" providerId="LiveId" clId="{AF920071-46B6-4E4C-A6D8-3E93B456AF12}"/>
    <pc:docChg chg="undo custSel modSld">
      <pc:chgData name="UBAID QURESHI" userId="dd4ae95d8f7c04fe" providerId="LiveId" clId="{AF920071-46B6-4E4C-A6D8-3E93B456AF12}" dt="2025-11-27T12:43:39.720" v="4" actId="1076"/>
      <pc:docMkLst>
        <pc:docMk/>
      </pc:docMkLst>
      <pc:sldChg chg="modSp mod">
        <pc:chgData name="UBAID QURESHI" userId="dd4ae95d8f7c04fe" providerId="LiveId" clId="{AF920071-46B6-4E4C-A6D8-3E93B456AF12}" dt="2025-11-27T12:43:39.720" v="4" actId="1076"/>
        <pc:sldMkLst>
          <pc:docMk/>
          <pc:sldMk cId="2825844726" sldId="438"/>
        </pc:sldMkLst>
        <pc:spChg chg="mod">
          <ac:chgData name="UBAID QURESHI" userId="dd4ae95d8f7c04fe" providerId="LiveId" clId="{AF920071-46B6-4E4C-A6D8-3E93B456AF12}" dt="2025-11-27T12:43:34.773" v="3" actId="1076"/>
          <ac:spMkLst>
            <pc:docMk/>
            <pc:sldMk cId="2825844726" sldId="438"/>
            <ac:spMk id="5" creationId="{EAAA4D65-B819-1510-857F-2B159D716612}"/>
          </ac:spMkLst>
        </pc:spChg>
        <pc:spChg chg="mod">
          <ac:chgData name="UBAID QURESHI" userId="dd4ae95d8f7c04fe" providerId="LiveId" clId="{AF920071-46B6-4E4C-A6D8-3E93B456AF12}" dt="2025-11-27T12:43:39.720" v="4" actId="1076"/>
          <ac:spMkLst>
            <pc:docMk/>
            <pc:sldMk cId="2825844726" sldId="438"/>
            <ac:spMk id="21" creationId="{4C9ADCD0-FE4D-8974-1CB0-190EEEB00E2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9836AB-E7FA-48F3-AB6F-59B662823B15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08BA7C-9B41-431F-882A-E5417BEAD7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779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CAA71-3ED1-9BD2-2353-00946C879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02C37B-7C14-20F2-D471-10559EA0E4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5CE5AD-DDD7-738D-0688-B6038F73C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D3068-0906-E629-E9E2-EF3A10B1B7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8506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8394E-E2BA-A6EF-C466-CCACF16D4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212963-3131-3C4C-8C8B-E4ED084205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D802AD-0673-142F-C735-E18B5E89F5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582284-BC4D-E666-0CBB-B841697C6B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8095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D4311-7157-AE33-CBB7-24D01641E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A80DAB-7263-7EC9-736B-857E9F7BBE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59A4B5-CDCA-4E2F-16CE-AD1C689F9A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931CD-002A-B419-C5F7-54F9994467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3915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6898C-BB4A-6036-F8F1-F1C9257C3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CD4596-75BA-6AC2-375F-941BAD4066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4E1993-70AE-6E23-4256-E7B1336024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633B0-4221-DD09-0282-380B424F0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4501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46502-D758-53C5-D2DF-9E94D300E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D67B99-46D5-E45E-00B6-E53999E1CC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A63A1E-1CF6-BBC8-7DE1-EEA012988B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9249B-28BB-6C8F-739F-6F9C377607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5013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617C5-9BAD-0F78-DBB4-6D7B71CC6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3AB409-D344-E612-6A6F-080D2DA58B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54E92D-3258-7FCF-16FB-A9731A58CE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205520-E9B2-ABC2-911D-E5F3F78AFD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29627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457F7-318F-EFE0-1F76-E576C981B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41409B-1417-011F-C8F0-0D4B32392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588E6C-1BB8-96F6-B530-A5CB4D2794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33C3C-5998-E470-8928-6B23136CA6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26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C7D16-C994-F92B-C042-A36B64C9BD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4777EE-6073-13A7-90D2-A3DAC570DB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C6753-761F-E618-4FB6-06C8202B4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4346-6783-4B73-8FA5-E23FE7A3CB2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6AEBB-AB04-2C6E-D555-118B9B038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1D6D4-544D-1E97-1B83-4059F7367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EC3A4-1406-4DE5-87CA-ACA0BAE252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827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77E79-8851-E7E0-9EE8-63A4527FD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9E026-8279-794F-5772-D6CB0AC68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54A93-37D9-0204-6B47-BE28DC553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4346-6783-4B73-8FA5-E23FE7A3CB2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62D0B-9B3F-CCDA-2511-B1C5FD322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6754B-7374-4560-8B6A-E3E3CDE3C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EC3A4-1406-4DE5-87CA-ACA0BAE252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23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84F92-308E-549D-FB88-3AB55CEAD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3D892-16B1-9B63-D801-1C145C97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150C-71D5-2B3B-F14C-B992DD7BC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4346-6783-4B73-8FA5-E23FE7A3CB2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73BA0-82A9-8165-779F-2AC49D537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C7FDF-569B-3B9F-1190-0445FE328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EC3A4-1406-4DE5-87CA-ACA0BAE252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197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D5686-F19E-807C-A652-55B56697D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C3275-4EE5-D7D1-6257-E67A59D517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B007B9-4A33-BA00-C145-5E4796EAC1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E0A793-0AF2-56A7-D192-BE5E343F5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4346-6783-4B73-8FA5-E23FE7A3CB2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5224CF-81E9-03DD-9132-E19BDAD43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B72210-63BF-CA74-A0DF-B7850DB20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EC3A4-1406-4DE5-87CA-ACA0BAE252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740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D9217-958C-F82F-7312-C076949FD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008EE-6E11-8BE7-C23B-B829DD8221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8FBE2F-DB14-FF69-887D-825501E49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1A2734-B610-0E70-2A7F-A02CFA665B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15E633-23FD-BE65-EA9C-692E0FC268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7CC8A3-B6EA-7CBC-54A3-CBFC49CB5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4346-6783-4B73-8FA5-E23FE7A3CB2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01BAEF-B0B8-7EEB-A536-0EDFD4196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3279BF-0A3C-2028-52A4-9F65DF0D3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EC3A4-1406-4DE5-87CA-ACA0BAE252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786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031EF-897E-C705-9DDC-1210163D7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3BEDB5-E67C-1A6F-ED95-85A36A2D5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4346-6783-4B73-8FA5-E23FE7A3CB2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03C7DC-8B33-2F1B-D84A-A46A17C60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FE8AF5-2BC4-DE87-039A-38C2E7163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EC3A4-1406-4DE5-87CA-ACA0BAE252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98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4962B-5E30-1446-A9D9-D37A64341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4346-6783-4B73-8FA5-E23FE7A3CB2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47D9C0-43C5-A648-1D0B-8E45D6886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C4C13-319F-E4E7-D9F8-E8B54D581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EC3A4-1406-4DE5-87CA-ACA0BAE252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803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18EC8-C20C-7E9D-06F9-F63C383FB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613C0-A7E3-730C-5071-91FC517D0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2B3E7B-B942-2F70-CB02-7BAD49D29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BD5CA7-C896-F751-EF4F-1544C45C3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4346-6783-4B73-8FA5-E23FE7A3CB2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B9E87-DFD5-077C-1C75-A35D845F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F39035-E8C8-648A-D577-50EDC6351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EC3A4-1406-4DE5-87CA-ACA0BAE252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718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3A820-B117-A16D-E2A0-C4EA571FD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89EF69-8DFE-D5AF-3A24-9F23A83E95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6FB0E4-3A68-2F3D-66DC-2D0C341A0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0D846-FC9F-1E9E-9F0F-96D7F7BCB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4346-6783-4B73-8FA5-E23FE7A3CB2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91E04-18F4-8964-1773-B05E00F19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FACB7E-CE0E-4018-EAE5-608D88CE3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EC3A4-1406-4DE5-87CA-ACA0BAE252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3939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DC5D6-26FE-4C1C-AE44-D0B5009F3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79E3C-631D-32FE-FBCB-7BB2857E3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2A1D2-D06C-5FDA-CA6D-FA4DFA86E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4346-6783-4B73-8FA5-E23FE7A3CB2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D90B8-737A-6F6E-475B-04E54CDDC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29EB8-39A4-461C-B97D-4F0C3C7D1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EC3A4-1406-4DE5-87CA-ACA0BAE252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9787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005372-E2BE-19A4-D54C-7EBB686C8E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CB44E5-02F9-089F-5531-A77F4BDAC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DC8ED-F4B7-9F31-6EB0-64AB93726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4346-6783-4B73-8FA5-E23FE7A3CB2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A066F-6338-D581-E139-8EFD732DE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EE018-53D7-EE45-BDB2-B50E89F83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EC3A4-1406-4DE5-87CA-ACA0BAE252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121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C83A51-C7F3-605D-F10B-641E4C065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5B6493-E827-BC96-FF4B-18F295695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DEBCA-C816-09AD-D424-85CA703A5E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D24346-6783-4B73-8FA5-E23FE7A3CB2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7CD4B-3648-2161-3A8E-6766CD0989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34D63-EB8F-6D24-77A6-04A70E4541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8EC3A4-1406-4DE5-87CA-ACA0BAE252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529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1235C-CBAA-C9B7-B0CA-2701ECE2F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AAA4D65-B819-1510-857F-2B159D716612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9ADCD0-FE4D-8974-1CB0-190EEEB00E22}"/>
              </a:ext>
            </a:extLst>
          </p:cNvPr>
          <p:cNvSpPr txBox="1"/>
          <p:nvPr/>
        </p:nvSpPr>
        <p:spPr>
          <a:xfrm>
            <a:off x="1451836" y="2875002"/>
            <a:ext cx="928832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Doubly Linked List</a:t>
            </a:r>
          </a:p>
        </p:txBody>
      </p:sp>
    </p:spTree>
    <p:extLst>
      <p:ext uri="{BB962C8B-B14F-4D97-AF65-F5344CB8AC3E}">
        <p14:creationId xmlns:p14="http://schemas.microsoft.com/office/powerpoint/2010/main" val="2825844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AF38C-7671-BB3E-6EC4-51784216F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F6D5C6B-2A09-8936-FC57-0908B06D7B72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DFB4F13-3715-3F4E-E703-8B2AD49FD401}"/>
              </a:ext>
            </a:extLst>
          </p:cNvPr>
          <p:cNvCxnSpPr>
            <a:cxnSpLocks/>
          </p:cNvCxnSpPr>
          <p:nvPr/>
        </p:nvCxnSpPr>
        <p:spPr>
          <a:xfrm>
            <a:off x="4974110" y="3537998"/>
            <a:ext cx="11842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C0F711-D1DB-D533-DE09-67FEB0683871}"/>
              </a:ext>
            </a:extLst>
          </p:cNvPr>
          <p:cNvCxnSpPr>
            <a:cxnSpLocks/>
          </p:cNvCxnSpPr>
          <p:nvPr/>
        </p:nvCxnSpPr>
        <p:spPr>
          <a:xfrm>
            <a:off x="8369304" y="3522758"/>
            <a:ext cx="126237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0695D61-90BD-AC8D-AF87-831E763293C3}"/>
              </a:ext>
            </a:extLst>
          </p:cNvPr>
          <p:cNvCxnSpPr>
            <a:cxnSpLocks/>
          </p:cNvCxnSpPr>
          <p:nvPr/>
        </p:nvCxnSpPr>
        <p:spPr>
          <a:xfrm flipH="1">
            <a:off x="8595360" y="3244856"/>
            <a:ext cx="118872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AE2096D-5995-F09B-FB15-2BA2055D4D8D}"/>
              </a:ext>
            </a:extLst>
          </p:cNvPr>
          <p:cNvSpPr txBox="1"/>
          <p:nvPr/>
        </p:nvSpPr>
        <p:spPr>
          <a:xfrm>
            <a:off x="12804776" y="276780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C8768C7-FE0E-3094-2987-696C6D4FD924}"/>
              </a:ext>
            </a:extLst>
          </p:cNvPr>
          <p:cNvCxnSpPr>
            <a:cxnSpLocks/>
          </p:cNvCxnSpPr>
          <p:nvPr/>
        </p:nvCxnSpPr>
        <p:spPr>
          <a:xfrm flipH="1">
            <a:off x="5135880" y="3244856"/>
            <a:ext cx="12242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BE06478-081C-B6C7-0E1C-81B7A9F189FD}"/>
              </a:ext>
            </a:extLst>
          </p:cNvPr>
          <p:cNvSpPr txBox="1"/>
          <p:nvPr/>
        </p:nvSpPr>
        <p:spPr>
          <a:xfrm>
            <a:off x="162570" y="2609197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36402E8-D69C-29F9-E3CF-7A54B3F2BFA5}"/>
              </a:ext>
            </a:extLst>
          </p:cNvPr>
          <p:cNvCxnSpPr>
            <a:cxnSpLocks/>
          </p:cNvCxnSpPr>
          <p:nvPr/>
        </p:nvCxnSpPr>
        <p:spPr>
          <a:xfrm>
            <a:off x="1557018" y="3522758"/>
            <a:ext cx="120142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73CB4F1-C853-9101-8E5C-DD2D9FA628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465989"/>
              </p:ext>
            </p:extLst>
          </p:nvPr>
        </p:nvGraphicFramePr>
        <p:xfrm>
          <a:off x="-434340" y="3070862"/>
          <a:ext cx="1991358" cy="716276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663786">
                  <a:extLst>
                    <a:ext uri="{9D8B030D-6E8A-4147-A177-3AD203B41FA5}">
                      <a16:colId xmlns:a16="http://schemas.microsoft.com/office/drawing/2014/main" val="100656503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66077364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897714596"/>
                    </a:ext>
                  </a:extLst>
                </a:gridCol>
              </a:tblGrid>
              <a:tr h="71627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74989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CA76555-3F80-E3CD-A943-96DFE2D87A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425696"/>
              </p:ext>
            </p:extLst>
          </p:nvPr>
        </p:nvGraphicFramePr>
        <p:xfrm>
          <a:off x="2971803" y="3070862"/>
          <a:ext cx="1991358" cy="716276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663786">
                  <a:extLst>
                    <a:ext uri="{9D8B030D-6E8A-4147-A177-3AD203B41FA5}">
                      <a16:colId xmlns:a16="http://schemas.microsoft.com/office/drawing/2014/main" val="100656503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66077364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897714596"/>
                    </a:ext>
                  </a:extLst>
                </a:gridCol>
              </a:tblGrid>
              <a:tr h="71627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74989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4D1487ED-8CC9-537C-4D98-9F6D659039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774952"/>
              </p:ext>
            </p:extLst>
          </p:nvPr>
        </p:nvGraphicFramePr>
        <p:xfrm>
          <a:off x="6377946" y="3070862"/>
          <a:ext cx="1991358" cy="716276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663786">
                  <a:extLst>
                    <a:ext uri="{9D8B030D-6E8A-4147-A177-3AD203B41FA5}">
                      <a16:colId xmlns:a16="http://schemas.microsoft.com/office/drawing/2014/main" val="100656503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66077364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897714596"/>
                    </a:ext>
                  </a:extLst>
                </a:gridCol>
              </a:tblGrid>
              <a:tr h="71627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749890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F890C5F-F1DC-9B09-9081-8E66C5AB82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3223416"/>
              </p:ext>
            </p:extLst>
          </p:nvPr>
        </p:nvGraphicFramePr>
        <p:xfrm>
          <a:off x="9784089" y="3070862"/>
          <a:ext cx="1991358" cy="716276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663786">
                  <a:extLst>
                    <a:ext uri="{9D8B030D-6E8A-4147-A177-3AD203B41FA5}">
                      <a16:colId xmlns:a16="http://schemas.microsoft.com/office/drawing/2014/main" val="100656503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66077364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897714596"/>
                    </a:ext>
                  </a:extLst>
                </a:gridCol>
              </a:tblGrid>
              <a:tr h="71627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749890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F74ACD40-E5A8-4BA9-0D4C-58E184554356}"/>
              </a:ext>
            </a:extLst>
          </p:cNvPr>
          <p:cNvSpPr txBox="1"/>
          <p:nvPr/>
        </p:nvSpPr>
        <p:spPr>
          <a:xfrm>
            <a:off x="-2208532" y="276780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2D66557-964A-AAE8-17E3-AC1F891D5752}"/>
              </a:ext>
            </a:extLst>
          </p:cNvPr>
          <p:cNvCxnSpPr>
            <a:cxnSpLocks/>
          </p:cNvCxnSpPr>
          <p:nvPr/>
        </p:nvCxnSpPr>
        <p:spPr>
          <a:xfrm flipH="1">
            <a:off x="1747597" y="3244856"/>
            <a:ext cx="12242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5604BCF-88ED-06EF-0792-B5735C54AD4C}"/>
              </a:ext>
            </a:extLst>
          </p:cNvPr>
          <p:cNvCxnSpPr>
            <a:cxnSpLocks/>
          </p:cNvCxnSpPr>
          <p:nvPr/>
        </p:nvCxnSpPr>
        <p:spPr>
          <a:xfrm flipH="1">
            <a:off x="-1310640" y="3429000"/>
            <a:ext cx="8763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DAE57E2-8EFA-3CC4-E587-C7DF351A98DD}"/>
              </a:ext>
            </a:extLst>
          </p:cNvPr>
          <p:cNvCxnSpPr>
            <a:cxnSpLocks/>
          </p:cNvCxnSpPr>
          <p:nvPr/>
        </p:nvCxnSpPr>
        <p:spPr>
          <a:xfrm flipV="1">
            <a:off x="11775447" y="3429000"/>
            <a:ext cx="1029329" cy="231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6453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2B70F-91D9-BF0A-0D3D-019A56C9C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F4CEDF0-1C55-C8C9-3F2D-DAD637F22AD3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58078C2-C9AC-5ADD-0340-8213C1B780EB}"/>
              </a:ext>
            </a:extLst>
          </p:cNvPr>
          <p:cNvCxnSpPr>
            <a:cxnSpLocks/>
          </p:cNvCxnSpPr>
          <p:nvPr/>
        </p:nvCxnSpPr>
        <p:spPr>
          <a:xfrm>
            <a:off x="4974110" y="3537998"/>
            <a:ext cx="11842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7308BF0-2534-F295-5D30-8285AF2A74E3}"/>
              </a:ext>
            </a:extLst>
          </p:cNvPr>
          <p:cNvCxnSpPr>
            <a:cxnSpLocks/>
          </p:cNvCxnSpPr>
          <p:nvPr/>
        </p:nvCxnSpPr>
        <p:spPr>
          <a:xfrm>
            <a:off x="8369304" y="3522758"/>
            <a:ext cx="126237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2AEF8B3-E835-13D2-2F52-A39DBB864546}"/>
              </a:ext>
            </a:extLst>
          </p:cNvPr>
          <p:cNvCxnSpPr>
            <a:cxnSpLocks/>
          </p:cNvCxnSpPr>
          <p:nvPr/>
        </p:nvCxnSpPr>
        <p:spPr>
          <a:xfrm flipH="1">
            <a:off x="8595360" y="3244856"/>
            <a:ext cx="118872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14EAFA3-CFEC-3852-377F-6E4B37E0A18D}"/>
              </a:ext>
            </a:extLst>
          </p:cNvPr>
          <p:cNvSpPr txBox="1"/>
          <p:nvPr/>
        </p:nvSpPr>
        <p:spPr>
          <a:xfrm>
            <a:off x="12804776" y="276780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B394B5A-06F0-307F-F6D1-1FF1EBAF5E8C}"/>
              </a:ext>
            </a:extLst>
          </p:cNvPr>
          <p:cNvCxnSpPr>
            <a:cxnSpLocks/>
          </p:cNvCxnSpPr>
          <p:nvPr/>
        </p:nvCxnSpPr>
        <p:spPr>
          <a:xfrm flipH="1">
            <a:off x="5135880" y="3244856"/>
            <a:ext cx="12242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DA8EFF8-CBBF-2DFF-FFBB-823DA7F55329}"/>
              </a:ext>
            </a:extLst>
          </p:cNvPr>
          <p:cNvSpPr txBox="1"/>
          <p:nvPr/>
        </p:nvSpPr>
        <p:spPr>
          <a:xfrm>
            <a:off x="162570" y="2609197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DB5A18F-4DB0-1ADC-A61F-DC2D6CB98F4B}"/>
              </a:ext>
            </a:extLst>
          </p:cNvPr>
          <p:cNvCxnSpPr>
            <a:cxnSpLocks/>
          </p:cNvCxnSpPr>
          <p:nvPr/>
        </p:nvCxnSpPr>
        <p:spPr>
          <a:xfrm>
            <a:off x="1557018" y="3522758"/>
            <a:ext cx="120142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2BA787F-C8F8-D00B-0E69-09915C3473EB}"/>
              </a:ext>
            </a:extLst>
          </p:cNvPr>
          <p:cNvGraphicFramePr>
            <a:graphicFrameLocks noGrp="1"/>
          </p:cNvGraphicFramePr>
          <p:nvPr/>
        </p:nvGraphicFramePr>
        <p:xfrm>
          <a:off x="-434340" y="3070862"/>
          <a:ext cx="1991358" cy="716276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663786">
                  <a:extLst>
                    <a:ext uri="{9D8B030D-6E8A-4147-A177-3AD203B41FA5}">
                      <a16:colId xmlns:a16="http://schemas.microsoft.com/office/drawing/2014/main" val="100656503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66077364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897714596"/>
                    </a:ext>
                  </a:extLst>
                </a:gridCol>
              </a:tblGrid>
              <a:tr h="71627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74989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2DEE870-A136-6B06-73EC-F1CBC680CEE7}"/>
              </a:ext>
            </a:extLst>
          </p:cNvPr>
          <p:cNvGraphicFramePr>
            <a:graphicFrameLocks noGrp="1"/>
          </p:cNvGraphicFramePr>
          <p:nvPr/>
        </p:nvGraphicFramePr>
        <p:xfrm>
          <a:off x="2971803" y="3070862"/>
          <a:ext cx="1991358" cy="716276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663786">
                  <a:extLst>
                    <a:ext uri="{9D8B030D-6E8A-4147-A177-3AD203B41FA5}">
                      <a16:colId xmlns:a16="http://schemas.microsoft.com/office/drawing/2014/main" val="100656503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66077364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897714596"/>
                    </a:ext>
                  </a:extLst>
                </a:gridCol>
              </a:tblGrid>
              <a:tr h="71627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74989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743E0AD-8461-8E62-E260-850748888DCB}"/>
              </a:ext>
            </a:extLst>
          </p:cNvPr>
          <p:cNvGraphicFramePr>
            <a:graphicFrameLocks noGrp="1"/>
          </p:cNvGraphicFramePr>
          <p:nvPr/>
        </p:nvGraphicFramePr>
        <p:xfrm>
          <a:off x="6377946" y="3070862"/>
          <a:ext cx="1991358" cy="716276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663786">
                  <a:extLst>
                    <a:ext uri="{9D8B030D-6E8A-4147-A177-3AD203B41FA5}">
                      <a16:colId xmlns:a16="http://schemas.microsoft.com/office/drawing/2014/main" val="100656503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66077364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897714596"/>
                    </a:ext>
                  </a:extLst>
                </a:gridCol>
              </a:tblGrid>
              <a:tr h="71627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749890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346F27D5-7504-D431-19E7-2A35F8D85D0E}"/>
              </a:ext>
            </a:extLst>
          </p:cNvPr>
          <p:cNvGraphicFramePr>
            <a:graphicFrameLocks noGrp="1"/>
          </p:cNvGraphicFramePr>
          <p:nvPr/>
        </p:nvGraphicFramePr>
        <p:xfrm>
          <a:off x="9784089" y="3070862"/>
          <a:ext cx="1991358" cy="716276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663786">
                  <a:extLst>
                    <a:ext uri="{9D8B030D-6E8A-4147-A177-3AD203B41FA5}">
                      <a16:colId xmlns:a16="http://schemas.microsoft.com/office/drawing/2014/main" val="100656503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66077364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897714596"/>
                    </a:ext>
                  </a:extLst>
                </a:gridCol>
              </a:tblGrid>
              <a:tr h="71627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749890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098C094-6DD1-FC2F-8EDA-5674625111F5}"/>
              </a:ext>
            </a:extLst>
          </p:cNvPr>
          <p:cNvSpPr txBox="1"/>
          <p:nvPr/>
        </p:nvSpPr>
        <p:spPr>
          <a:xfrm>
            <a:off x="-2208532" y="276780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C31AA72-7C1F-D701-7BE2-3DB5AC30B6B9}"/>
              </a:ext>
            </a:extLst>
          </p:cNvPr>
          <p:cNvCxnSpPr>
            <a:cxnSpLocks/>
          </p:cNvCxnSpPr>
          <p:nvPr/>
        </p:nvCxnSpPr>
        <p:spPr>
          <a:xfrm flipH="1">
            <a:off x="1747597" y="3244856"/>
            <a:ext cx="12242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92F379B-980A-35A9-40CB-434741FDB56C}"/>
              </a:ext>
            </a:extLst>
          </p:cNvPr>
          <p:cNvCxnSpPr>
            <a:cxnSpLocks/>
          </p:cNvCxnSpPr>
          <p:nvPr/>
        </p:nvCxnSpPr>
        <p:spPr>
          <a:xfrm flipH="1">
            <a:off x="-1310640" y="3429000"/>
            <a:ext cx="8763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778D636-15F7-8841-2178-5BFDE1DB4AF2}"/>
              </a:ext>
            </a:extLst>
          </p:cNvPr>
          <p:cNvCxnSpPr>
            <a:cxnSpLocks/>
          </p:cNvCxnSpPr>
          <p:nvPr/>
        </p:nvCxnSpPr>
        <p:spPr>
          <a:xfrm flipV="1">
            <a:off x="11775447" y="3429000"/>
            <a:ext cx="1029329" cy="231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98F48A2-33D5-3880-5193-AEE497BC4BD3}"/>
              </a:ext>
            </a:extLst>
          </p:cNvPr>
          <p:cNvSpPr txBox="1"/>
          <p:nvPr/>
        </p:nvSpPr>
        <p:spPr>
          <a:xfrm>
            <a:off x="162570" y="3987193"/>
            <a:ext cx="106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Data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9B02295-4F27-7B1C-2250-9169358401EB}"/>
              </a:ext>
            </a:extLst>
          </p:cNvPr>
          <p:cNvCxnSpPr>
            <a:cxnSpLocks/>
          </p:cNvCxnSpPr>
          <p:nvPr/>
        </p:nvCxnSpPr>
        <p:spPr>
          <a:xfrm>
            <a:off x="-121920" y="3910366"/>
            <a:ext cx="0" cy="965807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0723DC-1DDA-23D2-6AEA-C363B3E4CEEB}"/>
              </a:ext>
            </a:extLst>
          </p:cNvPr>
          <p:cNvCxnSpPr>
            <a:cxnSpLocks/>
          </p:cNvCxnSpPr>
          <p:nvPr/>
        </p:nvCxnSpPr>
        <p:spPr>
          <a:xfrm>
            <a:off x="1341120" y="3910365"/>
            <a:ext cx="0" cy="965807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2D08C64-91AC-6F07-C4EC-C1C98472892A}"/>
              </a:ext>
            </a:extLst>
          </p:cNvPr>
          <p:cNvSpPr txBox="1"/>
          <p:nvPr/>
        </p:nvSpPr>
        <p:spPr>
          <a:xfrm>
            <a:off x="-533400" y="4845395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rgbClr val="FFFF00"/>
                </a:solidFill>
              </a:rPr>
              <a:t>prev</a:t>
            </a:r>
            <a:endParaRPr lang="en-IN" sz="2400" b="1" dirty="0">
              <a:solidFill>
                <a:srgbClr val="FFFF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C9B8A5-6B54-1781-3CEE-53F79D1CD86A}"/>
              </a:ext>
            </a:extLst>
          </p:cNvPr>
          <p:cNvSpPr txBox="1"/>
          <p:nvPr/>
        </p:nvSpPr>
        <p:spPr>
          <a:xfrm>
            <a:off x="944880" y="4845395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3622093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9E8E6-5C50-25D7-8A6B-6DBCB672C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5EA4454-BB87-E777-F7B0-D7C9DCB395FC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D09FD89-BCE3-813D-ABBD-53AF5E2FF1F9}"/>
              </a:ext>
            </a:extLst>
          </p:cNvPr>
          <p:cNvCxnSpPr>
            <a:cxnSpLocks/>
          </p:cNvCxnSpPr>
          <p:nvPr/>
        </p:nvCxnSpPr>
        <p:spPr>
          <a:xfrm>
            <a:off x="4974110" y="3537998"/>
            <a:ext cx="11842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4DCC237-60EB-156D-1B47-4FDE8FF4E49A}"/>
              </a:ext>
            </a:extLst>
          </p:cNvPr>
          <p:cNvCxnSpPr>
            <a:cxnSpLocks/>
          </p:cNvCxnSpPr>
          <p:nvPr/>
        </p:nvCxnSpPr>
        <p:spPr>
          <a:xfrm>
            <a:off x="8369304" y="3522758"/>
            <a:ext cx="126237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760B552-03BB-CEE5-197E-A64848A887B3}"/>
              </a:ext>
            </a:extLst>
          </p:cNvPr>
          <p:cNvCxnSpPr>
            <a:cxnSpLocks/>
          </p:cNvCxnSpPr>
          <p:nvPr/>
        </p:nvCxnSpPr>
        <p:spPr>
          <a:xfrm flipH="1">
            <a:off x="8595360" y="3244856"/>
            <a:ext cx="118872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1ACD76F-87E3-51D7-9972-84548899523B}"/>
              </a:ext>
            </a:extLst>
          </p:cNvPr>
          <p:cNvSpPr txBox="1"/>
          <p:nvPr/>
        </p:nvSpPr>
        <p:spPr>
          <a:xfrm>
            <a:off x="12804776" y="276780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4210A01-7D7E-436B-E4F9-524F4316974A}"/>
              </a:ext>
            </a:extLst>
          </p:cNvPr>
          <p:cNvCxnSpPr>
            <a:cxnSpLocks/>
          </p:cNvCxnSpPr>
          <p:nvPr/>
        </p:nvCxnSpPr>
        <p:spPr>
          <a:xfrm flipH="1">
            <a:off x="5135880" y="3244856"/>
            <a:ext cx="12242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C8564AB-810B-5428-68E4-00424ED9E9B0}"/>
              </a:ext>
            </a:extLst>
          </p:cNvPr>
          <p:cNvSpPr txBox="1"/>
          <p:nvPr/>
        </p:nvSpPr>
        <p:spPr>
          <a:xfrm>
            <a:off x="162570" y="2609197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D9197C9-4CA8-389B-6890-B499372224C8}"/>
              </a:ext>
            </a:extLst>
          </p:cNvPr>
          <p:cNvCxnSpPr>
            <a:cxnSpLocks/>
          </p:cNvCxnSpPr>
          <p:nvPr/>
        </p:nvCxnSpPr>
        <p:spPr>
          <a:xfrm>
            <a:off x="1557018" y="3522758"/>
            <a:ext cx="120142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790D25B-4F74-BB67-DF0D-11F03A358F0B}"/>
              </a:ext>
            </a:extLst>
          </p:cNvPr>
          <p:cNvGraphicFramePr>
            <a:graphicFrameLocks noGrp="1"/>
          </p:cNvGraphicFramePr>
          <p:nvPr/>
        </p:nvGraphicFramePr>
        <p:xfrm>
          <a:off x="-434340" y="3070862"/>
          <a:ext cx="1991358" cy="716276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663786">
                  <a:extLst>
                    <a:ext uri="{9D8B030D-6E8A-4147-A177-3AD203B41FA5}">
                      <a16:colId xmlns:a16="http://schemas.microsoft.com/office/drawing/2014/main" val="100656503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66077364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897714596"/>
                    </a:ext>
                  </a:extLst>
                </a:gridCol>
              </a:tblGrid>
              <a:tr h="71627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74989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384FE64-6367-A235-8988-7738A62249F4}"/>
              </a:ext>
            </a:extLst>
          </p:cNvPr>
          <p:cNvGraphicFramePr>
            <a:graphicFrameLocks noGrp="1"/>
          </p:cNvGraphicFramePr>
          <p:nvPr/>
        </p:nvGraphicFramePr>
        <p:xfrm>
          <a:off x="2971803" y="3070862"/>
          <a:ext cx="1991358" cy="716276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663786">
                  <a:extLst>
                    <a:ext uri="{9D8B030D-6E8A-4147-A177-3AD203B41FA5}">
                      <a16:colId xmlns:a16="http://schemas.microsoft.com/office/drawing/2014/main" val="100656503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66077364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897714596"/>
                    </a:ext>
                  </a:extLst>
                </a:gridCol>
              </a:tblGrid>
              <a:tr h="71627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74989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23CD5A7-6C3F-AC6C-AD13-91D7AE6C7952}"/>
              </a:ext>
            </a:extLst>
          </p:cNvPr>
          <p:cNvGraphicFramePr>
            <a:graphicFrameLocks noGrp="1"/>
          </p:cNvGraphicFramePr>
          <p:nvPr/>
        </p:nvGraphicFramePr>
        <p:xfrm>
          <a:off x="6377946" y="3070862"/>
          <a:ext cx="1991358" cy="716276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663786">
                  <a:extLst>
                    <a:ext uri="{9D8B030D-6E8A-4147-A177-3AD203B41FA5}">
                      <a16:colId xmlns:a16="http://schemas.microsoft.com/office/drawing/2014/main" val="100656503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66077364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897714596"/>
                    </a:ext>
                  </a:extLst>
                </a:gridCol>
              </a:tblGrid>
              <a:tr h="71627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749890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BD415CC-E6C5-9203-24C6-DE600721A7DE}"/>
              </a:ext>
            </a:extLst>
          </p:cNvPr>
          <p:cNvGraphicFramePr>
            <a:graphicFrameLocks noGrp="1"/>
          </p:cNvGraphicFramePr>
          <p:nvPr/>
        </p:nvGraphicFramePr>
        <p:xfrm>
          <a:off x="9784089" y="3070862"/>
          <a:ext cx="1991358" cy="716276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663786">
                  <a:extLst>
                    <a:ext uri="{9D8B030D-6E8A-4147-A177-3AD203B41FA5}">
                      <a16:colId xmlns:a16="http://schemas.microsoft.com/office/drawing/2014/main" val="100656503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66077364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897714596"/>
                    </a:ext>
                  </a:extLst>
                </a:gridCol>
              </a:tblGrid>
              <a:tr h="71627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749890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CF7A09C-0427-B26E-DDF5-7D8A46400B4E}"/>
              </a:ext>
            </a:extLst>
          </p:cNvPr>
          <p:cNvSpPr txBox="1"/>
          <p:nvPr/>
        </p:nvSpPr>
        <p:spPr>
          <a:xfrm>
            <a:off x="-2208532" y="276780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DECB075-F507-AF31-9576-5B4CD0509774}"/>
              </a:ext>
            </a:extLst>
          </p:cNvPr>
          <p:cNvCxnSpPr>
            <a:cxnSpLocks/>
          </p:cNvCxnSpPr>
          <p:nvPr/>
        </p:nvCxnSpPr>
        <p:spPr>
          <a:xfrm flipH="1">
            <a:off x="1747597" y="3244856"/>
            <a:ext cx="12242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F2AAF2F-2762-D9A6-8735-3035158D3259}"/>
              </a:ext>
            </a:extLst>
          </p:cNvPr>
          <p:cNvCxnSpPr>
            <a:cxnSpLocks/>
          </p:cNvCxnSpPr>
          <p:nvPr/>
        </p:nvCxnSpPr>
        <p:spPr>
          <a:xfrm flipH="1">
            <a:off x="-1310640" y="3429000"/>
            <a:ext cx="8763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7227469-AEE0-E063-B908-9ED4E05B6DE7}"/>
              </a:ext>
            </a:extLst>
          </p:cNvPr>
          <p:cNvCxnSpPr>
            <a:cxnSpLocks/>
          </p:cNvCxnSpPr>
          <p:nvPr/>
        </p:nvCxnSpPr>
        <p:spPr>
          <a:xfrm flipV="1">
            <a:off x="11775447" y="3429000"/>
            <a:ext cx="1029329" cy="231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88AA7CB-219A-8F2E-0C87-73AEF3043478}"/>
              </a:ext>
            </a:extLst>
          </p:cNvPr>
          <p:cNvSpPr txBox="1"/>
          <p:nvPr/>
        </p:nvSpPr>
        <p:spPr>
          <a:xfrm>
            <a:off x="162570" y="3987193"/>
            <a:ext cx="106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Data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9DFC6D-5DA9-C890-D308-D58885A821AF}"/>
              </a:ext>
            </a:extLst>
          </p:cNvPr>
          <p:cNvCxnSpPr>
            <a:cxnSpLocks/>
          </p:cNvCxnSpPr>
          <p:nvPr/>
        </p:nvCxnSpPr>
        <p:spPr>
          <a:xfrm>
            <a:off x="-121920" y="3910366"/>
            <a:ext cx="0" cy="965807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1A8E78B-CA69-BC28-01D6-15073005EB78}"/>
              </a:ext>
            </a:extLst>
          </p:cNvPr>
          <p:cNvCxnSpPr>
            <a:cxnSpLocks/>
          </p:cNvCxnSpPr>
          <p:nvPr/>
        </p:nvCxnSpPr>
        <p:spPr>
          <a:xfrm>
            <a:off x="1341120" y="3910365"/>
            <a:ext cx="0" cy="965807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C90F35D-2A21-9822-7F0F-CEBE9AC92C4F}"/>
              </a:ext>
            </a:extLst>
          </p:cNvPr>
          <p:cNvSpPr txBox="1"/>
          <p:nvPr/>
        </p:nvSpPr>
        <p:spPr>
          <a:xfrm>
            <a:off x="-533400" y="4845395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rgbClr val="FFFF00"/>
                </a:solidFill>
              </a:rPr>
              <a:t>prev</a:t>
            </a:r>
            <a:endParaRPr lang="en-IN" sz="2400" b="1" dirty="0">
              <a:solidFill>
                <a:srgbClr val="FFFF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F75211-32A0-67C5-7382-0B366B807D2C}"/>
              </a:ext>
            </a:extLst>
          </p:cNvPr>
          <p:cNvSpPr txBox="1"/>
          <p:nvPr/>
        </p:nvSpPr>
        <p:spPr>
          <a:xfrm>
            <a:off x="944880" y="4845395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next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ADC28B6-91F2-27D9-88CB-3849D381EF8F}"/>
              </a:ext>
            </a:extLst>
          </p:cNvPr>
          <p:cNvCxnSpPr>
            <a:cxnSpLocks/>
          </p:cNvCxnSpPr>
          <p:nvPr/>
        </p:nvCxnSpPr>
        <p:spPr>
          <a:xfrm>
            <a:off x="7330440" y="1944405"/>
            <a:ext cx="0" cy="965807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4A231A5-303D-66D2-BE68-170EFDC96AE6}"/>
              </a:ext>
            </a:extLst>
          </p:cNvPr>
          <p:cNvSpPr txBox="1"/>
          <p:nvPr/>
        </p:nvSpPr>
        <p:spPr>
          <a:xfrm>
            <a:off x="7175505" y="148274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3621929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DBCFF-050C-F5A3-D117-339674280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0AD1BB6-0D95-E3C0-1465-A58E6336A08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8A8F21B-7259-EF0F-DB2B-FB1E8D2E477F}"/>
              </a:ext>
            </a:extLst>
          </p:cNvPr>
          <p:cNvCxnSpPr>
            <a:cxnSpLocks/>
          </p:cNvCxnSpPr>
          <p:nvPr/>
        </p:nvCxnSpPr>
        <p:spPr>
          <a:xfrm>
            <a:off x="4974110" y="3537998"/>
            <a:ext cx="11842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D355DD6-F24C-6B90-1D1D-FAD30E04F163}"/>
              </a:ext>
            </a:extLst>
          </p:cNvPr>
          <p:cNvCxnSpPr>
            <a:cxnSpLocks/>
          </p:cNvCxnSpPr>
          <p:nvPr/>
        </p:nvCxnSpPr>
        <p:spPr>
          <a:xfrm>
            <a:off x="8369304" y="3522758"/>
            <a:ext cx="126237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4855A6B-145F-3525-8C48-B6147A518E45}"/>
              </a:ext>
            </a:extLst>
          </p:cNvPr>
          <p:cNvCxnSpPr>
            <a:cxnSpLocks/>
          </p:cNvCxnSpPr>
          <p:nvPr/>
        </p:nvCxnSpPr>
        <p:spPr>
          <a:xfrm flipH="1">
            <a:off x="8595360" y="3244856"/>
            <a:ext cx="118872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9FEDBCC-9E32-2BD2-40F7-F0BBB2941532}"/>
              </a:ext>
            </a:extLst>
          </p:cNvPr>
          <p:cNvSpPr txBox="1"/>
          <p:nvPr/>
        </p:nvSpPr>
        <p:spPr>
          <a:xfrm>
            <a:off x="12804776" y="276780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0BF3940-79AE-DBEC-0DC2-51369DB431AF}"/>
              </a:ext>
            </a:extLst>
          </p:cNvPr>
          <p:cNvCxnSpPr>
            <a:cxnSpLocks/>
          </p:cNvCxnSpPr>
          <p:nvPr/>
        </p:nvCxnSpPr>
        <p:spPr>
          <a:xfrm flipH="1">
            <a:off x="5135880" y="3244856"/>
            <a:ext cx="12242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CBAD2DB-C979-2B3F-C598-8DF340C95662}"/>
              </a:ext>
            </a:extLst>
          </p:cNvPr>
          <p:cNvSpPr txBox="1"/>
          <p:nvPr/>
        </p:nvSpPr>
        <p:spPr>
          <a:xfrm>
            <a:off x="162570" y="2609197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E384BAA-C013-D35E-C862-484AE0DCD27E}"/>
              </a:ext>
            </a:extLst>
          </p:cNvPr>
          <p:cNvCxnSpPr>
            <a:cxnSpLocks/>
          </p:cNvCxnSpPr>
          <p:nvPr/>
        </p:nvCxnSpPr>
        <p:spPr>
          <a:xfrm>
            <a:off x="1557018" y="3522758"/>
            <a:ext cx="120142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FCC15FA-695B-E053-1BD3-7DA00025A72A}"/>
              </a:ext>
            </a:extLst>
          </p:cNvPr>
          <p:cNvGraphicFramePr>
            <a:graphicFrameLocks noGrp="1"/>
          </p:cNvGraphicFramePr>
          <p:nvPr/>
        </p:nvGraphicFramePr>
        <p:xfrm>
          <a:off x="-434340" y="3070862"/>
          <a:ext cx="1991358" cy="716276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663786">
                  <a:extLst>
                    <a:ext uri="{9D8B030D-6E8A-4147-A177-3AD203B41FA5}">
                      <a16:colId xmlns:a16="http://schemas.microsoft.com/office/drawing/2014/main" val="100656503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66077364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897714596"/>
                    </a:ext>
                  </a:extLst>
                </a:gridCol>
              </a:tblGrid>
              <a:tr h="71627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74989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F133BD3-30F4-3C40-5388-A37F2F49E15C}"/>
              </a:ext>
            </a:extLst>
          </p:cNvPr>
          <p:cNvGraphicFramePr>
            <a:graphicFrameLocks noGrp="1"/>
          </p:cNvGraphicFramePr>
          <p:nvPr/>
        </p:nvGraphicFramePr>
        <p:xfrm>
          <a:off x="2971803" y="3070862"/>
          <a:ext cx="1991358" cy="716276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663786">
                  <a:extLst>
                    <a:ext uri="{9D8B030D-6E8A-4147-A177-3AD203B41FA5}">
                      <a16:colId xmlns:a16="http://schemas.microsoft.com/office/drawing/2014/main" val="100656503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66077364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897714596"/>
                    </a:ext>
                  </a:extLst>
                </a:gridCol>
              </a:tblGrid>
              <a:tr h="71627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74989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9BE34A9-7136-A7BE-5691-BED93C1838B5}"/>
              </a:ext>
            </a:extLst>
          </p:cNvPr>
          <p:cNvGraphicFramePr>
            <a:graphicFrameLocks noGrp="1"/>
          </p:cNvGraphicFramePr>
          <p:nvPr/>
        </p:nvGraphicFramePr>
        <p:xfrm>
          <a:off x="6377946" y="3070862"/>
          <a:ext cx="1991358" cy="716276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663786">
                  <a:extLst>
                    <a:ext uri="{9D8B030D-6E8A-4147-A177-3AD203B41FA5}">
                      <a16:colId xmlns:a16="http://schemas.microsoft.com/office/drawing/2014/main" val="100656503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66077364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897714596"/>
                    </a:ext>
                  </a:extLst>
                </a:gridCol>
              </a:tblGrid>
              <a:tr h="71627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749890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33CE0444-ACAE-6D04-4EAF-D170AD0C922F}"/>
              </a:ext>
            </a:extLst>
          </p:cNvPr>
          <p:cNvGraphicFramePr>
            <a:graphicFrameLocks noGrp="1"/>
          </p:cNvGraphicFramePr>
          <p:nvPr/>
        </p:nvGraphicFramePr>
        <p:xfrm>
          <a:off x="9784089" y="3070862"/>
          <a:ext cx="1991358" cy="716276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663786">
                  <a:extLst>
                    <a:ext uri="{9D8B030D-6E8A-4147-A177-3AD203B41FA5}">
                      <a16:colId xmlns:a16="http://schemas.microsoft.com/office/drawing/2014/main" val="100656503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66077364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897714596"/>
                    </a:ext>
                  </a:extLst>
                </a:gridCol>
              </a:tblGrid>
              <a:tr h="71627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749890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2BA91FB9-490F-8450-9164-48DB405F8801}"/>
              </a:ext>
            </a:extLst>
          </p:cNvPr>
          <p:cNvSpPr txBox="1"/>
          <p:nvPr/>
        </p:nvSpPr>
        <p:spPr>
          <a:xfrm>
            <a:off x="-2208532" y="276780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6A7560D-7EC6-1B85-ED6D-8B773ED5205F}"/>
              </a:ext>
            </a:extLst>
          </p:cNvPr>
          <p:cNvCxnSpPr>
            <a:cxnSpLocks/>
          </p:cNvCxnSpPr>
          <p:nvPr/>
        </p:nvCxnSpPr>
        <p:spPr>
          <a:xfrm flipH="1">
            <a:off x="1747597" y="3244856"/>
            <a:ext cx="12242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641A69D-9657-F1BE-A005-0C2AF5FB4F6C}"/>
              </a:ext>
            </a:extLst>
          </p:cNvPr>
          <p:cNvCxnSpPr>
            <a:cxnSpLocks/>
          </p:cNvCxnSpPr>
          <p:nvPr/>
        </p:nvCxnSpPr>
        <p:spPr>
          <a:xfrm flipH="1">
            <a:off x="-1310640" y="3429000"/>
            <a:ext cx="8763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A32F51E-95AC-DA52-FACC-9D4542DDF711}"/>
              </a:ext>
            </a:extLst>
          </p:cNvPr>
          <p:cNvCxnSpPr>
            <a:cxnSpLocks/>
          </p:cNvCxnSpPr>
          <p:nvPr/>
        </p:nvCxnSpPr>
        <p:spPr>
          <a:xfrm flipV="1">
            <a:off x="11775447" y="3429000"/>
            <a:ext cx="1029329" cy="231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0A1034E-D9F6-3F04-9756-5EE8107A29BA}"/>
              </a:ext>
            </a:extLst>
          </p:cNvPr>
          <p:cNvSpPr txBox="1"/>
          <p:nvPr/>
        </p:nvSpPr>
        <p:spPr>
          <a:xfrm>
            <a:off x="162570" y="3987193"/>
            <a:ext cx="106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Data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6491A61-44AA-DAF6-BE84-6C5E8B3E5833}"/>
              </a:ext>
            </a:extLst>
          </p:cNvPr>
          <p:cNvCxnSpPr>
            <a:cxnSpLocks/>
          </p:cNvCxnSpPr>
          <p:nvPr/>
        </p:nvCxnSpPr>
        <p:spPr>
          <a:xfrm>
            <a:off x="-121920" y="3910366"/>
            <a:ext cx="0" cy="965807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57AC81F-F542-D3FE-2DA1-39085BACC593}"/>
              </a:ext>
            </a:extLst>
          </p:cNvPr>
          <p:cNvCxnSpPr>
            <a:cxnSpLocks/>
          </p:cNvCxnSpPr>
          <p:nvPr/>
        </p:nvCxnSpPr>
        <p:spPr>
          <a:xfrm>
            <a:off x="1341120" y="3910365"/>
            <a:ext cx="0" cy="965807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ACD76F6-3F92-9AD0-B693-95742339EB54}"/>
              </a:ext>
            </a:extLst>
          </p:cNvPr>
          <p:cNvSpPr txBox="1"/>
          <p:nvPr/>
        </p:nvSpPr>
        <p:spPr>
          <a:xfrm>
            <a:off x="-533400" y="4845395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rgbClr val="FFFF00"/>
                </a:solidFill>
              </a:rPr>
              <a:t>prev</a:t>
            </a:r>
            <a:endParaRPr lang="en-IN" sz="2400" b="1" dirty="0">
              <a:solidFill>
                <a:srgbClr val="FFFF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A83247-D4D5-26B9-60C6-0BD2D8FBF0F5}"/>
              </a:ext>
            </a:extLst>
          </p:cNvPr>
          <p:cNvSpPr txBox="1"/>
          <p:nvPr/>
        </p:nvSpPr>
        <p:spPr>
          <a:xfrm>
            <a:off x="944880" y="4845395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next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DB79F05-8608-1BCB-64FE-6854D301A94F}"/>
              </a:ext>
            </a:extLst>
          </p:cNvPr>
          <p:cNvCxnSpPr>
            <a:cxnSpLocks/>
          </p:cNvCxnSpPr>
          <p:nvPr/>
        </p:nvCxnSpPr>
        <p:spPr>
          <a:xfrm>
            <a:off x="7330440" y="1944405"/>
            <a:ext cx="0" cy="965807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079FFE3-BB9D-D508-4C3B-1B42092D6F42}"/>
              </a:ext>
            </a:extLst>
          </p:cNvPr>
          <p:cNvSpPr txBox="1"/>
          <p:nvPr/>
        </p:nvSpPr>
        <p:spPr>
          <a:xfrm>
            <a:off x="7175505" y="148274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P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3E48387-FC2A-D188-EE92-082166BA13B2}"/>
              </a:ext>
            </a:extLst>
          </p:cNvPr>
          <p:cNvCxnSpPr>
            <a:cxnSpLocks/>
          </p:cNvCxnSpPr>
          <p:nvPr/>
        </p:nvCxnSpPr>
        <p:spPr>
          <a:xfrm flipH="1">
            <a:off x="5747983" y="1720856"/>
            <a:ext cx="1224206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7A2D1B1-BF67-661C-071A-7CCA4DCB27A4}"/>
              </a:ext>
            </a:extLst>
          </p:cNvPr>
          <p:cNvCxnSpPr>
            <a:cxnSpLocks/>
          </p:cNvCxnSpPr>
          <p:nvPr/>
        </p:nvCxnSpPr>
        <p:spPr>
          <a:xfrm>
            <a:off x="7658894" y="1723174"/>
            <a:ext cx="118420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0899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D0A30-BBD2-CFF5-84F2-078C32634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7582545-0E14-8BBB-CF67-C691C5BA9A1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0C0EC1B-D2D6-DCA9-AD9B-3AA0A95A516E}"/>
              </a:ext>
            </a:extLst>
          </p:cNvPr>
          <p:cNvCxnSpPr>
            <a:cxnSpLocks/>
          </p:cNvCxnSpPr>
          <p:nvPr/>
        </p:nvCxnSpPr>
        <p:spPr>
          <a:xfrm>
            <a:off x="4974110" y="3537998"/>
            <a:ext cx="11842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C314E80-90D2-0B02-3331-BA3AD70ADEBD}"/>
              </a:ext>
            </a:extLst>
          </p:cNvPr>
          <p:cNvCxnSpPr>
            <a:cxnSpLocks/>
          </p:cNvCxnSpPr>
          <p:nvPr/>
        </p:nvCxnSpPr>
        <p:spPr>
          <a:xfrm>
            <a:off x="8369304" y="3522758"/>
            <a:ext cx="126237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E6F088F-5450-9426-916A-EE8FE70E21D3}"/>
              </a:ext>
            </a:extLst>
          </p:cNvPr>
          <p:cNvCxnSpPr>
            <a:cxnSpLocks/>
          </p:cNvCxnSpPr>
          <p:nvPr/>
        </p:nvCxnSpPr>
        <p:spPr>
          <a:xfrm flipH="1">
            <a:off x="8595360" y="3244856"/>
            <a:ext cx="118872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20DBDDD-BE18-3D1B-518B-4809773C63B6}"/>
              </a:ext>
            </a:extLst>
          </p:cNvPr>
          <p:cNvSpPr txBox="1"/>
          <p:nvPr/>
        </p:nvSpPr>
        <p:spPr>
          <a:xfrm>
            <a:off x="12804776" y="276780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9514772-EB7A-E0FA-52F9-4D94932E694B}"/>
              </a:ext>
            </a:extLst>
          </p:cNvPr>
          <p:cNvCxnSpPr>
            <a:cxnSpLocks/>
          </p:cNvCxnSpPr>
          <p:nvPr/>
        </p:nvCxnSpPr>
        <p:spPr>
          <a:xfrm flipH="1">
            <a:off x="5135880" y="3244856"/>
            <a:ext cx="12242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395A744-A17A-92AB-D658-37F017E6221E}"/>
              </a:ext>
            </a:extLst>
          </p:cNvPr>
          <p:cNvSpPr txBox="1"/>
          <p:nvPr/>
        </p:nvSpPr>
        <p:spPr>
          <a:xfrm>
            <a:off x="162570" y="2609197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1181C46-700B-3360-5AF1-B1A54F4C266A}"/>
              </a:ext>
            </a:extLst>
          </p:cNvPr>
          <p:cNvCxnSpPr>
            <a:cxnSpLocks/>
          </p:cNvCxnSpPr>
          <p:nvPr/>
        </p:nvCxnSpPr>
        <p:spPr>
          <a:xfrm>
            <a:off x="1557018" y="3522758"/>
            <a:ext cx="120142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FA06BCA-F1CD-25EE-4293-352BAE02D270}"/>
              </a:ext>
            </a:extLst>
          </p:cNvPr>
          <p:cNvGraphicFramePr>
            <a:graphicFrameLocks noGrp="1"/>
          </p:cNvGraphicFramePr>
          <p:nvPr/>
        </p:nvGraphicFramePr>
        <p:xfrm>
          <a:off x="-434340" y="3070862"/>
          <a:ext cx="1991358" cy="716276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663786">
                  <a:extLst>
                    <a:ext uri="{9D8B030D-6E8A-4147-A177-3AD203B41FA5}">
                      <a16:colId xmlns:a16="http://schemas.microsoft.com/office/drawing/2014/main" val="100656503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66077364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897714596"/>
                    </a:ext>
                  </a:extLst>
                </a:gridCol>
              </a:tblGrid>
              <a:tr h="71627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74989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1FC03D6-3C93-6058-8355-4D4D8ABD6E16}"/>
              </a:ext>
            </a:extLst>
          </p:cNvPr>
          <p:cNvGraphicFramePr>
            <a:graphicFrameLocks noGrp="1"/>
          </p:cNvGraphicFramePr>
          <p:nvPr/>
        </p:nvGraphicFramePr>
        <p:xfrm>
          <a:off x="2971803" y="3070862"/>
          <a:ext cx="1991358" cy="716276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663786">
                  <a:extLst>
                    <a:ext uri="{9D8B030D-6E8A-4147-A177-3AD203B41FA5}">
                      <a16:colId xmlns:a16="http://schemas.microsoft.com/office/drawing/2014/main" val="100656503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66077364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897714596"/>
                    </a:ext>
                  </a:extLst>
                </a:gridCol>
              </a:tblGrid>
              <a:tr h="71627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74989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6F747F8-0768-50E1-B671-47D8EF155A2A}"/>
              </a:ext>
            </a:extLst>
          </p:cNvPr>
          <p:cNvGraphicFramePr>
            <a:graphicFrameLocks noGrp="1"/>
          </p:cNvGraphicFramePr>
          <p:nvPr/>
        </p:nvGraphicFramePr>
        <p:xfrm>
          <a:off x="6377946" y="3070862"/>
          <a:ext cx="1991358" cy="716276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663786">
                  <a:extLst>
                    <a:ext uri="{9D8B030D-6E8A-4147-A177-3AD203B41FA5}">
                      <a16:colId xmlns:a16="http://schemas.microsoft.com/office/drawing/2014/main" val="100656503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66077364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897714596"/>
                    </a:ext>
                  </a:extLst>
                </a:gridCol>
              </a:tblGrid>
              <a:tr h="71627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749890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16135AD-A0B4-8D62-3B21-D39038480EF7}"/>
              </a:ext>
            </a:extLst>
          </p:cNvPr>
          <p:cNvGraphicFramePr>
            <a:graphicFrameLocks noGrp="1"/>
          </p:cNvGraphicFramePr>
          <p:nvPr/>
        </p:nvGraphicFramePr>
        <p:xfrm>
          <a:off x="9784089" y="3070862"/>
          <a:ext cx="1991358" cy="716276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663786">
                  <a:extLst>
                    <a:ext uri="{9D8B030D-6E8A-4147-A177-3AD203B41FA5}">
                      <a16:colId xmlns:a16="http://schemas.microsoft.com/office/drawing/2014/main" val="100656503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66077364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897714596"/>
                    </a:ext>
                  </a:extLst>
                </a:gridCol>
              </a:tblGrid>
              <a:tr h="71627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749890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F2F0FADC-64A1-15B8-37CE-EDE1B0CBA798}"/>
              </a:ext>
            </a:extLst>
          </p:cNvPr>
          <p:cNvSpPr txBox="1"/>
          <p:nvPr/>
        </p:nvSpPr>
        <p:spPr>
          <a:xfrm>
            <a:off x="-2208532" y="276780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A4A2D6A-41F7-209F-0C94-4F4A47F30418}"/>
              </a:ext>
            </a:extLst>
          </p:cNvPr>
          <p:cNvCxnSpPr>
            <a:cxnSpLocks/>
          </p:cNvCxnSpPr>
          <p:nvPr/>
        </p:nvCxnSpPr>
        <p:spPr>
          <a:xfrm flipH="1">
            <a:off x="1747597" y="3244856"/>
            <a:ext cx="12242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2D37997-CC3F-62FE-981D-A9659244F971}"/>
              </a:ext>
            </a:extLst>
          </p:cNvPr>
          <p:cNvCxnSpPr>
            <a:cxnSpLocks/>
          </p:cNvCxnSpPr>
          <p:nvPr/>
        </p:nvCxnSpPr>
        <p:spPr>
          <a:xfrm flipH="1">
            <a:off x="-1310640" y="3429000"/>
            <a:ext cx="8763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B9FAD85-8377-EB9F-D535-1FCD6311F8CB}"/>
              </a:ext>
            </a:extLst>
          </p:cNvPr>
          <p:cNvCxnSpPr>
            <a:cxnSpLocks/>
          </p:cNvCxnSpPr>
          <p:nvPr/>
        </p:nvCxnSpPr>
        <p:spPr>
          <a:xfrm flipV="1">
            <a:off x="11775447" y="3429000"/>
            <a:ext cx="1029329" cy="231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3E1EE7B-2D52-8216-95B2-C3DEDB8B7168}"/>
              </a:ext>
            </a:extLst>
          </p:cNvPr>
          <p:cNvSpPr txBox="1"/>
          <p:nvPr/>
        </p:nvSpPr>
        <p:spPr>
          <a:xfrm>
            <a:off x="162570" y="3987193"/>
            <a:ext cx="106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Data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304012C-8BB7-A964-E5B4-150334A500B5}"/>
              </a:ext>
            </a:extLst>
          </p:cNvPr>
          <p:cNvCxnSpPr>
            <a:cxnSpLocks/>
          </p:cNvCxnSpPr>
          <p:nvPr/>
        </p:nvCxnSpPr>
        <p:spPr>
          <a:xfrm>
            <a:off x="-121920" y="3910366"/>
            <a:ext cx="0" cy="965807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1F053EA-D5C5-9A2C-4A1F-1AAB8DD4BE0C}"/>
              </a:ext>
            </a:extLst>
          </p:cNvPr>
          <p:cNvCxnSpPr>
            <a:cxnSpLocks/>
          </p:cNvCxnSpPr>
          <p:nvPr/>
        </p:nvCxnSpPr>
        <p:spPr>
          <a:xfrm>
            <a:off x="1341120" y="3910365"/>
            <a:ext cx="0" cy="965807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3B06F43-117B-B6B3-DAFE-D37A7072E258}"/>
              </a:ext>
            </a:extLst>
          </p:cNvPr>
          <p:cNvSpPr txBox="1"/>
          <p:nvPr/>
        </p:nvSpPr>
        <p:spPr>
          <a:xfrm>
            <a:off x="-533400" y="4845395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rgbClr val="FFFF00"/>
                </a:solidFill>
              </a:rPr>
              <a:t>prev</a:t>
            </a:r>
            <a:endParaRPr lang="en-IN" sz="2400" b="1" dirty="0">
              <a:solidFill>
                <a:srgbClr val="FFFF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7B442B-F48B-E0CF-5CE9-0E7957F0A284}"/>
              </a:ext>
            </a:extLst>
          </p:cNvPr>
          <p:cNvSpPr txBox="1"/>
          <p:nvPr/>
        </p:nvSpPr>
        <p:spPr>
          <a:xfrm>
            <a:off x="944880" y="4845395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next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DE2536F-1509-862A-8CA0-6E9B5149DCE5}"/>
              </a:ext>
            </a:extLst>
          </p:cNvPr>
          <p:cNvCxnSpPr>
            <a:cxnSpLocks/>
          </p:cNvCxnSpPr>
          <p:nvPr/>
        </p:nvCxnSpPr>
        <p:spPr>
          <a:xfrm>
            <a:off x="7330440" y="1944405"/>
            <a:ext cx="0" cy="965807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561BB92-93F5-1490-5C46-E8D9038B4506}"/>
              </a:ext>
            </a:extLst>
          </p:cNvPr>
          <p:cNvSpPr txBox="1"/>
          <p:nvPr/>
        </p:nvSpPr>
        <p:spPr>
          <a:xfrm>
            <a:off x="7175505" y="148274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P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CED7344-DDC2-C7BB-708A-A2D05A868020}"/>
              </a:ext>
            </a:extLst>
          </p:cNvPr>
          <p:cNvCxnSpPr>
            <a:cxnSpLocks/>
          </p:cNvCxnSpPr>
          <p:nvPr/>
        </p:nvCxnSpPr>
        <p:spPr>
          <a:xfrm flipH="1">
            <a:off x="5747983" y="1720856"/>
            <a:ext cx="1224206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27AD0A0-7679-CFEB-CCD7-CA4303E02389}"/>
              </a:ext>
            </a:extLst>
          </p:cNvPr>
          <p:cNvCxnSpPr>
            <a:cxnSpLocks/>
          </p:cNvCxnSpPr>
          <p:nvPr/>
        </p:nvCxnSpPr>
        <p:spPr>
          <a:xfrm>
            <a:off x="7658894" y="1723174"/>
            <a:ext cx="118420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DD822C6-6EAC-08A7-D774-B1F06C462138}"/>
              </a:ext>
            </a:extLst>
          </p:cNvPr>
          <p:cNvCxnSpPr>
            <a:cxnSpLocks/>
          </p:cNvCxnSpPr>
          <p:nvPr/>
        </p:nvCxnSpPr>
        <p:spPr>
          <a:xfrm>
            <a:off x="-2239012" y="3216025"/>
            <a:ext cx="0" cy="571113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8FD97C5-3F6D-F580-DC62-CCEF1BBC637D}"/>
              </a:ext>
            </a:extLst>
          </p:cNvPr>
          <p:cNvCxnSpPr>
            <a:cxnSpLocks/>
          </p:cNvCxnSpPr>
          <p:nvPr/>
        </p:nvCxnSpPr>
        <p:spPr>
          <a:xfrm>
            <a:off x="-1371600" y="3218343"/>
            <a:ext cx="0" cy="571113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0890AB2-8397-5B1F-997D-DDF321C1CD93}"/>
              </a:ext>
            </a:extLst>
          </p:cNvPr>
          <p:cNvCxnSpPr>
            <a:cxnSpLocks/>
          </p:cNvCxnSpPr>
          <p:nvPr/>
        </p:nvCxnSpPr>
        <p:spPr>
          <a:xfrm>
            <a:off x="-2255002" y="3787138"/>
            <a:ext cx="899393" cy="0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9584C5F-D612-EF77-6C25-6E46E454AD6D}"/>
              </a:ext>
            </a:extLst>
          </p:cNvPr>
          <p:cNvCxnSpPr>
            <a:cxnSpLocks/>
          </p:cNvCxnSpPr>
          <p:nvPr/>
        </p:nvCxnSpPr>
        <p:spPr>
          <a:xfrm>
            <a:off x="-2270993" y="3093720"/>
            <a:ext cx="899393" cy="0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984BDB-1694-7098-3351-ED9908E30D48}"/>
              </a:ext>
            </a:extLst>
          </p:cNvPr>
          <p:cNvCxnSpPr>
            <a:cxnSpLocks/>
          </p:cNvCxnSpPr>
          <p:nvPr/>
        </p:nvCxnSpPr>
        <p:spPr>
          <a:xfrm>
            <a:off x="-577853" y="4891412"/>
            <a:ext cx="6236" cy="415648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B7E0B36-D94A-0F04-EE09-143A09317461}"/>
              </a:ext>
            </a:extLst>
          </p:cNvPr>
          <p:cNvCxnSpPr>
            <a:cxnSpLocks/>
          </p:cNvCxnSpPr>
          <p:nvPr/>
        </p:nvCxnSpPr>
        <p:spPr>
          <a:xfrm>
            <a:off x="327776" y="4891412"/>
            <a:ext cx="0" cy="415648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C01D749-C4B8-1058-F60B-75CC4BF85841}"/>
              </a:ext>
            </a:extLst>
          </p:cNvPr>
          <p:cNvCxnSpPr>
            <a:cxnSpLocks/>
          </p:cNvCxnSpPr>
          <p:nvPr/>
        </p:nvCxnSpPr>
        <p:spPr>
          <a:xfrm>
            <a:off x="-571617" y="5344530"/>
            <a:ext cx="899393" cy="0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6EC8D54-BA1A-86E3-7842-F3BB8A333D67}"/>
              </a:ext>
            </a:extLst>
          </p:cNvPr>
          <p:cNvCxnSpPr>
            <a:cxnSpLocks/>
          </p:cNvCxnSpPr>
          <p:nvPr/>
        </p:nvCxnSpPr>
        <p:spPr>
          <a:xfrm>
            <a:off x="-571617" y="4891412"/>
            <a:ext cx="899393" cy="0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7580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4AB27-9A10-F9EA-BE96-028C1DCC2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8B60E24-8CCE-FE4F-D0E6-DB7BE4ECBD5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481E6E9-E6F7-FAF3-172E-56242038DF1C}"/>
              </a:ext>
            </a:extLst>
          </p:cNvPr>
          <p:cNvCxnSpPr>
            <a:cxnSpLocks/>
          </p:cNvCxnSpPr>
          <p:nvPr/>
        </p:nvCxnSpPr>
        <p:spPr>
          <a:xfrm>
            <a:off x="4974110" y="3537998"/>
            <a:ext cx="11842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E1FEF3A-490E-39B8-087B-21F825CC1924}"/>
              </a:ext>
            </a:extLst>
          </p:cNvPr>
          <p:cNvCxnSpPr>
            <a:cxnSpLocks/>
          </p:cNvCxnSpPr>
          <p:nvPr/>
        </p:nvCxnSpPr>
        <p:spPr>
          <a:xfrm>
            <a:off x="8369304" y="3522758"/>
            <a:ext cx="126237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61EA6D4-9477-170D-0963-56D19344996A}"/>
              </a:ext>
            </a:extLst>
          </p:cNvPr>
          <p:cNvCxnSpPr>
            <a:cxnSpLocks/>
          </p:cNvCxnSpPr>
          <p:nvPr/>
        </p:nvCxnSpPr>
        <p:spPr>
          <a:xfrm flipH="1">
            <a:off x="8595360" y="3244856"/>
            <a:ext cx="118872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05E5FEA-D9CA-7170-3155-36D355F07053}"/>
              </a:ext>
            </a:extLst>
          </p:cNvPr>
          <p:cNvSpPr txBox="1"/>
          <p:nvPr/>
        </p:nvSpPr>
        <p:spPr>
          <a:xfrm>
            <a:off x="12804776" y="2767803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E91299C-337D-77B6-3B4C-01C6A7BB025C}"/>
              </a:ext>
            </a:extLst>
          </p:cNvPr>
          <p:cNvCxnSpPr>
            <a:cxnSpLocks/>
          </p:cNvCxnSpPr>
          <p:nvPr/>
        </p:nvCxnSpPr>
        <p:spPr>
          <a:xfrm flipH="1">
            <a:off x="5135880" y="3244856"/>
            <a:ext cx="12242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299CF74-467D-4761-B2E0-2645086EC368}"/>
              </a:ext>
            </a:extLst>
          </p:cNvPr>
          <p:cNvSpPr txBox="1"/>
          <p:nvPr/>
        </p:nvSpPr>
        <p:spPr>
          <a:xfrm>
            <a:off x="162570" y="2609197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7D758A5-178B-B7CE-0AFF-92EDDC72F7AC}"/>
              </a:ext>
            </a:extLst>
          </p:cNvPr>
          <p:cNvCxnSpPr>
            <a:cxnSpLocks/>
          </p:cNvCxnSpPr>
          <p:nvPr/>
        </p:nvCxnSpPr>
        <p:spPr>
          <a:xfrm>
            <a:off x="1557018" y="3522758"/>
            <a:ext cx="120142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94DC223-8438-33C7-B9DA-C66A7B84204A}"/>
              </a:ext>
            </a:extLst>
          </p:cNvPr>
          <p:cNvGraphicFramePr>
            <a:graphicFrameLocks noGrp="1"/>
          </p:cNvGraphicFramePr>
          <p:nvPr/>
        </p:nvGraphicFramePr>
        <p:xfrm>
          <a:off x="-434340" y="3070862"/>
          <a:ext cx="1991358" cy="716276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663786">
                  <a:extLst>
                    <a:ext uri="{9D8B030D-6E8A-4147-A177-3AD203B41FA5}">
                      <a16:colId xmlns:a16="http://schemas.microsoft.com/office/drawing/2014/main" val="100656503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66077364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897714596"/>
                    </a:ext>
                  </a:extLst>
                </a:gridCol>
              </a:tblGrid>
              <a:tr h="71627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74989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6003699-D6B1-E599-1030-C7D0FA0060B5}"/>
              </a:ext>
            </a:extLst>
          </p:cNvPr>
          <p:cNvGraphicFramePr>
            <a:graphicFrameLocks noGrp="1"/>
          </p:cNvGraphicFramePr>
          <p:nvPr/>
        </p:nvGraphicFramePr>
        <p:xfrm>
          <a:off x="2971803" y="3070862"/>
          <a:ext cx="1991358" cy="716276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663786">
                  <a:extLst>
                    <a:ext uri="{9D8B030D-6E8A-4147-A177-3AD203B41FA5}">
                      <a16:colId xmlns:a16="http://schemas.microsoft.com/office/drawing/2014/main" val="100656503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66077364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897714596"/>
                    </a:ext>
                  </a:extLst>
                </a:gridCol>
              </a:tblGrid>
              <a:tr h="71627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74989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DD5A1AA-370E-2B05-356E-B5C2D618CC2F}"/>
              </a:ext>
            </a:extLst>
          </p:cNvPr>
          <p:cNvGraphicFramePr>
            <a:graphicFrameLocks noGrp="1"/>
          </p:cNvGraphicFramePr>
          <p:nvPr/>
        </p:nvGraphicFramePr>
        <p:xfrm>
          <a:off x="6377946" y="3070862"/>
          <a:ext cx="1991358" cy="716276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663786">
                  <a:extLst>
                    <a:ext uri="{9D8B030D-6E8A-4147-A177-3AD203B41FA5}">
                      <a16:colId xmlns:a16="http://schemas.microsoft.com/office/drawing/2014/main" val="100656503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66077364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897714596"/>
                    </a:ext>
                  </a:extLst>
                </a:gridCol>
              </a:tblGrid>
              <a:tr h="71627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749890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7D3A8B0-6CBE-6780-87A7-DD50F6F903A1}"/>
              </a:ext>
            </a:extLst>
          </p:cNvPr>
          <p:cNvGraphicFramePr>
            <a:graphicFrameLocks noGrp="1"/>
          </p:cNvGraphicFramePr>
          <p:nvPr/>
        </p:nvGraphicFramePr>
        <p:xfrm>
          <a:off x="9784089" y="3070862"/>
          <a:ext cx="1991358" cy="716276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663786">
                  <a:extLst>
                    <a:ext uri="{9D8B030D-6E8A-4147-A177-3AD203B41FA5}">
                      <a16:colId xmlns:a16="http://schemas.microsoft.com/office/drawing/2014/main" val="100656503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660773644"/>
                    </a:ext>
                  </a:extLst>
                </a:gridCol>
                <a:gridCol w="663786">
                  <a:extLst>
                    <a:ext uri="{9D8B030D-6E8A-4147-A177-3AD203B41FA5}">
                      <a16:colId xmlns:a16="http://schemas.microsoft.com/office/drawing/2014/main" val="3897714596"/>
                    </a:ext>
                  </a:extLst>
                </a:gridCol>
              </a:tblGrid>
              <a:tr h="71627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749890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052297B-0CAD-680A-5278-0B1242F84A3F}"/>
              </a:ext>
            </a:extLst>
          </p:cNvPr>
          <p:cNvSpPr txBox="1"/>
          <p:nvPr/>
        </p:nvSpPr>
        <p:spPr>
          <a:xfrm>
            <a:off x="-2208532" y="276780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7CB87A6-A057-1771-9D7E-23F2D871B4AC}"/>
              </a:ext>
            </a:extLst>
          </p:cNvPr>
          <p:cNvCxnSpPr>
            <a:cxnSpLocks/>
          </p:cNvCxnSpPr>
          <p:nvPr/>
        </p:nvCxnSpPr>
        <p:spPr>
          <a:xfrm flipH="1">
            <a:off x="1747597" y="3244856"/>
            <a:ext cx="12242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F90664C-78B4-6D35-E5BD-8C3121C42DD3}"/>
              </a:ext>
            </a:extLst>
          </p:cNvPr>
          <p:cNvCxnSpPr>
            <a:cxnSpLocks/>
          </p:cNvCxnSpPr>
          <p:nvPr/>
        </p:nvCxnSpPr>
        <p:spPr>
          <a:xfrm flipH="1">
            <a:off x="-1310640" y="3429000"/>
            <a:ext cx="8763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D5EAB1A-1A2E-3F35-3F63-C894769B222A}"/>
              </a:ext>
            </a:extLst>
          </p:cNvPr>
          <p:cNvCxnSpPr>
            <a:cxnSpLocks/>
          </p:cNvCxnSpPr>
          <p:nvPr/>
        </p:nvCxnSpPr>
        <p:spPr>
          <a:xfrm flipV="1">
            <a:off x="11775447" y="3429000"/>
            <a:ext cx="1029329" cy="231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54B7CBA-7352-302F-484A-2A40BFD6C814}"/>
              </a:ext>
            </a:extLst>
          </p:cNvPr>
          <p:cNvSpPr txBox="1"/>
          <p:nvPr/>
        </p:nvSpPr>
        <p:spPr>
          <a:xfrm>
            <a:off x="162570" y="3987193"/>
            <a:ext cx="106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Data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6E3933A-462D-AEB6-98D2-C58A0699CEB4}"/>
              </a:ext>
            </a:extLst>
          </p:cNvPr>
          <p:cNvCxnSpPr>
            <a:cxnSpLocks/>
          </p:cNvCxnSpPr>
          <p:nvPr/>
        </p:nvCxnSpPr>
        <p:spPr>
          <a:xfrm>
            <a:off x="-121920" y="3910366"/>
            <a:ext cx="0" cy="965807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4FDAFB-4890-3C87-8E27-94B9B5D9DED4}"/>
              </a:ext>
            </a:extLst>
          </p:cNvPr>
          <p:cNvCxnSpPr>
            <a:cxnSpLocks/>
          </p:cNvCxnSpPr>
          <p:nvPr/>
        </p:nvCxnSpPr>
        <p:spPr>
          <a:xfrm>
            <a:off x="1341120" y="3910365"/>
            <a:ext cx="0" cy="965807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F315128-D903-9727-D38B-2659FF62C201}"/>
              </a:ext>
            </a:extLst>
          </p:cNvPr>
          <p:cNvSpPr txBox="1"/>
          <p:nvPr/>
        </p:nvSpPr>
        <p:spPr>
          <a:xfrm>
            <a:off x="-533400" y="4845395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rgbClr val="FFFF00"/>
                </a:solidFill>
              </a:rPr>
              <a:t>prev</a:t>
            </a:r>
            <a:endParaRPr lang="en-IN" sz="2400" b="1" dirty="0">
              <a:solidFill>
                <a:srgbClr val="FFFF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81E7BB-4A75-BA4C-8A15-EE935DC560A2}"/>
              </a:ext>
            </a:extLst>
          </p:cNvPr>
          <p:cNvSpPr txBox="1"/>
          <p:nvPr/>
        </p:nvSpPr>
        <p:spPr>
          <a:xfrm>
            <a:off x="944880" y="4845395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next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EE44ADA-6D8A-B3C7-726F-D49531357102}"/>
              </a:ext>
            </a:extLst>
          </p:cNvPr>
          <p:cNvCxnSpPr>
            <a:cxnSpLocks/>
          </p:cNvCxnSpPr>
          <p:nvPr/>
        </p:nvCxnSpPr>
        <p:spPr>
          <a:xfrm>
            <a:off x="7330440" y="1944405"/>
            <a:ext cx="0" cy="965807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E4EA6E3-1ECA-64DB-2058-71FE257DBFA6}"/>
              </a:ext>
            </a:extLst>
          </p:cNvPr>
          <p:cNvSpPr txBox="1"/>
          <p:nvPr/>
        </p:nvSpPr>
        <p:spPr>
          <a:xfrm>
            <a:off x="7175505" y="148274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P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AB010A0-46B5-F5BB-609E-B059E4173B8F}"/>
              </a:ext>
            </a:extLst>
          </p:cNvPr>
          <p:cNvCxnSpPr>
            <a:cxnSpLocks/>
          </p:cNvCxnSpPr>
          <p:nvPr/>
        </p:nvCxnSpPr>
        <p:spPr>
          <a:xfrm flipH="1">
            <a:off x="5747983" y="1720856"/>
            <a:ext cx="1224206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BE82D90-17DE-8F34-4F15-0B75E7984FFD}"/>
              </a:ext>
            </a:extLst>
          </p:cNvPr>
          <p:cNvCxnSpPr>
            <a:cxnSpLocks/>
          </p:cNvCxnSpPr>
          <p:nvPr/>
        </p:nvCxnSpPr>
        <p:spPr>
          <a:xfrm>
            <a:off x="7658894" y="1723174"/>
            <a:ext cx="118420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D684CE5-488D-8A3A-4042-E132E554A31F}"/>
              </a:ext>
            </a:extLst>
          </p:cNvPr>
          <p:cNvCxnSpPr>
            <a:cxnSpLocks/>
          </p:cNvCxnSpPr>
          <p:nvPr/>
        </p:nvCxnSpPr>
        <p:spPr>
          <a:xfrm>
            <a:off x="-2239012" y="3216025"/>
            <a:ext cx="0" cy="571113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56EFA67-7F51-1840-3747-D01462B6CC5D}"/>
              </a:ext>
            </a:extLst>
          </p:cNvPr>
          <p:cNvCxnSpPr>
            <a:cxnSpLocks/>
          </p:cNvCxnSpPr>
          <p:nvPr/>
        </p:nvCxnSpPr>
        <p:spPr>
          <a:xfrm>
            <a:off x="-1371600" y="3218343"/>
            <a:ext cx="0" cy="571113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F824C17-5317-A8AB-80E4-B733831DC34F}"/>
              </a:ext>
            </a:extLst>
          </p:cNvPr>
          <p:cNvCxnSpPr>
            <a:cxnSpLocks/>
          </p:cNvCxnSpPr>
          <p:nvPr/>
        </p:nvCxnSpPr>
        <p:spPr>
          <a:xfrm>
            <a:off x="-2255002" y="3787138"/>
            <a:ext cx="899393" cy="0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5F9C686-B627-9296-2AAA-FE5341D61166}"/>
              </a:ext>
            </a:extLst>
          </p:cNvPr>
          <p:cNvCxnSpPr>
            <a:cxnSpLocks/>
          </p:cNvCxnSpPr>
          <p:nvPr/>
        </p:nvCxnSpPr>
        <p:spPr>
          <a:xfrm>
            <a:off x="-2270993" y="3093720"/>
            <a:ext cx="899393" cy="0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6D7E703-4C0A-9EC5-4ACE-E37427407034}"/>
              </a:ext>
            </a:extLst>
          </p:cNvPr>
          <p:cNvCxnSpPr>
            <a:cxnSpLocks/>
          </p:cNvCxnSpPr>
          <p:nvPr/>
        </p:nvCxnSpPr>
        <p:spPr>
          <a:xfrm>
            <a:off x="-577853" y="4891412"/>
            <a:ext cx="6236" cy="415648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D4271F8-6AED-713C-6098-CF2EF251AC16}"/>
              </a:ext>
            </a:extLst>
          </p:cNvPr>
          <p:cNvCxnSpPr>
            <a:cxnSpLocks/>
          </p:cNvCxnSpPr>
          <p:nvPr/>
        </p:nvCxnSpPr>
        <p:spPr>
          <a:xfrm>
            <a:off x="327776" y="4891412"/>
            <a:ext cx="0" cy="415648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7180744-FE43-3C73-EC7E-0626D72B9008}"/>
              </a:ext>
            </a:extLst>
          </p:cNvPr>
          <p:cNvCxnSpPr>
            <a:cxnSpLocks/>
          </p:cNvCxnSpPr>
          <p:nvPr/>
        </p:nvCxnSpPr>
        <p:spPr>
          <a:xfrm>
            <a:off x="-571617" y="5344530"/>
            <a:ext cx="899393" cy="0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981A7AF-B06F-08B9-6325-13D9E637EDE1}"/>
              </a:ext>
            </a:extLst>
          </p:cNvPr>
          <p:cNvCxnSpPr>
            <a:cxnSpLocks/>
          </p:cNvCxnSpPr>
          <p:nvPr/>
        </p:nvCxnSpPr>
        <p:spPr>
          <a:xfrm>
            <a:off x="-571617" y="4891412"/>
            <a:ext cx="899393" cy="0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D2CAFCF-C6EB-28D6-7290-59636CABCEC4}"/>
              </a:ext>
            </a:extLst>
          </p:cNvPr>
          <p:cNvCxnSpPr>
            <a:cxnSpLocks/>
          </p:cNvCxnSpPr>
          <p:nvPr/>
        </p:nvCxnSpPr>
        <p:spPr>
          <a:xfrm>
            <a:off x="11460480" y="3910365"/>
            <a:ext cx="0" cy="965807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F0060B4-F8DE-C50E-C6CB-C20EEB416ECB}"/>
              </a:ext>
            </a:extLst>
          </p:cNvPr>
          <p:cNvSpPr txBox="1"/>
          <p:nvPr/>
        </p:nvSpPr>
        <p:spPr>
          <a:xfrm>
            <a:off x="11064240" y="4845395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next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A060C21-346F-C64E-A055-4F2E42B3FB97}"/>
              </a:ext>
            </a:extLst>
          </p:cNvPr>
          <p:cNvCxnSpPr>
            <a:cxnSpLocks/>
          </p:cNvCxnSpPr>
          <p:nvPr/>
        </p:nvCxnSpPr>
        <p:spPr>
          <a:xfrm>
            <a:off x="12836757" y="3216025"/>
            <a:ext cx="0" cy="571113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48FFCF0-5A1F-4532-FFCD-10D830D3528B}"/>
              </a:ext>
            </a:extLst>
          </p:cNvPr>
          <p:cNvCxnSpPr>
            <a:cxnSpLocks/>
          </p:cNvCxnSpPr>
          <p:nvPr/>
        </p:nvCxnSpPr>
        <p:spPr>
          <a:xfrm>
            <a:off x="13704169" y="3218343"/>
            <a:ext cx="0" cy="571113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F815E22-206B-6C7D-9FB2-680F165A7DF5}"/>
              </a:ext>
            </a:extLst>
          </p:cNvPr>
          <p:cNvCxnSpPr>
            <a:cxnSpLocks/>
          </p:cNvCxnSpPr>
          <p:nvPr/>
        </p:nvCxnSpPr>
        <p:spPr>
          <a:xfrm>
            <a:off x="12820767" y="3787138"/>
            <a:ext cx="899393" cy="0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FE6042A-98CF-6D49-9FE5-DF7AEDC6F1A0}"/>
              </a:ext>
            </a:extLst>
          </p:cNvPr>
          <p:cNvCxnSpPr>
            <a:cxnSpLocks/>
          </p:cNvCxnSpPr>
          <p:nvPr/>
        </p:nvCxnSpPr>
        <p:spPr>
          <a:xfrm>
            <a:off x="12804776" y="3093720"/>
            <a:ext cx="899393" cy="0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1563410-DC0C-81D8-31A8-C3BB1C11805C}"/>
              </a:ext>
            </a:extLst>
          </p:cNvPr>
          <p:cNvCxnSpPr>
            <a:cxnSpLocks/>
          </p:cNvCxnSpPr>
          <p:nvPr/>
        </p:nvCxnSpPr>
        <p:spPr>
          <a:xfrm>
            <a:off x="11004547" y="4891412"/>
            <a:ext cx="6236" cy="415648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E3AEFC7-CF29-E5A3-08ED-1D0761BA5B0C}"/>
              </a:ext>
            </a:extLst>
          </p:cNvPr>
          <p:cNvCxnSpPr>
            <a:cxnSpLocks/>
          </p:cNvCxnSpPr>
          <p:nvPr/>
        </p:nvCxnSpPr>
        <p:spPr>
          <a:xfrm>
            <a:off x="11910176" y="4891412"/>
            <a:ext cx="0" cy="415648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34C4712-A558-6D08-7998-50D63E75CA4A}"/>
              </a:ext>
            </a:extLst>
          </p:cNvPr>
          <p:cNvCxnSpPr>
            <a:cxnSpLocks/>
          </p:cNvCxnSpPr>
          <p:nvPr/>
        </p:nvCxnSpPr>
        <p:spPr>
          <a:xfrm>
            <a:off x="11010783" y="5344530"/>
            <a:ext cx="899393" cy="0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72B03B3-CDCB-3B6E-BB98-42D644349FC2}"/>
              </a:ext>
            </a:extLst>
          </p:cNvPr>
          <p:cNvCxnSpPr>
            <a:cxnSpLocks/>
          </p:cNvCxnSpPr>
          <p:nvPr/>
        </p:nvCxnSpPr>
        <p:spPr>
          <a:xfrm>
            <a:off x="11010783" y="4891412"/>
            <a:ext cx="899393" cy="0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3EB935EC-AA1A-1225-B347-A8D65296DE91}"/>
              </a:ext>
            </a:extLst>
          </p:cNvPr>
          <p:cNvSpPr txBox="1"/>
          <p:nvPr/>
        </p:nvSpPr>
        <p:spPr>
          <a:xfrm>
            <a:off x="10387645" y="2576143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last</a:t>
            </a:r>
          </a:p>
        </p:txBody>
      </p:sp>
    </p:spTree>
    <p:extLst>
      <p:ext uri="{BB962C8B-B14F-4D97-AF65-F5344CB8AC3E}">
        <p14:creationId xmlns:p14="http://schemas.microsoft.com/office/powerpoint/2010/main" val="3401945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85</Words>
  <Application>Microsoft Office PowerPoint</Application>
  <PresentationFormat>Widescreen</PresentationFormat>
  <Paragraphs>71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Berlin Sans FB Demi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1</cp:revision>
  <dcterms:created xsi:type="dcterms:W3CDTF">2025-11-27T09:54:26Z</dcterms:created>
  <dcterms:modified xsi:type="dcterms:W3CDTF">2025-11-27T12:43:40Z</dcterms:modified>
</cp:coreProperties>
</file>