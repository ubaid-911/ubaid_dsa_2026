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416" r:id="rId2"/>
    <p:sldId id="452" r:id="rId3"/>
    <p:sldId id="440" r:id="rId4"/>
    <p:sldId id="441" r:id="rId5"/>
    <p:sldId id="446" r:id="rId6"/>
    <p:sldId id="442" r:id="rId7"/>
    <p:sldId id="443" r:id="rId8"/>
    <p:sldId id="444" r:id="rId9"/>
    <p:sldId id="445" r:id="rId10"/>
    <p:sldId id="447" r:id="rId11"/>
    <p:sldId id="448" r:id="rId12"/>
    <p:sldId id="449" r:id="rId13"/>
    <p:sldId id="450" r:id="rId14"/>
    <p:sldId id="451" r:id="rId15"/>
    <p:sldId id="454" r:id="rId16"/>
    <p:sldId id="455" r:id="rId17"/>
    <p:sldId id="456" r:id="rId18"/>
    <p:sldId id="457" r:id="rId19"/>
    <p:sldId id="458" r:id="rId20"/>
    <p:sldId id="459" r:id="rId21"/>
    <p:sldId id="460" r:id="rId22"/>
    <p:sldId id="461" r:id="rId23"/>
    <p:sldId id="462" r:id="rId24"/>
    <p:sldId id="463" r:id="rId25"/>
    <p:sldId id="464" r:id="rId26"/>
    <p:sldId id="465" r:id="rId27"/>
    <p:sldId id="466" r:id="rId28"/>
    <p:sldId id="467" r:id="rId29"/>
    <p:sldId id="468" r:id="rId30"/>
    <p:sldId id="469" r:id="rId31"/>
    <p:sldId id="470" r:id="rId32"/>
    <p:sldId id="471" r:id="rId33"/>
    <p:sldId id="472" r:id="rId34"/>
    <p:sldId id="473" r:id="rId35"/>
    <p:sldId id="474" r:id="rId36"/>
    <p:sldId id="47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1EFA0-EF59-44F4-94C6-E50F13E5A0E2}" v="97" dt="2025-11-30T05:14:53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redo custSel addSld delSld modSld sldOrd">
      <pc:chgData name="UBAID QURESHI" userId="dd4ae95d8f7c04fe" providerId="LiveId" clId="{AF920071-46B6-4E4C-A6D8-3E93B456AF12}" dt="2025-11-30T17:12:18.026" v="519" actId="47"/>
      <pc:docMkLst>
        <pc:docMk/>
      </pc:docMkLst>
      <pc:sldChg chg="delSp del mod ord">
        <pc:chgData name="UBAID QURESHI" userId="dd4ae95d8f7c04fe" providerId="LiveId" clId="{AF920071-46B6-4E4C-A6D8-3E93B456AF12}" dt="2025-11-30T07:45:41.099" v="485" actId="47"/>
        <pc:sldMkLst>
          <pc:docMk/>
          <pc:sldMk cId="226325774" sldId="427"/>
        </pc:sldMkLst>
        <pc:spChg chg="del">
          <ac:chgData name="UBAID QURESHI" userId="dd4ae95d8f7c04fe" providerId="LiveId" clId="{AF920071-46B6-4E4C-A6D8-3E93B456AF12}" dt="2025-11-30T06:27:26.237" v="478" actId="478"/>
          <ac:spMkLst>
            <pc:docMk/>
            <pc:sldMk cId="226325774" sldId="427"/>
            <ac:spMk id="19" creationId="{3AF47774-6360-C4C7-1CDD-F543C315176C}"/>
          </ac:spMkLst>
        </pc:spChg>
        <pc:spChg chg="del">
          <ac:chgData name="UBAID QURESHI" userId="dd4ae95d8f7c04fe" providerId="LiveId" clId="{AF920071-46B6-4E4C-A6D8-3E93B456AF12}" dt="2025-11-30T06:27:42.173" v="479" actId="478"/>
          <ac:spMkLst>
            <pc:docMk/>
            <pc:sldMk cId="226325774" sldId="427"/>
            <ac:spMk id="28" creationId="{65C4F1E7-C14B-07EE-5C0B-850C32290B94}"/>
          </ac:spMkLst>
        </pc:spChg>
        <pc:spChg chg="del">
          <ac:chgData name="UBAID QURESHI" userId="dd4ae95d8f7c04fe" providerId="LiveId" clId="{AF920071-46B6-4E4C-A6D8-3E93B456AF12}" dt="2025-11-30T06:27:45.600" v="480" actId="478"/>
          <ac:spMkLst>
            <pc:docMk/>
            <pc:sldMk cId="226325774" sldId="427"/>
            <ac:spMk id="29" creationId="{5EAA3BF6-AFF6-F0E5-258C-DA8C941BA1E0}"/>
          </ac:spMkLst>
        </pc:spChg>
        <pc:spChg chg="del">
          <ac:chgData name="UBAID QURESHI" userId="dd4ae95d8f7c04fe" providerId="LiveId" clId="{AF920071-46B6-4E4C-A6D8-3E93B456AF12}" dt="2025-11-30T06:27:47.819" v="481" actId="478"/>
          <ac:spMkLst>
            <pc:docMk/>
            <pc:sldMk cId="226325774" sldId="427"/>
            <ac:spMk id="30" creationId="{A630F33F-6582-B1AC-C0D5-E566EFF19F1A}"/>
          </ac:spMkLst>
        </pc:spChg>
        <pc:spChg chg="del">
          <ac:chgData name="UBAID QURESHI" userId="dd4ae95d8f7c04fe" providerId="LiveId" clId="{AF920071-46B6-4E4C-A6D8-3E93B456AF12}" dt="2025-11-30T06:27:51.900" v="482" actId="478"/>
          <ac:spMkLst>
            <pc:docMk/>
            <pc:sldMk cId="226325774" sldId="427"/>
            <ac:spMk id="31" creationId="{A6E896EF-FA15-9295-EE2D-166BF4369CDE}"/>
          </ac:spMkLst>
        </pc:spChg>
      </pc:sldChg>
      <pc:sldChg chg="add del">
        <pc:chgData name="UBAID QURESHI" userId="dd4ae95d8f7c04fe" providerId="LiveId" clId="{AF920071-46B6-4E4C-A6D8-3E93B456AF12}" dt="2025-11-30T17:12:18.026" v="519" actId="47"/>
        <pc:sldMkLst>
          <pc:docMk/>
          <pc:sldMk cId="2012441670" sldId="428"/>
        </pc:sldMkLst>
      </pc:sldChg>
      <pc:sldChg chg="modSp del mod">
        <pc:chgData name="UBAID QURESHI" userId="dd4ae95d8f7c04fe" providerId="LiveId" clId="{AF920071-46B6-4E4C-A6D8-3E93B456AF12}" dt="2025-11-30T07:45:42.704" v="487" actId="47"/>
        <pc:sldMkLst>
          <pc:docMk/>
          <pc:sldMk cId="404643119" sldId="429"/>
        </pc:sldMkLst>
        <pc:cxnChg chg="mod">
          <ac:chgData name="UBAID QURESHI" userId="dd4ae95d8f7c04fe" providerId="LiveId" clId="{AF920071-46B6-4E4C-A6D8-3E93B456AF12}" dt="2025-11-30T02:11:24.528" v="2" actId="208"/>
          <ac:cxnSpMkLst>
            <pc:docMk/>
            <pc:sldMk cId="404643119" sldId="429"/>
            <ac:cxnSpMk id="8" creationId="{0C81CA20-4237-E16B-382E-9BB457C0EAC8}"/>
          </ac:cxnSpMkLst>
        </pc:cxnChg>
        <pc:cxnChg chg="mod">
          <ac:chgData name="UBAID QURESHI" userId="dd4ae95d8f7c04fe" providerId="LiveId" clId="{AF920071-46B6-4E4C-A6D8-3E93B456AF12}" dt="2025-11-30T02:15:16.987" v="28" actId="208"/>
          <ac:cxnSpMkLst>
            <pc:docMk/>
            <pc:sldMk cId="404643119" sldId="429"/>
            <ac:cxnSpMk id="15" creationId="{658F54B6-279D-5A91-5A18-0BAE96257B67}"/>
          </ac:cxnSpMkLst>
        </pc:cxnChg>
      </pc:sldChg>
      <pc:sldChg chg="del">
        <pc:chgData name="UBAID QURESHI" userId="dd4ae95d8f7c04fe" providerId="LiveId" clId="{AF920071-46B6-4E4C-A6D8-3E93B456AF12}" dt="2025-11-30T02:12:14.153" v="4" actId="47"/>
        <pc:sldMkLst>
          <pc:docMk/>
          <pc:sldMk cId="1705729492" sldId="430"/>
        </pc:sldMkLst>
      </pc:sldChg>
      <pc:sldChg chg="delSp modSp add del mod">
        <pc:chgData name="UBAID QURESHI" userId="dd4ae95d8f7c04fe" providerId="LiveId" clId="{AF920071-46B6-4E4C-A6D8-3E93B456AF12}" dt="2025-11-30T07:45:41.874" v="486" actId="47"/>
        <pc:sldMkLst>
          <pc:docMk/>
          <pc:sldMk cId="904000939" sldId="431"/>
        </pc:sldMkLst>
        <pc:spChg chg="del">
          <ac:chgData name="UBAID QURESHI" userId="dd4ae95d8f7c04fe" providerId="LiveId" clId="{AF920071-46B6-4E4C-A6D8-3E93B456AF12}" dt="2025-11-30T06:27:55.974" v="483" actId="478"/>
          <ac:spMkLst>
            <pc:docMk/>
            <pc:sldMk cId="904000939" sldId="431"/>
            <ac:spMk id="19" creationId="{762BC0C1-6C18-F193-5FA2-51A86A493FE2}"/>
          </ac:spMkLst>
        </pc:spChg>
        <pc:spChg chg="del">
          <ac:chgData name="UBAID QURESHI" userId="dd4ae95d8f7c04fe" providerId="LiveId" clId="{AF920071-46B6-4E4C-A6D8-3E93B456AF12}" dt="2025-11-30T06:27:58.032" v="484" actId="478"/>
          <ac:spMkLst>
            <pc:docMk/>
            <pc:sldMk cId="904000939" sldId="431"/>
            <ac:spMk id="28" creationId="{47DEAFE1-4401-A3DD-D9D1-B74FC116B486}"/>
          </ac:spMkLst>
        </pc:spChg>
        <pc:cxnChg chg="mod">
          <ac:chgData name="UBAID QURESHI" userId="dd4ae95d8f7c04fe" providerId="LiveId" clId="{AF920071-46B6-4E4C-A6D8-3E93B456AF12}" dt="2025-11-30T02:11:13.218" v="1" actId="208"/>
          <ac:cxnSpMkLst>
            <pc:docMk/>
            <pc:sldMk cId="904000939" sldId="431"/>
            <ac:cxnSpMk id="8" creationId="{9CF75180-0617-B1F7-12DE-396EB710EB03}"/>
          </ac:cxnSpMkLst>
        </pc:cxnChg>
      </pc:sldChg>
      <pc:sldChg chg="modSp add del mod">
        <pc:chgData name="UBAID QURESHI" userId="dd4ae95d8f7c04fe" providerId="LiveId" clId="{AF920071-46B6-4E4C-A6D8-3E93B456AF12}" dt="2025-11-30T07:45:43.194" v="488" actId="47"/>
        <pc:sldMkLst>
          <pc:docMk/>
          <pc:sldMk cId="3691286323" sldId="432"/>
        </pc:sldMkLst>
        <pc:cxnChg chg="mod">
          <ac:chgData name="UBAID QURESHI" userId="dd4ae95d8f7c04fe" providerId="LiveId" clId="{AF920071-46B6-4E4C-A6D8-3E93B456AF12}" dt="2025-11-30T02:12:32.895" v="6" actId="208"/>
          <ac:cxnSpMkLst>
            <pc:docMk/>
            <pc:sldMk cId="3691286323" sldId="432"/>
            <ac:cxnSpMk id="10" creationId="{29C4B619-5149-17B6-C284-26BE8338FF78}"/>
          </ac:cxnSpMkLst>
        </pc:cxnChg>
      </pc:sldChg>
      <pc:sldChg chg="addSp modSp add del mod">
        <pc:chgData name="UBAID QURESHI" userId="dd4ae95d8f7c04fe" providerId="LiveId" clId="{AF920071-46B6-4E4C-A6D8-3E93B456AF12}" dt="2025-11-30T07:45:43.436" v="489" actId="47"/>
        <pc:sldMkLst>
          <pc:docMk/>
          <pc:sldMk cId="236872929" sldId="433"/>
        </pc:sldMkLst>
        <pc:cxnChg chg="mod">
          <ac:chgData name="UBAID QURESHI" userId="dd4ae95d8f7c04fe" providerId="LiveId" clId="{AF920071-46B6-4E4C-A6D8-3E93B456AF12}" dt="2025-11-30T02:15:05.081" v="27" actId="208"/>
          <ac:cxnSpMkLst>
            <pc:docMk/>
            <pc:sldMk cId="236872929" sldId="433"/>
            <ac:cxnSpMk id="15" creationId="{9D6A98F6-8238-C2FF-3E34-D4FDE8D892CC}"/>
          </ac:cxnSpMkLst>
        </pc:cxnChg>
        <pc:cxnChg chg="add mod">
          <ac:chgData name="UBAID QURESHI" userId="dd4ae95d8f7c04fe" providerId="LiveId" clId="{AF920071-46B6-4E4C-A6D8-3E93B456AF12}" dt="2025-11-30T02:14:58.753" v="26" actId="208"/>
          <ac:cxnSpMkLst>
            <pc:docMk/>
            <pc:sldMk cId="236872929" sldId="433"/>
            <ac:cxnSpMk id="16" creationId="{C67972AE-0EF9-3AFB-F3FA-1F44B8898A6C}"/>
          </ac:cxnSpMkLst>
        </pc:cxnChg>
        <pc:cxnChg chg="add mod">
          <ac:chgData name="UBAID QURESHI" userId="dd4ae95d8f7c04fe" providerId="LiveId" clId="{AF920071-46B6-4E4C-A6D8-3E93B456AF12}" dt="2025-11-30T02:14:53.237" v="25" actId="208"/>
          <ac:cxnSpMkLst>
            <pc:docMk/>
            <pc:sldMk cId="236872929" sldId="433"/>
            <ac:cxnSpMk id="24" creationId="{4297F06D-B8D8-E949-3863-128B11B47F5D}"/>
          </ac:cxnSpMkLst>
        </pc:cxnChg>
        <pc:cxnChg chg="add mod">
          <ac:chgData name="UBAID QURESHI" userId="dd4ae95d8f7c04fe" providerId="LiveId" clId="{AF920071-46B6-4E4C-A6D8-3E93B456AF12}" dt="2025-11-30T02:17:18.126" v="35" actId="14100"/>
          <ac:cxnSpMkLst>
            <pc:docMk/>
            <pc:sldMk cId="236872929" sldId="433"/>
            <ac:cxnSpMk id="26" creationId="{76EA1918-767E-C6F9-A61B-DF0BA148412A}"/>
          </ac:cxnSpMkLst>
        </pc:cxnChg>
      </pc:sldChg>
      <pc:sldChg chg="add del ord">
        <pc:chgData name="UBAID QURESHI" userId="dd4ae95d8f7c04fe" providerId="LiveId" clId="{AF920071-46B6-4E4C-A6D8-3E93B456AF12}" dt="2025-11-30T09:30:39.684" v="502" actId="47"/>
        <pc:sldMkLst>
          <pc:docMk/>
          <pc:sldMk cId="1988320986" sldId="434"/>
        </pc:sldMkLst>
      </pc:sldChg>
      <pc:sldChg chg="modSp add del mod">
        <pc:chgData name="UBAID QURESHI" userId="dd4ae95d8f7c04fe" providerId="LiveId" clId="{AF920071-46B6-4E4C-A6D8-3E93B456AF12}" dt="2025-11-30T07:45:43.706" v="490" actId="47"/>
        <pc:sldMkLst>
          <pc:docMk/>
          <pc:sldMk cId="335443454" sldId="435"/>
        </pc:sldMkLst>
        <pc:cxnChg chg="mod">
          <ac:chgData name="UBAID QURESHI" userId="dd4ae95d8f7c04fe" providerId="LiveId" clId="{AF920071-46B6-4E4C-A6D8-3E93B456AF12}" dt="2025-11-30T02:17:33.525" v="37" actId="208"/>
          <ac:cxnSpMkLst>
            <pc:docMk/>
            <pc:sldMk cId="335443454" sldId="435"/>
            <ac:cxnSpMk id="11" creationId="{4ED53EA0-A5DD-640D-D581-7DCCB6F980C8}"/>
          </ac:cxnSpMkLst>
        </pc:cxnChg>
      </pc:sldChg>
      <pc:sldChg chg="addSp modSp add del mod">
        <pc:chgData name="UBAID QURESHI" userId="dd4ae95d8f7c04fe" providerId="LiveId" clId="{AF920071-46B6-4E4C-A6D8-3E93B456AF12}" dt="2025-11-30T07:45:44.219" v="491" actId="47"/>
        <pc:sldMkLst>
          <pc:docMk/>
          <pc:sldMk cId="946121023" sldId="436"/>
        </pc:sldMkLst>
        <pc:cxnChg chg="add mod">
          <ac:chgData name="UBAID QURESHI" userId="dd4ae95d8f7c04fe" providerId="LiveId" clId="{AF920071-46B6-4E4C-A6D8-3E93B456AF12}" dt="2025-11-30T02:18:11.073" v="44" actId="1076"/>
          <ac:cxnSpMkLst>
            <pc:docMk/>
            <pc:sldMk cId="946121023" sldId="436"/>
            <ac:cxnSpMk id="18" creationId="{5332898F-F17A-C53C-04FE-9CCCFB3E77CC}"/>
          </ac:cxnSpMkLst>
        </pc:cxnChg>
        <pc:cxnChg chg="add mod">
          <ac:chgData name="UBAID QURESHI" userId="dd4ae95d8f7c04fe" providerId="LiveId" clId="{AF920071-46B6-4E4C-A6D8-3E93B456AF12}" dt="2025-11-30T02:18:58.413" v="55" actId="14100"/>
          <ac:cxnSpMkLst>
            <pc:docMk/>
            <pc:sldMk cId="946121023" sldId="436"/>
            <ac:cxnSpMk id="23" creationId="{9E1D6629-38CE-E653-9F25-8C8A0EE68C94}"/>
          </ac:cxnSpMkLst>
        </pc:cxnChg>
        <pc:cxnChg chg="add mod">
          <ac:chgData name="UBAID QURESHI" userId="dd4ae95d8f7c04fe" providerId="LiveId" clId="{AF920071-46B6-4E4C-A6D8-3E93B456AF12}" dt="2025-11-30T02:18:51.472" v="54" actId="14100"/>
          <ac:cxnSpMkLst>
            <pc:docMk/>
            <pc:sldMk cId="946121023" sldId="436"/>
            <ac:cxnSpMk id="27" creationId="{2CBD6F69-F5F5-4986-B1BA-0682BFAD1A4E}"/>
          </ac:cxnSpMkLst>
        </pc:cxnChg>
      </pc:sldChg>
      <pc:sldChg chg="addSp modSp add del mod">
        <pc:chgData name="UBAID QURESHI" userId="dd4ae95d8f7c04fe" providerId="LiveId" clId="{AF920071-46B6-4E4C-A6D8-3E93B456AF12}" dt="2025-11-30T07:45:45.170" v="493" actId="47"/>
        <pc:sldMkLst>
          <pc:docMk/>
          <pc:sldMk cId="2507893533" sldId="437"/>
        </pc:sldMkLst>
        <pc:cxnChg chg="mod">
          <ac:chgData name="UBAID QURESHI" userId="dd4ae95d8f7c04fe" providerId="LiveId" clId="{AF920071-46B6-4E4C-A6D8-3E93B456AF12}" dt="2025-11-30T02:19:28.143" v="57" actId="208"/>
          <ac:cxnSpMkLst>
            <pc:docMk/>
            <pc:sldMk cId="2507893533" sldId="437"/>
            <ac:cxnSpMk id="12" creationId="{45685F2E-1578-A143-870C-4EF94B988D4C}"/>
          </ac:cxnSpMkLst>
        </pc:cxnChg>
        <pc:cxnChg chg="add mod">
          <ac:chgData name="UBAID QURESHI" userId="dd4ae95d8f7c04fe" providerId="LiveId" clId="{AF920071-46B6-4E4C-A6D8-3E93B456AF12}" dt="2025-11-30T02:19:37.687" v="58"/>
          <ac:cxnSpMkLst>
            <pc:docMk/>
            <pc:sldMk cId="2507893533" sldId="437"/>
            <ac:cxnSpMk id="21" creationId="{BFFCC86A-247E-2441-5CC9-EA418B409786}"/>
          </ac:cxnSpMkLst>
        </pc:cxnChg>
        <pc:cxnChg chg="add mod">
          <ac:chgData name="UBAID QURESHI" userId="dd4ae95d8f7c04fe" providerId="LiveId" clId="{AF920071-46B6-4E4C-A6D8-3E93B456AF12}" dt="2025-11-30T02:19:49.878" v="60" actId="1076"/>
          <ac:cxnSpMkLst>
            <pc:docMk/>
            <pc:sldMk cId="2507893533" sldId="437"/>
            <ac:cxnSpMk id="22" creationId="{F387E6A3-1F4D-2798-D267-762D0CE28493}"/>
          </ac:cxnSpMkLst>
        </pc:cxnChg>
        <pc:cxnChg chg="add mod">
          <ac:chgData name="UBAID QURESHI" userId="dd4ae95d8f7c04fe" providerId="LiveId" clId="{AF920071-46B6-4E4C-A6D8-3E93B456AF12}" dt="2025-11-30T02:20:07.730" v="63" actId="14100"/>
          <ac:cxnSpMkLst>
            <pc:docMk/>
            <pc:sldMk cId="2507893533" sldId="437"/>
            <ac:cxnSpMk id="25" creationId="{7A894049-4790-BBF5-9DE9-491260F09590}"/>
          </ac:cxnSpMkLst>
        </pc:cxnChg>
        <pc:cxnChg chg="add mod">
          <ac:chgData name="UBAID QURESHI" userId="dd4ae95d8f7c04fe" providerId="LiveId" clId="{AF920071-46B6-4E4C-A6D8-3E93B456AF12}" dt="2025-11-30T02:20:24.046" v="66" actId="14100"/>
          <ac:cxnSpMkLst>
            <pc:docMk/>
            <pc:sldMk cId="2507893533" sldId="437"/>
            <ac:cxnSpMk id="33" creationId="{C8C78216-3608-7B14-73E5-8210B83EA417}"/>
          </ac:cxnSpMkLst>
        </pc:cxnChg>
      </pc:sldChg>
      <pc:sldChg chg="modSp add del mod">
        <pc:chgData name="UBAID QURESHI" userId="dd4ae95d8f7c04fe" providerId="LiveId" clId="{AF920071-46B6-4E4C-A6D8-3E93B456AF12}" dt="2025-11-30T07:45:45.673" v="494" actId="47"/>
        <pc:sldMkLst>
          <pc:docMk/>
          <pc:sldMk cId="1196271717" sldId="438"/>
        </pc:sldMkLst>
        <pc:cxnChg chg="mod">
          <ac:chgData name="UBAID QURESHI" userId="dd4ae95d8f7c04fe" providerId="LiveId" clId="{AF920071-46B6-4E4C-A6D8-3E93B456AF12}" dt="2025-11-30T02:21:01.666" v="68" actId="208"/>
          <ac:cxnSpMkLst>
            <pc:docMk/>
            <pc:sldMk cId="1196271717" sldId="438"/>
            <ac:cxnSpMk id="14" creationId="{2CD9FCAA-DCD4-79B7-2D72-77C8A78F6894}"/>
          </ac:cxnSpMkLst>
        </pc:cxnChg>
      </pc:sldChg>
      <pc:sldChg chg="addSp modSp add del mod">
        <pc:chgData name="UBAID QURESHI" userId="dd4ae95d8f7c04fe" providerId="LiveId" clId="{AF920071-46B6-4E4C-A6D8-3E93B456AF12}" dt="2025-11-30T07:45:46.237" v="495" actId="47"/>
        <pc:sldMkLst>
          <pc:docMk/>
          <pc:sldMk cId="3210782560" sldId="439"/>
        </pc:sldMkLst>
        <pc:cxnChg chg="add mod">
          <ac:chgData name="UBAID QURESHI" userId="dd4ae95d8f7c04fe" providerId="LiveId" clId="{AF920071-46B6-4E4C-A6D8-3E93B456AF12}" dt="2025-11-30T02:21:18.720" v="76" actId="1037"/>
          <ac:cxnSpMkLst>
            <pc:docMk/>
            <pc:sldMk cId="3210782560" sldId="439"/>
            <ac:cxnSpMk id="21" creationId="{06509F3E-58A0-5956-8FD0-96C5B10C6845}"/>
          </ac:cxnSpMkLst>
        </pc:cxnChg>
        <pc:cxnChg chg="add mod">
          <ac:chgData name="UBAID QURESHI" userId="dd4ae95d8f7c04fe" providerId="LiveId" clId="{AF920071-46B6-4E4C-A6D8-3E93B456AF12}" dt="2025-11-30T02:21:35.054" v="79" actId="14100"/>
          <ac:cxnSpMkLst>
            <pc:docMk/>
            <pc:sldMk cId="3210782560" sldId="439"/>
            <ac:cxnSpMk id="32" creationId="{A541A76C-BDF3-3B7E-9C50-FA764098AE90}"/>
          </ac:cxnSpMkLst>
        </pc:cxnChg>
        <pc:cxnChg chg="add mod">
          <ac:chgData name="UBAID QURESHI" userId="dd4ae95d8f7c04fe" providerId="LiveId" clId="{AF920071-46B6-4E4C-A6D8-3E93B456AF12}" dt="2025-11-30T02:21:53.792" v="82" actId="14100"/>
          <ac:cxnSpMkLst>
            <pc:docMk/>
            <pc:sldMk cId="3210782560" sldId="439"/>
            <ac:cxnSpMk id="35" creationId="{1D164DE8-E30D-794C-63B1-E6A0A3485B60}"/>
          </ac:cxnSpMkLst>
        </pc:cxnChg>
      </pc:sldChg>
      <pc:sldChg chg="delSp modSp add del mod">
        <pc:chgData name="UBAID QURESHI" userId="dd4ae95d8f7c04fe" providerId="LiveId" clId="{AF920071-46B6-4E4C-A6D8-3E93B456AF12}" dt="2025-11-30T09:30:21.077" v="501" actId="47"/>
        <pc:sldMkLst>
          <pc:docMk/>
          <pc:sldMk cId="2151378537" sldId="440"/>
        </pc:sldMkLst>
        <pc:spChg chg="mod">
          <ac:chgData name="UBAID QURESHI" userId="dd4ae95d8f7c04fe" providerId="LiveId" clId="{AF920071-46B6-4E4C-A6D8-3E93B456AF12}" dt="2025-11-30T04:26:58.058" v="312" actId="1076"/>
          <ac:spMkLst>
            <pc:docMk/>
            <pc:sldMk cId="2151378537" sldId="440"/>
            <ac:spMk id="5" creationId="{691795DA-DF16-9095-82CB-75FF4FEC89A9}"/>
          </ac:spMkLst>
        </pc:spChg>
        <pc:spChg chg="del">
          <ac:chgData name="UBAID QURESHI" userId="dd4ae95d8f7c04fe" providerId="LiveId" clId="{AF920071-46B6-4E4C-A6D8-3E93B456AF12}" dt="2025-11-30T02:23:36.752" v="90" actId="478"/>
          <ac:spMkLst>
            <pc:docMk/>
            <pc:sldMk cId="2151378537" sldId="440"/>
            <ac:spMk id="13" creationId="{0D273C3C-7B7F-27FB-25D9-356D28DF2380}"/>
          </ac:spMkLst>
        </pc:spChg>
        <pc:spChg chg="mod">
          <ac:chgData name="UBAID QURESHI" userId="dd4ae95d8f7c04fe" providerId="LiveId" clId="{AF920071-46B6-4E4C-A6D8-3E93B456AF12}" dt="2025-11-30T02:23:09.153" v="86" actId="1076"/>
          <ac:spMkLst>
            <pc:docMk/>
            <pc:sldMk cId="2151378537" sldId="440"/>
            <ac:spMk id="20" creationId="{EF0ECA04-AA5C-F31B-0BA1-0F052B7F3498}"/>
          </ac:spMkLst>
        </pc:spChg>
        <pc:spChg chg="mod">
          <ac:chgData name="UBAID QURESHI" userId="dd4ae95d8f7c04fe" providerId="LiveId" clId="{AF920071-46B6-4E4C-A6D8-3E93B456AF12}" dt="2025-11-30T02:23:25.517" v="88" actId="1076"/>
          <ac:spMkLst>
            <pc:docMk/>
            <pc:sldMk cId="2151378537" sldId="440"/>
            <ac:spMk id="28" creationId="{BF60E860-E038-42E9-EB1E-DB7389F4377A}"/>
          </ac:spMkLst>
        </pc:spChg>
        <pc:spChg chg="mod">
          <ac:chgData name="UBAID QURESHI" userId="dd4ae95d8f7c04fe" providerId="LiveId" clId="{AF920071-46B6-4E4C-A6D8-3E93B456AF12}" dt="2025-11-30T02:23:31.031" v="89" actId="1076"/>
          <ac:spMkLst>
            <pc:docMk/>
            <pc:sldMk cId="2151378537" sldId="440"/>
            <ac:spMk id="30" creationId="{B47A73C9-77E7-D16F-2292-5018BA1493D9}"/>
          </ac:spMkLst>
        </pc:spChg>
        <pc:spChg chg="mod">
          <ac:chgData name="UBAID QURESHI" userId="dd4ae95d8f7c04fe" providerId="LiveId" clId="{AF920071-46B6-4E4C-A6D8-3E93B456AF12}" dt="2025-11-30T02:23:03.081" v="85" actId="1076"/>
          <ac:spMkLst>
            <pc:docMk/>
            <pc:sldMk cId="2151378537" sldId="440"/>
            <ac:spMk id="31" creationId="{F9938FA6-9901-B4F4-0746-1DD2369A9FB2}"/>
          </ac:spMkLst>
        </pc:spChg>
      </pc:sldChg>
      <pc:sldChg chg="addSp delSp modSp add mod">
        <pc:chgData name="UBAID QURESHI" userId="dd4ae95d8f7c04fe" providerId="LiveId" clId="{AF920071-46B6-4E4C-A6D8-3E93B456AF12}" dt="2025-11-30T02:46:04.538" v="194" actId="478"/>
        <pc:sldMkLst>
          <pc:docMk/>
          <pc:sldMk cId="1097362229" sldId="441"/>
        </pc:sldMkLst>
        <pc:spChg chg="mod">
          <ac:chgData name="UBAID QURESHI" userId="dd4ae95d8f7c04fe" providerId="LiveId" clId="{AF920071-46B6-4E4C-A6D8-3E93B456AF12}" dt="2025-11-30T02:27:03.200" v="92" actId="1076"/>
          <ac:spMkLst>
            <pc:docMk/>
            <pc:sldMk cId="1097362229" sldId="441"/>
            <ac:spMk id="13" creationId="{D1AE8048-C1A9-F041-3E86-F8F471E68D16}"/>
          </ac:spMkLst>
        </pc:spChg>
        <pc:spChg chg="add del mod">
          <ac:chgData name="UBAID QURESHI" userId="dd4ae95d8f7c04fe" providerId="LiveId" clId="{AF920071-46B6-4E4C-A6D8-3E93B456AF12}" dt="2025-11-30T02:46:04.538" v="194" actId="478"/>
          <ac:spMkLst>
            <pc:docMk/>
            <pc:sldMk cId="1097362229" sldId="441"/>
            <ac:spMk id="15" creationId="{1D5E7E60-F92E-7C13-800C-4897A749DA9A}"/>
          </ac:spMkLst>
        </pc:spChg>
        <pc:spChg chg="mod">
          <ac:chgData name="UBAID QURESHI" userId="dd4ae95d8f7c04fe" providerId="LiveId" clId="{AF920071-46B6-4E4C-A6D8-3E93B456AF12}" dt="2025-11-30T02:27:03.200" v="92" actId="1076"/>
          <ac:spMkLst>
            <pc:docMk/>
            <pc:sldMk cId="1097362229" sldId="441"/>
            <ac:spMk id="19" creationId="{4779446C-F328-5D13-126F-CBA6DB4B41F5}"/>
          </ac:spMkLst>
        </pc:spChg>
        <pc:spChg chg="mod">
          <ac:chgData name="UBAID QURESHI" userId="dd4ae95d8f7c04fe" providerId="LiveId" clId="{AF920071-46B6-4E4C-A6D8-3E93B456AF12}" dt="2025-11-30T02:27:03.200" v="92" actId="1076"/>
          <ac:spMkLst>
            <pc:docMk/>
            <pc:sldMk cId="1097362229" sldId="441"/>
            <ac:spMk id="20" creationId="{47951C7A-246D-BA42-1065-1C42E7E616A7}"/>
          </ac:spMkLst>
        </pc:spChg>
        <pc:spChg chg="mod">
          <ac:chgData name="UBAID QURESHI" userId="dd4ae95d8f7c04fe" providerId="LiveId" clId="{AF920071-46B6-4E4C-A6D8-3E93B456AF12}" dt="2025-11-30T02:27:03.200" v="92" actId="1076"/>
          <ac:spMkLst>
            <pc:docMk/>
            <pc:sldMk cId="1097362229" sldId="441"/>
            <ac:spMk id="28" creationId="{D3D36D9F-5C82-FBFD-7DA2-7ABBAAB80BF1}"/>
          </ac:spMkLst>
        </pc:spChg>
        <pc:spChg chg="mod">
          <ac:chgData name="UBAID QURESHI" userId="dd4ae95d8f7c04fe" providerId="LiveId" clId="{AF920071-46B6-4E4C-A6D8-3E93B456AF12}" dt="2025-11-30T02:27:03.200" v="92" actId="1076"/>
          <ac:spMkLst>
            <pc:docMk/>
            <pc:sldMk cId="1097362229" sldId="441"/>
            <ac:spMk id="29" creationId="{92EF04BA-23E7-4607-AFAC-AE7A443AB02C}"/>
          </ac:spMkLst>
        </pc:spChg>
        <pc:spChg chg="mod">
          <ac:chgData name="UBAID QURESHI" userId="dd4ae95d8f7c04fe" providerId="LiveId" clId="{AF920071-46B6-4E4C-A6D8-3E93B456AF12}" dt="2025-11-30T02:27:03.200" v="92" actId="1076"/>
          <ac:spMkLst>
            <pc:docMk/>
            <pc:sldMk cId="1097362229" sldId="441"/>
            <ac:spMk id="30" creationId="{27A47452-D9DB-A20B-DFB8-D8BD2E9ADEF0}"/>
          </ac:spMkLst>
        </pc:spChg>
        <pc:spChg chg="mod">
          <ac:chgData name="UBAID QURESHI" userId="dd4ae95d8f7c04fe" providerId="LiveId" clId="{AF920071-46B6-4E4C-A6D8-3E93B456AF12}" dt="2025-11-30T02:27:03.200" v="92" actId="1076"/>
          <ac:spMkLst>
            <pc:docMk/>
            <pc:sldMk cId="1097362229" sldId="441"/>
            <ac:spMk id="31" creationId="{389ADAB9-0F1E-B366-6A1F-BBE3A002B3B4}"/>
          </ac:spMkLst>
        </pc:spChg>
        <pc:graphicFrameChg chg="mod">
          <ac:chgData name="UBAID QURESHI" userId="dd4ae95d8f7c04fe" providerId="LiveId" clId="{AF920071-46B6-4E4C-A6D8-3E93B456AF12}" dt="2025-11-30T02:27:03.200" v="92" actId="1076"/>
          <ac:graphicFrameMkLst>
            <pc:docMk/>
            <pc:sldMk cId="1097362229" sldId="441"/>
            <ac:graphicFrameMk id="2" creationId="{366F4E5A-17C3-8C09-6B8B-546BC4DB3E8C}"/>
          </ac:graphicFrameMkLst>
        </pc:graphicFrameChg>
        <pc:graphicFrameChg chg="mod">
          <ac:chgData name="UBAID QURESHI" userId="dd4ae95d8f7c04fe" providerId="LiveId" clId="{AF920071-46B6-4E4C-A6D8-3E93B456AF12}" dt="2025-11-30T02:27:03.200" v="92" actId="1076"/>
          <ac:graphicFrameMkLst>
            <pc:docMk/>
            <pc:sldMk cId="1097362229" sldId="441"/>
            <ac:graphicFrameMk id="4" creationId="{0462DC0F-1A95-0D0A-0D4E-EC0D4A0AD23B}"/>
          </ac:graphicFrameMkLst>
        </pc:graphicFrameChg>
        <pc:graphicFrameChg chg="mod">
          <ac:chgData name="UBAID QURESHI" userId="dd4ae95d8f7c04fe" providerId="LiveId" clId="{AF920071-46B6-4E4C-A6D8-3E93B456AF12}" dt="2025-11-30T02:27:03.200" v="92" actId="1076"/>
          <ac:graphicFrameMkLst>
            <pc:docMk/>
            <pc:sldMk cId="1097362229" sldId="441"/>
            <ac:graphicFrameMk id="9" creationId="{F462D42A-B2CC-FCD2-B54E-63ECD5D9F931}"/>
          </ac:graphicFrameMkLst>
        </pc:graphicFrameChg>
      </pc:sldChg>
      <pc:sldChg chg="addSp modSp add mod">
        <pc:chgData name="UBAID QURESHI" userId="dd4ae95d8f7c04fe" providerId="LiveId" clId="{AF920071-46B6-4E4C-A6D8-3E93B456AF12}" dt="2025-11-30T02:37:19.138" v="134" actId="207"/>
        <pc:sldMkLst>
          <pc:docMk/>
          <pc:sldMk cId="2167330582" sldId="442"/>
        </pc:sldMkLst>
        <pc:spChg chg="add mod">
          <ac:chgData name="UBAID QURESHI" userId="dd4ae95d8f7c04fe" providerId="LiveId" clId="{AF920071-46B6-4E4C-A6D8-3E93B456AF12}" dt="2025-11-30T02:37:19.138" v="134" actId="207"/>
          <ac:spMkLst>
            <pc:docMk/>
            <pc:sldMk cId="2167330582" sldId="442"/>
            <ac:spMk id="16" creationId="{E8335AEE-6487-03DD-A475-BD82CF5A3CAE}"/>
          </ac:spMkLst>
        </pc:spChg>
      </pc:sldChg>
      <pc:sldChg chg="addSp modSp add mod">
        <pc:chgData name="UBAID QURESHI" userId="dd4ae95d8f7c04fe" providerId="LiveId" clId="{AF920071-46B6-4E4C-A6D8-3E93B456AF12}" dt="2025-11-30T02:38:18.710" v="149" actId="1076"/>
        <pc:sldMkLst>
          <pc:docMk/>
          <pc:sldMk cId="1464448482" sldId="443"/>
        </pc:sldMkLst>
        <pc:spChg chg="add mod">
          <ac:chgData name="UBAID QURESHI" userId="dd4ae95d8f7c04fe" providerId="LiveId" clId="{AF920071-46B6-4E4C-A6D8-3E93B456AF12}" dt="2025-11-30T02:38:18.710" v="149" actId="1076"/>
          <ac:spMkLst>
            <pc:docMk/>
            <pc:sldMk cId="1464448482" sldId="443"/>
            <ac:spMk id="22" creationId="{87DE9FD0-3CC0-2E3B-D4A0-3FFDAA4FF615}"/>
          </ac:spMkLst>
        </pc:spChg>
        <pc:cxnChg chg="add mod">
          <ac:chgData name="UBAID QURESHI" userId="dd4ae95d8f7c04fe" providerId="LiveId" clId="{AF920071-46B6-4E4C-A6D8-3E93B456AF12}" dt="2025-11-30T02:37:58.167" v="140" actId="14100"/>
          <ac:cxnSpMkLst>
            <pc:docMk/>
            <pc:sldMk cId="1464448482" sldId="443"/>
            <ac:cxnSpMk id="18" creationId="{0E413278-83F1-C96E-CC18-3EBA896BB2B2}"/>
          </ac:cxnSpMkLst>
        </pc:cxnChg>
      </pc:sldChg>
      <pc:sldChg chg="addSp modSp add mod">
        <pc:chgData name="UBAID QURESHI" userId="dd4ae95d8f7c04fe" providerId="LiveId" clId="{AF920071-46B6-4E4C-A6D8-3E93B456AF12}" dt="2025-11-30T02:40:34.023" v="166"/>
        <pc:sldMkLst>
          <pc:docMk/>
          <pc:sldMk cId="3790476547" sldId="444"/>
        </pc:sldMkLst>
        <pc:spChg chg="add mod">
          <ac:chgData name="UBAID QURESHI" userId="dd4ae95d8f7c04fe" providerId="LiveId" clId="{AF920071-46B6-4E4C-A6D8-3E93B456AF12}" dt="2025-11-30T02:39:55.771" v="164" actId="1076"/>
          <ac:spMkLst>
            <pc:docMk/>
            <pc:sldMk cId="3790476547" sldId="444"/>
            <ac:spMk id="23" creationId="{955EFB37-84E8-58B0-5A2E-448AD1316689}"/>
          </ac:spMkLst>
        </pc:spChg>
        <pc:spChg chg="add mod">
          <ac:chgData name="UBAID QURESHI" userId="dd4ae95d8f7c04fe" providerId="LiveId" clId="{AF920071-46B6-4E4C-A6D8-3E93B456AF12}" dt="2025-11-30T02:40:34.023" v="166"/>
          <ac:spMkLst>
            <pc:docMk/>
            <pc:sldMk cId="3790476547" sldId="444"/>
            <ac:spMk id="24" creationId="{1AB3B33C-740F-FE77-2C5A-706AF9746E08}"/>
          </ac:spMkLst>
        </pc:spChg>
        <pc:cxnChg chg="mod">
          <ac:chgData name="UBAID QURESHI" userId="dd4ae95d8f7c04fe" providerId="LiveId" clId="{AF920071-46B6-4E4C-A6D8-3E93B456AF12}" dt="2025-11-30T02:40:06.815" v="165" actId="208"/>
          <ac:cxnSpMkLst>
            <pc:docMk/>
            <pc:sldMk cId="3790476547" sldId="444"/>
            <ac:cxnSpMk id="8" creationId="{8519472E-7D78-4E3A-11DB-696A2E11ECD3}"/>
          </ac:cxnSpMkLst>
        </pc:cxnChg>
      </pc:sldChg>
      <pc:sldChg chg="addSp modSp add mod">
        <pc:chgData name="UBAID QURESHI" userId="dd4ae95d8f7c04fe" providerId="LiveId" clId="{AF920071-46B6-4E4C-A6D8-3E93B456AF12}" dt="2025-11-30T02:43:07.902" v="190" actId="14100"/>
        <pc:sldMkLst>
          <pc:docMk/>
          <pc:sldMk cId="2956018582" sldId="445"/>
        </pc:sldMkLst>
        <pc:spChg chg="add mod ord modVis">
          <ac:chgData name="UBAID QURESHI" userId="dd4ae95d8f7c04fe" providerId="LiveId" clId="{AF920071-46B6-4E4C-A6D8-3E93B456AF12}" dt="2025-11-30T02:43:07.902" v="190" actId="14100"/>
          <ac:spMkLst>
            <pc:docMk/>
            <pc:sldMk cId="2956018582" sldId="445"/>
            <ac:spMk id="17" creationId="{B7BF60DA-A2AB-D6E5-CFE5-FC01E303E54D}"/>
          </ac:spMkLst>
        </pc:spChg>
      </pc:sldChg>
      <pc:sldChg chg="add del">
        <pc:chgData name="UBAID QURESHI" userId="dd4ae95d8f7c04fe" providerId="LiveId" clId="{AF920071-46B6-4E4C-A6D8-3E93B456AF12}" dt="2025-11-30T02:45:57.662" v="192"/>
        <pc:sldMkLst>
          <pc:docMk/>
          <pc:sldMk cId="2901086400" sldId="446"/>
        </pc:sldMkLst>
      </pc:sldChg>
      <pc:sldChg chg="add">
        <pc:chgData name="UBAID QURESHI" userId="dd4ae95d8f7c04fe" providerId="LiveId" clId="{AF920071-46B6-4E4C-A6D8-3E93B456AF12}" dt="2025-11-30T02:46:00.223" v="193"/>
        <pc:sldMkLst>
          <pc:docMk/>
          <pc:sldMk cId="3193481738" sldId="446"/>
        </pc:sldMkLst>
      </pc:sldChg>
      <pc:sldChg chg="addSp delSp modSp add mod ord">
        <pc:chgData name="UBAID QURESHI" userId="dd4ae95d8f7c04fe" providerId="LiveId" clId="{AF920071-46B6-4E4C-A6D8-3E93B456AF12}" dt="2025-11-30T02:51:12.024" v="234" actId="208"/>
        <pc:sldMkLst>
          <pc:docMk/>
          <pc:sldMk cId="2777523005" sldId="447"/>
        </pc:sldMkLst>
        <pc:spChg chg="add mod">
          <ac:chgData name="UBAID QURESHI" userId="dd4ae95d8f7c04fe" providerId="LiveId" clId="{AF920071-46B6-4E4C-A6D8-3E93B456AF12}" dt="2025-11-30T02:49:34.035" v="212" actId="14100"/>
          <ac:spMkLst>
            <pc:docMk/>
            <pc:sldMk cId="2777523005" sldId="447"/>
            <ac:spMk id="17" creationId="{4F7F548E-FA98-608F-75FD-58F2638175B3}"/>
          </ac:spMkLst>
        </pc:spChg>
        <pc:spChg chg="del">
          <ac:chgData name="UBAID QURESHI" userId="dd4ae95d8f7c04fe" providerId="LiveId" clId="{AF920071-46B6-4E4C-A6D8-3E93B456AF12}" dt="2025-11-30T02:50:59.827" v="231" actId="478"/>
          <ac:spMkLst>
            <pc:docMk/>
            <pc:sldMk cId="2777523005" sldId="447"/>
            <ac:spMk id="23" creationId="{F02C4BFF-B8AA-27B4-BC2A-D4509A97ADF8}"/>
          </ac:spMkLst>
        </pc:spChg>
        <pc:cxnChg chg="mod">
          <ac:chgData name="UBAID QURESHI" userId="dd4ae95d8f7c04fe" providerId="LiveId" clId="{AF920071-46B6-4E4C-A6D8-3E93B456AF12}" dt="2025-11-30T02:51:12.024" v="234" actId="208"/>
          <ac:cxnSpMkLst>
            <pc:docMk/>
            <pc:sldMk cId="2777523005" sldId="447"/>
            <ac:cxnSpMk id="8" creationId="{F2183228-7E15-3D2A-73D2-9706239C0BF8}"/>
          </ac:cxnSpMkLst>
        </pc:cxnChg>
      </pc:sldChg>
      <pc:sldChg chg="addSp delSp modSp add mod">
        <pc:chgData name="UBAID QURESHI" userId="dd4ae95d8f7c04fe" providerId="LiveId" clId="{AF920071-46B6-4E4C-A6D8-3E93B456AF12}" dt="2025-11-30T02:51:47.627" v="237"/>
        <pc:sldMkLst>
          <pc:docMk/>
          <pc:sldMk cId="241706406" sldId="448"/>
        </pc:sldMkLst>
        <pc:spChg chg="add mod">
          <ac:chgData name="UBAID QURESHI" userId="dd4ae95d8f7c04fe" providerId="LiveId" clId="{AF920071-46B6-4E4C-A6D8-3E93B456AF12}" dt="2025-11-30T02:50:22.706" v="230" actId="20577"/>
          <ac:spMkLst>
            <pc:docMk/>
            <pc:sldMk cId="241706406" sldId="448"/>
            <ac:spMk id="21" creationId="{DB0CB5D9-B7B6-B4DC-4E3C-00973F139CF5}"/>
          </ac:spMkLst>
        </pc:spChg>
        <pc:spChg chg="del">
          <ac:chgData name="UBAID QURESHI" userId="dd4ae95d8f7c04fe" providerId="LiveId" clId="{AF920071-46B6-4E4C-A6D8-3E93B456AF12}" dt="2025-11-30T02:51:36.132" v="235" actId="478"/>
          <ac:spMkLst>
            <pc:docMk/>
            <pc:sldMk cId="241706406" sldId="448"/>
            <ac:spMk id="23" creationId="{E74AF227-3E66-E2E8-1694-7358C929FE6B}"/>
          </ac:spMkLst>
        </pc:spChg>
        <pc:cxnChg chg="del">
          <ac:chgData name="UBAID QURESHI" userId="dd4ae95d8f7c04fe" providerId="LiveId" clId="{AF920071-46B6-4E4C-A6D8-3E93B456AF12}" dt="2025-11-30T02:51:38.256" v="236" actId="478"/>
          <ac:cxnSpMkLst>
            <pc:docMk/>
            <pc:sldMk cId="241706406" sldId="448"/>
            <ac:cxnSpMk id="8" creationId="{F7BAF9B1-7853-A13B-7992-5D4369C924DA}"/>
          </ac:cxnSpMkLst>
        </pc:cxnChg>
        <pc:cxnChg chg="add mod">
          <ac:chgData name="UBAID QURESHI" userId="dd4ae95d8f7c04fe" providerId="LiveId" clId="{AF920071-46B6-4E4C-A6D8-3E93B456AF12}" dt="2025-11-30T02:51:47.627" v="237"/>
          <ac:cxnSpMkLst>
            <pc:docMk/>
            <pc:sldMk cId="241706406" sldId="448"/>
            <ac:cxnSpMk id="24" creationId="{019A9433-8E8A-4837-3203-D09A08A3DF0B}"/>
          </ac:cxnSpMkLst>
        </pc:cxnChg>
      </pc:sldChg>
      <pc:sldChg chg="addSp modSp add mod">
        <pc:chgData name="UBAID QURESHI" userId="dd4ae95d8f7c04fe" providerId="LiveId" clId="{AF920071-46B6-4E4C-A6D8-3E93B456AF12}" dt="2025-11-30T02:52:50.965" v="244" actId="1076"/>
        <pc:sldMkLst>
          <pc:docMk/>
          <pc:sldMk cId="3726415921" sldId="449"/>
        </pc:sldMkLst>
        <pc:spChg chg="add mod">
          <ac:chgData name="UBAID QURESHI" userId="dd4ae95d8f7c04fe" providerId="LiveId" clId="{AF920071-46B6-4E4C-A6D8-3E93B456AF12}" dt="2025-11-30T02:52:50.965" v="244" actId="1076"/>
          <ac:spMkLst>
            <pc:docMk/>
            <pc:sldMk cId="3726415921" sldId="449"/>
            <ac:spMk id="23" creationId="{C3ADB41F-0D14-A3E5-E925-37A58BADDA1C}"/>
          </ac:spMkLst>
        </pc:spChg>
        <pc:cxnChg chg="add mod">
          <ac:chgData name="UBAID QURESHI" userId="dd4ae95d8f7c04fe" providerId="LiveId" clId="{AF920071-46B6-4E4C-A6D8-3E93B456AF12}" dt="2025-11-30T02:52:13.114" v="240" actId="1076"/>
          <ac:cxnSpMkLst>
            <pc:docMk/>
            <pc:sldMk cId="3726415921" sldId="449"/>
            <ac:cxnSpMk id="8" creationId="{ABF2E5CF-A0E7-A210-F184-E18D85748B70}"/>
          </ac:cxnSpMkLst>
        </pc:cxnChg>
      </pc:sldChg>
      <pc:sldChg chg="addSp modSp add mod">
        <pc:chgData name="UBAID QURESHI" userId="dd4ae95d8f7c04fe" providerId="LiveId" clId="{AF920071-46B6-4E4C-A6D8-3E93B456AF12}" dt="2025-11-30T02:55:48.112" v="289" actId="20577"/>
        <pc:sldMkLst>
          <pc:docMk/>
          <pc:sldMk cId="2051734805" sldId="450"/>
        </pc:sldMkLst>
        <pc:spChg chg="add mod">
          <ac:chgData name="UBAID QURESHI" userId="dd4ae95d8f7c04fe" providerId="LiveId" clId="{AF920071-46B6-4E4C-A6D8-3E93B456AF12}" dt="2025-11-30T02:55:48.112" v="289" actId="20577"/>
          <ac:spMkLst>
            <pc:docMk/>
            <pc:sldMk cId="2051734805" sldId="450"/>
            <ac:spMk id="26" creationId="{027737CD-56FD-B7D8-44B8-1937539BC2B7}"/>
          </ac:spMkLst>
        </pc:spChg>
        <pc:cxnChg chg="mod">
          <ac:chgData name="UBAID QURESHI" userId="dd4ae95d8f7c04fe" providerId="LiveId" clId="{AF920071-46B6-4E4C-A6D8-3E93B456AF12}" dt="2025-11-30T02:55:08.616" v="263" actId="14100"/>
          <ac:cxnSpMkLst>
            <pc:docMk/>
            <pc:sldMk cId="2051734805" sldId="450"/>
            <ac:cxnSpMk id="24" creationId="{AB3B3DFE-14D9-F3AF-5C26-2D215AA5A3AB}"/>
          </ac:cxnSpMkLst>
        </pc:cxnChg>
      </pc:sldChg>
      <pc:sldChg chg="addSp modSp add mod">
        <pc:chgData name="UBAID QURESHI" userId="dd4ae95d8f7c04fe" providerId="LiveId" clId="{AF920071-46B6-4E4C-A6D8-3E93B456AF12}" dt="2025-11-30T02:56:58.076" v="305" actId="1076"/>
        <pc:sldMkLst>
          <pc:docMk/>
          <pc:sldMk cId="1897505799" sldId="451"/>
        </pc:sldMkLst>
        <pc:spChg chg="add mod">
          <ac:chgData name="UBAID QURESHI" userId="dd4ae95d8f7c04fe" providerId="LiveId" clId="{AF920071-46B6-4E4C-A6D8-3E93B456AF12}" dt="2025-11-30T02:56:58.076" v="305" actId="1076"/>
          <ac:spMkLst>
            <pc:docMk/>
            <pc:sldMk cId="1897505799" sldId="451"/>
            <ac:spMk id="32" creationId="{B4B00965-CFE4-5CA3-F6F5-67714676BBD4}"/>
          </ac:spMkLst>
        </pc:spChg>
        <pc:cxnChg chg="mod">
          <ac:chgData name="UBAID QURESHI" userId="dd4ae95d8f7c04fe" providerId="LiveId" clId="{AF920071-46B6-4E4C-A6D8-3E93B456AF12}" dt="2025-11-30T02:56:47.478" v="303" actId="14100"/>
          <ac:cxnSpMkLst>
            <pc:docMk/>
            <pc:sldMk cId="1897505799" sldId="451"/>
            <ac:cxnSpMk id="24" creationId="{46E85E21-48F4-C126-29C6-8F3E04B43247}"/>
          </ac:cxnSpMkLst>
        </pc:cxnChg>
      </pc:sldChg>
      <pc:sldChg chg="delSp modSp add mod">
        <pc:chgData name="UBAID QURESHI" userId="dd4ae95d8f7c04fe" providerId="LiveId" clId="{AF920071-46B6-4E4C-A6D8-3E93B456AF12}" dt="2025-11-30T09:31:09.727" v="518" actId="478"/>
        <pc:sldMkLst>
          <pc:docMk/>
          <pc:sldMk cId="4171004196" sldId="452"/>
        </pc:sldMkLst>
        <pc:spChg chg="del">
          <ac:chgData name="UBAID QURESHI" userId="dd4ae95d8f7c04fe" providerId="LiveId" clId="{AF920071-46B6-4E4C-A6D8-3E93B456AF12}" dt="2025-11-30T09:30:53.952" v="503" actId="478"/>
          <ac:spMkLst>
            <pc:docMk/>
            <pc:sldMk cId="4171004196" sldId="452"/>
            <ac:spMk id="19" creationId="{1421417E-F830-84E1-30AB-92D9FBBD7506}"/>
          </ac:spMkLst>
        </pc:spChg>
        <pc:spChg chg="del mod">
          <ac:chgData name="UBAID QURESHI" userId="dd4ae95d8f7c04fe" providerId="LiveId" clId="{AF920071-46B6-4E4C-A6D8-3E93B456AF12}" dt="2025-11-30T09:30:57.655" v="505" actId="478"/>
          <ac:spMkLst>
            <pc:docMk/>
            <pc:sldMk cId="4171004196" sldId="452"/>
            <ac:spMk id="28" creationId="{76ABF028-56F7-F423-F90A-07CA03BB0115}"/>
          </ac:spMkLst>
        </pc:spChg>
        <pc:spChg chg="del">
          <ac:chgData name="UBAID QURESHI" userId="dd4ae95d8f7c04fe" providerId="LiveId" clId="{AF920071-46B6-4E4C-A6D8-3E93B456AF12}" dt="2025-11-30T09:30:59.758" v="506" actId="478"/>
          <ac:spMkLst>
            <pc:docMk/>
            <pc:sldMk cId="4171004196" sldId="452"/>
            <ac:spMk id="29" creationId="{3349AAAE-FC1F-ED32-2810-17A263B96276}"/>
          </ac:spMkLst>
        </pc:spChg>
        <pc:spChg chg="del mod">
          <ac:chgData name="UBAID QURESHI" userId="dd4ae95d8f7c04fe" providerId="LiveId" clId="{AF920071-46B6-4E4C-A6D8-3E93B456AF12}" dt="2025-11-30T09:31:07.525" v="517" actId="478"/>
          <ac:spMkLst>
            <pc:docMk/>
            <pc:sldMk cId="4171004196" sldId="452"/>
            <ac:spMk id="30" creationId="{0E7FB362-B4F2-2930-C912-C45EFD92F4C0}"/>
          </ac:spMkLst>
        </pc:spChg>
        <pc:spChg chg="del">
          <ac:chgData name="UBAID QURESHI" userId="dd4ae95d8f7c04fe" providerId="LiveId" clId="{AF920071-46B6-4E4C-A6D8-3E93B456AF12}" dt="2025-11-30T09:31:09.727" v="518" actId="478"/>
          <ac:spMkLst>
            <pc:docMk/>
            <pc:sldMk cId="4171004196" sldId="452"/>
            <ac:spMk id="31" creationId="{DE21F99D-DC7A-E6AA-B5B9-94AE51B0C420}"/>
          </ac:spMkLst>
        </pc:spChg>
      </pc:sldChg>
      <pc:sldChg chg="modSp add del mod">
        <pc:chgData name="UBAID QURESHI" userId="dd4ae95d8f7c04fe" providerId="LiveId" clId="{AF920071-46B6-4E4C-A6D8-3E93B456AF12}" dt="2025-11-30T07:45:44.668" v="492" actId="47"/>
        <pc:sldMkLst>
          <pc:docMk/>
          <pc:sldMk cId="1569395017" sldId="453"/>
        </pc:sldMkLst>
        <pc:cxnChg chg="mod">
          <ac:chgData name="UBAID QURESHI" userId="dd4ae95d8f7c04fe" providerId="LiveId" clId="{AF920071-46B6-4E4C-A6D8-3E93B456AF12}" dt="2025-11-30T04:27:01.995" v="314" actId="208"/>
          <ac:cxnSpMkLst>
            <pc:docMk/>
            <pc:sldMk cId="1569395017" sldId="453"/>
            <ac:cxnSpMk id="12" creationId="{63DB2A04-53C0-2B1F-7EB3-52EB5827C78F}"/>
          </ac:cxnSpMkLst>
        </pc:cxnChg>
      </pc:sldChg>
      <pc:sldChg chg="addSp modSp add mod">
        <pc:chgData name="UBAID QURESHI" userId="dd4ae95d8f7c04fe" providerId="LiveId" clId="{AF920071-46B6-4E4C-A6D8-3E93B456AF12}" dt="2025-11-30T04:35:41.721" v="329" actId="20577"/>
        <pc:sldMkLst>
          <pc:docMk/>
          <pc:sldMk cId="3780272015" sldId="454"/>
        </pc:sldMkLst>
        <pc:spChg chg="add mod">
          <ac:chgData name="UBAID QURESHI" userId="dd4ae95d8f7c04fe" providerId="LiveId" clId="{AF920071-46B6-4E4C-A6D8-3E93B456AF12}" dt="2025-11-30T04:35:41.721" v="329" actId="20577"/>
          <ac:spMkLst>
            <pc:docMk/>
            <pc:sldMk cId="3780272015" sldId="454"/>
            <ac:spMk id="25" creationId="{95E53BC6-48C1-E763-B995-876FD6F243B1}"/>
          </ac:spMkLst>
        </pc:spChg>
      </pc:sldChg>
      <pc:sldChg chg="addSp modSp add mod">
        <pc:chgData name="UBAID QURESHI" userId="dd4ae95d8f7c04fe" providerId="LiveId" clId="{AF920071-46B6-4E4C-A6D8-3E93B456AF12}" dt="2025-11-30T04:38:02.496" v="351" actId="1076"/>
        <pc:sldMkLst>
          <pc:docMk/>
          <pc:sldMk cId="4006683304" sldId="455"/>
        </pc:sldMkLst>
        <pc:spChg chg="add mod">
          <ac:chgData name="UBAID QURESHI" userId="dd4ae95d8f7c04fe" providerId="LiveId" clId="{AF920071-46B6-4E4C-A6D8-3E93B456AF12}" dt="2025-11-30T04:38:02.496" v="351" actId="1076"/>
          <ac:spMkLst>
            <pc:docMk/>
            <pc:sldMk cId="4006683304" sldId="455"/>
            <ac:spMk id="36" creationId="{D30BE51F-6406-7DF2-07D0-3D72045E3CCF}"/>
          </ac:spMkLst>
        </pc:spChg>
        <pc:cxnChg chg="add mod">
          <ac:chgData name="UBAID QURESHI" userId="dd4ae95d8f7c04fe" providerId="LiveId" clId="{AF920071-46B6-4E4C-A6D8-3E93B456AF12}" dt="2025-11-30T04:36:27.793" v="337" actId="1076"/>
          <ac:cxnSpMkLst>
            <pc:docMk/>
            <pc:sldMk cId="4006683304" sldId="455"/>
            <ac:cxnSpMk id="27" creationId="{EAD763D5-CABD-8C80-04FD-A317A9FCE531}"/>
          </ac:cxnSpMkLst>
        </pc:cxnChg>
        <pc:cxnChg chg="add mod">
          <ac:chgData name="UBAID QURESHI" userId="dd4ae95d8f7c04fe" providerId="LiveId" clId="{AF920071-46B6-4E4C-A6D8-3E93B456AF12}" dt="2025-11-30T04:36:22.277" v="336" actId="14100"/>
          <ac:cxnSpMkLst>
            <pc:docMk/>
            <pc:sldMk cId="4006683304" sldId="455"/>
            <ac:cxnSpMk id="33" creationId="{2B332D64-F243-A3C8-38B7-D8CC4196E8E0}"/>
          </ac:cxnSpMkLst>
        </pc:cxnChg>
      </pc:sldChg>
      <pc:sldChg chg="addSp modSp add mod">
        <pc:chgData name="UBAID QURESHI" userId="dd4ae95d8f7c04fe" providerId="LiveId" clId="{AF920071-46B6-4E4C-A6D8-3E93B456AF12}" dt="2025-11-30T04:42:23.157" v="370" actId="207"/>
        <pc:sldMkLst>
          <pc:docMk/>
          <pc:sldMk cId="4140980787" sldId="456"/>
        </pc:sldMkLst>
        <pc:spChg chg="add mod">
          <ac:chgData name="UBAID QURESHI" userId="dd4ae95d8f7c04fe" providerId="LiveId" clId="{AF920071-46B6-4E4C-A6D8-3E93B456AF12}" dt="2025-11-30T04:42:23.157" v="370" actId="207"/>
          <ac:spMkLst>
            <pc:docMk/>
            <pc:sldMk cId="4140980787" sldId="456"/>
            <ac:spMk id="34" creationId="{829CD703-D653-D437-E062-683E5B9D85DC}"/>
          </ac:spMkLst>
        </pc:spChg>
      </pc:sldChg>
      <pc:sldChg chg="delSp modSp add mod">
        <pc:chgData name="UBAID QURESHI" userId="dd4ae95d8f7c04fe" providerId="LiveId" clId="{AF920071-46B6-4E4C-A6D8-3E93B456AF12}" dt="2025-11-30T04:43:03.222" v="373" actId="1076"/>
        <pc:sldMkLst>
          <pc:docMk/>
          <pc:sldMk cId="3800485695" sldId="457"/>
        </pc:sldMkLst>
        <pc:spChg chg="mod">
          <ac:chgData name="UBAID QURESHI" userId="dd4ae95d8f7c04fe" providerId="LiveId" clId="{AF920071-46B6-4E4C-A6D8-3E93B456AF12}" dt="2025-11-30T04:43:03.222" v="373" actId="1076"/>
          <ac:spMkLst>
            <pc:docMk/>
            <pc:sldMk cId="3800485695" sldId="457"/>
            <ac:spMk id="22" creationId="{1CBBFF2F-C3F0-B25D-8B4E-6C37560691C8}"/>
          </ac:spMkLst>
        </pc:spChg>
        <pc:spChg chg="del">
          <ac:chgData name="UBAID QURESHI" userId="dd4ae95d8f7c04fe" providerId="LiveId" clId="{AF920071-46B6-4E4C-A6D8-3E93B456AF12}" dt="2025-11-30T04:42:56.435" v="372" actId="478"/>
          <ac:spMkLst>
            <pc:docMk/>
            <pc:sldMk cId="3800485695" sldId="457"/>
            <ac:spMk id="23" creationId="{5308B912-0BE7-48B5-8E69-DFCF13443355}"/>
          </ac:spMkLst>
        </pc:spChg>
        <pc:cxnChg chg="del">
          <ac:chgData name="UBAID QURESHI" userId="dd4ae95d8f7c04fe" providerId="LiveId" clId="{AF920071-46B6-4E4C-A6D8-3E93B456AF12}" dt="2025-11-30T04:42:56.435" v="372" actId="478"/>
          <ac:cxnSpMkLst>
            <pc:docMk/>
            <pc:sldMk cId="3800485695" sldId="457"/>
            <ac:cxnSpMk id="8" creationId="{4CFB0733-7FE0-E70C-1B54-9682FBEB88EB}"/>
          </ac:cxnSpMkLst>
        </pc:cxnChg>
        <pc:cxnChg chg="mod">
          <ac:chgData name="UBAID QURESHI" userId="dd4ae95d8f7c04fe" providerId="LiveId" clId="{AF920071-46B6-4E4C-A6D8-3E93B456AF12}" dt="2025-11-30T04:43:03.222" v="373" actId="1076"/>
          <ac:cxnSpMkLst>
            <pc:docMk/>
            <pc:sldMk cId="3800485695" sldId="457"/>
            <ac:cxnSpMk id="18" creationId="{0B828557-0866-4742-6FC6-D80FA9346BB8}"/>
          </ac:cxnSpMkLst>
        </pc:cxnChg>
      </pc:sldChg>
      <pc:sldChg chg="addSp delSp modSp add mod">
        <pc:chgData name="UBAID QURESHI" userId="dd4ae95d8f7c04fe" providerId="LiveId" clId="{AF920071-46B6-4E4C-A6D8-3E93B456AF12}" dt="2025-11-30T04:52:23.028" v="385" actId="1076"/>
        <pc:sldMkLst>
          <pc:docMk/>
          <pc:sldMk cId="3762288518" sldId="458"/>
        </pc:sldMkLst>
        <pc:spChg chg="del">
          <ac:chgData name="UBAID QURESHI" userId="dd4ae95d8f7c04fe" providerId="LiveId" clId="{AF920071-46B6-4E4C-A6D8-3E93B456AF12}" dt="2025-11-30T04:52:15.651" v="384" actId="478"/>
          <ac:spMkLst>
            <pc:docMk/>
            <pc:sldMk cId="3762288518" sldId="458"/>
            <ac:spMk id="15" creationId="{D559382D-EC2C-BF23-D74E-E332663B44B2}"/>
          </ac:spMkLst>
        </pc:spChg>
        <pc:spChg chg="del">
          <ac:chgData name="UBAID QURESHI" userId="dd4ae95d8f7c04fe" providerId="LiveId" clId="{AF920071-46B6-4E4C-A6D8-3E93B456AF12}" dt="2025-11-30T04:52:15.651" v="384" actId="478"/>
          <ac:spMkLst>
            <pc:docMk/>
            <pc:sldMk cId="3762288518" sldId="458"/>
            <ac:spMk id="16" creationId="{6005D648-0C84-954F-139B-D479036A5B60}"/>
          </ac:spMkLst>
        </pc:spChg>
        <pc:spChg chg="del">
          <ac:chgData name="UBAID QURESHI" userId="dd4ae95d8f7c04fe" providerId="LiveId" clId="{AF920071-46B6-4E4C-A6D8-3E93B456AF12}" dt="2025-11-30T04:52:15.651" v="384" actId="478"/>
          <ac:spMkLst>
            <pc:docMk/>
            <pc:sldMk cId="3762288518" sldId="458"/>
            <ac:spMk id="17" creationId="{EC3209F3-D71E-1211-8F30-72804F59F80C}"/>
          </ac:spMkLst>
        </pc:spChg>
        <pc:spChg chg="del">
          <ac:chgData name="UBAID QURESHI" userId="dd4ae95d8f7c04fe" providerId="LiveId" clId="{AF920071-46B6-4E4C-A6D8-3E93B456AF12}" dt="2025-11-30T04:52:15.651" v="384" actId="478"/>
          <ac:spMkLst>
            <pc:docMk/>
            <pc:sldMk cId="3762288518" sldId="458"/>
            <ac:spMk id="21" creationId="{39F86A7B-478D-3987-A592-83B1CE9B59D2}"/>
          </ac:spMkLst>
        </pc:spChg>
        <pc:spChg chg="add mod">
          <ac:chgData name="UBAID QURESHI" userId="dd4ae95d8f7c04fe" providerId="LiveId" clId="{AF920071-46B6-4E4C-A6D8-3E93B456AF12}" dt="2025-11-30T04:52:23.028" v="385" actId="1076"/>
          <ac:spMkLst>
            <pc:docMk/>
            <pc:sldMk cId="3762288518" sldId="458"/>
            <ac:spMk id="23" creationId="{98B392D2-FEF0-8615-2CBB-3732826FC12A}"/>
          </ac:spMkLst>
        </pc:spChg>
        <pc:spChg chg="del">
          <ac:chgData name="UBAID QURESHI" userId="dd4ae95d8f7c04fe" providerId="LiveId" clId="{AF920071-46B6-4E4C-A6D8-3E93B456AF12}" dt="2025-11-30T04:52:15.651" v="384" actId="478"/>
          <ac:spMkLst>
            <pc:docMk/>
            <pc:sldMk cId="3762288518" sldId="458"/>
            <ac:spMk id="25" creationId="{60188D09-56C2-BE19-24C1-512818D5535C}"/>
          </ac:spMkLst>
        </pc:spChg>
        <pc:spChg chg="del">
          <ac:chgData name="UBAID QURESHI" userId="dd4ae95d8f7c04fe" providerId="LiveId" clId="{AF920071-46B6-4E4C-A6D8-3E93B456AF12}" dt="2025-11-30T04:52:15.651" v="384" actId="478"/>
          <ac:spMkLst>
            <pc:docMk/>
            <pc:sldMk cId="3762288518" sldId="458"/>
            <ac:spMk id="26" creationId="{2A3FFDD6-A31E-E53D-B22B-4822E7F2FF91}"/>
          </ac:spMkLst>
        </pc:spChg>
        <pc:spChg chg="del">
          <ac:chgData name="UBAID QURESHI" userId="dd4ae95d8f7c04fe" providerId="LiveId" clId="{AF920071-46B6-4E4C-A6D8-3E93B456AF12}" dt="2025-11-30T04:52:15.651" v="384" actId="478"/>
          <ac:spMkLst>
            <pc:docMk/>
            <pc:sldMk cId="3762288518" sldId="458"/>
            <ac:spMk id="34" creationId="{B7BF11AA-A4F5-3A10-9EF3-F77FE938F1DB}"/>
          </ac:spMkLst>
        </pc:spChg>
      </pc:sldChg>
      <pc:sldChg chg="addSp modSp add mod">
        <pc:chgData name="UBAID QURESHI" userId="dd4ae95d8f7c04fe" providerId="LiveId" clId="{AF920071-46B6-4E4C-A6D8-3E93B456AF12}" dt="2025-11-30T04:53:37.846" v="388" actId="1076"/>
        <pc:sldMkLst>
          <pc:docMk/>
          <pc:sldMk cId="2233739445" sldId="459"/>
        </pc:sldMkLst>
        <pc:spChg chg="add mod">
          <ac:chgData name="UBAID QURESHI" userId="dd4ae95d8f7c04fe" providerId="LiveId" clId="{AF920071-46B6-4E4C-A6D8-3E93B456AF12}" dt="2025-11-30T04:53:37.846" v="388" actId="1076"/>
          <ac:spMkLst>
            <pc:docMk/>
            <pc:sldMk cId="2233739445" sldId="459"/>
            <ac:spMk id="15" creationId="{39392346-C03E-3071-AE02-1B984C473070}"/>
          </ac:spMkLst>
        </pc:spChg>
        <pc:cxnChg chg="add mod">
          <ac:chgData name="UBAID QURESHI" userId="dd4ae95d8f7c04fe" providerId="LiveId" clId="{AF920071-46B6-4E4C-A6D8-3E93B456AF12}" dt="2025-11-30T04:53:37.846" v="388" actId="1076"/>
          <ac:cxnSpMkLst>
            <pc:docMk/>
            <pc:sldMk cId="2233739445" sldId="459"/>
            <ac:cxnSpMk id="8" creationId="{83427CA7-4487-B789-FAFA-C94899DE35A4}"/>
          </ac:cxnSpMkLst>
        </pc:cxnChg>
      </pc:sldChg>
      <pc:sldChg chg="addSp modSp add mod">
        <pc:chgData name="UBAID QURESHI" userId="dd4ae95d8f7c04fe" providerId="LiveId" clId="{AF920071-46B6-4E4C-A6D8-3E93B456AF12}" dt="2025-11-30T04:59:07.670" v="400" actId="1076"/>
        <pc:sldMkLst>
          <pc:docMk/>
          <pc:sldMk cId="713382842" sldId="460"/>
        </pc:sldMkLst>
        <pc:cxnChg chg="add mod">
          <ac:chgData name="UBAID QURESHI" userId="dd4ae95d8f7c04fe" providerId="LiveId" clId="{AF920071-46B6-4E4C-A6D8-3E93B456AF12}" dt="2025-11-30T04:59:07.670" v="400" actId="1076"/>
          <ac:cxnSpMkLst>
            <pc:docMk/>
            <pc:sldMk cId="713382842" sldId="460"/>
            <ac:cxnSpMk id="16" creationId="{9AE9AFD6-53FB-7254-F547-67F480EB8F78}"/>
          </ac:cxnSpMkLst>
        </pc:cxnChg>
        <pc:cxnChg chg="add mod">
          <ac:chgData name="UBAID QURESHI" userId="dd4ae95d8f7c04fe" providerId="LiveId" clId="{AF920071-46B6-4E4C-A6D8-3E93B456AF12}" dt="2025-11-30T04:59:00.829" v="399" actId="14100"/>
          <ac:cxnSpMkLst>
            <pc:docMk/>
            <pc:sldMk cId="713382842" sldId="460"/>
            <ac:cxnSpMk id="17" creationId="{591A9CFD-97B4-C4A5-6F3F-7031BACEB158}"/>
          </ac:cxnSpMkLst>
        </pc:cxnChg>
        <pc:cxnChg chg="add mod">
          <ac:chgData name="UBAID QURESHI" userId="dd4ae95d8f7c04fe" providerId="LiveId" clId="{AF920071-46B6-4E4C-A6D8-3E93B456AF12}" dt="2025-11-30T04:58:55.488" v="398" actId="1076"/>
          <ac:cxnSpMkLst>
            <pc:docMk/>
            <pc:sldMk cId="713382842" sldId="460"/>
            <ac:cxnSpMk id="21" creationId="{3B7D0565-4E84-DE44-77E1-A16823E0FF0B}"/>
          </ac:cxnSpMkLst>
        </pc:cxnChg>
      </pc:sldChg>
      <pc:sldChg chg="delSp modSp add mod">
        <pc:chgData name="UBAID QURESHI" userId="dd4ae95d8f7c04fe" providerId="LiveId" clId="{AF920071-46B6-4E4C-A6D8-3E93B456AF12}" dt="2025-11-30T05:00:32.406" v="406" actId="1076"/>
        <pc:sldMkLst>
          <pc:docMk/>
          <pc:sldMk cId="1704276286" sldId="461"/>
        </pc:sldMkLst>
        <pc:spChg chg="del">
          <ac:chgData name="UBAID QURESHI" userId="dd4ae95d8f7c04fe" providerId="LiveId" clId="{AF920071-46B6-4E4C-A6D8-3E93B456AF12}" dt="2025-11-30T05:00:25.381" v="405" actId="478"/>
          <ac:spMkLst>
            <pc:docMk/>
            <pc:sldMk cId="1704276286" sldId="461"/>
            <ac:spMk id="22" creationId="{57C54506-DA75-34DB-BE0B-DFDB2E32DE31}"/>
          </ac:spMkLst>
        </pc:spChg>
        <pc:spChg chg="mod">
          <ac:chgData name="UBAID QURESHI" userId="dd4ae95d8f7c04fe" providerId="LiveId" clId="{AF920071-46B6-4E4C-A6D8-3E93B456AF12}" dt="2025-11-30T05:00:32.406" v="406" actId="1076"/>
          <ac:spMkLst>
            <pc:docMk/>
            <pc:sldMk cId="1704276286" sldId="461"/>
            <ac:spMk id="36" creationId="{13775990-59D1-DD7F-DBDF-6F8162057A0F}"/>
          </ac:spMkLst>
        </pc:spChg>
        <pc:cxnChg chg="del mod">
          <ac:chgData name="UBAID QURESHI" userId="dd4ae95d8f7c04fe" providerId="LiveId" clId="{AF920071-46B6-4E4C-A6D8-3E93B456AF12}" dt="2025-11-30T05:00:19.519" v="404" actId="478"/>
          <ac:cxnSpMkLst>
            <pc:docMk/>
            <pc:sldMk cId="1704276286" sldId="461"/>
            <ac:cxnSpMk id="27" creationId="{EAACEFC1-6C60-9FD1-81B1-02FD4DC7E5F7}"/>
          </ac:cxnSpMkLst>
        </pc:cxnChg>
        <pc:cxnChg chg="del">
          <ac:chgData name="UBAID QURESHI" userId="dd4ae95d8f7c04fe" providerId="LiveId" clId="{AF920071-46B6-4E4C-A6D8-3E93B456AF12}" dt="2025-11-30T05:00:12.852" v="402" actId="478"/>
          <ac:cxnSpMkLst>
            <pc:docMk/>
            <pc:sldMk cId="1704276286" sldId="461"/>
            <ac:cxnSpMk id="33" creationId="{9A3B440F-03E0-B8AD-1D0B-C663A17E5CD5}"/>
          </ac:cxnSpMkLst>
        </pc:cxnChg>
      </pc:sldChg>
      <pc:sldChg chg="addSp delSp modSp add mod">
        <pc:chgData name="UBAID QURESHI" userId="dd4ae95d8f7c04fe" providerId="LiveId" clId="{AF920071-46B6-4E4C-A6D8-3E93B456AF12}" dt="2025-11-30T05:01:13.078" v="410" actId="1076"/>
        <pc:sldMkLst>
          <pc:docMk/>
          <pc:sldMk cId="2151910969" sldId="462"/>
        </pc:sldMkLst>
        <pc:spChg chg="del">
          <ac:chgData name="UBAID QURESHI" userId="dd4ae95d8f7c04fe" providerId="LiveId" clId="{AF920071-46B6-4E4C-A6D8-3E93B456AF12}" dt="2025-11-30T05:00:56.440" v="408" actId="478"/>
          <ac:spMkLst>
            <pc:docMk/>
            <pc:sldMk cId="2151910969" sldId="462"/>
            <ac:spMk id="15" creationId="{C4AC5DD6-98E0-4CA1-9B74-E5C3660FC1DA}"/>
          </ac:spMkLst>
        </pc:spChg>
        <pc:spChg chg="add mod">
          <ac:chgData name="UBAID QURESHI" userId="dd4ae95d8f7c04fe" providerId="LiveId" clId="{AF920071-46B6-4E4C-A6D8-3E93B456AF12}" dt="2025-11-30T05:01:13.078" v="410" actId="1076"/>
          <ac:spMkLst>
            <pc:docMk/>
            <pc:sldMk cId="2151910969" sldId="462"/>
            <ac:spMk id="22" creationId="{ABEBE772-347D-A8F0-D5A2-E6EA11040B2D}"/>
          </ac:spMkLst>
        </pc:spChg>
      </pc:sldChg>
      <pc:sldChg chg="addSp modSp add mod">
        <pc:chgData name="UBAID QURESHI" userId="dd4ae95d8f7c04fe" providerId="LiveId" clId="{AF920071-46B6-4E4C-A6D8-3E93B456AF12}" dt="2025-11-30T05:02:21.202" v="413" actId="1076"/>
        <pc:sldMkLst>
          <pc:docMk/>
          <pc:sldMk cId="2256277097" sldId="463"/>
        </pc:sldMkLst>
        <pc:spChg chg="add mod">
          <ac:chgData name="UBAID QURESHI" userId="dd4ae95d8f7c04fe" providerId="LiveId" clId="{AF920071-46B6-4E4C-A6D8-3E93B456AF12}" dt="2025-11-30T05:02:21.202" v="413" actId="1076"/>
          <ac:spMkLst>
            <pc:docMk/>
            <pc:sldMk cId="2256277097" sldId="463"/>
            <ac:spMk id="25" creationId="{CC65B489-D456-2C59-2DF6-973B64B47747}"/>
          </ac:spMkLst>
        </pc:spChg>
        <pc:cxnChg chg="add mod">
          <ac:chgData name="UBAID QURESHI" userId="dd4ae95d8f7c04fe" providerId="LiveId" clId="{AF920071-46B6-4E4C-A6D8-3E93B456AF12}" dt="2025-11-30T05:02:21.202" v="413" actId="1076"/>
          <ac:cxnSpMkLst>
            <pc:docMk/>
            <pc:sldMk cId="2256277097" sldId="463"/>
            <ac:cxnSpMk id="15" creationId="{FF4F13A5-CC5A-B0BB-53AD-C4CFA2FDAC6F}"/>
          </ac:cxnSpMkLst>
        </pc:cxnChg>
      </pc:sldChg>
      <pc:sldChg chg="addSp delSp modSp add mod">
        <pc:chgData name="UBAID QURESHI" userId="dd4ae95d8f7c04fe" providerId="LiveId" clId="{AF920071-46B6-4E4C-A6D8-3E93B456AF12}" dt="2025-11-30T05:04:56.259" v="425" actId="14100"/>
        <pc:sldMkLst>
          <pc:docMk/>
          <pc:sldMk cId="95242933" sldId="464"/>
        </pc:sldMkLst>
        <pc:cxnChg chg="del">
          <ac:chgData name="UBAID QURESHI" userId="dd4ae95d8f7c04fe" providerId="LiveId" clId="{AF920071-46B6-4E4C-A6D8-3E93B456AF12}" dt="2025-11-30T05:04:16.714" v="420" actId="478"/>
          <ac:cxnSpMkLst>
            <pc:docMk/>
            <pc:sldMk cId="95242933" sldId="464"/>
            <ac:cxnSpMk id="10" creationId="{3B968D36-87C7-74EF-7F08-8704C8FEFC64}"/>
          </ac:cxnSpMkLst>
        </pc:cxnChg>
        <pc:cxnChg chg="add mod">
          <ac:chgData name="UBAID QURESHI" userId="dd4ae95d8f7c04fe" providerId="LiveId" clId="{AF920071-46B6-4E4C-A6D8-3E93B456AF12}" dt="2025-11-30T05:04:37.321" v="421" actId="1076"/>
          <ac:cxnSpMkLst>
            <pc:docMk/>
            <pc:sldMk cId="95242933" sldId="464"/>
            <ac:cxnSpMk id="26" creationId="{9627282F-FCD6-A2FA-6DAD-F669DAE74CFB}"/>
          </ac:cxnSpMkLst>
        </pc:cxnChg>
        <pc:cxnChg chg="add mod">
          <ac:chgData name="UBAID QURESHI" userId="dd4ae95d8f7c04fe" providerId="LiveId" clId="{AF920071-46B6-4E4C-A6D8-3E93B456AF12}" dt="2025-11-30T05:04:45.122" v="423" actId="14100"/>
          <ac:cxnSpMkLst>
            <pc:docMk/>
            <pc:sldMk cId="95242933" sldId="464"/>
            <ac:cxnSpMk id="27" creationId="{B2BC08CB-65D5-D8A9-BDFF-D1BC6A486D1B}"/>
          </ac:cxnSpMkLst>
        </pc:cxnChg>
        <pc:cxnChg chg="add mod">
          <ac:chgData name="UBAID QURESHI" userId="dd4ae95d8f7c04fe" providerId="LiveId" clId="{AF920071-46B6-4E4C-A6D8-3E93B456AF12}" dt="2025-11-30T05:04:56.259" v="425" actId="14100"/>
          <ac:cxnSpMkLst>
            <pc:docMk/>
            <pc:sldMk cId="95242933" sldId="464"/>
            <ac:cxnSpMk id="33" creationId="{229DB5D9-BF98-5946-D7E0-45E7D680045C}"/>
          </ac:cxnSpMkLst>
        </pc:cxnChg>
      </pc:sldChg>
      <pc:sldChg chg="delSp modSp add mod">
        <pc:chgData name="UBAID QURESHI" userId="dd4ae95d8f7c04fe" providerId="LiveId" clId="{AF920071-46B6-4E4C-A6D8-3E93B456AF12}" dt="2025-11-30T05:05:38.736" v="428" actId="1076"/>
        <pc:sldMkLst>
          <pc:docMk/>
          <pc:sldMk cId="1258832016" sldId="465"/>
        </pc:sldMkLst>
        <pc:spChg chg="del">
          <ac:chgData name="UBAID QURESHI" userId="dd4ae95d8f7c04fe" providerId="LiveId" clId="{AF920071-46B6-4E4C-A6D8-3E93B456AF12}" dt="2025-11-30T05:05:32.125" v="427" actId="478"/>
          <ac:spMkLst>
            <pc:docMk/>
            <pc:sldMk cId="1258832016" sldId="465"/>
            <ac:spMk id="22" creationId="{3D41A0FE-B553-8ADE-4891-297905264D93}"/>
          </ac:spMkLst>
        </pc:spChg>
        <pc:spChg chg="mod">
          <ac:chgData name="UBAID QURESHI" userId="dd4ae95d8f7c04fe" providerId="LiveId" clId="{AF920071-46B6-4E4C-A6D8-3E93B456AF12}" dt="2025-11-30T05:05:38.736" v="428" actId="1076"/>
          <ac:spMkLst>
            <pc:docMk/>
            <pc:sldMk cId="1258832016" sldId="465"/>
            <ac:spMk id="36" creationId="{BC5B2B2A-0171-2358-ACB0-FDF0028F094F}"/>
          </ac:spMkLst>
        </pc:spChg>
        <pc:cxnChg chg="del">
          <ac:chgData name="UBAID QURESHI" userId="dd4ae95d8f7c04fe" providerId="LiveId" clId="{AF920071-46B6-4E4C-A6D8-3E93B456AF12}" dt="2025-11-30T05:05:32.125" v="427" actId="478"/>
          <ac:cxnSpMkLst>
            <pc:docMk/>
            <pc:sldMk cId="1258832016" sldId="465"/>
            <ac:cxnSpMk id="8" creationId="{EF504503-5ABB-9496-7390-10DF961BD0E6}"/>
          </ac:cxnSpMkLst>
        </pc:cxnChg>
        <pc:cxnChg chg="mod">
          <ac:chgData name="UBAID QURESHI" userId="dd4ae95d8f7c04fe" providerId="LiveId" clId="{AF920071-46B6-4E4C-A6D8-3E93B456AF12}" dt="2025-11-30T05:05:38.736" v="428" actId="1076"/>
          <ac:cxnSpMkLst>
            <pc:docMk/>
            <pc:sldMk cId="1258832016" sldId="465"/>
            <ac:cxnSpMk id="18" creationId="{AE00B3FE-0300-29B8-8EF8-7F94BF59DC2C}"/>
          </ac:cxnSpMkLst>
        </pc:cxnChg>
      </pc:sldChg>
      <pc:sldChg chg="addSp delSp modSp add mod">
        <pc:chgData name="UBAID QURESHI" userId="dd4ae95d8f7c04fe" providerId="LiveId" clId="{AF920071-46B6-4E4C-A6D8-3E93B456AF12}" dt="2025-11-30T05:06:16.777" v="432" actId="1076"/>
        <pc:sldMkLst>
          <pc:docMk/>
          <pc:sldMk cId="1790693175" sldId="466"/>
        </pc:sldMkLst>
        <pc:spChg chg="add mod">
          <ac:chgData name="UBAID QURESHI" userId="dd4ae95d8f7c04fe" providerId="LiveId" clId="{AF920071-46B6-4E4C-A6D8-3E93B456AF12}" dt="2025-11-30T05:06:16.777" v="432" actId="1076"/>
          <ac:spMkLst>
            <pc:docMk/>
            <pc:sldMk cId="1790693175" sldId="466"/>
            <ac:spMk id="10" creationId="{82020E51-84F2-A4D1-C958-B91059772080}"/>
          </ac:spMkLst>
        </pc:spChg>
        <pc:spChg chg="del">
          <ac:chgData name="UBAID QURESHI" userId="dd4ae95d8f7c04fe" providerId="LiveId" clId="{AF920071-46B6-4E4C-A6D8-3E93B456AF12}" dt="2025-11-30T05:06:09.858" v="430" actId="478"/>
          <ac:spMkLst>
            <pc:docMk/>
            <pc:sldMk cId="1790693175" sldId="466"/>
            <ac:spMk id="25" creationId="{8BF6D739-84B8-04B6-8A10-74FB707BE88F}"/>
          </ac:spMkLst>
        </pc:spChg>
        <pc:cxnChg chg="add mod">
          <ac:chgData name="UBAID QURESHI" userId="dd4ae95d8f7c04fe" providerId="LiveId" clId="{AF920071-46B6-4E4C-A6D8-3E93B456AF12}" dt="2025-11-30T05:06:16.777" v="432" actId="1076"/>
          <ac:cxnSpMkLst>
            <pc:docMk/>
            <pc:sldMk cId="1790693175" sldId="466"/>
            <ac:cxnSpMk id="8" creationId="{97B97308-E99C-FB6D-E370-CE8BAF376001}"/>
          </ac:cxnSpMkLst>
        </pc:cxnChg>
        <pc:cxnChg chg="del">
          <ac:chgData name="UBAID QURESHI" userId="dd4ae95d8f7c04fe" providerId="LiveId" clId="{AF920071-46B6-4E4C-A6D8-3E93B456AF12}" dt="2025-11-30T05:06:09.858" v="430" actId="478"/>
          <ac:cxnSpMkLst>
            <pc:docMk/>
            <pc:sldMk cId="1790693175" sldId="466"/>
            <ac:cxnSpMk id="15" creationId="{F4913C42-F8C1-29ED-04E7-51757697A7BE}"/>
          </ac:cxnSpMkLst>
        </pc:cxnChg>
      </pc:sldChg>
      <pc:sldChg chg="addSp modSp add mod">
        <pc:chgData name="UBAID QURESHI" userId="dd4ae95d8f7c04fe" providerId="LiveId" clId="{AF920071-46B6-4E4C-A6D8-3E93B456AF12}" dt="2025-11-30T05:06:45.901" v="435" actId="1076"/>
        <pc:sldMkLst>
          <pc:docMk/>
          <pc:sldMk cId="226201898" sldId="467"/>
        </pc:sldMkLst>
        <pc:spChg chg="add mod">
          <ac:chgData name="UBAID QURESHI" userId="dd4ae95d8f7c04fe" providerId="LiveId" clId="{AF920071-46B6-4E4C-A6D8-3E93B456AF12}" dt="2025-11-30T05:06:45.901" v="435" actId="1076"/>
          <ac:spMkLst>
            <pc:docMk/>
            <pc:sldMk cId="226201898" sldId="467"/>
            <ac:spMk id="22" creationId="{EFDB35DB-1912-7824-91EE-A9B91DDC56FF}"/>
          </ac:spMkLst>
        </pc:spChg>
        <pc:cxnChg chg="add mod">
          <ac:chgData name="UBAID QURESHI" userId="dd4ae95d8f7c04fe" providerId="LiveId" clId="{AF920071-46B6-4E4C-A6D8-3E93B456AF12}" dt="2025-11-30T05:06:45.901" v="435" actId="1076"/>
          <ac:cxnSpMkLst>
            <pc:docMk/>
            <pc:sldMk cId="226201898" sldId="467"/>
            <ac:cxnSpMk id="15" creationId="{D6859112-F8F6-4353-234F-3BA780519D97}"/>
          </ac:cxnSpMkLst>
        </pc:cxnChg>
      </pc:sldChg>
      <pc:sldChg chg="addSp delSp modSp add mod">
        <pc:chgData name="UBAID QURESHI" userId="dd4ae95d8f7c04fe" providerId="LiveId" clId="{AF920071-46B6-4E4C-A6D8-3E93B456AF12}" dt="2025-11-30T05:07:29.635" v="440" actId="478"/>
        <pc:sldMkLst>
          <pc:docMk/>
          <pc:sldMk cId="1495406024" sldId="468"/>
        </pc:sldMkLst>
        <pc:cxnChg chg="del">
          <ac:chgData name="UBAID QURESHI" userId="dd4ae95d8f7c04fe" providerId="LiveId" clId="{AF920071-46B6-4E4C-A6D8-3E93B456AF12}" dt="2025-11-30T05:07:29.635" v="440" actId="478"/>
          <ac:cxnSpMkLst>
            <pc:docMk/>
            <pc:sldMk cId="1495406024" sldId="468"/>
            <ac:cxnSpMk id="11" creationId="{02A2DBCB-CE82-1737-F1C8-7E8EB674D260}"/>
          </ac:cxnSpMkLst>
        </pc:cxnChg>
        <pc:cxnChg chg="add mod">
          <ac:chgData name="UBAID QURESHI" userId="dd4ae95d8f7c04fe" providerId="LiveId" clId="{AF920071-46B6-4E4C-A6D8-3E93B456AF12}" dt="2025-11-30T05:07:22.082" v="439" actId="14100"/>
          <ac:cxnSpMkLst>
            <pc:docMk/>
            <pc:sldMk cId="1495406024" sldId="468"/>
            <ac:cxnSpMk id="25" creationId="{409A86E9-6E7D-D765-1333-B21CD5C22E62}"/>
          </ac:cxnSpMkLst>
        </pc:cxnChg>
        <pc:cxnChg chg="add mod">
          <ac:chgData name="UBAID QURESHI" userId="dd4ae95d8f7c04fe" providerId="LiveId" clId="{AF920071-46B6-4E4C-A6D8-3E93B456AF12}" dt="2025-11-30T05:07:22.082" v="439" actId="14100"/>
          <ac:cxnSpMkLst>
            <pc:docMk/>
            <pc:sldMk cId="1495406024" sldId="468"/>
            <ac:cxnSpMk id="34" creationId="{B157117D-2941-6DDD-E202-9D17B1E31CBF}"/>
          </ac:cxnSpMkLst>
        </pc:cxnChg>
        <pc:cxnChg chg="add mod">
          <ac:chgData name="UBAID QURESHI" userId="dd4ae95d8f7c04fe" providerId="LiveId" clId="{AF920071-46B6-4E4C-A6D8-3E93B456AF12}" dt="2025-11-30T05:07:22.082" v="439" actId="14100"/>
          <ac:cxnSpMkLst>
            <pc:docMk/>
            <pc:sldMk cId="1495406024" sldId="468"/>
            <ac:cxnSpMk id="35" creationId="{E82DFE54-B346-8381-FC43-2DAB2DA8A370}"/>
          </ac:cxnSpMkLst>
        </pc:cxnChg>
      </pc:sldChg>
      <pc:sldChg chg="delSp modSp add mod">
        <pc:chgData name="UBAID QURESHI" userId="dd4ae95d8f7c04fe" providerId="LiveId" clId="{AF920071-46B6-4E4C-A6D8-3E93B456AF12}" dt="2025-11-30T05:08:24.443" v="443" actId="1076"/>
        <pc:sldMkLst>
          <pc:docMk/>
          <pc:sldMk cId="3152100935" sldId="469"/>
        </pc:sldMkLst>
        <pc:spChg chg="del">
          <ac:chgData name="UBAID QURESHI" userId="dd4ae95d8f7c04fe" providerId="LiveId" clId="{AF920071-46B6-4E4C-A6D8-3E93B456AF12}" dt="2025-11-30T05:08:14.618" v="442" actId="478"/>
          <ac:spMkLst>
            <pc:docMk/>
            <pc:sldMk cId="3152100935" sldId="469"/>
            <ac:spMk id="10" creationId="{BC5746D0-48F6-D5FF-C16E-41D594E4E080}"/>
          </ac:spMkLst>
        </pc:spChg>
        <pc:spChg chg="mod">
          <ac:chgData name="UBAID QURESHI" userId="dd4ae95d8f7c04fe" providerId="LiveId" clId="{AF920071-46B6-4E4C-A6D8-3E93B456AF12}" dt="2025-11-30T05:08:24.443" v="443" actId="1076"/>
          <ac:spMkLst>
            <pc:docMk/>
            <pc:sldMk cId="3152100935" sldId="469"/>
            <ac:spMk id="36" creationId="{4B12BF44-937F-539C-21CA-F8D885FF56E2}"/>
          </ac:spMkLst>
        </pc:spChg>
        <pc:cxnChg chg="del">
          <ac:chgData name="UBAID QURESHI" userId="dd4ae95d8f7c04fe" providerId="LiveId" clId="{AF920071-46B6-4E4C-A6D8-3E93B456AF12}" dt="2025-11-30T05:08:14.618" v="442" actId="478"/>
          <ac:cxnSpMkLst>
            <pc:docMk/>
            <pc:sldMk cId="3152100935" sldId="469"/>
            <ac:cxnSpMk id="8" creationId="{79A3A692-FE5B-56AB-77FB-6C21E6689AF1}"/>
          </ac:cxnSpMkLst>
        </pc:cxnChg>
        <pc:cxnChg chg="mod">
          <ac:chgData name="UBAID QURESHI" userId="dd4ae95d8f7c04fe" providerId="LiveId" clId="{AF920071-46B6-4E4C-A6D8-3E93B456AF12}" dt="2025-11-30T05:08:24.443" v="443" actId="1076"/>
          <ac:cxnSpMkLst>
            <pc:docMk/>
            <pc:sldMk cId="3152100935" sldId="469"/>
            <ac:cxnSpMk id="18" creationId="{0FD2BEE4-BBF4-7444-2014-AE0054222575}"/>
          </ac:cxnSpMkLst>
        </pc:cxnChg>
      </pc:sldChg>
      <pc:sldChg chg="addSp delSp modSp add mod">
        <pc:chgData name="UBAID QURESHI" userId="dd4ae95d8f7c04fe" providerId="LiveId" clId="{AF920071-46B6-4E4C-A6D8-3E93B456AF12}" dt="2025-11-30T05:09:06.517" v="447" actId="1076"/>
        <pc:sldMkLst>
          <pc:docMk/>
          <pc:sldMk cId="2259469677" sldId="470"/>
        </pc:sldMkLst>
        <pc:spChg chg="add mod">
          <ac:chgData name="UBAID QURESHI" userId="dd4ae95d8f7c04fe" providerId="LiveId" clId="{AF920071-46B6-4E4C-A6D8-3E93B456AF12}" dt="2025-11-30T05:09:06.517" v="447" actId="1076"/>
          <ac:spMkLst>
            <pc:docMk/>
            <pc:sldMk cId="2259469677" sldId="470"/>
            <ac:spMk id="10" creationId="{CB5CC5EB-5DD8-CBB4-5176-BC388DED3874}"/>
          </ac:spMkLst>
        </pc:spChg>
        <pc:spChg chg="del">
          <ac:chgData name="UBAID QURESHI" userId="dd4ae95d8f7c04fe" providerId="LiveId" clId="{AF920071-46B6-4E4C-A6D8-3E93B456AF12}" dt="2025-11-30T05:08:44.112" v="445" actId="478"/>
          <ac:spMkLst>
            <pc:docMk/>
            <pc:sldMk cId="2259469677" sldId="470"/>
            <ac:spMk id="22" creationId="{4B3D2947-7923-400C-AD11-E6C8AE10E0C4}"/>
          </ac:spMkLst>
        </pc:spChg>
        <pc:cxnChg chg="add mod">
          <ac:chgData name="UBAID QURESHI" userId="dd4ae95d8f7c04fe" providerId="LiveId" clId="{AF920071-46B6-4E4C-A6D8-3E93B456AF12}" dt="2025-11-30T05:09:06.517" v="447" actId="1076"/>
          <ac:cxnSpMkLst>
            <pc:docMk/>
            <pc:sldMk cId="2259469677" sldId="470"/>
            <ac:cxnSpMk id="8" creationId="{536D246A-EB9A-4636-CA71-661EA97C65C3}"/>
          </ac:cxnSpMkLst>
        </pc:cxnChg>
        <pc:cxnChg chg="del">
          <ac:chgData name="UBAID QURESHI" userId="dd4ae95d8f7c04fe" providerId="LiveId" clId="{AF920071-46B6-4E4C-A6D8-3E93B456AF12}" dt="2025-11-30T05:08:44.112" v="445" actId="478"/>
          <ac:cxnSpMkLst>
            <pc:docMk/>
            <pc:sldMk cId="2259469677" sldId="470"/>
            <ac:cxnSpMk id="15" creationId="{CE51E0AD-CA21-D454-B01E-7AE62F9423D4}"/>
          </ac:cxnSpMkLst>
        </pc:cxnChg>
      </pc:sldChg>
      <pc:sldChg chg="addSp modSp add mod">
        <pc:chgData name="UBAID QURESHI" userId="dd4ae95d8f7c04fe" providerId="LiveId" clId="{AF920071-46B6-4E4C-A6D8-3E93B456AF12}" dt="2025-11-30T05:11:39.845" v="450" actId="1076"/>
        <pc:sldMkLst>
          <pc:docMk/>
          <pc:sldMk cId="1193716899" sldId="471"/>
        </pc:sldMkLst>
        <pc:spChg chg="add mod">
          <ac:chgData name="UBAID QURESHI" userId="dd4ae95d8f7c04fe" providerId="LiveId" clId="{AF920071-46B6-4E4C-A6D8-3E93B456AF12}" dt="2025-11-30T05:11:39.845" v="450" actId="1076"/>
          <ac:spMkLst>
            <pc:docMk/>
            <pc:sldMk cId="1193716899" sldId="471"/>
            <ac:spMk id="15" creationId="{096BDAF4-39BB-7D65-9CC1-74025A389FCB}"/>
          </ac:spMkLst>
        </pc:spChg>
        <pc:cxnChg chg="add mod">
          <ac:chgData name="UBAID QURESHI" userId="dd4ae95d8f7c04fe" providerId="LiveId" clId="{AF920071-46B6-4E4C-A6D8-3E93B456AF12}" dt="2025-11-30T05:11:39.845" v="450" actId="1076"/>
          <ac:cxnSpMkLst>
            <pc:docMk/>
            <pc:sldMk cId="1193716899" sldId="471"/>
            <ac:cxnSpMk id="11" creationId="{6BAC5B90-D0ED-C119-FEA5-39ECBB14D9CF}"/>
          </ac:cxnSpMkLst>
        </pc:cxnChg>
      </pc:sldChg>
      <pc:sldChg chg="addSp delSp modSp add mod">
        <pc:chgData name="UBAID QURESHI" userId="dd4ae95d8f7c04fe" providerId="LiveId" clId="{AF920071-46B6-4E4C-A6D8-3E93B456AF12}" dt="2025-11-30T05:15:23.499" v="467" actId="478"/>
        <pc:sldMkLst>
          <pc:docMk/>
          <pc:sldMk cId="2864902114" sldId="472"/>
        </pc:sldMkLst>
        <pc:cxnChg chg="del">
          <ac:chgData name="UBAID QURESHI" userId="dd4ae95d8f7c04fe" providerId="LiveId" clId="{AF920071-46B6-4E4C-A6D8-3E93B456AF12}" dt="2025-11-30T05:14:07.544" v="463" actId="478"/>
          <ac:cxnSpMkLst>
            <pc:docMk/>
            <pc:sldMk cId="2864902114" sldId="472"/>
            <ac:cxnSpMk id="12" creationId="{C5D2C94C-0171-1CCF-B770-82B7B705D30F}"/>
          </ac:cxnSpMkLst>
        </pc:cxnChg>
        <pc:cxnChg chg="del">
          <ac:chgData name="UBAID QURESHI" userId="dd4ae95d8f7c04fe" providerId="LiveId" clId="{AF920071-46B6-4E4C-A6D8-3E93B456AF12}" dt="2025-11-30T05:15:23.499" v="467" actId="478"/>
          <ac:cxnSpMkLst>
            <pc:docMk/>
            <pc:sldMk cId="2864902114" sldId="472"/>
            <ac:cxnSpMk id="14" creationId="{E3B0AF6D-046F-33F8-DEBC-E700F10C8034}"/>
          </ac:cxnSpMkLst>
        </pc:cxnChg>
        <pc:cxnChg chg="add mod">
          <ac:chgData name="UBAID QURESHI" userId="dd4ae95d8f7c04fe" providerId="LiveId" clId="{AF920071-46B6-4E4C-A6D8-3E93B456AF12}" dt="2025-11-30T05:12:26.860" v="453" actId="1076"/>
          <ac:cxnSpMkLst>
            <pc:docMk/>
            <pc:sldMk cId="2864902114" sldId="472"/>
            <ac:cxnSpMk id="22" creationId="{EACBA138-339B-CA53-6705-CF006E41D264}"/>
          </ac:cxnSpMkLst>
        </pc:cxnChg>
        <pc:cxnChg chg="add mod">
          <ac:chgData name="UBAID QURESHI" userId="dd4ae95d8f7c04fe" providerId="LiveId" clId="{AF920071-46B6-4E4C-A6D8-3E93B456AF12}" dt="2025-11-30T05:12:26.860" v="453" actId="1076"/>
          <ac:cxnSpMkLst>
            <pc:docMk/>
            <pc:sldMk cId="2864902114" sldId="472"/>
            <ac:cxnSpMk id="37" creationId="{E64151AD-C53D-8FCB-EA6A-13E08D036C5C}"/>
          </ac:cxnSpMkLst>
        </pc:cxnChg>
        <pc:cxnChg chg="add mod">
          <ac:chgData name="UBAID QURESHI" userId="dd4ae95d8f7c04fe" providerId="LiveId" clId="{AF920071-46B6-4E4C-A6D8-3E93B456AF12}" dt="2025-11-30T05:12:26.860" v="453" actId="1076"/>
          <ac:cxnSpMkLst>
            <pc:docMk/>
            <pc:sldMk cId="2864902114" sldId="472"/>
            <ac:cxnSpMk id="38" creationId="{55D31F1A-9849-D6C5-2AE1-CC8B2D396B11}"/>
          </ac:cxnSpMkLst>
        </pc:cxnChg>
      </pc:sldChg>
      <pc:sldChg chg="delSp modSp add mod">
        <pc:chgData name="UBAID QURESHI" userId="dd4ae95d8f7c04fe" providerId="LiveId" clId="{AF920071-46B6-4E4C-A6D8-3E93B456AF12}" dt="2025-11-30T05:15:26.857" v="468" actId="478"/>
        <pc:sldMkLst>
          <pc:docMk/>
          <pc:sldMk cId="570449229" sldId="473"/>
        </pc:sldMkLst>
        <pc:spChg chg="del">
          <ac:chgData name="UBAID QURESHI" userId="dd4ae95d8f7c04fe" providerId="LiveId" clId="{AF920071-46B6-4E4C-A6D8-3E93B456AF12}" dt="2025-11-30T05:12:56.024" v="455" actId="478"/>
          <ac:spMkLst>
            <pc:docMk/>
            <pc:sldMk cId="570449229" sldId="473"/>
            <ac:spMk id="10" creationId="{DCE8FC0D-C8BC-1625-1B43-274552B3C058}"/>
          </ac:spMkLst>
        </pc:spChg>
        <pc:spChg chg="mod">
          <ac:chgData name="UBAID QURESHI" userId="dd4ae95d8f7c04fe" providerId="LiveId" clId="{AF920071-46B6-4E4C-A6D8-3E93B456AF12}" dt="2025-11-30T05:13:11.403" v="456" actId="1076"/>
          <ac:spMkLst>
            <pc:docMk/>
            <pc:sldMk cId="570449229" sldId="473"/>
            <ac:spMk id="36" creationId="{63788698-99DD-4775-B1C1-DD52A2C3C29E}"/>
          </ac:spMkLst>
        </pc:spChg>
        <pc:cxnChg chg="del">
          <ac:chgData name="UBAID QURESHI" userId="dd4ae95d8f7c04fe" providerId="LiveId" clId="{AF920071-46B6-4E4C-A6D8-3E93B456AF12}" dt="2025-11-30T05:12:56.024" v="455" actId="478"/>
          <ac:cxnSpMkLst>
            <pc:docMk/>
            <pc:sldMk cId="570449229" sldId="473"/>
            <ac:cxnSpMk id="8" creationId="{442A2034-393D-DB29-17AD-2EF4251F5EE5}"/>
          </ac:cxnSpMkLst>
        </pc:cxnChg>
        <pc:cxnChg chg="del">
          <ac:chgData name="UBAID QURESHI" userId="dd4ae95d8f7c04fe" providerId="LiveId" clId="{AF920071-46B6-4E4C-A6D8-3E93B456AF12}" dt="2025-11-30T05:14:03.982" v="462" actId="478"/>
          <ac:cxnSpMkLst>
            <pc:docMk/>
            <pc:sldMk cId="570449229" sldId="473"/>
            <ac:cxnSpMk id="12" creationId="{F08048BF-8A16-3953-4466-025013A8D37F}"/>
          </ac:cxnSpMkLst>
        </pc:cxnChg>
        <pc:cxnChg chg="del">
          <ac:chgData name="UBAID QURESHI" userId="dd4ae95d8f7c04fe" providerId="LiveId" clId="{AF920071-46B6-4E4C-A6D8-3E93B456AF12}" dt="2025-11-30T05:15:26.857" v="468" actId="478"/>
          <ac:cxnSpMkLst>
            <pc:docMk/>
            <pc:sldMk cId="570449229" sldId="473"/>
            <ac:cxnSpMk id="14" creationId="{8FFCFD6A-FDF9-5B6B-EBCB-1FC7722B1E49}"/>
          </ac:cxnSpMkLst>
        </pc:cxnChg>
        <pc:cxnChg chg="mod">
          <ac:chgData name="UBAID QURESHI" userId="dd4ae95d8f7c04fe" providerId="LiveId" clId="{AF920071-46B6-4E4C-A6D8-3E93B456AF12}" dt="2025-11-30T05:13:11.403" v="456" actId="1076"/>
          <ac:cxnSpMkLst>
            <pc:docMk/>
            <pc:sldMk cId="570449229" sldId="473"/>
            <ac:cxnSpMk id="18" creationId="{67399116-DB7F-F77F-92BF-D87AA8B28397}"/>
          </ac:cxnSpMkLst>
        </pc:cxnChg>
      </pc:sldChg>
      <pc:sldChg chg="addSp delSp modSp add mod">
        <pc:chgData name="UBAID QURESHI" userId="dd4ae95d8f7c04fe" providerId="LiveId" clId="{AF920071-46B6-4E4C-A6D8-3E93B456AF12}" dt="2025-11-30T05:15:29.489" v="469" actId="478"/>
        <pc:sldMkLst>
          <pc:docMk/>
          <pc:sldMk cId="35419978" sldId="474"/>
        </pc:sldMkLst>
        <pc:spChg chg="add mod">
          <ac:chgData name="UBAID QURESHI" userId="dd4ae95d8f7c04fe" providerId="LiveId" clId="{AF920071-46B6-4E4C-A6D8-3E93B456AF12}" dt="2025-11-30T05:13:56.621" v="460" actId="1076"/>
          <ac:spMkLst>
            <pc:docMk/>
            <pc:sldMk cId="35419978" sldId="474"/>
            <ac:spMk id="10" creationId="{9C848707-507F-0ECD-E764-437508CFAD03}"/>
          </ac:spMkLst>
        </pc:spChg>
        <pc:spChg chg="del">
          <ac:chgData name="UBAID QURESHI" userId="dd4ae95d8f7c04fe" providerId="LiveId" clId="{AF920071-46B6-4E4C-A6D8-3E93B456AF12}" dt="2025-11-30T05:13:48.297" v="458" actId="478"/>
          <ac:spMkLst>
            <pc:docMk/>
            <pc:sldMk cId="35419978" sldId="474"/>
            <ac:spMk id="15" creationId="{CD81EC12-904A-A92E-0CB1-B037BB5A1643}"/>
          </ac:spMkLst>
        </pc:spChg>
        <pc:cxnChg chg="add mod">
          <ac:chgData name="UBAID QURESHI" userId="dd4ae95d8f7c04fe" providerId="LiveId" clId="{AF920071-46B6-4E4C-A6D8-3E93B456AF12}" dt="2025-11-30T05:13:56.621" v="460" actId="1076"/>
          <ac:cxnSpMkLst>
            <pc:docMk/>
            <pc:sldMk cId="35419978" sldId="474"/>
            <ac:cxnSpMk id="8" creationId="{A0301699-0A9C-5498-A19E-D08D909CECAE}"/>
          </ac:cxnSpMkLst>
        </pc:cxnChg>
        <pc:cxnChg chg="del">
          <ac:chgData name="UBAID QURESHI" userId="dd4ae95d8f7c04fe" providerId="LiveId" clId="{AF920071-46B6-4E4C-A6D8-3E93B456AF12}" dt="2025-11-30T05:13:48.297" v="458" actId="478"/>
          <ac:cxnSpMkLst>
            <pc:docMk/>
            <pc:sldMk cId="35419978" sldId="474"/>
            <ac:cxnSpMk id="11" creationId="{64B2A677-2662-A1F5-6C8C-1923E3AA05CC}"/>
          </ac:cxnSpMkLst>
        </pc:cxnChg>
        <pc:cxnChg chg="del">
          <ac:chgData name="UBAID QURESHI" userId="dd4ae95d8f7c04fe" providerId="LiveId" clId="{AF920071-46B6-4E4C-A6D8-3E93B456AF12}" dt="2025-11-30T05:14:00.887" v="461" actId="478"/>
          <ac:cxnSpMkLst>
            <pc:docMk/>
            <pc:sldMk cId="35419978" sldId="474"/>
            <ac:cxnSpMk id="12" creationId="{E89DCFCC-496A-F1F3-ACC2-FC359B588BF1}"/>
          </ac:cxnSpMkLst>
        </pc:cxnChg>
        <pc:cxnChg chg="del">
          <ac:chgData name="UBAID QURESHI" userId="dd4ae95d8f7c04fe" providerId="LiveId" clId="{AF920071-46B6-4E4C-A6D8-3E93B456AF12}" dt="2025-11-30T05:15:29.489" v="469" actId="478"/>
          <ac:cxnSpMkLst>
            <pc:docMk/>
            <pc:sldMk cId="35419978" sldId="474"/>
            <ac:cxnSpMk id="14" creationId="{360C7A0D-B90B-5615-4101-ED581FAAF80F}"/>
          </ac:cxnSpMkLst>
        </pc:cxnChg>
      </pc:sldChg>
      <pc:sldChg chg="delSp modSp add mod">
        <pc:chgData name="UBAID QURESHI" userId="dd4ae95d8f7c04fe" providerId="LiveId" clId="{AF920071-46B6-4E4C-A6D8-3E93B456AF12}" dt="2025-11-30T05:16:52.220" v="477" actId="1076"/>
        <pc:sldMkLst>
          <pc:docMk/>
          <pc:sldMk cId="2144850737" sldId="475"/>
        </pc:sldMkLst>
        <pc:spChg chg="del">
          <ac:chgData name="UBAID QURESHI" userId="dd4ae95d8f7c04fe" providerId="LiveId" clId="{AF920071-46B6-4E4C-A6D8-3E93B456AF12}" dt="2025-11-30T05:16:05.507" v="474" actId="478"/>
          <ac:spMkLst>
            <pc:docMk/>
            <pc:sldMk cId="2144850737" sldId="475"/>
            <ac:spMk id="10" creationId="{F718B9D9-4D7B-2FB5-0E3E-B62F197D2EEE}"/>
          </ac:spMkLst>
        </pc:spChg>
        <pc:spChg chg="del">
          <ac:chgData name="UBAID QURESHI" userId="dd4ae95d8f7c04fe" providerId="LiveId" clId="{AF920071-46B6-4E4C-A6D8-3E93B456AF12}" dt="2025-11-30T05:15:16.257" v="466" actId="478"/>
          <ac:spMkLst>
            <pc:docMk/>
            <pc:sldMk cId="2144850737" sldId="475"/>
            <ac:spMk id="13" creationId="{F749AF25-054B-3A1D-F83C-9321DE0D8E30}"/>
          </ac:spMkLst>
        </pc:spChg>
        <pc:spChg chg="mod">
          <ac:chgData name="UBAID QURESHI" userId="dd4ae95d8f7c04fe" providerId="LiveId" clId="{AF920071-46B6-4E4C-A6D8-3E93B456AF12}" dt="2025-11-30T05:15:57.766" v="473" actId="1076"/>
          <ac:spMkLst>
            <pc:docMk/>
            <pc:sldMk cId="2144850737" sldId="475"/>
            <ac:spMk id="20" creationId="{9463EECF-A21D-C5E7-67A4-A581DFF74A44}"/>
          </ac:spMkLst>
        </pc:spChg>
        <pc:spChg chg="mod">
          <ac:chgData name="UBAID QURESHI" userId="dd4ae95d8f7c04fe" providerId="LiveId" clId="{AF920071-46B6-4E4C-A6D8-3E93B456AF12}" dt="2025-11-30T05:16:46.556" v="476" actId="1076"/>
          <ac:spMkLst>
            <pc:docMk/>
            <pc:sldMk cId="2144850737" sldId="475"/>
            <ac:spMk id="28" creationId="{4841B3EB-1A03-7FF4-7019-B9C522BA54C0}"/>
          </ac:spMkLst>
        </pc:spChg>
        <pc:spChg chg="mod">
          <ac:chgData name="UBAID QURESHI" userId="dd4ae95d8f7c04fe" providerId="LiveId" clId="{AF920071-46B6-4E4C-A6D8-3E93B456AF12}" dt="2025-11-30T05:16:52.220" v="477" actId="1076"/>
          <ac:spMkLst>
            <pc:docMk/>
            <pc:sldMk cId="2144850737" sldId="475"/>
            <ac:spMk id="30" creationId="{E07D5BFF-67C1-2958-6851-2CB18F3924DA}"/>
          </ac:spMkLst>
        </pc:spChg>
        <pc:spChg chg="mod">
          <ac:chgData name="UBAID QURESHI" userId="dd4ae95d8f7c04fe" providerId="LiveId" clId="{AF920071-46B6-4E4C-A6D8-3E93B456AF12}" dt="2025-11-30T05:15:53.674" v="472" actId="1076"/>
          <ac:spMkLst>
            <pc:docMk/>
            <pc:sldMk cId="2144850737" sldId="475"/>
            <ac:spMk id="31" creationId="{4B3D0ED2-03C4-3088-7E39-4DFF39CED170}"/>
          </ac:spMkLst>
        </pc:spChg>
        <pc:spChg chg="del">
          <ac:chgData name="UBAID QURESHI" userId="dd4ae95d8f7c04fe" providerId="LiveId" clId="{AF920071-46B6-4E4C-A6D8-3E93B456AF12}" dt="2025-11-30T05:15:04.091" v="465" actId="478"/>
          <ac:spMkLst>
            <pc:docMk/>
            <pc:sldMk cId="2144850737" sldId="475"/>
            <ac:spMk id="36" creationId="{78492F30-E1B0-83D4-7EFB-68185CAEF052}"/>
          </ac:spMkLst>
        </pc:spChg>
        <pc:cxnChg chg="del">
          <ac:chgData name="UBAID QURESHI" userId="dd4ae95d8f7c04fe" providerId="LiveId" clId="{AF920071-46B6-4E4C-A6D8-3E93B456AF12}" dt="2025-11-30T05:16:05.507" v="474" actId="478"/>
          <ac:cxnSpMkLst>
            <pc:docMk/>
            <pc:sldMk cId="2144850737" sldId="475"/>
            <ac:cxnSpMk id="8" creationId="{D3FE7DF8-DB2A-AAC0-651A-03C88F6715A3}"/>
          </ac:cxnSpMkLst>
        </pc:cxnChg>
        <pc:cxnChg chg="del">
          <ac:chgData name="UBAID QURESHI" userId="dd4ae95d8f7c04fe" providerId="LiveId" clId="{AF920071-46B6-4E4C-A6D8-3E93B456AF12}" dt="2025-11-30T05:15:32.503" v="470" actId="478"/>
          <ac:cxnSpMkLst>
            <pc:docMk/>
            <pc:sldMk cId="2144850737" sldId="475"/>
            <ac:cxnSpMk id="14" creationId="{BB9C6D29-841B-C0AC-09B5-4AD318400760}"/>
          </ac:cxnSpMkLst>
        </pc:cxnChg>
        <pc:cxnChg chg="del">
          <ac:chgData name="UBAID QURESHI" userId="dd4ae95d8f7c04fe" providerId="LiveId" clId="{AF920071-46B6-4E4C-A6D8-3E93B456AF12}" dt="2025-11-30T05:15:04.091" v="465" actId="478"/>
          <ac:cxnSpMkLst>
            <pc:docMk/>
            <pc:sldMk cId="2144850737" sldId="475"/>
            <ac:cxnSpMk id="18" creationId="{CC115981-A2FF-27C0-3210-7FF036CFA73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83D97-3211-4067-9DAD-79E70FC9ABFD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E95BC-BCB7-40B0-B3DA-71976CBCA6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68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A981-57E9-1E03-1707-C67BCD39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7E0E-578D-00BE-DE0E-3D4F1465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4677-9677-43D3-B282-D87DC83C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EDD7-87A9-FCA9-8A00-DF2EFCB93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3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6A551-6F2B-2FE6-49EC-9A4B1951A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BF546-4813-B778-3741-6CA132038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7E462-2428-4CB5-07FC-DBD03207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A4C2A-8585-056A-EDD7-E038A753D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1440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48AE-A7E1-34D2-9FC0-E2026977C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0A88D-B4B0-A453-A3D4-03F7E37FF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A4082-1BDE-BDF4-58CB-573BFF014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EC4B4-4DF0-F112-3A4F-EE2CB253A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1479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F4D2C-D9BA-89D7-B5F6-4284DD4D6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7F95B-C3F9-F4A4-E4A5-A2654A51D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F9E84-B10F-4F3B-8972-F6BAEC16E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C4464-FD20-347B-1C4F-DF1BA56C1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456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FEFC2-6636-0762-C822-8D097235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6398F-6D7F-0E7C-9630-863C5C720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F4388-9579-4C9C-CEAE-4640DB829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35988-DE2C-B79F-662B-8638FFBFF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261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CA40-75B2-13A5-50B9-EF309082B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64B00-2BEE-5782-A642-F588AB591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F721D-0894-96D2-8BA9-B6DD84B29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17BC7-483F-BA03-0FEA-4A4E43E7F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41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F8A5A-16BC-F8E4-9F41-AEB067C8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71EE9-C94E-87D8-6C26-42FA5BDF5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E1B9F-31DA-BC35-9D08-21C0FEAFB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A8998-D284-2147-BCE3-38A2B3170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746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A5918-BB9D-485F-7CA6-420A8763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1F5BC-5840-7276-C6CF-66575CD05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5271D-7B50-26E5-146B-4DBF92619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7E2F6-C76C-14C3-27C3-D207D5D91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447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F69AF-A81B-2210-0F3B-3A7DB796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AD270-3960-0823-8C6E-4CF9199E5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723F1-DA9E-4481-2026-CB5573B56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EAC7B-1902-1456-8167-8B653752E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101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3F13-84D3-E000-1DC6-5ACFD6CD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0E7F1-AFE7-A42A-750D-058723B4F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49808-F09A-F46D-075D-1E118A0BB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41CDF-F708-6564-3897-1F874C16D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2765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AB6F6-FC81-6F77-CD40-405A258FC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C22B0-3C06-3FC6-3910-E8CC94846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8C92F-D3BA-3A7B-1E18-095A3729B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D4D11-2E45-53C5-1B9C-7B3EE3B65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379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E3A31-190D-7A40-51FE-911B568F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3F45A-A5E6-9EB2-E698-D642FD2BB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DC29A-CABE-7596-15E5-D91596F97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680C0-ED3B-DC13-DC8B-AC7DFECF1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65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3106-2167-1B35-7CDA-4405C0ED7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33994-B834-92E4-DC73-844000558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9EEE8-5D7F-8704-58BB-488399C90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E491A-C97E-DB84-BE80-AAFBD03A3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858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8574-EDD8-A5D1-B5C5-55391F41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D1236-23FB-7FCE-3CB9-EC94C491C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2C600-13E2-B3E9-89B2-9C952E210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A382-4199-8773-6423-AC186CFBF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609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1EF7-ACDB-D8CC-D768-57EBEB43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01C53-86E2-60C4-8124-A9B25F195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1F2C0-F6CD-8E0E-9586-EF834F52B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DD094-541D-54A1-60F9-8D2A89537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413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3D8D-1268-0856-5112-58DF3966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1C65F-7A82-E5BF-E00F-77F30FD27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CF8AF-5DCF-048A-97B3-73C599E8E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C9946-0A82-0520-8CEA-F33BD3C94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303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E073-D637-5E32-D481-594B8601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1AA26-BEF8-213B-F536-6386A1C0C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DA863-20A9-86A4-42CE-45C88494F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21AC0-3FC0-B86E-1A23-E5284AE1A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123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E027-6CA1-5911-4FEC-503F0FF2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05524-1D9F-DA6D-9C73-8A485015F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BD8D0-E66D-AA32-0377-2FA104D54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46293-3728-5231-5F9A-03079B0FA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239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0CA43-18DA-EE9B-6839-ACD1025A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61C7E-35C6-7E57-781D-B114984B3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20217-9DB2-6E60-CEBD-AE2C88580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4B733-F415-4D0C-647F-8C6F45207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330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CEED-9073-B0BF-5055-E61C7DAD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FA15D-0096-E515-F98D-70F597DAC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849DC-D674-5561-964F-96B0C2DA2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225C6-D91D-1604-59F4-FCDDE249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012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BBE4-A050-4FAF-0325-37AFB8803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9D714-1A7D-28B8-3DC2-A7D0C5052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A5EB9-E6B6-6436-6905-4EAE81BFA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8824E-523A-D23F-6EEA-5CBED118A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041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33223-D376-65AE-CCBE-45AC8370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68DFA-7C74-1D13-5983-202E1FE3E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B0C33-266D-C134-F2FB-C15CA0667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5F9E4-F0B9-1E49-B629-CE8BEC610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2840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F657-7760-B544-74AE-F4702138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71D5D-C7C5-E202-FC42-C3B3FA365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93094-EAED-4A27-5452-DC6B828A3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5A78E-0541-64F5-3FFB-BB809F694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39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0D251-9D28-9A13-9D40-06B0F8CF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DC3DB-E3F0-C614-87DE-C3486BD97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C8EEF-3449-8577-7FE8-F614BE14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8D92D-DFFE-0146-233D-4B5133190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5185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DC57F-D973-24DF-CC06-9301333D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24378E-0060-3C8B-A9B2-7D0ACBD98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92174-8B4B-88D1-3E92-FB1359C5A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1228F-0B8A-AE9D-244E-56E29EA70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3964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358B8-E139-0370-0F43-537576FF8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E4F66-BAA6-3B1B-07F8-EFB24A96E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DB0F2-BDC2-61DB-6F94-2412AF5EB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B4555-8EBC-9D31-8780-B16B4CFE1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52653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2EA16-5CB8-B05F-747F-6C3FB14A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3090C-3024-20E7-B96B-166D65707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B85CD-A8DF-62EA-1B78-ED8131D4B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C4B11-C4B1-71D2-3274-2E6EEA1B4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972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44EE-4E34-107C-940B-C383F822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F79CB-C5A8-632F-1587-C716E2E24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A5369-EC32-AD03-13C9-468CD95E7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F0751-C7C2-FC37-844E-78D4D73BC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34925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C15D-A352-1720-E599-02269E8F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A7B2D-D7A6-BF46-14CF-99FEE92D6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F86FC-5755-2F7A-FCD4-06C4B2836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C5A78-B35A-A553-1EE6-3D7BB72FA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1560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CC93-6217-FEF2-8B14-8B6F60E80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E373C-DBDD-675C-7DF5-879D653A4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36750-F3A4-5F6F-8DF2-1B0712BCF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793A6-9F93-A5D0-5CC4-9E9848C69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18240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41FA3-6052-E1C6-3FFA-67939C0E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13254-31B9-C366-AA29-13B57D400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92ECD-6394-9E93-40AC-C45C2498F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E62F9-C50C-903E-34C7-A1B76F713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498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01B9-9506-519A-BC5B-067CBE7B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886B3-D83E-4313-BA26-15A04BECB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40DAA-783C-785A-48A2-7D17FD1A8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7BEA5-0337-C60B-E0B1-B4C0B50F9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303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21B75-AD33-A245-583A-E9A134B9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65001-0D8B-5EE5-BFA6-686A0AF6E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E7BE0-FA7C-C869-0587-567B98681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093AD-68FB-DCD2-91EA-BF2ED4FA9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7327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65EB-71A2-149F-8967-87B6FA474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3D591-8537-800D-B091-5D2FCCB9C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3689C-33BD-8B13-2379-CD83DDC79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91F6C-62BF-987E-F90A-9F46305CA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12212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FAD5-005C-520F-EF9E-8FACA30E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5FF95-EBE7-8952-D74F-545A46A78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4D1AE-C6BF-782B-CC2E-252EC3BDC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3DF2F-5532-6903-AAA2-F5A021F71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18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5500-57EF-D203-4F70-AF80F7E0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BA3CB-1154-C0FB-64AB-AC7EC5FD3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4B1B2-E5DC-6C09-2694-39589796F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F29C2-0153-EFD7-A25C-68D6DCAC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148A5-C157-5224-7AF4-6FA35257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67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B909-35C4-97D1-C848-ABD37D576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6E242-C9E3-EEE1-DC95-67D2761E3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A5D9A-B6E5-4968-22D9-6656F71A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D6C60-38DC-9434-AA8E-4AB32C44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3EA3C-56B6-59D4-18EC-B82A16D79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05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59B4F-071C-8E38-86D6-8AA5881C3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61E7E-A15E-3C5D-7405-3FE88C762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0E4EE-70BD-9755-A9B2-AE94E2DD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8EE48-0E8D-0890-C1E3-513B9EAA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EE370-3EE1-2C8C-CE99-0D80F79E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72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BCAA-7C73-4C39-8532-8039EB83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BC66F-EE5A-C852-9A3B-4F84BB025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DBBED-9296-B36C-DDA1-CD3760065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AD5F5-8212-E487-13EA-5EC231C07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3F626-6093-01B6-09F9-B691944C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813B6-9EC4-E9FD-3FA0-80448D20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46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5CF7B-8ACD-5F85-BFCC-6464D0CD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3977A-4C0B-95FA-24E4-434B6D7A6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A683F-FCF2-80B9-59BC-F202BF9ED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B1EE-E2CE-D110-0B2B-383A01338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0F134-47B4-E15F-9620-90C235115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BBF51-4599-7FFD-23CE-5A59C36CE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6C710-40A4-EC0D-4666-B8669699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898F7-0985-A5F0-3389-50DA1820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02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7A87-FDB5-BD7A-5481-DF1F72ED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D44B1-EFBA-3BBF-D720-5727F704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2DC20-75FF-DEF3-FF91-85E73336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AD49E-9FDE-35F7-CAC2-9100FDE56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41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EBC50-42D1-5CFF-3DF2-A9271C1A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688E0-890B-F12E-FA2B-622E9F89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A897E-3CA0-F4A4-F120-718E4423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543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E0B1-24E4-7FA0-A6E8-9F309C97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CB06A-943E-8123-3048-A56A95E3C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B8147-342B-1A34-AD0F-9B0FA7E36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BEF04-9FFF-1857-9070-FA6C093C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16C47-E127-B5AD-0C1C-AB908737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757D8-4ABC-BFED-EADD-2BBA364DF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088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095F3-2967-7E8A-55D0-73EB98268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798F1-694D-373E-E42C-AE1435163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EF54E-44CE-A404-5CBD-C18F061D2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8B9AB-78F2-191C-D8F4-03D57630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22516-D954-3949-6033-78ACCBF62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490AD-62B6-3849-8C99-3CCAB4EE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383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E547-E1A0-AE89-E9E0-3EBE9C7B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B9AB6-1286-B5E2-6021-2C820FFC6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2A3A3-27F9-6C27-4A3D-C8D44DDE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E6002-1046-C244-96AC-955108371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BC01B-5056-8DD4-73CF-B3D81E56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425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75969-B88B-889B-24C7-551449E98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EC37A-D99B-43AE-4F21-5BD925FE6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0FEAF-3D24-ECB3-C042-1460B0B7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ADE47-6833-0A8B-6E5B-1E192A80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F4A22-3DD9-B6C8-00EE-A75702AB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6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9710C8-41FC-AF76-E92C-2953BC86C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3CD21-F792-D2E7-309B-4C70D5C01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6071-F482-F690-18A4-77CFFAFC1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C6621-0E81-4C33-A0A8-9099312E93B3}" type="datetimeFigureOut">
              <a:rPr lang="en-IN" smtClean="0"/>
              <a:t>30-11-2025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52D15-E0D0-1041-119F-9964D6311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8C56B-0D59-1DD8-CF6E-34179521C4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A8F7C-6043-4993-8B80-D45D1CFDB4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70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1050595" y="2828835"/>
            <a:ext cx="100908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7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CF4E-6554-243A-3EB0-609A544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2AD91-8B9D-4B13-823D-C1908809FA4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5923C-F9C3-3EA7-F206-6EAE98B7034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F060D-C80A-1CBE-5509-79AA64B54B4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327198-6DCB-E21D-8AAD-5A62FFDF3A5D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5FAFD-F4D4-5830-229A-8CD83DAA50F7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5E4C1-D633-DACF-7723-45D53498E5C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5BC12F-41B7-F28D-9F40-F09DD7819113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DC71F-D770-A459-DC6F-198CB574B8DC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67F1C6-C2E2-AC9F-EBE4-8A5903CE66EB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4E6A2-4CE2-599D-6C35-A1AE294BFBCF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B6D63B-5A26-7665-8D28-DFE8D705DCB5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9F6022-D519-89E3-247D-9634811EEB8A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E87AAF-F323-125A-4B01-489F23ABB429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BC2BE5-535B-BF6F-71CA-795DCC0A78BD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0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B70ED-0CBB-1024-57CC-5658C4E9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1795DA-DF16-9095-82CB-75FF4FEC89A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CE20196-D714-8F7C-73CE-5193CD8C46EC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DBC1B8-48A7-89F4-573D-D9095B5DBCB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7AD2F3-431C-046A-5912-2899B05EF3F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E164C9-BC60-E41A-9F1E-9EC1191BD0C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587BDA-4B05-2003-B91B-87330BA46E4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B18A0C-96CA-F338-64AF-BCEE42D3D020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D06D5D-CAEC-FC97-E6E2-9C126E2675D0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E744FC-61D5-6893-5ABA-CAF4A768CD3E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BD0B3A-8304-BAC4-EB99-CC33458759CE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0ECA04-AA5C-F31B-0BA1-0F052B7F3498}"/>
              </a:ext>
            </a:extLst>
          </p:cNvPr>
          <p:cNvSpPr txBox="1"/>
          <p:nvPr/>
        </p:nvSpPr>
        <p:spPr>
          <a:xfrm>
            <a:off x="9292107" y="161467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A19FE5-78AC-D95B-587B-D50C324D4F34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F8F976-ECA7-23A8-0764-8AFF33FD6B54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F60E860-E038-42E9-EB1E-DB7389F4377A}"/>
              </a:ext>
            </a:extLst>
          </p:cNvPr>
          <p:cNvSpPr txBox="1"/>
          <p:nvPr/>
        </p:nvSpPr>
        <p:spPr>
          <a:xfrm>
            <a:off x="6966404" y="1716688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913559-0259-7FA5-EFD7-80E636C3562D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7A73C9-77E7-D16F-2292-5018BA1493D9}"/>
              </a:ext>
            </a:extLst>
          </p:cNvPr>
          <p:cNvSpPr txBox="1"/>
          <p:nvPr/>
        </p:nvSpPr>
        <p:spPr>
          <a:xfrm>
            <a:off x="2607381" y="1716688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938FA6-9901-B4F4-0746-1DD2369A9FB2}"/>
              </a:ext>
            </a:extLst>
          </p:cNvPr>
          <p:cNvSpPr txBox="1"/>
          <p:nvPr/>
        </p:nvSpPr>
        <p:spPr>
          <a:xfrm>
            <a:off x="-175646" y="1638020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4A14E-4C43-42CF-3E34-8FF678D2456D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09E553-6BF0-778D-DBB3-D9B4082B3968}"/>
              </a:ext>
            </a:extLst>
          </p:cNvPr>
          <p:cNvCxnSpPr>
            <a:cxnSpLocks/>
          </p:cNvCxnSpPr>
          <p:nvPr/>
        </p:nvCxnSpPr>
        <p:spPr>
          <a:xfrm>
            <a:off x="1176180" y="2559085"/>
            <a:ext cx="0" cy="79371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C586DE9-F4F8-2EA4-7888-F297EDDDE04C}"/>
              </a:ext>
            </a:extLst>
          </p:cNvPr>
          <p:cNvSpPr txBox="1"/>
          <p:nvPr/>
        </p:nvSpPr>
        <p:spPr>
          <a:xfrm>
            <a:off x="734220" y="2875746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D28B3C1-17D2-66A6-1467-FB1D302D2C6A}"/>
              </a:ext>
            </a:extLst>
          </p:cNvPr>
          <p:cNvCxnSpPr>
            <a:cxnSpLocks/>
          </p:cNvCxnSpPr>
          <p:nvPr/>
        </p:nvCxnSpPr>
        <p:spPr>
          <a:xfrm>
            <a:off x="1209360" y="1284340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EBAEB43-57C8-A7AB-BAFF-C853F80F30EE}"/>
              </a:ext>
            </a:extLst>
          </p:cNvPr>
          <p:cNvCxnSpPr>
            <a:cxnSpLocks/>
          </p:cNvCxnSpPr>
          <p:nvPr/>
        </p:nvCxnSpPr>
        <p:spPr>
          <a:xfrm>
            <a:off x="1191420" y="1269100"/>
            <a:ext cx="1932780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90CA1FE-2649-4749-C36F-2FFCBE8DE85A}"/>
              </a:ext>
            </a:extLst>
          </p:cNvPr>
          <p:cNvCxnSpPr>
            <a:cxnSpLocks/>
          </p:cNvCxnSpPr>
          <p:nvPr/>
        </p:nvCxnSpPr>
        <p:spPr>
          <a:xfrm>
            <a:off x="3124200" y="1284340"/>
            <a:ext cx="0" cy="44741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012298-C448-9EE0-6E06-7EC7C23CED27}"/>
              </a:ext>
            </a:extLst>
          </p:cNvPr>
          <p:cNvCxnSpPr>
            <a:cxnSpLocks/>
          </p:cNvCxnSpPr>
          <p:nvPr/>
        </p:nvCxnSpPr>
        <p:spPr>
          <a:xfrm flipV="1">
            <a:off x="3124200" y="2875746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6B8E01-D5B9-98EE-4883-4374743285F7}"/>
              </a:ext>
            </a:extLst>
          </p:cNvPr>
          <p:cNvCxnSpPr>
            <a:cxnSpLocks/>
          </p:cNvCxnSpPr>
          <p:nvPr/>
        </p:nvCxnSpPr>
        <p:spPr>
          <a:xfrm>
            <a:off x="3124200" y="3429000"/>
            <a:ext cx="241689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24179C-BD1E-4CDD-B77E-6DF1F4037C22}"/>
              </a:ext>
            </a:extLst>
          </p:cNvPr>
          <p:cNvCxnSpPr>
            <a:cxnSpLocks/>
          </p:cNvCxnSpPr>
          <p:nvPr/>
        </p:nvCxnSpPr>
        <p:spPr>
          <a:xfrm>
            <a:off x="5541090" y="2559085"/>
            <a:ext cx="0" cy="86991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95AA0D6-B5DE-D959-F2BE-8B8A7ADF1606}"/>
              </a:ext>
            </a:extLst>
          </p:cNvPr>
          <p:cNvCxnSpPr>
            <a:cxnSpLocks/>
          </p:cNvCxnSpPr>
          <p:nvPr/>
        </p:nvCxnSpPr>
        <p:spPr>
          <a:xfrm>
            <a:off x="7620000" y="1269100"/>
            <a:ext cx="0" cy="44741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FD85C9-820D-4D07-31F1-0647DEE26A9B}"/>
              </a:ext>
            </a:extLst>
          </p:cNvPr>
          <p:cNvCxnSpPr>
            <a:cxnSpLocks/>
          </p:cNvCxnSpPr>
          <p:nvPr/>
        </p:nvCxnSpPr>
        <p:spPr>
          <a:xfrm>
            <a:off x="5541090" y="1232864"/>
            <a:ext cx="2078909" cy="36236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E45F4B8-C571-6BED-C69C-67686EFC8957}"/>
              </a:ext>
            </a:extLst>
          </p:cNvPr>
          <p:cNvCxnSpPr>
            <a:cxnSpLocks/>
          </p:cNvCxnSpPr>
          <p:nvPr/>
        </p:nvCxnSpPr>
        <p:spPr>
          <a:xfrm>
            <a:off x="5541090" y="1232864"/>
            <a:ext cx="0" cy="48365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FF59F-470C-B009-9BE6-06961751CA56}"/>
              </a:ext>
            </a:extLst>
          </p:cNvPr>
          <p:cNvCxnSpPr>
            <a:cxnSpLocks/>
          </p:cNvCxnSpPr>
          <p:nvPr/>
        </p:nvCxnSpPr>
        <p:spPr>
          <a:xfrm flipV="1">
            <a:off x="7744620" y="2799546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69C6C9-0910-6A3D-26B8-3F3860655491}"/>
              </a:ext>
            </a:extLst>
          </p:cNvPr>
          <p:cNvCxnSpPr>
            <a:cxnSpLocks/>
          </p:cNvCxnSpPr>
          <p:nvPr/>
        </p:nvCxnSpPr>
        <p:spPr>
          <a:xfrm>
            <a:off x="7744620" y="3352800"/>
            <a:ext cx="219186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37A4FF-1B24-D6AF-F137-8BF415E12CE6}"/>
              </a:ext>
            </a:extLst>
          </p:cNvPr>
          <p:cNvCxnSpPr>
            <a:cxnSpLocks/>
          </p:cNvCxnSpPr>
          <p:nvPr/>
        </p:nvCxnSpPr>
        <p:spPr>
          <a:xfrm>
            <a:off x="9936480" y="2559085"/>
            <a:ext cx="0" cy="79371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37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67758-E144-3EFA-019B-4EFAFADA0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703EFB-5300-F6F9-5E9E-F495FDBFFDA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62D42A-B2CC-FCD2-B54E-63ECD5D9F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484028"/>
              </p:ext>
            </p:extLst>
          </p:nvPr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6F4E5A-17C3-8C09-6B8B-546BC4DB3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300731"/>
              </p:ext>
            </p:extLst>
          </p:nvPr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F009DF-217D-A3D1-43A2-C1CC74875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048677"/>
              </p:ext>
            </p:extLst>
          </p:nvPr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62DC0F-1A95-0D0A-0D4E-EC0D4A0AD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135095"/>
              </p:ext>
            </p:extLst>
          </p:nvPr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9291B-41FE-3DA9-1659-3FB981538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623805"/>
              </p:ext>
            </p:extLst>
          </p:nvPr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83777C-7397-108E-2F90-9C12E9DCE43A}"/>
              </a:ext>
            </a:extLst>
          </p:cNvPr>
          <p:cNvCxnSpPr/>
          <p:nvPr/>
        </p:nvCxnSpPr>
        <p:spPr>
          <a:xfrm>
            <a:off x="123714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D90F2F-1113-7762-0157-B72B4FCE337F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3A0CB6-4AF8-1EB3-B4C2-893A2EFA3169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1113AE-BD4A-F4A3-E960-26D492EC0F02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AE8048-C1A9-F041-3E86-F8F471E68D16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51C7A-246D-BA42-1065-1C42E7E616A7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79446C-F328-5D13-126F-CBA6DB4B41F5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07F020-31B4-C7F1-1544-E25F437F79E8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3D36D9F-5C82-FBFD-7DA2-7ABBAAB80BF1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EF04BA-23E7-4607-AFAC-AE7A443AB02C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A47452-D9DB-A20B-DFB8-D8BD2E9ADEF0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9ADAB9-0F1E-B366-6A1F-BBE3A002B3B4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BDBA7-29D0-320F-C571-42003F1739B9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36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590EF-E4BE-2F4F-45A7-B2C2D053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15CA10-BD86-0939-54F8-8A84F7B16FE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8200CE-7220-CCB9-1731-9F6CE3D2F4B5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390551-46A0-9FCD-F302-9631CBB489F0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7DDBA5-F1ED-351E-42B3-219AB1D11FD6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A54642-062A-36B3-E88A-AF8DCC2A0AA7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C2AE3A-9C81-8A7F-D3F0-0B6D8FDF4812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50BCBD-0DB5-C1EA-3822-FF37022682C1}"/>
              </a:ext>
            </a:extLst>
          </p:cNvPr>
          <p:cNvCxnSpPr/>
          <p:nvPr/>
        </p:nvCxnSpPr>
        <p:spPr>
          <a:xfrm>
            <a:off x="123714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0ADE32-DC0E-C3CE-A9E2-DB2AE7D7FD1A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A65B8F-8FC1-2A91-8329-38FF592AFE97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948F5D-0298-5F1B-BD27-F1D0BED8A5D3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D818F78-AF75-F19A-A505-1E8B32F80431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7AD57B-E667-F764-E050-549D6B218224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28861C-2D84-C9D0-3D1C-5CDA4431D1A7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2A43C4-56A5-788E-9DA5-5BE208CE0F97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71720A8-B67E-9566-87BB-BC0FE6A1A002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16800B-76BF-40D6-EF0A-94B41D8049AC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93E62A-99C3-19D1-8A32-32558265FD95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071C1C-E3F3-2380-629E-E085B176C7C6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AE9A6-E418-C13C-1914-8CCD41D9E55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256F36-0AE3-DFCA-430A-6699D09FC3BE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19348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D03FE-BBBD-2CED-7D14-814FCFAC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359435-D50F-486B-5253-D0C647BC3B2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200A52B-B2EE-C3F2-B9DD-024506FCC08D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453409-67F9-E07D-19F6-9CFD15F22B93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3D2D3A-7920-F714-AF96-9264C1D86D0E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8ED5CB-9544-45A3-8092-6AEA706B18C4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CC431B-31AD-0CC9-2B78-05CB20333A09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549EF5-CC2A-5134-EB8E-3D38E7E37578}"/>
              </a:ext>
            </a:extLst>
          </p:cNvPr>
          <p:cNvCxnSpPr/>
          <p:nvPr/>
        </p:nvCxnSpPr>
        <p:spPr>
          <a:xfrm>
            <a:off x="123714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FACB6F-73AC-8D5A-6ACA-65BCF3BA9842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FC7ED0-F1E1-A3B4-FEFD-8513B3ABF5E7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C00761-973B-0D5B-952B-96A80DAE72AA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D7B8EE-75F3-2F36-1574-A71C8AA587A4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46B4E9-4C82-DCD2-FCA3-B8124C8B2C84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A79CE3-BA66-FACC-2CB3-8CB1CEBBD397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0D4FAB-FAF8-2866-FD81-EEF207A6D631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893F461-E43E-73FB-BDDE-EEB0F01CE1E2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B6590B-1BF5-F4D9-5BBD-6FB85E37DEDB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6379F4-09CB-515B-DA07-64F75536655F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0A28A6-EABC-6740-CD5B-3079BCEF5121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D0666-7C30-EFD1-9A6F-C6EC52D86FAC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24BF5-B9CA-E2ED-979D-AF25B35791B2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335AEE-6487-03DD-A475-BD82CF5A3CAE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</p:spTree>
    <p:extLst>
      <p:ext uri="{BB962C8B-B14F-4D97-AF65-F5344CB8AC3E}">
        <p14:creationId xmlns:p14="http://schemas.microsoft.com/office/powerpoint/2010/main" val="216733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88D0-9AC6-F4F3-B2A3-617C2AC5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4911A2-B39F-661E-C42B-ADAFC65BA63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FF46DC-74F5-BA03-62F7-18F8F0BBCA04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E0B5E6-FA43-1652-89F1-90AFF55A30E2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3EF6C4-8747-7211-314E-3287DF4530BB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106DC3-26AF-8571-7BD7-99B7E8944355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8FC260-0A10-7550-3C17-E352DF64A021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DFAAF0-894D-E20D-0BC9-AD49C0AE84C1}"/>
              </a:ext>
            </a:extLst>
          </p:cNvPr>
          <p:cNvCxnSpPr/>
          <p:nvPr/>
        </p:nvCxnSpPr>
        <p:spPr>
          <a:xfrm>
            <a:off x="123714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5972B0-3652-BF23-8879-531732875054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57D19E-C651-A670-AC1D-229BAFC5E131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877C47-1BC0-BE9F-8D23-EDDC65B9EE9D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20C14FD-B87F-4041-8220-78C88D6BDACD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5ADD76-29B7-9F79-9D64-87BBC81C5157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69FE6-E1B1-B1C2-C750-5B4B3230878A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151040-D77B-DCD1-DD84-19E03DF53B8E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BD957AB-9C5A-0CCB-4D30-BCEA9428D77A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C57B27-5F11-9262-E270-1EABE942B6B1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C461D7-22A6-DC70-29DB-1A7D8E8DDF57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FC3147-B8BE-5D80-6BC4-54E029961D5C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ABEAE-2BD0-64ED-20B3-FC9B241BDDA1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B2CF69-285F-9063-2475-16B9EA1C0CB1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6004C-6B61-587B-6A2F-BF6EB77A9871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413278-83F1-C96E-CC18-3EBA896BB2B2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7DE9FD0-3CC0-2E3B-D4A0-3FFDAA4FF615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44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6141-CAB6-2921-D188-BB9D0C07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72DD34-73C7-3EB1-6818-CD6C147935B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F81C81-0E46-02E4-CAA4-0CF68FA4DDBD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A6FC4E-F273-7F09-49DB-CB4800EBCB2E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78C0C4-087C-EE4D-0E90-CF762BD1FBC1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E4218E-F5BB-36F8-3C56-AB2AC4F37079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8E4DF4-2372-174A-E360-DEB85A1743FF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19472E-7D78-4E3A-11DB-696A2E11ECD3}"/>
              </a:ext>
            </a:extLst>
          </p:cNvPr>
          <p:cNvCxnSpPr>
            <a:cxnSpLocks/>
          </p:cNvCxnSpPr>
          <p:nvPr/>
        </p:nvCxnSpPr>
        <p:spPr>
          <a:xfrm>
            <a:off x="1142423" y="3706941"/>
            <a:ext cx="0" cy="73542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8EB327-FCA4-6010-713D-69E6D674E2D6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C679FC-8927-D33C-AC21-D0868F97233E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A37254-42D9-589C-56B8-EE5B2ABBFDA2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811DC0-225E-7500-2E63-7376CA8E434B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64007D-49A1-D34F-4BF9-63F2CB65268F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D1BB77-7E57-4BDE-2CEE-24B9C7DF67FA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4681CC-5E31-770A-E0B8-5A1D08549511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AED4BFA-579B-7040-D8BB-0A69BF8DB94B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47097C-E1D7-0E41-A637-F66122E59F51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42CA31-9165-E716-5F60-586838D1479F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DBB8DC-9687-4D67-AD87-C8117001B0FE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1655DE-1018-4855-3046-B2E63F62BE3C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8EF5E1-FB80-84D0-E921-97D979EABD8F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2765DF-E758-492B-D524-4855A8E8BE40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85FCF5-3647-60C0-D53D-1810E4D78F67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C629548-DC81-1C83-EC62-98ADE0A2B7B3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5EFB37-84E8-58B0-5A2E-448AD1316689}"/>
              </a:ext>
            </a:extLst>
          </p:cNvPr>
          <p:cNvSpPr txBox="1"/>
          <p:nvPr/>
        </p:nvSpPr>
        <p:spPr>
          <a:xfrm>
            <a:off x="703740" y="393641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</p:spTree>
    <p:extLst>
      <p:ext uri="{BB962C8B-B14F-4D97-AF65-F5344CB8AC3E}">
        <p14:creationId xmlns:p14="http://schemas.microsoft.com/office/powerpoint/2010/main" val="379047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67F7E-DAA4-2797-816D-C85EBF34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78D06D-92FC-8B94-EFBE-4BC2574BF0A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BF60DA-A2AB-D6E5-CFE5-FC01E303E54D}"/>
              </a:ext>
            </a:extLst>
          </p:cNvPr>
          <p:cNvSpPr>
            <a:spLocks/>
          </p:cNvSpPr>
          <p:nvPr/>
        </p:nvSpPr>
        <p:spPr>
          <a:xfrm>
            <a:off x="1783081" y="2545079"/>
            <a:ext cx="9876126" cy="1600201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C1A442-E482-ECD5-161F-3CC2A8FFB6D9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B3C77A-CB5F-A28F-EBFA-245BACAD2C2D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5B7896-DE09-25F7-D4CB-9705E262670C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CFAB2A-49FD-E49D-7AFC-43734C9731E7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5423FD-92D5-0DC0-9355-FBD3FA5A20CF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96B1A4-DB8B-BE8F-6835-9B745AF580C9}"/>
              </a:ext>
            </a:extLst>
          </p:cNvPr>
          <p:cNvCxnSpPr>
            <a:cxnSpLocks/>
          </p:cNvCxnSpPr>
          <p:nvPr/>
        </p:nvCxnSpPr>
        <p:spPr>
          <a:xfrm>
            <a:off x="1142423" y="3706941"/>
            <a:ext cx="0" cy="73542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7BBC66-3D79-EC0C-7E18-B5582955C268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74C41A-02D3-8C58-4E5D-1A89F2FB9807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E62A68-C704-7144-4A23-5857BC0A250B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0EED28-56DC-CF90-2453-3705F297A873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900024-CFA9-821D-1D48-450469BB9C36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8E066F-C90B-87A4-3183-44DBBDA4A11B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DAF82F-6374-B3FC-6351-80A1FA67ADDC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00ED6A8-0667-2E41-F06A-72334105CC9F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07F521-AE1C-F753-BA05-97AC12260CCC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7729A6-0FC2-FEC0-C48A-701401FB7D30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57CFD3-99DD-7228-3455-DBFD406FA851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70BC9-84F5-41A3-EF00-98221C20670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CCEBE3-B75C-98CE-2905-F3B295EC622D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948D6-F771-29E1-1463-0380A19A625C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4CA08F-82D1-03AC-2707-EF78D7B53581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2262F5F-A835-0DE1-ACB5-4B6C3896C785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47B44E-6044-00B0-4143-2476D3D3D78F}"/>
              </a:ext>
            </a:extLst>
          </p:cNvPr>
          <p:cNvSpPr txBox="1"/>
          <p:nvPr/>
        </p:nvSpPr>
        <p:spPr>
          <a:xfrm>
            <a:off x="703740" y="393641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</p:spTree>
    <p:extLst>
      <p:ext uri="{BB962C8B-B14F-4D97-AF65-F5344CB8AC3E}">
        <p14:creationId xmlns:p14="http://schemas.microsoft.com/office/powerpoint/2010/main" val="295601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2687-A5A6-F6CC-49F5-DAED1A0F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140C84-3800-80AB-DA8E-8584495AEF5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7079AED-B71B-0D9A-62BF-FA473A1FBF7B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5D934B-C700-F262-D976-B57EDD89E2FE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BAB707-EA37-9C71-FB33-63FCDF0F3251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6F8F08-B9BF-7F0F-F1E7-DFE74816D331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E6A14B-EB42-C654-C32B-84DD130B2740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183228-7E15-3D2A-73D2-9706239C0BF8}"/>
              </a:ext>
            </a:extLst>
          </p:cNvPr>
          <p:cNvCxnSpPr>
            <a:cxnSpLocks/>
          </p:cNvCxnSpPr>
          <p:nvPr/>
        </p:nvCxnSpPr>
        <p:spPr>
          <a:xfrm>
            <a:off x="1237140" y="3580165"/>
            <a:ext cx="10641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A814A0-5CA5-E3DF-363B-857BBC2ED90A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A1E3BA-87BE-D76C-3737-407479336AA4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1ADFC6-4C0A-E549-AAB4-46F20DD8001A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FA3B722-6988-2D70-38DB-2161F8453FE7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FCEA48-E568-A1CC-EE7C-009020D3081C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466A1E-8CDE-B49D-17AC-5C5686A572CD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1F0537-576F-2151-2930-3A50510BCA65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9CD1B8C-A82E-655B-42C1-96B532EAD85F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54CC64-93E9-D02E-DC77-D95ECECCE190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0E4BC6-5789-8A3D-1811-28BE6283FE72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61B1D8-E4B5-CDCA-B8F5-097A5C28E247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CADA3-55DC-88F1-1A7B-343D0BE9B3EF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3FCFBE-8E54-C20E-7C22-355A05E76E95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E0A4FE-E67A-EFD0-301E-225F56C8536A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686CE5-8F03-C497-2844-CD368FCE4C45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3EC860-0D37-48F4-31C0-7938B56B67C8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7F548E-FA98-608F-75FD-58F2638175B3}"/>
              </a:ext>
            </a:extLst>
          </p:cNvPr>
          <p:cNvSpPr txBox="1"/>
          <p:nvPr/>
        </p:nvSpPr>
        <p:spPr>
          <a:xfrm>
            <a:off x="3182050" y="5957004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NULL</a:t>
            </a:r>
          </a:p>
        </p:txBody>
      </p:sp>
    </p:spTree>
    <p:extLst>
      <p:ext uri="{BB962C8B-B14F-4D97-AF65-F5344CB8AC3E}">
        <p14:creationId xmlns:p14="http://schemas.microsoft.com/office/powerpoint/2010/main" val="2777523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BC799-187B-65D7-4255-45E44563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E2D9A9-03AD-53BA-E493-1264F233F65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93C6ED-69F6-1041-3E29-36B29E667332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3F7AEC-6BB1-3837-D07F-50A2B868219A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F0DEDD-2C0B-C255-5CD6-A3B4AE0B69A9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103E4E-A8A1-AD29-76FD-D74890E14077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8835EC-8392-2FDA-184C-71CEA9E20DDE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7114D4-91F4-52D0-91F7-FCAC5BA28B00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E16F75-7BBD-814D-0696-A38ABC7F94B0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0FA77E-9183-092C-900E-1C3C5998EDDF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A15CF7-5ABE-94B1-08C6-BCE35A65E84A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F692BB-8E52-149F-F0A6-2F0CE7051EFD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51F404-2E81-6B17-5B6A-0AD3ED215773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A80B97-9D6B-DBAA-DBD5-76C58373FFE3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FD3C7ED-A81F-38C6-7735-F99AF0300485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5E4FE7-8C34-BC68-4090-0781BAEB9F80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A00A19-7265-A7E2-7E56-5ED9F82E79D9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C8980C-720F-B279-2AD8-6766B009380C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A3F6C-205E-88E8-BF98-6071DFC87DD5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073F33-C7CC-2699-B288-C16CF627BE70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890A45-F285-4810-7966-6528DD8B5D2F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0F214F-CBC8-1B67-55A3-1938D837F6C4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5F5169-82B6-88C0-4FBE-2AEDD4F42EB1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276213-A6B3-5FA7-2335-2EABB0E6967D}"/>
              </a:ext>
            </a:extLst>
          </p:cNvPr>
          <p:cNvSpPr txBox="1"/>
          <p:nvPr/>
        </p:nvSpPr>
        <p:spPr>
          <a:xfrm>
            <a:off x="3182050" y="5957004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NULL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0CB5D9-B7B6-B4DC-4E3C-00973F139CF5}"/>
              </a:ext>
            </a:extLst>
          </p:cNvPr>
          <p:cNvSpPr txBox="1"/>
          <p:nvPr/>
        </p:nvSpPr>
        <p:spPr>
          <a:xfrm>
            <a:off x="3117725" y="6526268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curr -&gt; 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9A9433-8E8A-4837-3203-D09A08A3DF0B}"/>
              </a:ext>
            </a:extLst>
          </p:cNvPr>
          <p:cNvCxnSpPr>
            <a:cxnSpLocks/>
          </p:cNvCxnSpPr>
          <p:nvPr/>
        </p:nvCxnSpPr>
        <p:spPr>
          <a:xfrm>
            <a:off x="1237140" y="3580165"/>
            <a:ext cx="10641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A48F-9FA5-C3B9-D5AE-4BC11AD32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C3CC91-9BB8-2727-88A6-6923CD9F1B4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E576A9-D08A-FA45-EE13-ECAC6641B691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17D086-0EC0-CF24-43DD-DE912BFABAAF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AB7993-53A6-2651-1645-A0584AED2F77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63E7F3-941B-E045-9A0B-170D1F8C034B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61849D-1B58-C601-C5E9-53ACF6292D86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79F9F5-4347-CA5B-FBC1-3461BC383C71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3D302F-5D43-C096-B404-A18535E65E82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63A55D-8A3D-64F2-FE6F-25CE28362CD6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9C423F-323A-D5D8-76F3-F0451A83288B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C12BBA-6BD1-2803-C039-4E543A7D0A9D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B8AEC5-96D1-2606-D4FD-E591256D72D7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876711-36EE-BD6E-2DCE-D1303E50010B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33E1E60-34AD-DBBB-F449-C989557750C4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C692A7-4DEC-26E0-72F1-8A7BD3C9D015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6522BB-83B2-4201-8109-8EC037C24FE1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E5FCB4-DF82-32DC-CD26-1F82B2D87428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0BD9B-8C30-0791-9057-8AC7696DFD64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A53CDE-541B-54B6-74C9-BB85D495B77F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D3E3D6-030B-2A8A-B219-2D5983869290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249E9E-3932-9DCE-517D-372EEF88AD1A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8CD125C-DE88-E078-53DB-243293233EF7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4C6AC2-C432-1B5B-4A82-B159F2A22283}"/>
              </a:ext>
            </a:extLst>
          </p:cNvPr>
          <p:cNvSpPr txBox="1"/>
          <p:nvPr/>
        </p:nvSpPr>
        <p:spPr>
          <a:xfrm>
            <a:off x="3182050" y="5957004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NULL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7BB17C-6AD4-D5C6-8CEA-5883EF217F43}"/>
              </a:ext>
            </a:extLst>
          </p:cNvPr>
          <p:cNvSpPr txBox="1"/>
          <p:nvPr/>
        </p:nvSpPr>
        <p:spPr>
          <a:xfrm>
            <a:off x="3117725" y="6526268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curr -&gt; 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99C8C17-6D98-0905-FB96-1620DE418613}"/>
              </a:ext>
            </a:extLst>
          </p:cNvPr>
          <p:cNvCxnSpPr>
            <a:cxnSpLocks/>
          </p:cNvCxnSpPr>
          <p:nvPr/>
        </p:nvCxnSpPr>
        <p:spPr>
          <a:xfrm>
            <a:off x="1237140" y="3580165"/>
            <a:ext cx="10641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F2E5CF-A0E7-A210-F184-E18D85748B70}"/>
              </a:ext>
            </a:extLst>
          </p:cNvPr>
          <p:cNvCxnSpPr>
            <a:cxnSpLocks/>
          </p:cNvCxnSpPr>
          <p:nvPr/>
        </p:nvCxnSpPr>
        <p:spPr>
          <a:xfrm>
            <a:off x="2956560" y="2066855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3ADB41F-0D14-A3E5-E925-37A58BADDA1C}"/>
              </a:ext>
            </a:extLst>
          </p:cNvPr>
          <p:cNvSpPr txBox="1"/>
          <p:nvPr/>
        </p:nvSpPr>
        <p:spPr>
          <a:xfrm>
            <a:off x="2401147" y="157542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415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12C4F-D8E9-06D8-1C74-2AFFB80C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6F7399-A4CD-26B4-4DBC-63DB96B358B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231132-CB3B-1024-2A24-94C4FF3942B0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42ACF6-0561-D461-16C9-A5C91FCA1962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3ABF84-B816-CDC8-3799-6D2C3228DE75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2F939B-6918-147D-7DDF-F99F1581A29B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03681B-D9E9-26B5-F29B-034D01989A53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0257F6-3D73-E01F-8153-98D02F933CEE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4BB368-F9FD-E6A3-A384-C718B368D376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0561D5-D333-4401-AB23-0AB03193059D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CFC85D-795A-39D4-EA4E-B3D9282FF4A9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989D2E-4681-EFDA-57A9-E346B355702A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BCBB29-DE4A-D8A1-AC69-9EEE0342551A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6DE6F9-ADB4-7230-DAF7-B90CD8AD37B9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013055C-403E-B66E-1C70-7E62C112A086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5D3A83-CEAF-BF71-C158-C566BD25434F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EABF19-7AF1-9DF2-390B-0A42F48C0F51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2D0444-C25F-099F-8BEF-7C184EC4D558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4B4063-BEF5-B417-BB42-0F2456086F6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988DC1-83AF-20A0-F29A-6567A7A9E3F6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2DF34D-B460-E45C-9346-7A60DAA991D4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B61D57-3E89-075C-82B2-9AC5C16EE77F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BE80AE7-FCF3-6D46-8638-4AB2094EC927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F9D168-2E84-D208-FEFC-71D3BB3CA5B3}"/>
              </a:ext>
            </a:extLst>
          </p:cNvPr>
          <p:cNvSpPr txBox="1"/>
          <p:nvPr/>
        </p:nvSpPr>
        <p:spPr>
          <a:xfrm>
            <a:off x="3182050" y="5957004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NULL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40F37C-3404-DC49-5841-6B12B58CBAE7}"/>
              </a:ext>
            </a:extLst>
          </p:cNvPr>
          <p:cNvSpPr txBox="1"/>
          <p:nvPr/>
        </p:nvSpPr>
        <p:spPr>
          <a:xfrm>
            <a:off x="3117725" y="6526268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curr -&gt; 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3B3DFE-14D9-F3AF-5C26-2D215AA5A3AB}"/>
              </a:ext>
            </a:extLst>
          </p:cNvPr>
          <p:cNvCxnSpPr>
            <a:cxnSpLocks/>
          </p:cNvCxnSpPr>
          <p:nvPr/>
        </p:nvCxnSpPr>
        <p:spPr>
          <a:xfrm>
            <a:off x="1237140" y="3580165"/>
            <a:ext cx="10641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CF4344-3F75-CFB8-7195-C68E08500256}"/>
              </a:ext>
            </a:extLst>
          </p:cNvPr>
          <p:cNvCxnSpPr>
            <a:cxnSpLocks/>
          </p:cNvCxnSpPr>
          <p:nvPr/>
        </p:nvCxnSpPr>
        <p:spPr>
          <a:xfrm>
            <a:off x="2956560" y="2066855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AEEBFE8-79B6-FDC8-42B3-661242548FCD}"/>
              </a:ext>
            </a:extLst>
          </p:cNvPr>
          <p:cNvSpPr txBox="1"/>
          <p:nvPr/>
        </p:nvSpPr>
        <p:spPr>
          <a:xfrm>
            <a:off x="2401147" y="157542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7737CD-56FD-B7D8-44B8-1937539BC2B7}"/>
              </a:ext>
            </a:extLst>
          </p:cNvPr>
          <p:cNvSpPr txBox="1"/>
          <p:nvPr/>
        </p:nvSpPr>
        <p:spPr>
          <a:xfrm>
            <a:off x="3126234" y="7051290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-&gt; next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</p:spTree>
    <p:extLst>
      <p:ext uri="{BB962C8B-B14F-4D97-AF65-F5344CB8AC3E}">
        <p14:creationId xmlns:p14="http://schemas.microsoft.com/office/powerpoint/2010/main" val="2051734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92A1-73F9-9B27-093C-0087F6E02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5D8F1-CE3C-AC2B-3769-F457678B33A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23AE44-6D6D-6422-17B7-98BCCDC75B17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7E2A62-46AA-FD3D-E104-43704D7160C4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3F9637-F517-C49B-50EE-EAEE686691F6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66A0AE-95E1-FCEB-7C0D-A5D8795D870E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CCB137-62B2-0E9E-76BC-9C76D42570FC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A51C78-F4E8-3265-92AD-82D4EF8FE927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51DB67-3B00-479C-C553-A1086D0F4127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46FEA3-9E3C-CD9C-E5E4-5AE9C3E884A8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2265871-7683-EE3E-40E7-1B2678A3B336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CA31A-C585-C144-A92C-F961B25623F6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EC866F-B908-4E82-C3B4-E44F02648DAB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A7244F-A201-80BE-AAC3-2CEE067F9C20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EF2B84D-9D8E-EEA1-C4D9-791E36FA65B1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76870D-1FBC-E3CE-2192-9A383CE49E1F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DB5CB1-E9A8-8350-E1BD-0A985E231F49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FB2807-ED44-1A88-8DD9-B80224FAEFF3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51ACE-A58C-458E-2D7A-5E11826B13C4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7004D-110E-C074-BA80-8B6BE93A5B2B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186286-1094-B985-859E-2881427CE6E3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9E0017D-2298-E119-AE10-00DB0C302BEB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02D46D0-3BD2-4E33-AE3A-19AFBA2C2580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96E43F-42CD-DED2-1195-5004EA972621}"/>
              </a:ext>
            </a:extLst>
          </p:cNvPr>
          <p:cNvSpPr txBox="1"/>
          <p:nvPr/>
        </p:nvSpPr>
        <p:spPr>
          <a:xfrm>
            <a:off x="3182050" y="5957004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NULL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DA6A16-6F34-4886-1C1C-B7BAE8D6E04E}"/>
              </a:ext>
            </a:extLst>
          </p:cNvPr>
          <p:cNvSpPr txBox="1"/>
          <p:nvPr/>
        </p:nvSpPr>
        <p:spPr>
          <a:xfrm>
            <a:off x="3117725" y="6526268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curr -&gt; 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E85E21-48F4-C126-29C6-8F3E04B43247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4CC6AE-B479-48C3-2C24-D85EEB85D3A4}"/>
              </a:ext>
            </a:extLst>
          </p:cNvPr>
          <p:cNvCxnSpPr>
            <a:cxnSpLocks/>
          </p:cNvCxnSpPr>
          <p:nvPr/>
        </p:nvCxnSpPr>
        <p:spPr>
          <a:xfrm>
            <a:off x="2956560" y="2066855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BF914F0-252D-807B-1FC3-2DAFBCF77F0F}"/>
              </a:ext>
            </a:extLst>
          </p:cNvPr>
          <p:cNvSpPr txBox="1"/>
          <p:nvPr/>
        </p:nvSpPr>
        <p:spPr>
          <a:xfrm>
            <a:off x="2401147" y="157542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1CD4B0-7318-486B-CBFB-0558863C4CA8}"/>
              </a:ext>
            </a:extLst>
          </p:cNvPr>
          <p:cNvSpPr txBox="1"/>
          <p:nvPr/>
        </p:nvSpPr>
        <p:spPr>
          <a:xfrm>
            <a:off x="3126234" y="7051290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-&gt; next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B00965-CFE4-5CA3-F6F5-67714676BBD4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</p:spTree>
    <p:extLst>
      <p:ext uri="{BB962C8B-B14F-4D97-AF65-F5344CB8AC3E}">
        <p14:creationId xmlns:p14="http://schemas.microsoft.com/office/powerpoint/2010/main" val="1897505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0EB7-3142-9D79-31E2-F1B5F04B9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042F77-D635-FE9E-A632-FB99584FEEC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245D54-87E1-6A6B-2EC8-1834FE89AD0C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A8D9E7-7E99-6A7E-3EF4-A4FDB2E5C855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62EC87-9CA7-8BD7-121D-39CA222A9C28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5DAB77-F0B0-A37B-0A5E-333526621327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E56568-5B46-9088-21B0-D73D0F8BAC8D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459771-7BD7-14EC-A923-26880E314542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A72022-44DB-537A-2059-D565EF794E27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272052-292D-ACB9-FA1E-BB1AB1169CA7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081DBE-A5D5-C346-D71D-CC41233713FE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E87E7A-E948-8E81-211D-AAD0D6034D10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4D66EB-C6D5-1E69-E59D-BBA401B9624B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46BB38-19F9-A8F0-2523-FFDC298985FC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A965604-242D-AF72-1DD0-1822FB85AD82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C5EA69-79CF-722C-E8A6-5D2FA0F32FFA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358314-B91D-5B91-55E6-EEE1E9D063CD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3ED1E8-4E2A-6CE3-0EE8-032A29A14F68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EC8CD-068E-1E25-A95D-6A5DA4D7C39D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EE35DE-1962-A0C7-CB5C-64E8255DEAC7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DC62BF-510B-2199-D1F1-C37D7A00C979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21B336-AC89-D581-5948-A9FC8B20C36B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57EDF2-581E-65B2-741F-DB36F8FA0385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C5EA8E-B044-A13A-B775-D4F87E7387A9}"/>
              </a:ext>
            </a:extLst>
          </p:cNvPr>
          <p:cNvSpPr txBox="1"/>
          <p:nvPr/>
        </p:nvSpPr>
        <p:spPr>
          <a:xfrm>
            <a:off x="3182050" y="5957004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NULL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96978F-2554-5209-5C6A-D39CCEB934B8}"/>
              </a:ext>
            </a:extLst>
          </p:cNvPr>
          <p:cNvSpPr txBox="1"/>
          <p:nvPr/>
        </p:nvSpPr>
        <p:spPr>
          <a:xfrm>
            <a:off x="3117725" y="6526268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curr -&gt; 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66B15B-9B81-4836-07ED-730848EE0B7C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249A92-D439-8621-7AB0-3CF39E05C46F}"/>
              </a:ext>
            </a:extLst>
          </p:cNvPr>
          <p:cNvCxnSpPr>
            <a:cxnSpLocks/>
          </p:cNvCxnSpPr>
          <p:nvPr/>
        </p:nvCxnSpPr>
        <p:spPr>
          <a:xfrm>
            <a:off x="2956560" y="2066855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3B176E4-2A41-30EB-E280-C065F370E359}"/>
              </a:ext>
            </a:extLst>
          </p:cNvPr>
          <p:cNvSpPr txBox="1"/>
          <p:nvPr/>
        </p:nvSpPr>
        <p:spPr>
          <a:xfrm>
            <a:off x="2401147" y="157542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728524-50E7-12A0-019C-4D48DE4783FC}"/>
              </a:ext>
            </a:extLst>
          </p:cNvPr>
          <p:cNvSpPr txBox="1"/>
          <p:nvPr/>
        </p:nvSpPr>
        <p:spPr>
          <a:xfrm>
            <a:off x="3126234" y="7051290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-&gt; next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DFB610-23D7-2C96-0891-3AA6B2BB9B64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E53BC6-48C1-E763-B995-876FD6F243B1}"/>
              </a:ext>
            </a:extLst>
          </p:cNvPr>
          <p:cNvSpPr txBox="1"/>
          <p:nvPr/>
        </p:nvSpPr>
        <p:spPr>
          <a:xfrm>
            <a:off x="6461085" y="4593764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 =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</a:p>
        </p:txBody>
      </p:sp>
    </p:spTree>
    <p:extLst>
      <p:ext uri="{BB962C8B-B14F-4D97-AF65-F5344CB8AC3E}">
        <p14:creationId xmlns:p14="http://schemas.microsoft.com/office/powerpoint/2010/main" val="3780272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8F523-CBD4-9513-0288-0CCDFF33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4FE3E5-5D59-9298-E908-6D75A396328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589E00-F5D0-32AA-89D3-45301ABE4E97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E5AF54-5D21-E307-DBEE-AAF603087B11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48EE93-ADB0-A93C-598C-0F1B39CEA7E9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CECF22-EEF4-03F7-F48E-71C60E440D64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C6898A-F6FF-5591-C76F-AA1CBBD89318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7B1576-8A68-CD3F-3016-F038434B98A6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27317B-D6A5-81FD-76E7-298CF14E5DCF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E7D18C-C4B9-9643-65E8-EDF4E859F8E2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FE0E812-FFAF-94DC-B6FE-54580F85B877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57EF8A-A8E8-58FB-D1E6-4F1C2E94D2FC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D2F1CC-DCD5-A151-375B-03C97E40C4E4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122931-6939-6C42-7CEB-3A6FAFADE8C7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7DCA510-F89F-6C5B-D792-805E8F46BC22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DAE7B0-6736-510A-5C40-46273353A8AB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991C8E-FCAC-1DC8-DE2C-4F111923B9DB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120042-877B-0245-D840-951438058E41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A8CEC-F38B-04BD-48DB-3B45625349A2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CACD81-07A1-7A6D-01D4-19F6C0B73938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A7AFD1-E5A9-D500-AC53-36796AB467F4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008436-5CD0-5DB2-B10F-67751798B618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97FAC2-1142-C883-995E-A04FA3BEAA54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78967E-DEEF-F191-A6A9-8F4BF1E16837}"/>
              </a:ext>
            </a:extLst>
          </p:cNvPr>
          <p:cNvSpPr txBox="1"/>
          <p:nvPr/>
        </p:nvSpPr>
        <p:spPr>
          <a:xfrm>
            <a:off x="3182050" y="5957004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NULL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1480E0-44D6-C3FA-ECC5-3624AFEB46B1}"/>
              </a:ext>
            </a:extLst>
          </p:cNvPr>
          <p:cNvSpPr txBox="1"/>
          <p:nvPr/>
        </p:nvSpPr>
        <p:spPr>
          <a:xfrm>
            <a:off x="3117725" y="6526268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curr -&gt; 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8202AD-308B-5DD8-029C-2A4ECD9199D5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FA37C9-93A5-B2F8-DF27-ACFBCC8FE4EB}"/>
              </a:ext>
            </a:extLst>
          </p:cNvPr>
          <p:cNvCxnSpPr>
            <a:cxnSpLocks/>
          </p:cNvCxnSpPr>
          <p:nvPr/>
        </p:nvCxnSpPr>
        <p:spPr>
          <a:xfrm>
            <a:off x="2956560" y="2066855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C741F5-3322-62A6-6863-C03EAE8C26C7}"/>
              </a:ext>
            </a:extLst>
          </p:cNvPr>
          <p:cNvSpPr txBox="1"/>
          <p:nvPr/>
        </p:nvSpPr>
        <p:spPr>
          <a:xfrm>
            <a:off x="2401147" y="157542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603769-41E4-31C5-CEF6-8852A8679D02}"/>
              </a:ext>
            </a:extLst>
          </p:cNvPr>
          <p:cNvSpPr txBox="1"/>
          <p:nvPr/>
        </p:nvSpPr>
        <p:spPr>
          <a:xfrm>
            <a:off x="3126234" y="7051290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-&gt; next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B7C060-42A1-9B0C-5CD8-51BBEDACF85C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DF405-15A4-1032-0347-F4D767CDFC2A}"/>
              </a:ext>
            </a:extLst>
          </p:cNvPr>
          <p:cNvSpPr txBox="1"/>
          <p:nvPr/>
        </p:nvSpPr>
        <p:spPr>
          <a:xfrm>
            <a:off x="6461085" y="4593764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 =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AD763D5-CABD-8C80-04FD-A317A9FCE531}"/>
              </a:ext>
            </a:extLst>
          </p:cNvPr>
          <p:cNvCxnSpPr>
            <a:cxnSpLocks/>
          </p:cNvCxnSpPr>
          <p:nvPr/>
        </p:nvCxnSpPr>
        <p:spPr>
          <a:xfrm>
            <a:off x="-541323" y="275319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332D64-F243-A3C8-38B7-D8CC4196E8E0}"/>
              </a:ext>
            </a:extLst>
          </p:cNvPr>
          <p:cNvCxnSpPr>
            <a:cxnSpLocks/>
          </p:cNvCxnSpPr>
          <p:nvPr/>
        </p:nvCxnSpPr>
        <p:spPr>
          <a:xfrm flipH="1">
            <a:off x="-541323" y="3412046"/>
            <a:ext cx="435126" cy="169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30BE51F-6406-7DF2-07D0-3D72045E3CCF}"/>
              </a:ext>
            </a:extLst>
          </p:cNvPr>
          <p:cNvSpPr txBox="1"/>
          <p:nvPr/>
        </p:nvSpPr>
        <p:spPr>
          <a:xfrm>
            <a:off x="-888022" y="2249334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</p:spTree>
    <p:extLst>
      <p:ext uri="{BB962C8B-B14F-4D97-AF65-F5344CB8AC3E}">
        <p14:creationId xmlns:p14="http://schemas.microsoft.com/office/powerpoint/2010/main" val="4006683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E5FCC-92AC-815A-618C-49745AC4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052CE0-9919-8030-2F8C-2FAEA46FFDA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5A3457-2CEE-C651-9596-4F9B9A18A09D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1578F4-1681-D8C3-DFF9-BF3A6E9461D1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CF0306-9988-BB7A-DF54-300507FC1F86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DA2A8B-7B54-306E-89D7-3403380B9502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81A650-E571-147C-72AB-653444C64EAA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3CC4A7-30CE-09FC-1B08-3E36955E81C6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D5EC22-0CE2-9406-B8D1-F4DEBEF7BB9C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EC1D6A-2307-E0B8-433E-CC16DFFDD414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F00B649-DAE4-006E-9121-B8A5CA0DE6EF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6D1C46-3573-FF36-4755-E0D71C1ABC83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BA4817-2CFB-42B0-D7B6-C5C4E7C6E5B4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CB8730-A8D0-E380-983F-64D2B5C2887C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EA9E988-79B7-9D3A-4EDD-40CB82D77721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7E3E83-3470-F71B-EFA8-177C94923744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7AFD9E-A1C9-F9A1-8C6A-98ACBD9638DE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D84482-A198-524A-2411-1C0A518C1632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562F8-F687-D9F9-0BDE-327770547A6A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D5B179-F77C-AF5E-E34A-21905948A96B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8E2136-9D86-6186-8B04-BB5CEE75905D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3A2802-2406-B328-29AB-70DBC80A74E6}"/>
              </a:ext>
            </a:extLst>
          </p:cNvPr>
          <p:cNvCxnSpPr>
            <a:cxnSpLocks/>
          </p:cNvCxnSpPr>
          <p:nvPr/>
        </p:nvCxnSpPr>
        <p:spPr>
          <a:xfrm>
            <a:off x="716280" y="196596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9C4FC53-DA0E-8006-E53D-0660EE1D46BB}"/>
              </a:ext>
            </a:extLst>
          </p:cNvPr>
          <p:cNvSpPr txBox="1"/>
          <p:nvPr/>
        </p:nvSpPr>
        <p:spPr>
          <a:xfrm>
            <a:off x="309085" y="145107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47507B-C578-5764-3B71-46E6C98ABC4A}"/>
              </a:ext>
            </a:extLst>
          </p:cNvPr>
          <p:cNvSpPr txBox="1"/>
          <p:nvPr/>
        </p:nvSpPr>
        <p:spPr>
          <a:xfrm>
            <a:off x="3182050" y="5957004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NULL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7D4EF1-EAAA-5D90-5666-65441D535902}"/>
              </a:ext>
            </a:extLst>
          </p:cNvPr>
          <p:cNvSpPr txBox="1"/>
          <p:nvPr/>
        </p:nvSpPr>
        <p:spPr>
          <a:xfrm>
            <a:off x="3117725" y="6526268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curr -&gt; 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489FDF-3B9A-3D9D-3F55-339B4C066974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DDBE42-E7ED-E62F-02ED-EF8A2F3F6587}"/>
              </a:ext>
            </a:extLst>
          </p:cNvPr>
          <p:cNvCxnSpPr>
            <a:cxnSpLocks/>
          </p:cNvCxnSpPr>
          <p:nvPr/>
        </p:nvCxnSpPr>
        <p:spPr>
          <a:xfrm>
            <a:off x="2956560" y="2066855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70FD82F-2A15-38B7-5796-5EFD86533B0E}"/>
              </a:ext>
            </a:extLst>
          </p:cNvPr>
          <p:cNvSpPr txBox="1"/>
          <p:nvPr/>
        </p:nvSpPr>
        <p:spPr>
          <a:xfrm>
            <a:off x="2401147" y="157542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50CAC8-495B-F784-3579-B998C4B163F4}"/>
              </a:ext>
            </a:extLst>
          </p:cNvPr>
          <p:cNvSpPr txBox="1"/>
          <p:nvPr/>
        </p:nvSpPr>
        <p:spPr>
          <a:xfrm>
            <a:off x="3126234" y="7051290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-&gt; next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8D7273-CC3F-F0C5-F006-51B23CAD2482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DBE15A-78BB-6944-0566-32273CF4CED0}"/>
              </a:ext>
            </a:extLst>
          </p:cNvPr>
          <p:cNvSpPr txBox="1"/>
          <p:nvPr/>
        </p:nvSpPr>
        <p:spPr>
          <a:xfrm>
            <a:off x="6461085" y="4593764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 =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0459AC-C207-87BE-595F-CB279BE8F793}"/>
              </a:ext>
            </a:extLst>
          </p:cNvPr>
          <p:cNvCxnSpPr>
            <a:cxnSpLocks/>
          </p:cNvCxnSpPr>
          <p:nvPr/>
        </p:nvCxnSpPr>
        <p:spPr>
          <a:xfrm>
            <a:off x="-541323" y="275319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DF3272-5CC2-EE24-4473-D87D38D5CC25}"/>
              </a:ext>
            </a:extLst>
          </p:cNvPr>
          <p:cNvCxnSpPr>
            <a:cxnSpLocks/>
          </p:cNvCxnSpPr>
          <p:nvPr/>
        </p:nvCxnSpPr>
        <p:spPr>
          <a:xfrm flipH="1">
            <a:off x="-541323" y="3412046"/>
            <a:ext cx="435126" cy="169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763C5C3-77BB-40DE-EF0F-C78C86B5A598}"/>
              </a:ext>
            </a:extLst>
          </p:cNvPr>
          <p:cNvSpPr txBox="1"/>
          <p:nvPr/>
        </p:nvSpPr>
        <p:spPr>
          <a:xfrm>
            <a:off x="-888022" y="2249334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9CD703-D653-D437-E062-683E5B9D85DC}"/>
              </a:ext>
            </a:extLst>
          </p:cNvPr>
          <p:cNvSpPr txBox="1"/>
          <p:nvPr/>
        </p:nvSpPr>
        <p:spPr>
          <a:xfrm>
            <a:off x="6461085" y="5143761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</a:p>
        </p:txBody>
      </p:sp>
    </p:spTree>
    <p:extLst>
      <p:ext uri="{BB962C8B-B14F-4D97-AF65-F5344CB8AC3E}">
        <p14:creationId xmlns:p14="http://schemas.microsoft.com/office/powerpoint/2010/main" val="4140980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FEC4C-E208-F3B5-DBE4-C07C8F64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755E82-47B6-A45C-F8FA-DA911804080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EF627F-ADF8-600F-E185-DEDF89F2C0F1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2C057C-F564-978C-2D69-1BBDF43CF169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E16ACE-8676-C3E1-CE2F-6EFB9AF68CFD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6ED8C3-5CED-FF21-3965-9B74CC36542C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85C3F5-9D27-163B-5014-D611CA026636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AED600-CE21-916F-3A57-3E08DC36FC9F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C8CA67-CB0A-AD56-8A2A-F8FF51F252E8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2E51BF-89D5-8A91-3C87-308A8A2A6AE9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BDA1F8-6896-5614-02F8-5500BB31529E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5E463A-6EC2-59C4-829B-C16F4E630B87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61CFBF-47E8-1D84-7806-CE09218247E3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A03FB1-B600-05B9-EF36-581A289BBA8A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315BDE0-6EFC-34E1-51DA-60E54338E0FF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36B8BE-70A3-F537-9836-EDC10178888E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7EEAFA-DBE0-7471-B8E4-D9ACB556C6C2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2025EE-0FE0-6AB3-00D7-758D3A6448FD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72B41-EAF1-9513-1CFA-B6273BC9138E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47F95B-4B7F-4CDA-6D22-31D45EC7B451}"/>
              </a:ext>
            </a:extLst>
          </p:cNvPr>
          <p:cNvSpPr txBox="1"/>
          <p:nvPr/>
        </p:nvSpPr>
        <p:spPr>
          <a:xfrm>
            <a:off x="3182051" y="468209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0E55FE-BD94-3AB3-FBF9-3B15620C1B05}"/>
              </a:ext>
            </a:extLst>
          </p:cNvPr>
          <p:cNvSpPr txBox="1"/>
          <p:nvPr/>
        </p:nvSpPr>
        <p:spPr>
          <a:xfrm>
            <a:off x="3182051" y="53195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head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828557-0866-4742-6FC6-D80FA9346BB8}"/>
              </a:ext>
            </a:extLst>
          </p:cNvPr>
          <p:cNvCxnSpPr>
            <a:cxnSpLocks/>
          </p:cNvCxnSpPr>
          <p:nvPr/>
        </p:nvCxnSpPr>
        <p:spPr>
          <a:xfrm>
            <a:off x="2999539" y="20528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BBFF2F-C3F0-B25D-8B4E-6C37560691C8}"/>
              </a:ext>
            </a:extLst>
          </p:cNvPr>
          <p:cNvSpPr txBox="1"/>
          <p:nvPr/>
        </p:nvSpPr>
        <p:spPr>
          <a:xfrm>
            <a:off x="2592344" y="15379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E46D9B-A00E-7514-1D93-B8B76DE2CCDF}"/>
              </a:ext>
            </a:extLst>
          </p:cNvPr>
          <p:cNvSpPr txBox="1"/>
          <p:nvPr/>
        </p:nvSpPr>
        <p:spPr>
          <a:xfrm>
            <a:off x="3182050" y="5957004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Node*nextPtr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NULL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7E2BA0-4A02-B483-CDC7-739E6FB3E400}"/>
              </a:ext>
            </a:extLst>
          </p:cNvPr>
          <p:cNvSpPr txBox="1"/>
          <p:nvPr/>
        </p:nvSpPr>
        <p:spPr>
          <a:xfrm>
            <a:off x="3117725" y="6526268"/>
            <a:ext cx="291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curr -&gt; 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603DD9D-DCBD-F1FE-803B-6F5D1B1996F6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8856237-16B2-17D4-5402-8DAA3FE3B0FC}"/>
              </a:ext>
            </a:extLst>
          </p:cNvPr>
          <p:cNvSpPr txBox="1"/>
          <p:nvPr/>
        </p:nvSpPr>
        <p:spPr>
          <a:xfrm>
            <a:off x="3126234" y="7051290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-&gt; next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7DBB65-4835-BF6F-35A3-1022A56D4B05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25E50A-699A-7E01-0FDB-748268066639}"/>
              </a:ext>
            </a:extLst>
          </p:cNvPr>
          <p:cNvSpPr txBox="1"/>
          <p:nvPr/>
        </p:nvSpPr>
        <p:spPr>
          <a:xfrm>
            <a:off x="6461085" y="4593764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 = </a:t>
            </a:r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EE6255-3DEB-91D2-F23B-84ADFA711847}"/>
              </a:ext>
            </a:extLst>
          </p:cNvPr>
          <p:cNvCxnSpPr>
            <a:cxnSpLocks/>
          </p:cNvCxnSpPr>
          <p:nvPr/>
        </p:nvCxnSpPr>
        <p:spPr>
          <a:xfrm>
            <a:off x="-541323" y="275319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EF975C0-48F1-C483-9958-03069D0EEBBA}"/>
              </a:ext>
            </a:extLst>
          </p:cNvPr>
          <p:cNvCxnSpPr>
            <a:cxnSpLocks/>
          </p:cNvCxnSpPr>
          <p:nvPr/>
        </p:nvCxnSpPr>
        <p:spPr>
          <a:xfrm flipH="1">
            <a:off x="-541323" y="3412046"/>
            <a:ext cx="435126" cy="169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09EEB5D-BFB3-5EB5-9A3C-8A651CCF19D9}"/>
              </a:ext>
            </a:extLst>
          </p:cNvPr>
          <p:cNvSpPr txBox="1"/>
          <p:nvPr/>
        </p:nvSpPr>
        <p:spPr>
          <a:xfrm>
            <a:off x="-888022" y="2249334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C844D6-F62A-0298-03C9-B2A5AED7E4EB}"/>
              </a:ext>
            </a:extLst>
          </p:cNvPr>
          <p:cNvSpPr txBox="1"/>
          <p:nvPr/>
        </p:nvSpPr>
        <p:spPr>
          <a:xfrm>
            <a:off x="6461085" y="5143761"/>
            <a:ext cx="31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 = </a:t>
            </a:r>
            <a:r>
              <a:rPr lang="en-IN" sz="2400" b="1" dirty="0">
                <a:solidFill>
                  <a:schemeClr val="accent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</a:p>
        </p:txBody>
      </p:sp>
    </p:spTree>
    <p:extLst>
      <p:ext uri="{BB962C8B-B14F-4D97-AF65-F5344CB8AC3E}">
        <p14:creationId xmlns:p14="http://schemas.microsoft.com/office/powerpoint/2010/main" val="3800485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C5091-82A6-6C9C-B3E7-19AF81348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777AF5-DA6E-053E-33E5-2AF7D96099D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134D9C-FB19-405B-2B10-9C872820FDDA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D6651C-56A4-4C01-9940-B0F35EB6F7AF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C9D38D-DDDB-B13A-301E-1F701F6C0ADF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7A8BDA-B588-3E31-5FB9-A4EA6EC0320E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BE595E-98C2-4070-47FD-FB0DB55FA22A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B9722D-E86F-663A-1571-7098DD098F2C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C6868B-D76D-53FC-C3EE-EB9747D2DC72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D50130-F20B-0CCE-4099-20E4A5A5B804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A77D6C-A3DC-E5FB-6F6F-0E80E6F2679A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DFA624-1AC4-B69E-5024-A0DCCAE049B6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16F3CE-C8A8-CB0B-2D63-BA5D992A59DF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DEB471-710A-EE97-ACC6-DC39361EE9F0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D0C1A52-E1B8-949A-F9E0-73E2D9221BBA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F24A74-C292-42DC-0543-D5B4BDE79F82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29575E-FE56-BBF8-61F4-5A405DD15906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080A61-BE50-A54F-9CE9-B2048248927A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67B44-B45E-328E-5F50-53EFC934F02C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C47A30-E261-B95F-031A-D578482B6EEE}"/>
              </a:ext>
            </a:extLst>
          </p:cNvPr>
          <p:cNvCxnSpPr>
            <a:cxnSpLocks/>
          </p:cNvCxnSpPr>
          <p:nvPr/>
        </p:nvCxnSpPr>
        <p:spPr>
          <a:xfrm>
            <a:off x="2999539" y="20528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AD06C38-61FC-050D-CC61-66B023206D17}"/>
              </a:ext>
            </a:extLst>
          </p:cNvPr>
          <p:cNvSpPr txBox="1"/>
          <p:nvPr/>
        </p:nvSpPr>
        <p:spPr>
          <a:xfrm>
            <a:off x="2592344" y="15379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71D572-6ABA-6532-B01F-A5B5C26EB294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4CB0E82-02E3-E2ED-F95F-568F6D79E9C5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742006-43CA-B117-03B4-B34164E30891}"/>
              </a:ext>
            </a:extLst>
          </p:cNvPr>
          <p:cNvCxnSpPr>
            <a:cxnSpLocks/>
          </p:cNvCxnSpPr>
          <p:nvPr/>
        </p:nvCxnSpPr>
        <p:spPr>
          <a:xfrm>
            <a:off x="-541323" y="275319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88AA33-0B27-7F73-885A-D5F6E86E788D}"/>
              </a:ext>
            </a:extLst>
          </p:cNvPr>
          <p:cNvCxnSpPr>
            <a:cxnSpLocks/>
          </p:cNvCxnSpPr>
          <p:nvPr/>
        </p:nvCxnSpPr>
        <p:spPr>
          <a:xfrm flipH="1">
            <a:off x="-541323" y="3412046"/>
            <a:ext cx="435126" cy="169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33AB105-FC71-CF7A-02C1-42AF6E62394B}"/>
              </a:ext>
            </a:extLst>
          </p:cNvPr>
          <p:cNvSpPr txBox="1"/>
          <p:nvPr/>
        </p:nvSpPr>
        <p:spPr>
          <a:xfrm>
            <a:off x="-888022" y="2249334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392D2-FEF0-8615-2CBB-3732826FC12A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288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7F3A-D0EE-D96E-3279-21282B5A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A51721-8373-73C0-3022-8041B2BE136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B4C9B35-DC6E-34A0-ACD2-8943759D8915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83EC1A-41CC-5E29-8B57-63B48FA75126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E47E4F-DF19-0F5E-B311-349BCA601E68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2594A2-6178-C8D9-D6D4-CA7E0E342251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F8B863-C556-7DD2-B001-C6A208FF2049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B5286F-13AF-4BA8-309B-61437A911FF6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1B33E8-6E7B-7FBA-9E97-0D8797403653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29FF92-422A-D241-C5B7-B8B7FF30CC57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8C4BFB-5406-043A-6D53-768D0DFF3BCC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A06420-CB4C-4150-2D18-0624D25469D1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2B328E-5E36-5ABA-D081-CF058572493A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5B0830-4748-70A4-1176-AEC59C3711C6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2CA678D-71BD-1881-56F1-162C4FCB35AD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7129FF-17CE-259F-4BBB-86C044CEAE26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8F96D6-2F84-F30C-78F1-2A4922AB4435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53F18B-3A84-432F-2419-D53385585A33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06BBE-5827-BDF5-781E-40C781029A2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537C95-9D3C-E8A3-45EB-D7ADB6E96D3A}"/>
              </a:ext>
            </a:extLst>
          </p:cNvPr>
          <p:cNvCxnSpPr>
            <a:cxnSpLocks/>
          </p:cNvCxnSpPr>
          <p:nvPr/>
        </p:nvCxnSpPr>
        <p:spPr>
          <a:xfrm>
            <a:off x="2999539" y="20528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618FCAF-FAD1-3A5B-5699-8F6AC0E864B8}"/>
              </a:ext>
            </a:extLst>
          </p:cNvPr>
          <p:cNvSpPr txBox="1"/>
          <p:nvPr/>
        </p:nvSpPr>
        <p:spPr>
          <a:xfrm>
            <a:off x="2592344" y="15379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BCF1B1-905B-1748-A0B8-F7FDB9A9C064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833B8EF-DE5F-C034-AC2F-8C5EEEC5155E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BBF386-EB9A-C344-1FE9-0FA0D53131E3}"/>
              </a:ext>
            </a:extLst>
          </p:cNvPr>
          <p:cNvCxnSpPr>
            <a:cxnSpLocks/>
          </p:cNvCxnSpPr>
          <p:nvPr/>
        </p:nvCxnSpPr>
        <p:spPr>
          <a:xfrm>
            <a:off x="-541323" y="275319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0F4220A-07CD-E895-B789-2AE81FEE46D8}"/>
              </a:ext>
            </a:extLst>
          </p:cNvPr>
          <p:cNvCxnSpPr>
            <a:cxnSpLocks/>
          </p:cNvCxnSpPr>
          <p:nvPr/>
        </p:nvCxnSpPr>
        <p:spPr>
          <a:xfrm flipH="1">
            <a:off x="-541323" y="3412046"/>
            <a:ext cx="435126" cy="169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4448FAF-ABA3-6ECE-C1B5-BC0865162B45}"/>
              </a:ext>
            </a:extLst>
          </p:cNvPr>
          <p:cNvSpPr txBox="1"/>
          <p:nvPr/>
        </p:nvSpPr>
        <p:spPr>
          <a:xfrm>
            <a:off x="-888022" y="2249334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A39610-2164-DAFB-FBAC-F089562E3684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427CA7-4487-B789-FAFA-C94899DE35A4}"/>
              </a:ext>
            </a:extLst>
          </p:cNvPr>
          <p:cNvCxnSpPr>
            <a:cxnSpLocks/>
          </p:cNvCxnSpPr>
          <p:nvPr/>
        </p:nvCxnSpPr>
        <p:spPr>
          <a:xfrm>
            <a:off x="5130113" y="202140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392346-C03E-3071-AE02-1B984C473070}"/>
              </a:ext>
            </a:extLst>
          </p:cNvPr>
          <p:cNvSpPr txBox="1"/>
          <p:nvPr/>
        </p:nvSpPr>
        <p:spPr>
          <a:xfrm>
            <a:off x="4574700" y="1529981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739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AA15E-70D5-DB3C-7615-41CF5892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BC48C7-B4A8-1790-EE3D-82DF66B26D9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B27AC4-7706-2910-9E64-E13DC678EB84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E52DCB-0AB1-79C4-EBE7-883E26C9C934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8015B4-7E50-C480-7F7C-9E28EEFCD66E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B91FB6-509A-9DDC-207B-48407ABB2E86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0F0DBA-4611-CC93-09FE-1563F62B0DDB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37DC76-D6A6-0929-1A36-E08587AE357E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59FC9B-0B4E-4671-1293-FA0942CDD2A8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EA2DA8-AFB9-7681-6699-840EBFE84203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1A69EE-B2F9-CA5F-D9BB-98CFD938083C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677750-6D6E-4136-28BC-635F7679BDCB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4C3497-10F6-EBB8-C225-35F389F0D57B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D17D4B-17D8-7D32-9759-00010E252383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010C7B4-9BF0-6440-9C38-C7519423774D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457CD6-4FCB-1AD4-FDD9-3773C1D98CCD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0A3C9B-0682-75B3-67F3-FCDD503D4593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DD507C-789A-0431-9122-FAE67D95E7C5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5CAA9-A423-E465-88E6-2DE68025A0AC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A74663-224D-1555-4BDF-54C7E0655BD3}"/>
              </a:ext>
            </a:extLst>
          </p:cNvPr>
          <p:cNvCxnSpPr>
            <a:cxnSpLocks/>
          </p:cNvCxnSpPr>
          <p:nvPr/>
        </p:nvCxnSpPr>
        <p:spPr>
          <a:xfrm>
            <a:off x="2999539" y="20528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87886D-9FCE-9408-23C4-219175D7FCFE}"/>
              </a:ext>
            </a:extLst>
          </p:cNvPr>
          <p:cNvSpPr txBox="1"/>
          <p:nvPr/>
        </p:nvSpPr>
        <p:spPr>
          <a:xfrm>
            <a:off x="2592344" y="1537950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45C3C5-35C9-754C-B347-601F5A456B80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5AE668C-8941-9F59-F05A-526E3497FE46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2C6FD3-816A-4082-8B42-B838E4786E98}"/>
              </a:ext>
            </a:extLst>
          </p:cNvPr>
          <p:cNvCxnSpPr>
            <a:cxnSpLocks/>
          </p:cNvCxnSpPr>
          <p:nvPr/>
        </p:nvCxnSpPr>
        <p:spPr>
          <a:xfrm>
            <a:off x="-541323" y="275319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CA034F-B29D-40FA-70DF-FAA736574429}"/>
              </a:ext>
            </a:extLst>
          </p:cNvPr>
          <p:cNvCxnSpPr>
            <a:cxnSpLocks/>
          </p:cNvCxnSpPr>
          <p:nvPr/>
        </p:nvCxnSpPr>
        <p:spPr>
          <a:xfrm flipH="1">
            <a:off x="-541323" y="3412046"/>
            <a:ext cx="435126" cy="1695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8F7BB9F-1AC8-B691-646D-B4A220855DF1}"/>
              </a:ext>
            </a:extLst>
          </p:cNvPr>
          <p:cNvSpPr txBox="1"/>
          <p:nvPr/>
        </p:nvSpPr>
        <p:spPr>
          <a:xfrm>
            <a:off x="-888022" y="2249334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78971A-FC99-D866-5C3B-565C4816FA1A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E76FFF-A66C-8483-FF57-1BBDC58B7AEF}"/>
              </a:ext>
            </a:extLst>
          </p:cNvPr>
          <p:cNvCxnSpPr>
            <a:cxnSpLocks/>
          </p:cNvCxnSpPr>
          <p:nvPr/>
        </p:nvCxnSpPr>
        <p:spPr>
          <a:xfrm>
            <a:off x="5130113" y="202140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81EF338-E894-8618-789F-025701321936}"/>
              </a:ext>
            </a:extLst>
          </p:cNvPr>
          <p:cNvSpPr txBox="1"/>
          <p:nvPr/>
        </p:nvSpPr>
        <p:spPr>
          <a:xfrm>
            <a:off x="4574700" y="1529981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E9AFD6-53FB-7254-F547-67F480EB8F78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1A9CFD-97B4-C4A5-6F3F-7031BACEB158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7D0565-4E84-DE44-77E1-A16823E0FF0B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382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1249-5DCB-2E00-116B-9A1542AF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A6CE42-40F0-A504-E99A-EC41BF772BD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44FABF8-781D-6DDA-A30E-B49A113900CB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2B4CC5-91DE-47E5-7037-A2758A39D610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A14B5C-D8FF-4BA1-7FA9-3C1B6F55CAC1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E122E1-5AB5-6D9A-75A4-8D7C36DB9301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1CB889-187E-E81F-8006-13E9FD96F775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8852EA-2EA3-EC4B-B09C-E972D8B44129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DC5696-E1FD-3760-F91B-051757F4556D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7D9F41-D0E1-BD5A-C162-D34FCCC2DBC2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441D38-11ED-5F49-27B4-E73AEB3BC29E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1C5B1A-30DC-89F0-F26D-CBE3C95D675F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8ADE9F-CC38-C113-0BC3-DD96EF809350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427E3A-741F-26B8-D51D-32E4D08D77D2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BDDAD50-639D-0135-5E60-84540ADA6D3E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BDE946-4756-E512-DC17-877E809BDFDB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5681DA-B4E8-15A9-BDAF-29D424E6B9B0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D39F2D-E1D6-19E4-7D6D-7412C4ED6397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E1FF4-7DD4-0FB9-C07C-453162464B0F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A5B393-147A-4764-DB37-C5F2FA49B2CB}"/>
              </a:ext>
            </a:extLst>
          </p:cNvPr>
          <p:cNvCxnSpPr>
            <a:cxnSpLocks/>
          </p:cNvCxnSpPr>
          <p:nvPr/>
        </p:nvCxnSpPr>
        <p:spPr>
          <a:xfrm>
            <a:off x="2999539" y="20528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F27DDD-3A74-7E43-57BE-DCDA001D5FFE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DAD10D-CFBA-C529-7983-F7F6F931F354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775990-59D1-DD7F-DBDF-6F8162057A0F}"/>
              </a:ext>
            </a:extLst>
          </p:cNvPr>
          <p:cNvSpPr txBox="1"/>
          <p:nvPr/>
        </p:nvSpPr>
        <p:spPr>
          <a:xfrm>
            <a:off x="2605526" y="1577142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74D407-F1FD-9136-F78B-5A0630C78276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6D89F3-58B9-3AFD-625B-8FB9E54F85BD}"/>
              </a:ext>
            </a:extLst>
          </p:cNvPr>
          <p:cNvCxnSpPr>
            <a:cxnSpLocks/>
          </p:cNvCxnSpPr>
          <p:nvPr/>
        </p:nvCxnSpPr>
        <p:spPr>
          <a:xfrm>
            <a:off x="5130113" y="202140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2FCE63-5558-20CE-1225-CD887C9BE444}"/>
              </a:ext>
            </a:extLst>
          </p:cNvPr>
          <p:cNvSpPr txBox="1"/>
          <p:nvPr/>
        </p:nvSpPr>
        <p:spPr>
          <a:xfrm>
            <a:off x="4574700" y="1529981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4B8C1E-DA25-A020-A034-62935C899424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820C0CD-ACCC-91BE-5BD1-35757EAB64B5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FA2146-87FF-031F-27C5-0C73CB66C4FA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276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DC6AE-F6CA-2488-F89D-2F201029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DE3283-176F-2F99-1515-34ED9A14E5D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7E6758-3DA8-DD66-1AA3-5AE27D6DC681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B70A52-CEAF-CECF-E824-411490A55F0D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648CF5-61E1-937F-56E4-56915C03C5E8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7B05BE-C2FE-C730-B340-9B5058A02DEB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B1F612-9291-0EFF-F9EA-848D11FCB145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83CDD3-9C0A-D79B-1B31-F336652BB066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694653-0DB3-5BCC-9A22-F0BB17A32501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D21B1E-9098-E9DA-2798-08C5524F676F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A6F9756-F4D3-9955-D448-88E5058498B9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6808AB-564D-8C2B-EE77-3E9DE7B3C673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26F7F1-03F1-7EFA-B06A-CBE082DDC74F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B17CAA-CA02-870E-1AFD-F4452C6C6474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D8CDB25-FED9-3F11-CC44-A37B2F4F6712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B61DA1-0148-0527-EC01-1255FA31E694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697464-CB8A-5514-4B39-DE26539ABF38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DDD034-D39E-EAF5-C55C-81B7F41D06A7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3FBEC-2157-2180-C54B-94EB9A696EB1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7037F0-FB90-726C-08B3-F9ECB91F2EC3}"/>
              </a:ext>
            </a:extLst>
          </p:cNvPr>
          <p:cNvCxnSpPr>
            <a:cxnSpLocks/>
          </p:cNvCxnSpPr>
          <p:nvPr/>
        </p:nvCxnSpPr>
        <p:spPr>
          <a:xfrm>
            <a:off x="2999539" y="20528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40FC6F-4186-93AD-FAB4-08AA7075319B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DF0A7AB-D855-28B3-F0F1-86D00057C5B2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5707DA-FC9D-30D7-B1C8-62105826A26E}"/>
              </a:ext>
            </a:extLst>
          </p:cNvPr>
          <p:cNvSpPr txBox="1"/>
          <p:nvPr/>
        </p:nvSpPr>
        <p:spPr>
          <a:xfrm>
            <a:off x="2605526" y="1577142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680942-A92C-6E98-C963-B68A87063ED9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6CC447-CDF1-B7FF-E8BB-9761EAA86551}"/>
              </a:ext>
            </a:extLst>
          </p:cNvPr>
          <p:cNvCxnSpPr>
            <a:cxnSpLocks/>
          </p:cNvCxnSpPr>
          <p:nvPr/>
        </p:nvCxnSpPr>
        <p:spPr>
          <a:xfrm>
            <a:off x="5130113" y="202140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B9713E-BB89-346B-1B74-185AF64E2281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F96550-1132-E2F6-B9A5-83713180802A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70EE461-858F-D34A-A7F0-8E0992F0CE65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BEBE772-347D-A8F0-D5A2-E6EA11040B2D}"/>
              </a:ext>
            </a:extLst>
          </p:cNvPr>
          <p:cNvSpPr txBox="1"/>
          <p:nvPr/>
        </p:nvSpPr>
        <p:spPr>
          <a:xfrm>
            <a:off x="4718421" y="1560714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910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7D4A3-D3F6-F1DB-0410-0FB32988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17392E-87F1-A359-A748-7585CCCFCE5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1512DC-9D78-3704-E245-8AD1A7E71BCB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937279-0F7D-6D49-19AF-CFF24B79FE15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318D4C-5DBA-35D1-7E93-5DCCBE910560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8E1E3E-8802-114A-3A7E-14CD46960B0C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8C17D8-7CEF-528A-EAC8-9F502A5D426E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090FC5-CE51-5A9A-AD83-8A8968FD3F6F}"/>
              </a:ext>
            </a:extLst>
          </p:cNvPr>
          <p:cNvCxnSpPr>
            <a:cxnSpLocks/>
          </p:cNvCxnSpPr>
          <p:nvPr/>
        </p:nvCxnSpPr>
        <p:spPr>
          <a:xfrm>
            <a:off x="3419160" y="359540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A3A3B4-D653-1B9E-2544-8D14EDF15625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96EB5A-2111-B1C7-5451-4BA135353253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28F2B6E-B050-575F-27D5-0603E8F5784F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CB5B59-481E-45DE-B57B-830D93171955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6A25E6-D535-4B0C-4D9C-C6EE38A67EFA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9B3E00-9565-2999-BB1E-834CD47EFDD9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BB25E5A-88EC-A4A4-7E8E-6417AFD2AA1F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276300-AD4A-883E-B906-0906BE467568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EF096-F058-26DE-0316-D394FA8C1998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C9F794-DF45-DFA6-CA67-1ACFF6CEA79E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33DF0-BA91-E293-6CC4-AE757D1203D5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595CA9-2161-2096-28F3-D88F3024612F}"/>
              </a:ext>
            </a:extLst>
          </p:cNvPr>
          <p:cNvCxnSpPr>
            <a:cxnSpLocks/>
          </p:cNvCxnSpPr>
          <p:nvPr/>
        </p:nvCxnSpPr>
        <p:spPr>
          <a:xfrm>
            <a:off x="2999539" y="20528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74FE981-959D-EC3F-6301-6C6E305CF9A4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1C1C7C2-C2B6-26FB-324D-6F8253D3F97B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1EE9E8-B9E0-8E4C-AAE8-0423BD9FF54B}"/>
              </a:ext>
            </a:extLst>
          </p:cNvPr>
          <p:cNvSpPr txBox="1"/>
          <p:nvPr/>
        </p:nvSpPr>
        <p:spPr>
          <a:xfrm>
            <a:off x="2605526" y="1577142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897CBD-57A6-CB3F-C5A0-AAABA10956F9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09DCB6-338E-6E0F-1186-B97DD9EBA4B2}"/>
              </a:ext>
            </a:extLst>
          </p:cNvPr>
          <p:cNvCxnSpPr>
            <a:cxnSpLocks/>
          </p:cNvCxnSpPr>
          <p:nvPr/>
        </p:nvCxnSpPr>
        <p:spPr>
          <a:xfrm>
            <a:off x="5130113" y="202140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CDD963-B52B-1BC0-C6D0-E7287481635D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1C205E-FB98-EEE7-34C8-D65B7EF58237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DE45E9-04F2-00B8-7F68-BBB21CFE2E36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742A744-589E-6322-604E-292E8699AD63}"/>
              </a:ext>
            </a:extLst>
          </p:cNvPr>
          <p:cNvSpPr txBox="1"/>
          <p:nvPr/>
        </p:nvSpPr>
        <p:spPr>
          <a:xfrm>
            <a:off x="4718421" y="1560714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4F13A5-CC5A-B0BB-53AD-C4CFA2FDAC6F}"/>
              </a:ext>
            </a:extLst>
          </p:cNvPr>
          <p:cNvCxnSpPr>
            <a:cxnSpLocks/>
          </p:cNvCxnSpPr>
          <p:nvPr/>
        </p:nvCxnSpPr>
        <p:spPr>
          <a:xfrm>
            <a:off x="7306227" y="206857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C65B489-D456-2C59-2DF6-973B64B47747}"/>
              </a:ext>
            </a:extLst>
          </p:cNvPr>
          <p:cNvSpPr txBox="1"/>
          <p:nvPr/>
        </p:nvSpPr>
        <p:spPr>
          <a:xfrm>
            <a:off x="6750814" y="1577142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277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BCEF9-2CE9-02C7-0DFF-BB391E674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5C0640-0063-1AF3-A028-9E4114C5A32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143234-5A5C-59F1-10BE-789C6F8A510B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CBC917-A2B7-E51F-932C-56CD656A4EA8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6845B2-4CEF-E6D2-5DCD-20EEE82A93DA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D3DE15-961C-7248-7759-4B181509410F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228BAA-8CCD-50B4-95FD-78D01B766B19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2CE6AA-990E-6D57-9EDB-3349DE4EC895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80E5A7-9B78-E7D1-FF9D-4087BC21BA32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C3D8C2-F91C-85FF-FCC7-1670AF7457F7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F1EFB8-0F17-3428-039A-C39B239D86B3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B86168-FD0F-9606-DA0D-AC88E796B715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29F002-4BC8-8D86-7196-217D3E6A59B5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99A731-7447-B795-86A7-542FC273A976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C71A04-439D-A645-7079-AE38B86CAB6B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AB5A3E-56F0-3135-D7A9-A5FB10A2FEAF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FB416B-50BB-9CF1-E3B3-A6178647AA17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435DC-7003-7843-EE30-8C842C44B394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E1666D-C02F-0BFA-4121-8865F36B4CB8}"/>
              </a:ext>
            </a:extLst>
          </p:cNvPr>
          <p:cNvCxnSpPr>
            <a:cxnSpLocks/>
          </p:cNvCxnSpPr>
          <p:nvPr/>
        </p:nvCxnSpPr>
        <p:spPr>
          <a:xfrm>
            <a:off x="2999539" y="20528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799E3F-F57E-52D4-1CB9-2B975D8AF891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AA701B9-E432-5844-B2F5-B991846DC2D5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D94C4D-840F-3893-595B-297A00C8B735}"/>
              </a:ext>
            </a:extLst>
          </p:cNvPr>
          <p:cNvSpPr txBox="1"/>
          <p:nvPr/>
        </p:nvSpPr>
        <p:spPr>
          <a:xfrm>
            <a:off x="2605526" y="1577142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591617-BFF5-F370-A2B3-447F576C68E7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873DBC-2062-2E55-0CA0-46780EA45B3E}"/>
              </a:ext>
            </a:extLst>
          </p:cNvPr>
          <p:cNvCxnSpPr>
            <a:cxnSpLocks/>
          </p:cNvCxnSpPr>
          <p:nvPr/>
        </p:nvCxnSpPr>
        <p:spPr>
          <a:xfrm>
            <a:off x="5130113" y="202140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FC36D7-1849-94F5-CA69-5E11C839A2F1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ED04EE-F316-4914-C698-3E1B7E6A6135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21B5B1-F451-63A0-9E4F-9DA20EAA6C5E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D623B7F-BEC9-7A0C-AD45-641F7750296F}"/>
              </a:ext>
            </a:extLst>
          </p:cNvPr>
          <p:cNvSpPr txBox="1"/>
          <p:nvPr/>
        </p:nvSpPr>
        <p:spPr>
          <a:xfrm>
            <a:off x="4718421" y="1560714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C37B0A-F891-8A0A-2045-1A28821B8463}"/>
              </a:ext>
            </a:extLst>
          </p:cNvPr>
          <p:cNvCxnSpPr>
            <a:cxnSpLocks/>
          </p:cNvCxnSpPr>
          <p:nvPr/>
        </p:nvCxnSpPr>
        <p:spPr>
          <a:xfrm>
            <a:off x="7306227" y="206857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AB6611-CC78-DB53-99EF-0F80771B24D1}"/>
              </a:ext>
            </a:extLst>
          </p:cNvPr>
          <p:cNvSpPr txBox="1"/>
          <p:nvPr/>
        </p:nvSpPr>
        <p:spPr>
          <a:xfrm>
            <a:off x="6750814" y="1577142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27282F-FCD6-A2FA-6DAD-F669DAE74CFB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BC08CB-65D5-D8A9-BDFF-D1BC6A486D1B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29DB5D9-BF98-5946-D7E0-45E7D680045C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42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8545-F5A8-B454-D357-3E323818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19007E-A516-7BF5-5245-6F66CC20EBB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34589F-AD25-4F35-E3A6-E82BA34BC9F9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B816BB-5C59-4CAB-BB64-BAC4E9F4AA48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963202-8C8F-4269-E17C-2A9A1272FBDC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2A59A2-2163-9DB1-1E5F-B5D24E02A9DE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5F8D56-3C99-DEF7-A534-39DC5F18BDB2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EF9D3D-A4CF-E9F8-1320-8BE434D40723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B963A9-2950-03AF-8F66-C25AA10A79A1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6B462D9-F378-8EA0-BDAA-5221C9DBDBE1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FB917F-016C-C061-F438-A4F6F0E78B1D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3213C6-39FB-B731-2816-C3F51DC4E98B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608237-F022-7552-574D-4B03386A5C46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5FFF30C-1B56-302B-A7C8-6CFC7A77CD3D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C044BE-B04C-E59C-9136-2836DC85AD2C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7CDBA1-BAFC-3151-2ECE-8EB139170B74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F2DCF6-12DF-77C4-56E9-00B918D87B20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C8B28-2DD4-55E7-955A-4986B85D84F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00B3FE-0300-29B8-8EF8-7F94BF59DC2C}"/>
              </a:ext>
            </a:extLst>
          </p:cNvPr>
          <p:cNvCxnSpPr>
            <a:cxnSpLocks/>
          </p:cNvCxnSpPr>
          <p:nvPr/>
        </p:nvCxnSpPr>
        <p:spPr>
          <a:xfrm>
            <a:off x="5165452" y="2068276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D2CD35-A5A5-BD2D-F48A-DD716E7F1641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FAF01A-3974-17F8-4FFB-3A9B77903B1B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5B2B2A-0171-2358-ACB0-FDF0028F094F}"/>
              </a:ext>
            </a:extLst>
          </p:cNvPr>
          <p:cNvSpPr txBox="1"/>
          <p:nvPr/>
        </p:nvSpPr>
        <p:spPr>
          <a:xfrm>
            <a:off x="4771439" y="1592587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0BB4CE-035E-E76D-0394-7F4543C2CAE0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43619B-F15B-71A3-DEC5-DF28292DA294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FA05F7-54CA-D279-1378-CB63C1705C6F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7F225A-2689-0EA3-CBC4-C256D9E18D06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037F5D-9416-4BE6-8D8B-26D245EB5A98}"/>
              </a:ext>
            </a:extLst>
          </p:cNvPr>
          <p:cNvCxnSpPr>
            <a:cxnSpLocks/>
          </p:cNvCxnSpPr>
          <p:nvPr/>
        </p:nvCxnSpPr>
        <p:spPr>
          <a:xfrm>
            <a:off x="7306227" y="2068570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E143ED4-48CD-AC59-7173-1B7B6916A73A}"/>
              </a:ext>
            </a:extLst>
          </p:cNvPr>
          <p:cNvSpPr txBox="1"/>
          <p:nvPr/>
        </p:nvSpPr>
        <p:spPr>
          <a:xfrm>
            <a:off x="6750814" y="1577142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42647D0-DA42-3B04-561C-0B4B1C0F7B9B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1E23BC-7229-E137-DEE8-2F256682A518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CE14C66-88A3-6AF7-79FA-9625B9CF3508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832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05B87-5A25-5A07-24D6-DD396AA2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C009FF-7409-280B-F141-370503BA307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2F8245-B2ED-97BF-12F1-523974144554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38560A-574D-B6C5-F2EB-B9F3463F1B83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3014AD-4D75-AFB4-C08F-78D6A79EE778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857584-91D5-E298-D8BA-30EEAA21F304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A1EEEF-CF73-2AC4-AF94-D9966C5C6483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D93AF5-CC40-3B8E-06DF-9C8BC2C33E67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63AA55-ED53-8A4E-D5A3-2426858384EA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2CEFF5-574A-7A6F-F920-50F1969A3BEB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305F1-D96C-41EB-CBB6-8A8E7A18D995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0B9BB-AB52-1BA6-B95F-4E28BCDC8302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A589C4-E7AD-A831-B1C3-DBEA3C62A57B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871DB1A-D90F-5764-8C17-054181EC1108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AB0A1A-A469-7E28-2F1F-484A25D32B29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F573C7-C5B8-A91C-75F1-F7E972F2671F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90E7A9-DA35-3425-2BB7-1D91F9D741BE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7E335-15D5-838C-BC0F-089AE9F840B9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78CB02-D226-2B3E-1D7E-EA891A2F4EA0}"/>
              </a:ext>
            </a:extLst>
          </p:cNvPr>
          <p:cNvCxnSpPr>
            <a:cxnSpLocks/>
          </p:cNvCxnSpPr>
          <p:nvPr/>
        </p:nvCxnSpPr>
        <p:spPr>
          <a:xfrm>
            <a:off x="5165452" y="2068276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5953DB-CC39-7392-1A3B-C5AAC3D18F75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E1C965D-D766-E2AF-442D-6956FBF2D72C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18D734-031F-FC23-32ED-F2702F005983}"/>
              </a:ext>
            </a:extLst>
          </p:cNvPr>
          <p:cNvSpPr txBox="1"/>
          <p:nvPr/>
        </p:nvSpPr>
        <p:spPr>
          <a:xfrm>
            <a:off x="4771439" y="1592587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89D619-9531-71C5-2FA0-E8821981510F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14F31E-5536-6069-3C92-BFAB71AB2CC8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2BB474D-04E7-5710-19C7-692C6A8F65D7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11F60BF-3D4D-C185-1EE4-CD7F5861EAE9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4FD1A9-A3F4-E605-6987-9768066CED07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72FD8F-BA3C-7808-5406-CEBCF3985F4C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E6F12A7-054B-A8BA-7856-5D8AF3EE7B01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B97308-E99C-FB6D-E370-CE8BAF376001}"/>
              </a:ext>
            </a:extLst>
          </p:cNvPr>
          <p:cNvCxnSpPr>
            <a:cxnSpLocks/>
          </p:cNvCxnSpPr>
          <p:nvPr/>
        </p:nvCxnSpPr>
        <p:spPr>
          <a:xfrm>
            <a:off x="7319467" y="2053282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2020E51-84F2-A4D1-C958-B91059772080}"/>
              </a:ext>
            </a:extLst>
          </p:cNvPr>
          <p:cNvSpPr txBox="1"/>
          <p:nvPr/>
        </p:nvSpPr>
        <p:spPr>
          <a:xfrm>
            <a:off x="6907775" y="159258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693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99C7-E799-A75E-5DF2-D84417E9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53BA90-9C13-3F23-A90E-1A03A927911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C15554-508B-E776-6D7B-EA48291648ED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A4BD34-CA93-939B-B69A-7F33ECB35CB3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29DEBB-4121-792D-DD87-9D66FF6AD6A7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9829C0-C067-5337-6A85-BA9133E5D352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D76C2B-2948-92DE-E814-9137778E1B00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80AE83-A0CF-88C8-EDF0-60DE4B51B0EC}"/>
              </a:ext>
            </a:extLst>
          </p:cNvPr>
          <p:cNvCxnSpPr/>
          <p:nvPr/>
        </p:nvCxnSpPr>
        <p:spPr>
          <a:xfrm>
            <a:off x="5626260" y="35801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233312-36B8-B376-E7CF-56169781D980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35BDFA-0C85-352A-6272-C593C1046096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FC84CB-997A-9E31-52EA-EFA0A3D98254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F20297-3CA8-30E5-4353-1632A6DF0633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5D3ACD-4CE4-02EF-8C34-8B961325D7D7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E12D62-5615-21FB-112E-2E45A2507F8F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8FFD54-9510-A398-56C9-95566798CD59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991E1E-B1E5-D741-DC35-CDA1E3916E95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725AA2-7AFD-77C6-38F2-A04B4B084D56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BFFB1-78A9-58EC-C68B-EAC453B64A17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B0DF7B-F4E0-3EBB-A4BF-CCB2A2B31489}"/>
              </a:ext>
            </a:extLst>
          </p:cNvPr>
          <p:cNvCxnSpPr>
            <a:cxnSpLocks/>
          </p:cNvCxnSpPr>
          <p:nvPr/>
        </p:nvCxnSpPr>
        <p:spPr>
          <a:xfrm>
            <a:off x="5165452" y="2068276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CED102-64BD-BBDC-9EBE-E76230294C89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B121EA3-BCE8-CF78-9D09-68C81B06C6F9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4C96E7-879E-1161-9871-9E44B4897131}"/>
              </a:ext>
            </a:extLst>
          </p:cNvPr>
          <p:cNvSpPr txBox="1"/>
          <p:nvPr/>
        </p:nvSpPr>
        <p:spPr>
          <a:xfrm>
            <a:off x="4771439" y="1592587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560469-674C-FF57-7A3F-02DA7E6039EC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E3C685-FE8F-E6C9-D221-62BFB2D122C1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D8D8C0-66AA-1BD7-AA13-64C7051CA822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E5D480-7F2E-B355-64B6-B9A63217831A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2ACF0EF-4E2E-5590-D6BA-92B73418C236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F8745D-4475-5273-8F6A-9C3407F89BEB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662F34D-A766-EB37-136F-D55CB84404E2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6A1962-3752-331A-AF4C-F9F223CA9D78}"/>
              </a:ext>
            </a:extLst>
          </p:cNvPr>
          <p:cNvCxnSpPr>
            <a:cxnSpLocks/>
          </p:cNvCxnSpPr>
          <p:nvPr/>
        </p:nvCxnSpPr>
        <p:spPr>
          <a:xfrm>
            <a:off x="7319467" y="2053282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AA8475-2497-3324-6F37-5D006107682A}"/>
              </a:ext>
            </a:extLst>
          </p:cNvPr>
          <p:cNvSpPr txBox="1"/>
          <p:nvPr/>
        </p:nvSpPr>
        <p:spPr>
          <a:xfrm>
            <a:off x="6907775" y="159258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859112-F8F6-4353-234F-3BA780519D97}"/>
              </a:ext>
            </a:extLst>
          </p:cNvPr>
          <p:cNvCxnSpPr>
            <a:cxnSpLocks/>
          </p:cNvCxnSpPr>
          <p:nvPr/>
        </p:nvCxnSpPr>
        <p:spPr>
          <a:xfrm>
            <a:off x="9436445" y="2084015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DB35DB-1912-7824-91EE-A9B91DDC56FF}"/>
              </a:ext>
            </a:extLst>
          </p:cNvPr>
          <p:cNvSpPr txBox="1"/>
          <p:nvPr/>
        </p:nvSpPr>
        <p:spPr>
          <a:xfrm>
            <a:off x="8881032" y="159258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1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F71D-DD7B-E1F7-4E66-C85A7812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D7A334-752D-DEB7-05D9-7C29E63CFEC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F5AAD1-B360-3EC6-8F81-5123FFD6A42C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39B533-27E1-90A1-0B96-DD75D2085F7E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6065F0-3EDC-FD2F-FC1F-8BF68F7A3C57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0FF715-E8C3-FBDB-30A1-7BFD7E83811E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8B5803-04C5-BF39-8671-BEA398F59992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314CA0-C22C-8B3E-7E98-64223C423EE3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239F3FC-B3D2-AA79-4A44-57018AF4B123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A7ACE4-32E5-DC90-4875-90AF4731D56A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D422C-E4B3-8FE6-B1FA-408121B7EAB5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5F579C-A91A-9D9C-6825-38506740368D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2D985CC-6185-2A99-313C-C5036675642C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BC6205-EBDC-8843-B645-659593B9621C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23C1D2-67B4-91A9-D432-28527D98B7C4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A74BD1-A17B-9A39-1A7F-6FD445F175F4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169B7-2DA2-F9B3-F16D-B6CDAD5E0341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5F81FC-C1C0-05A9-BF6D-C674BB31C53E}"/>
              </a:ext>
            </a:extLst>
          </p:cNvPr>
          <p:cNvCxnSpPr>
            <a:cxnSpLocks/>
          </p:cNvCxnSpPr>
          <p:nvPr/>
        </p:nvCxnSpPr>
        <p:spPr>
          <a:xfrm>
            <a:off x="5165452" y="2068276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2D34C3F-7A4C-9093-6F71-0D4FC23C1714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48AFDF8-CA21-A67C-2F08-F683E0782276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A9BF11-9B1F-74E8-BCBC-BCC0861AC2D2}"/>
              </a:ext>
            </a:extLst>
          </p:cNvPr>
          <p:cNvSpPr txBox="1"/>
          <p:nvPr/>
        </p:nvSpPr>
        <p:spPr>
          <a:xfrm>
            <a:off x="4771439" y="1592587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9D5258-BE3C-D061-4012-B75C26F14A7A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2620B1-7B06-F785-97B7-DD13FAACF4DC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9D268A-FD07-B7F5-E202-BFC03DB0D94F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431E88-AD5F-8A22-A589-2EA180F8755A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10BF8B-DD5A-DF99-82C3-21E3CC855A8C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1757347-7707-78FC-6B05-49D0B7AF557B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BC91D96-8F1E-0F14-891F-09168DBA68E2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B557EB-4662-619B-41E9-6149529E7CFD}"/>
              </a:ext>
            </a:extLst>
          </p:cNvPr>
          <p:cNvCxnSpPr>
            <a:cxnSpLocks/>
          </p:cNvCxnSpPr>
          <p:nvPr/>
        </p:nvCxnSpPr>
        <p:spPr>
          <a:xfrm>
            <a:off x="7319467" y="2053282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2FB5230-777B-63BE-C2C9-D407E461219D}"/>
              </a:ext>
            </a:extLst>
          </p:cNvPr>
          <p:cNvSpPr txBox="1"/>
          <p:nvPr/>
        </p:nvSpPr>
        <p:spPr>
          <a:xfrm>
            <a:off x="6907775" y="159258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AB8D44-EBF2-0EAC-A6E3-7FAA1DFAA7D3}"/>
              </a:ext>
            </a:extLst>
          </p:cNvPr>
          <p:cNvCxnSpPr>
            <a:cxnSpLocks/>
          </p:cNvCxnSpPr>
          <p:nvPr/>
        </p:nvCxnSpPr>
        <p:spPr>
          <a:xfrm>
            <a:off x="9436445" y="2084015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D12CF35-033F-9BB4-48C6-40AC7E325C85}"/>
              </a:ext>
            </a:extLst>
          </p:cNvPr>
          <p:cNvSpPr txBox="1"/>
          <p:nvPr/>
        </p:nvSpPr>
        <p:spPr>
          <a:xfrm>
            <a:off x="8881032" y="159258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9A86E9-6E7D-D765-1333-B21CD5C22E62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157117D-2941-6DDD-E202-9D17B1E31CBF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82DFE54-B346-8381-FC43-2DAB2DA8A370}"/>
              </a:ext>
            </a:extLst>
          </p:cNvPr>
          <p:cNvCxnSpPr>
            <a:cxnSpLocks/>
          </p:cNvCxnSpPr>
          <p:nvPr/>
        </p:nvCxnSpPr>
        <p:spPr>
          <a:xfrm>
            <a:off x="6673054" y="2140160"/>
            <a:ext cx="0" cy="85523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406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FBBD8-5CBE-9B56-8AED-F6B1463E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39E631-FF86-BE12-FA4B-22EAB5C6E09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EAC273-0914-0225-D758-4746569EA0B3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645D65-A5D1-2839-23B7-D162043F3E3D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B0AB77-409C-160C-26E7-9F72827DFD42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E18785-2648-FD0C-D0CD-1A8199B47755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D6613D-6BB0-61BD-92A3-D04446E0CB51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6C762D-A355-7A77-57EB-5B2D6A08BF5F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12AA4F-9F27-7D3B-3D61-466EE0814A76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55BD5F-92B5-724B-CB44-EB20F62D178A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AC937-3237-0A67-BAC2-38E9B81A9142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A2C046-986F-23C5-8C6B-5ED084B531D3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B176626-79F7-E581-C509-FA206983CA68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967187-9A2E-2C59-E4E9-476079835941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420775-392E-D20A-1C12-54BF15C1D965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F332BC-408B-2F6C-4EF1-A51EDD0D54C1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49C18-D2C5-A576-684C-7F1D0D227B82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FD2BEE4-BBF4-7444-2014-AE0054222575}"/>
              </a:ext>
            </a:extLst>
          </p:cNvPr>
          <p:cNvCxnSpPr>
            <a:cxnSpLocks/>
          </p:cNvCxnSpPr>
          <p:nvPr/>
        </p:nvCxnSpPr>
        <p:spPr>
          <a:xfrm>
            <a:off x="7306994" y="200640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AA898E-44F6-4831-51C0-0B7AEB147B6A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6CF7CA3-5E12-4618-4692-25ADE2821E72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12BF44-937F-539C-21CA-F8D885FF56E2}"/>
              </a:ext>
            </a:extLst>
          </p:cNvPr>
          <p:cNvSpPr txBox="1"/>
          <p:nvPr/>
        </p:nvSpPr>
        <p:spPr>
          <a:xfrm>
            <a:off x="6912981" y="1530712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91683-2E3A-72E6-9EB1-E13DCE64E9BB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B664B8-D81C-11EF-CBDF-D39B06EAE1C9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7CB652-4B38-8C17-5533-FF51CD17DC56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D96D21-716B-532C-1F2B-7A3C3F319585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669A30-4245-0665-C2FF-DC53DFBF3365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A52F4-63F9-95AB-F19B-034D607834DC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AC66F74-C253-739E-95AB-A12F7E3E59DC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DD265F-E505-9F08-3B99-355E54004F17}"/>
              </a:ext>
            </a:extLst>
          </p:cNvPr>
          <p:cNvCxnSpPr>
            <a:cxnSpLocks/>
          </p:cNvCxnSpPr>
          <p:nvPr/>
        </p:nvCxnSpPr>
        <p:spPr>
          <a:xfrm>
            <a:off x="9436445" y="2084015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2A13E65-2703-A1E1-F545-DB7AB2C536DC}"/>
              </a:ext>
            </a:extLst>
          </p:cNvPr>
          <p:cNvSpPr txBox="1"/>
          <p:nvPr/>
        </p:nvSpPr>
        <p:spPr>
          <a:xfrm>
            <a:off x="8881032" y="1592587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236DDD-5B42-E3EC-158E-04E6943F488E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89DB53-18AB-D141-4BC0-425783B0738B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6DD344-0440-7463-6AB7-A627E9563C84}"/>
              </a:ext>
            </a:extLst>
          </p:cNvPr>
          <p:cNvCxnSpPr>
            <a:cxnSpLocks/>
          </p:cNvCxnSpPr>
          <p:nvPr/>
        </p:nvCxnSpPr>
        <p:spPr>
          <a:xfrm>
            <a:off x="6673054" y="2140160"/>
            <a:ext cx="0" cy="85523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100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C81A6-55A4-9C65-A0CA-D34F0E97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A1168-3584-B3F3-0F5F-48CDB78292D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A44726-D245-71C4-EB4B-10CF1610B81F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B30B10-675A-5B21-1990-DF38CD668C14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A8B0F9-3BDA-6569-525A-708C39C4E61E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F99890-EEDF-D2B6-D8E8-DA57152873B9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F7F115-B92D-683C-53DC-32D8602D364E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C0D1DE-32E5-E2E3-F47D-092DAC107CCA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EDCE3D7-D99C-C8C3-FD58-A412389D9E6A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9B7AFA-03BA-0990-CFDB-B984A6734F58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243EC7-9B41-CD74-A551-E5E664A052A8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02CEC3-AF0A-05CA-3D84-9683459F82EE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6B0490-B277-3F6E-9D14-F048EA5C4F7E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BCF52D-6D22-869F-EAD1-DE39818F3B6F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FAD33A-3E83-373F-3886-3FE6A91A26F7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4F6188-3985-F019-E812-AC6C55E50006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82A83-2336-0A4B-F585-DDBA598D9691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64A51D-9448-545C-3963-ADDB5B762BFA}"/>
              </a:ext>
            </a:extLst>
          </p:cNvPr>
          <p:cNvCxnSpPr>
            <a:cxnSpLocks/>
          </p:cNvCxnSpPr>
          <p:nvPr/>
        </p:nvCxnSpPr>
        <p:spPr>
          <a:xfrm>
            <a:off x="7306994" y="200640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957AE9-8B20-F858-74BA-67F0FD7804B6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51C4D54-DE96-57FC-D052-7A2527C1EEA8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991CD8-7130-4787-6F79-31EB98055C82}"/>
              </a:ext>
            </a:extLst>
          </p:cNvPr>
          <p:cNvSpPr txBox="1"/>
          <p:nvPr/>
        </p:nvSpPr>
        <p:spPr>
          <a:xfrm>
            <a:off x="6912981" y="1530712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781D3-C7A6-A859-2D81-7A6A3ACE36CA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611909-E5FD-57BF-D1F3-AAC4900D3422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1F63CD-479D-F39D-DBE5-2A5429951B61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5414F5-13FB-F266-2798-290496AD18F6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174BC1-23ED-55CB-DD4C-9826E00415B6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7FDDEFF-13C4-3A9F-A602-CF871C75EE05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30BBAE1-4EEF-E28B-BA6A-895CAA8A1FBD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1D1251-6630-0A7D-5282-CD661548E7C0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C541DE3-091B-14CA-A655-322D156EE720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E5353C-63AE-5B12-858F-C0A0DFC07486}"/>
              </a:ext>
            </a:extLst>
          </p:cNvPr>
          <p:cNvCxnSpPr>
            <a:cxnSpLocks/>
          </p:cNvCxnSpPr>
          <p:nvPr/>
        </p:nvCxnSpPr>
        <p:spPr>
          <a:xfrm>
            <a:off x="6673054" y="2140160"/>
            <a:ext cx="0" cy="85523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6D246A-EB9A-4636-CA71-661EA97C65C3}"/>
              </a:ext>
            </a:extLst>
          </p:cNvPr>
          <p:cNvCxnSpPr>
            <a:cxnSpLocks/>
          </p:cNvCxnSpPr>
          <p:nvPr/>
        </p:nvCxnSpPr>
        <p:spPr>
          <a:xfrm>
            <a:off x="9398086" y="20054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5CC5EB-5DD8-CBB4-5176-BC388DED3874}"/>
              </a:ext>
            </a:extLst>
          </p:cNvPr>
          <p:cNvSpPr txBox="1"/>
          <p:nvPr/>
        </p:nvSpPr>
        <p:spPr>
          <a:xfrm>
            <a:off x="8986394" y="154473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469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B4E0-1497-9E34-DE0B-9D377A5E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27C79E-E008-A1E4-CE63-B822D21EB11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7960B7-B930-2AFD-55F1-6171F218840B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A14E1E-8D1E-4723-C9EF-B470283816E8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73BF23-5272-DD86-5D56-3655B1A8EFE0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7DA228-A1FD-0497-B9C6-F5946F9F0394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5065B5-EFC6-35BE-8AFA-A5E9767A3C3A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A798E5-1B17-30A7-6AD0-DD5AAC64EDF2}"/>
              </a:ext>
            </a:extLst>
          </p:cNvPr>
          <p:cNvCxnSpPr/>
          <p:nvPr/>
        </p:nvCxnSpPr>
        <p:spPr>
          <a:xfrm>
            <a:off x="7790340" y="359540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2304334-B468-2470-7329-E7F54E4080A9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F3A48-1056-87B6-C73A-C47A6DCA0D27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59093F-C970-4CFB-DBA0-616A1C54ACC5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B5FF99-B219-4D31-2A80-D675F3AA024D}"/>
              </a:ext>
            </a:extLst>
          </p:cNvPr>
          <p:cNvCxnSpPr>
            <a:cxnSpLocks/>
          </p:cNvCxnSpPr>
          <p:nvPr/>
        </p:nvCxnSpPr>
        <p:spPr>
          <a:xfrm>
            <a:off x="9966960" y="358016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0E12D8F-CE26-9118-3FB9-5430567A4214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E17F59-4898-D7F9-2DD2-F5A99B362D51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1AF9D6-E17E-74F1-FD82-27A1FFF75D39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92479A-A241-7BF0-4C21-4EC100A19457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D2D5F-F532-4902-2100-2C7240D10997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66F6FB-B468-F4B2-9689-358621AA8E7B}"/>
              </a:ext>
            </a:extLst>
          </p:cNvPr>
          <p:cNvCxnSpPr>
            <a:cxnSpLocks/>
          </p:cNvCxnSpPr>
          <p:nvPr/>
        </p:nvCxnSpPr>
        <p:spPr>
          <a:xfrm>
            <a:off x="7306994" y="200640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9608184-A001-3806-9BE1-7BA0E6418C96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117367F-9A12-3194-29CC-623E629F44AA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68CAF6-ACB7-D029-BA58-7DD28514F599}"/>
              </a:ext>
            </a:extLst>
          </p:cNvPr>
          <p:cNvSpPr txBox="1"/>
          <p:nvPr/>
        </p:nvSpPr>
        <p:spPr>
          <a:xfrm>
            <a:off x="6912981" y="1530712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3B9887-C9C4-B0E6-B345-192F442A041F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05F893-2C37-1094-EFD8-AD47242D0931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15E05A-A847-F5F2-6E5E-252F4E8E18C4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316606-1F70-27DF-BECA-F6B323265721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206950E-9FF9-FA29-5FEF-4AA9242D5EC7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49E9E87-D8A9-7C21-372D-C7A134EA4341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D20D82-C62B-EB88-39B5-D37BAA728AE8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DB6E67-C263-69C5-81A1-E6F6A1A1814B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D1EB3C8-FC84-5D31-2FBE-0140B4644D61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AD597FA-A888-D54C-6593-D98147E63362}"/>
              </a:ext>
            </a:extLst>
          </p:cNvPr>
          <p:cNvCxnSpPr>
            <a:cxnSpLocks/>
          </p:cNvCxnSpPr>
          <p:nvPr/>
        </p:nvCxnSpPr>
        <p:spPr>
          <a:xfrm>
            <a:off x="6673054" y="2140160"/>
            <a:ext cx="0" cy="85523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F0F751-6E78-49E2-F57E-18DC1D637515}"/>
              </a:ext>
            </a:extLst>
          </p:cNvPr>
          <p:cNvCxnSpPr>
            <a:cxnSpLocks/>
          </p:cNvCxnSpPr>
          <p:nvPr/>
        </p:nvCxnSpPr>
        <p:spPr>
          <a:xfrm>
            <a:off x="9398086" y="20054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F1F9C4E-349F-A308-FDE6-D6A31D7FC62D}"/>
              </a:ext>
            </a:extLst>
          </p:cNvPr>
          <p:cNvSpPr txBox="1"/>
          <p:nvPr/>
        </p:nvSpPr>
        <p:spPr>
          <a:xfrm>
            <a:off x="8986394" y="154473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AC5B90-D0ED-C119-FEA5-39ECBB14D9CF}"/>
              </a:ext>
            </a:extLst>
          </p:cNvPr>
          <p:cNvCxnSpPr>
            <a:cxnSpLocks/>
          </p:cNvCxnSpPr>
          <p:nvPr/>
        </p:nvCxnSpPr>
        <p:spPr>
          <a:xfrm>
            <a:off x="11002854" y="256015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96BDAF4-39BB-7D65-9CC1-74025A389FCB}"/>
              </a:ext>
            </a:extLst>
          </p:cNvPr>
          <p:cNvSpPr txBox="1"/>
          <p:nvPr/>
        </p:nvSpPr>
        <p:spPr>
          <a:xfrm>
            <a:off x="10447441" y="2068731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716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66D42-984C-D786-E0F9-0C2E8EA0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DEAF04-F77F-C504-E5CA-EB281FFE685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60F642-E003-6EF3-FDE7-9D5C2C005477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91AB87-B24F-A739-E3FB-CCD009EACA05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818506-3D09-1634-89BD-46D5560C2B1B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5F6A34-3540-94F8-D4D1-07462C611255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4A9D18-F62A-B809-B806-78EFA88BC459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AC4B62F-D51E-0FED-8474-563FA484AAE5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B9FDEF-E8F0-F715-5303-7B24B3D8B39C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1D718C-1EAA-4CD6-727E-58DCDDA94F0D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731C5D-E783-712A-9CBA-03F2640D1339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E52A74-CC21-49FB-719A-BCC997381566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7B7530-5356-0659-86ED-D1FFFA4E0FC6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FDA410-E0F0-7116-ABFF-337E7FD845AE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D21E84-93C6-37F8-4869-810199C25CB0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8DEE70-EA31-E9ED-ACC6-05BC5ADAEA99}"/>
              </a:ext>
            </a:extLst>
          </p:cNvPr>
          <p:cNvCxnSpPr>
            <a:cxnSpLocks/>
          </p:cNvCxnSpPr>
          <p:nvPr/>
        </p:nvCxnSpPr>
        <p:spPr>
          <a:xfrm>
            <a:off x="7306994" y="200640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D316590-EBB5-6991-55F6-2F4BE7C3DCAA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1D5DB58-21E3-4E20-5506-C1088965019B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E5486D-1AEE-B8D2-3148-385C03CF85A7}"/>
              </a:ext>
            </a:extLst>
          </p:cNvPr>
          <p:cNvSpPr txBox="1"/>
          <p:nvPr/>
        </p:nvSpPr>
        <p:spPr>
          <a:xfrm>
            <a:off x="6912981" y="1530712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E75A84-48CC-0D9E-0AEE-745674422896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6CB2CF-1265-C615-9681-ECB90EDC08D7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A8A194-1B15-41EB-83E4-01AAE3421B2C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F47796-9456-72BC-719E-4A8FADA156FD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F0AE8A-B536-3138-4D60-DC8BC3006D7B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B5F55C9-32E2-84DE-10FB-B2475FD2B161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0F012D-398C-8D66-0EA6-4CDB70A9BEC6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EAC120-454A-5344-AB71-E810867E0376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1A4687-A994-F467-C48F-B856A5C95BF3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8608EB-17C8-E700-4EF0-23E89AF82230}"/>
              </a:ext>
            </a:extLst>
          </p:cNvPr>
          <p:cNvCxnSpPr>
            <a:cxnSpLocks/>
          </p:cNvCxnSpPr>
          <p:nvPr/>
        </p:nvCxnSpPr>
        <p:spPr>
          <a:xfrm>
            <a:off x="6673054" y="2140160"/>
            <a:ext cx="0" cy="85523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F7D5B1-9659-8909-083C-0D85228EB656}"/>
              </a:ext>
            </a:extLst>
          </p:cNvPr>
          <p:cNvCxnSpPr>
            <a:cxnSpLocks/>
          </p:cNvCxnSpPr>
          <p:nvPr/>
        </p:nvCxnSpPr>
        <p:spPr>
          <a:xfrm>
            <a:off x="9398086" y="2005431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FBAAA0-E400-D873-9D2A-257895A6F1E4}"/>
              </a:ext>
            </a:extLst>
          </p:cNvPr>
          <p:cNvSpPr txBox="1"/>
          <p:nvPr/>
        </p:nvSpPr>
        <p:spPr>
          <a:xfrm>
            <a:off x="8986394" y="1544736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2347E8-EBB0-6550-0B55-356F86368351}"/>
              </a:ext>
            </a:extLst>
          </p:cNvPr>
          <p:cNvCxnSpPr>
            <a:cxnSpLocks/>
          </p:cNvCxnSpPr>
          <p:nvPr/>
        </p:nvCxnSpPr>
        <p:spPr>
          <a:xfrm>
            <a:off x="11002854" y="256015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D1B6BF-D5A4-F845-D03E-E8B2C3C37B74}"/>
              </a:ext>
            </a:extLst>
          </p:cNvPr>
          <p:cNvSpPr txBox="1"/>
          <p:nvPr/>
        </p:nvSpPr>
        <p:spPr>
          <a:xfrm>
            <a:off x="10447441" y="2068731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CBA138-339B-CA53-6705-CF006E41D264}"/>
              </a:ext>
            </a:extLst>
          </p:cNvPr>
          <p:cNvCxnSpPr>
            <a:cxnSpLocks/>
          </p:cNvCxnSpPr>
          <p:nvPr/>
        </p:nvCxnSpPr>
        <p:spPr>
          <a:xfrm flipV="1">
            <a:off x="767507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64151AD-C53D-8FCB-EA6A-13E08D036C5C}"/>
              </a:ext>
            </a:extLst>
          </p:cNvPr>
          <p:cNvCxnSpPr>
            <a:cxnSpLocks/>
          </p:cNvCxnSpPr>
          <p:nvPr/>
        </p:nvCxnSpPr>
        <p:spPr>
          <a:xfrm>
            <a:off x="767507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5D31F1A-9849-D6C5-2AE1-CC8B2D396B11}"/>
              </a:ext>
            </a:extLst>
          </p:cNvPr>
          <p:cNvCxnSpPr>
            <a:cxnSpLocks/>
          </p:cNvCxnSpPr>
          <p:nvPr/>
        </p:nvCxnSpPr>
        <p:spPr>
          <a:xfrm>
            <a:off x="910548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902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6ECA6-0D95-AC30-D4D1-60166F78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7C7B2C-1B58-4673-4A67-FFFF77FB335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DABAD4-86B2-CD4E-A9C1-A757FE53878E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74A4D2-BE92-D709-DD4B-8C25474AEFA4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05E56D-49A1-3DF9-F7BA-F6EE1EC73B97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FFC43F-D630-8698-4A19-D062E4BD85F4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811510-CD74-9263-E318-90D9B938E806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4F5FC11-0CA9-5A08-403C-525AC62CEE6D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A346FC-2A25-3631-0C9B-B1BF6FD215C7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C08E43-477D-F9E7-4255-1E70335281FE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C3BAE-66FB-1917-954C-4476C882BB0F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441BD6-4386-129B-B0F9-BB2E426E484A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9208BC-23AF-FF6D-CCB8-847D8654D2C7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490B77-E58C-49D8-6C5E-22E7B4BC3C85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4107B7-0D01-0493-62FF-9CCD5CF262A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399116-DB7F-F77F-92BF-D87AA8B28397}"/>
              </a:ext>
            </a:extLst>
          </p:cNvPr>
          <p:cNvCxnSpPr>
            <a:cxnSpLocks/>
          </p:cNvCxnSpPr>
          <p:nvPr/>
        </p:nvCxnSpPr>
        <p:spPr>
          <a:xfrm>
            <a:off x="9435482" y="2068276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DF1B39-C397-FE6B-93A7-DA13CA937463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1EA1190-B822-9F3A-EBB0-D9F4795EA757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788698-99DD-4775-B1C1-DD52A2C3C29E}"/>
              </a:ext>
            </a:extLst>
          </p:cNvPr>
          <p:cNvSpPr txBox="1"/>
          <p:nvPr/>
        </p:nvSpPr>
        <p:spPr>
          <a:xfrm>
            <a:off x="9041469" y="1592587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E45887-455B-FA38-6C4C-A5DE0755C876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4D3AE9-B251-A6B5-E46C-6A5D39CEEB67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CC8B03-401F-C117-BC59-6F37860A1FEA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C48B67-10B3-EE93-2A3B-99BB546B389C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31B880-6BC3-DE7E-2556-738AA8AFF02E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FDB8BE7-A7CE-45C4-5EC0-CB4F196CD443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060B0A-D242-3ED0-E6C1-E564E1BC692E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7EC8F2-A39D-0AC3-81CA-109F863ED8A2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BE5C669-2FA8-2184-CB73-9D78B1E7ACEC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CF05A42-B522-1EC4-B6BE-F438D961C337}"/>
              </a:ext>
            </a:extLst>
          </p:cNvPr>
          <p:cNvCxnSpPr>
            <a:cxnSpLocks/>
          </p:cNvCxnSpPr>
          <p:nvPr/>
        </p:nvCxnSpPr>
        <p:spPr>
          <a:xfrm>
            <a:off x="6673054" y="2140160"/>
            <a:ext cx="0" cy="85523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F328F7-FB94-8CC0-C1E8-C129070F1672}"/>
              </a:ext>
            </a:extLst>
          </p:cNvPr>
          <p:cNvCxnSpPr>
            <a:cxnSpLocks/>
          </p:cNvCxnSpPr>
          <p:nvPr/>
        </p:nvCxnSpPr>
        <p:spPr>
          <a:xfrm>
            <a:off x="11002854" y="2560159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1DB2F3-5C0C-E86B-2E85-976BA8FEEB4C}"/>
              </a:ext>
            </a:extLst>
          </p:cNvPr>
          <p:cNvSpPr txBox="1"/>
          <p:nvPr/>
        </p:nvSpPr>
        <p:spPr>
          <a:xfrm>
            <a:off x="10447441" y="2068731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nextPtr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E5E76A-02A8-EA57-6BEE-073B3200801B}"/>
              </a:ext>
            </a:extLst>
          </p:cNvPr>
          <p:cNvCxnSpPr>
            <a:cxnSpLocks/>
          </p:cNvCxnSpPr>
          <p:nvPr/>
        </p:nvCxnSpPr>
        <p:spPr>
          <a:xfrm flipV="1">
            <a:off x="767507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54D3BDC-DCC8-FFCA-8335-BD1E6E95022C}"/>
              </a:ext>
            </a:extLst>
          </p:cNvPr>
          <p:cNvCxnSpPr>
            <a:cxnSpLocks/>
          </p:cNvCxnSpPr>
          <p:nvPr/>
        </p:nvCxnSpPr>
        <p:spPr>
          <a:xfrm>
            <a:off x="767507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A398F9-C646-98F7-02E7-32AD0DDE5FD7}"/>
              </a:ext>
            </a:extLst>
          </p:cNvPr>
          <p:cNvCxnSpPr>
            <a:cxnSpLocks/>
          </p:cNvCxnSpPr>
          <p:nvPr/>
        </p:nvCxnSpPr>
        <p:spPr>
          <a:xfrm>
            <a:off x="910548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449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1CC52-BD1A-A077-14A3-68B1D331E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51D01C-6DAE-8CB1-9F8F-126EB025BE5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4034D9-1976-9492-736A-CEE5BC1B66CA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33B2FB-43EB-EE83-03E8-814348DDB39A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CA02E3-BDBD-D569-753A-34E00008FB5B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572FD6-5752-3038-F0F5-F62391ACA7AE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775477-5E43-4A49-3B11-45DFC717F01B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482631F-A596-210F-7DFD-A13369A408C8}"/>
              </a:ext>
            </a:extLst>
          </p:cNvPr>
          <p:cNvSpPr txBox="1"/>
          <p:nvPr/>
        </p:nvSpPr>
        <p:spPr>
          <a:xfrm>
            <a:off x="10592406" y="282903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A49E87-A12B-1A23-E998-A3552FBFB1DE}"/>
              </a:ext>
            </a:extLst>
          </p:cNvPr>
          <p:cNvSpPr txBox="1"/>
          <p:nvPr/>
        </p:nvSpPr>
        <p:spPr>
          <a:xfrm>
            <a:off x="219337" y="265230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A20503-403C-8E02-1B5F-4094AD87367C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A7061B-4BE2-56B3-1702-CB64E6FE08EB}"/>
              </a:ext>
            </a:extLst>
          </p:cNvPr>
          <p:cNvSpPr txBox="1"/>
          <p:nvPr/>
        </p:nvSpPr>
        <p:spPr>
          <a:xfrm>
            <a:off x="2592344" y="27531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E0F121-672A-3F86-A6B0-364E4DA555CA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A674E0-5866-D09C-73B2-F96A97F05E94}"/>
              </a:ext>
            </a:extLst>
          </p:cNvPr>
          <p:cNvSpPr txBox="1"/>
          <p:nvPr/>
        </p:nvSpPr>
        <p:spPr>
          <a:xfrm>
            <a:off x="691298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B3BFA7-7E5F-D2A2-A2A7-740C8E3210A2}"/>
              </a:ext>
            </a:extLst>
          </p:cNvPr>
          <p:cNvSpPr txBox="1"/>
          <p:nvPr/>
        </p:nvSpPr>
        <p:spPr>
          <a:xfrm>
            <a:off x="907706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45C6E-991D-4771-586C-115595CA3B98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208787-10EB-DE55-2D05-449D963F3D8F}"/>
              </a:ext>
            </a:extLst>
          </p:cNvPr>
          <p:cNvCxnSpPr>
            <a:cxnSpLocks/>
          </p:cNvCxnSpPr>
          <p:nvPr/>
        </p:nvCxnSpPr>
        <p:spPr>
          <a:xfrm>
            <a:off x="9435482" y="2068276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7B5340-B7CD-B95A-3795-413A48C131BC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354228B-46AF-CDB0-BDF6-87CB89FF32B2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D47BC9-45D0-58CA-7BEE-07924AB2FF22}"/>
              </a:ext>
            </a:extLst>
          </p:cNvPr>
          <p:cNvSpPr txBox="1"/>
          <p:nvPr/>
        </p:nvSpPr>
        <p:spPr>
          <a:xfrm>
            <a:off x="9041469" y="1592587"/>
            <a:ext cx="90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5C68FF-8F90-CEA8-C1D8-0248DB696872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2F897C-A730-FC16-91D0-70FC093AB421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CFE201-4682-030A-10D4-87FE81329541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40675D-5F1F-7BB8-DC75-AB6B45052DA5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7F2F91-FEC4-AB09-985B-DB1CCD99F991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7913BC5-9A18-57F9-3658-622784660978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4F4B01-A314-D4AE-184C-48BA487A465E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55FE00-EC89-CDEF-FC4B-1AFF9D9F036A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9F82CD-7A0C-E9D3-076E-F7F415E75ACA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E50DF1C-034D-980F-A134-52C1096A5CFD}"/>
              </a:ext>
            </a:extLst>
          </p:cNvPr>
          <p:cNvCxnSpPr>
            <a:cxnSpLocks/>
          </p:cNvCxnSpPr>
          <p:nvPr/>
        </p:nvCxnSpPr>
        <p:spPr>
          <a:xfrm>
            <a:off x="6673054" y="2140160"/>
            <a:ext cx="0" cy="85523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51E4D4-C23F-1E46-8FCF-489D647848D2}"/>
              </a:ext>
            </a:extLst>
          </p:cNvPr>
          <p:cNvCxnSpPr>
            <a:cxnSpLocks/>
          </p:cNvCxnSpPr>
          <p:nvPr/>
        </p:nvCxnSpPr>
        <p:spPr>
          <a:xfrm flipV="1">
            <a:off x="767507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818BB3-BDDC-B234-7F49-9A42B994755C}"/>
              </a:ext>
            </a:extLst>
          </p:cNvPr>
          <p:cNvCxnSpPr>
            <a:cxnSpLocks/>
          </p:cNvCxnSpPr>
          <p:nvPr/>
        </p:nvCxnSpPr>
        <p:spPr>
          <a:xfrm>
            <a:off x="767507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D44018F-C7F4-EBFF-48B7-B5C3415FFC5F}"/>
              </a:ext>
            </a:extLst>
          </p:cNvPr>
          <p:cNvCxnSpPr>
            <a:cxnSpLocks/>
          </p:cNvCxnSpPr>
          <p:nvPr/>
        </p:nvCxnSpPr>
        <p:spPr>
          <a:xfrm>
            <a:off x="910548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301699-0A9C-5498-A19E-D08D909CECAE}"/>
              </a:ext>
            </a:extLst>
          </p:cNvPr>
          <p:cNvCxnSpPr>
            <a:cxnSpLocks/>
          </p:cNvCxnSpPr>
          <p:nvPr/>
        </p:nvCxnSpPr>
        <p:spPr>
          <a:xfrm>
            <a:off x="10912167" y="2437204"/>
            <a:ext cx="0" cy="686344"/>
          </a:xfrm>
          <a:prstGeom prst="line">
            <a:avLst/>
          </a:prstGeom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C848707-507F-0ECD-E764-437508CFAD03}"/>
              </a:ext>
            </a:extLst>
          </p:cNvPr>
          <p:cNvSpPr txBox="1"/>
          <p:nvPr/>
        </p:nvSpPr>
        <p:spPr>
          <a:xfrm>
            <a:off x="10500475" y="1976509"/>
            <a:ext cx="2785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</a:t>
            </a:r>
            <a:endParaRPr lang="en-IN" sz="24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99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80B18-02AD-90DF-53F6-8A1D8267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FAAFB2-0ABB-9846-5633-0443F22DDDB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8C795B-E9F2-29E8-FD63-20F527DD781A}"/>
              </a:ext>
            </a:extLst>
          </p:cNvPr>
          <p:cNvGraphicFramePr>
            <a:graphicFrameLocks noGrp="1"/>
          </p:cNvGraphicFramePr>
          <p:nvPr/>
        </p:nvGraphicFramePr>
        <p:xfrm>
          <a:off x="-30480" y="319836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17CF26-416A-B565-75FC-5E77F9DF76F5}"/>
              </a:ext>
            </a:extLst>
          </p:cNvPr>
          <p:cNvGraphicFramePr>
            <a:graphicFrameLocks noGrp="1"/>
          </p:cNvGraphicFramePr>
          <p:nvPr/>
        </p:nvGraphicFramePr>
        <p:xfrm>
          <a:off x="2148840" y="321157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9E3BB1-5B5E-41BB-D389-9E581306BA9F}"/>
              </a:ext>
            </a:extLst>
          </p:cNvPr>
          <p:cNvGraphicFramePr>
            <a:graphicFrameLocks noGrp="1"/>
          </p:cNvGraphicFramePr>
          <p:nvPr/>
        </p:nvGraphicFramePr>
        <p:xfrm>
          <a:off x="4328160" y="319836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538D90-2F5B-FDB5-2C4B-28CFD0473796}"/>
              </a:ext>
            </a:extLst>
          </p:cNvPr>
          <p:cNvGraphicFramePr>
            <a:graphicFrameLocks noGrp="1"/>
          </p:cNvGraphicFramePr>
          <p:nvPr/>
        </p:nvGraphicFramePr>
        <p:xfrm>
          <a:off x="6507480" y="319836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28F8B9-9DD7-CFB3-6AAB-BBC3D6BA33AF}"/>
              </a:ext>
            </a:extLst>
          </p:cNvPr>
          <p:cNvGraphicFramePr>
            <a:graphicFrameLocks noGrp="1"/>
          </p:cNvGraphicFramePr>
          <p:nvPr/>
        </p:nvGraphicFramePr>
        <p:xfrm>
          <a:off x="8686800" y="319836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463EECF-A21D-C5E7-67A4-A581DFF74A44}"/>
              </a:ext>
            </a:extLst>
          </p:cNvPr>
          <p:cNvSpPr txBox="1"/>
          <p:nvPr/>
        </p:nvSpPr>
        <p:spPr>
          <a:xfrm>
            <a:off x="9172788" y="2727957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059FE-1F1D-5143-1A72-2068FE7C0DB6}"/>
              </a:ext>
            </a:extLst>
          </p:cNvPr>
          <p:cNvSpPr txBox="1"/>
          <p:nvPr/>
        </p:nvSpPr>
        <p:spPr>
          <a:xfrm>
            <a:off x="1237140" y="275873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41B3EB-1A03-7FF4-7019-B9C522BA54C0}"/>
              </a:ext>
            </a:extLst>
          </p:cNvPr>
          <p:cNvSpPr txBox="1"/>
          <p:nvPr/>
        </p:nvSpPr>
        <p:spPr>
          <a:xfrm>
            <a:off x="6962675" y="2782500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9BE71F-1FA5-A0FE-0D57-81E69C3F6755}"/>
              </a:ext>
            </a:extLst>
          </p:cNvPr>
          <p:cNvSpPr txBox="1"/>
          <p:nvPr/>
        </p:nvSpPr>
        <p:spPr>
          <a:xfrm>
            <a:off x="4718421" y="276670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7D5BFF-67C1-2958-6851-2CB18F3924DA}"/>
              </a:ext>
            </a:extLst>
          </p:cNvPr>
          <p:cNvSpPr txBox="1"/>
          <p:nvPr/>
        </p:nvSpPr>
        <p:spPr>
          <a:xfrm>
            <a:off x="2602689" y="2785102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3D0ED2-03C4-3088-7E39-4DFF39CED170}"/>
              </a:ext>
            </a:extLst>
          </p:cNvPr>
          <p:cNvSpPr txBox="1"/>
          <p:nvPr/>
        </p:nvSpPr>
        <p:spPr>
          <a:xfrm>
            <a:off x="-185003" y="278089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7DB99-2CFF-2AFF-8592-8E8269A8345B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Reverse in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4DDCD6F-33EF-370A-4F46-302A98E1E04F}"/>
              </a:ext>
            </a:extLst>
          </p:cNvPr>
          <p:cNvCxnSpPr>
            <a:cxnSpLocks/>
          </p:cNvCxnSpPr>
          <p:nvPr/>
        </p:nvCxnSpPr>
        <p:spPr>
          <a:xfrm>
            <a:off x="1130460" y="3691701"/>
            <a:ext cx="0" cy="80409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D8AF992-5259-2A5E-C016-522778357830}"/>
              </a:ext>
            </a:extLst>
          </p:cNvPr>
          <p:cNvSpPr txBox="1"/>
          <p:nvPr/>
        </p:nvSpPr>
        <p:spPr>
          <a:xfrm>
            <a:off x="634934" y="4035025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93F7E-7428-6B57-0FB1-C5366B7464E9}"/>
              </a:ext>
            </a:extLst>
          </p:cNvPr>
          <p:cNvSpPr txBox="1"/>
          <p:nvPr/>
        </p:nvSpPr>
        <p:spPr>
          <a:xfrm>
            <a:off x="3769327" y="4989132"/>
            <a:ext cx="8214360" cy="2460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curr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nextPtr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sz="2400" b="1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2D746B-8CDF-6099-1754-0B7424BEBFBD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9440E8-8B00-843D-D6B1-DF3068449EE6}"/>
              </a:ext>
            </a:extLst>
          </p:cNvPr>
          <p:cNvCxnSpPr>
            <a:cxnSpLocks/>
          </p:cNvCxnSpPr>
          <p:nvPr/>
        </p:nvCxnSpPr>
        <p:spPr>
          <a:xfrm>
            <a:off x="1237140" y="2384027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A66525-ACD4-6914-51C6-939D0A1E7439}"/>
              </a:ext>
            </a:extLst>
          </p:cNvPr>
          <p:cNvCxnSpPr>
            <a:cxnSpLocks/>
          </p:cNvCxnSpPr>
          <p:nvPr/>
        </p:nvCxnSpPr>
        <p:spPr>
          <a:xfrm>
            <a:off x="2385357" y="2385967"/>
            <a:ext cx="0" cy="57510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F67EFC-AF6E-FFE1-D9C5-CB8EA4ACF18A}"/>
              </a:ext>
            </a:extLst>
          </p:cNvPr>
          <p:cNvCxnSpPr>
            <a:cxnSpLocks/>
          </p:cNvCxnSpPr>
          <p:nvPr/>
        </p:nvCxnSpPr>
        <p:spPr>
          <a:xfrm flipV="1">
            <a:off x="331643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27FFD9-70D0-BB2F-7A43-1E862E68AAFC}"/>
              </a:ext>
            </a:extLst>
          </p:cNvPr>
          <p:cNvCxnSpPr>
            <a:cxnSpLocks/>
          </p:cNvCxnSpPr>
          <p:nvPr/>
        </p:nvCxnSpPr>
        <p:spPr>
          <a:xfrm>
            <a:off x="331643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2CBF9C-0BC1-E0DC-EBDF-41A180BB4A10}"/>
              </a:ext>
            </a:extLst>
          </p:cNvPr>
          <p:cNvCxnSpPr>
            <a:cxnSpLocks/>
          </p:cNvCxnSpPr>
          <p:nvPr/>
        </p:nvCxnSpPr>
        <p:spPr>
          <a:xfrm>
            <a:off x="474684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8F0653-F901-6203-B9DD-0C803AE6B1C6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0" cy="65230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0FFDC14-D135-21DF-17AE-501CE914915D}"/>
              </a:ext>
            </a:extLst>
          </p:cNvPr>
          <p:cNvCxnSpPr>
            <a:cxnSpLocks/>
          </p:cNvCxnSpPr>
          <p:nvPr/>
        </p:nvCxnSpPr>
        <p:spPr>
          <a:xfrm>
            <a:off x="5524837" y="2138220"/>
            <a:ext cx="1148217" cy="1168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B42A28-A691-40F1-B99A-C1508B75C102}"/>
              </a:ext>
            </a:extLst>
          </p:cNvPr>
          <p:cNvCxnSpPr>
            <a:cxnSpLocks/>
          </p:cNvCxnSpPr>
          <p:nvPr/>
        </p:nvCxnSpPr>
        <p:spPr>
          <a:xfrm>
            <a:off x="6673054" y="2140160"/>
            <a:ext cx="0" cy="85523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C4496F-BFDC-15C5-A355-E0300C80B175}"/>
              </a:ext>
            </a:extLst>
          </p:cNvPr>
          <p:cNvCxnSpPr>
            <a:cxnSpLocks/>
          </p:cNvCxnSpPr>
          <p:nvPr/>
        </p:nvCxnSpPr>
        <p:spPr>
          <a:xfrm flipV="1">
            <a:off x="7675075" y="3691701"/>
            <a:ext cx="0" cy="55325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FA268CB-5B32-AFA4-DAF0-D810437F9B3B}"/>
              </a:ext>
            </a:extLst>
          </p:cNvPr>
          <p:cNvCxnSpPr>
            <a:cxnSpLocks/>
          </p:cNvCxnSpPr>
          <p:nvPr/>
        </p:nvCxnSpPr>
        <p:spPr>
          <a:xfrm>
            <a:off x="7675075" y="4229715"/>
            <a:ext cx="1401986" cy="1524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6D20E19-5945-A642-CB4C-2BBFAD4D5AFA}"/>
              </a:ext>
            </a:extLst>
          </p:cNvPr>
          <p:cNvCxnSpPr>
            <a:cxnSpLocks/>
          </p:cNvCxnSpPr>
          <p:nvPr/>
        </p:nvCxnSpPr>
        <p:spPr>
          <a:xfrm>
            <a:off x="9105484" y="3842905"/>
            <a:ext cx="0" cy="4020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85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2605</Words>
  <Application>Microsoft Office PowerPoint</Application>
  <PresentationFormat>Widescreen</PresentationFormat>
  <Paragraphs>1021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Berlin Sans FB Demi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2025-11-28T13:02:54Z</dcterms:created>
  <dcterms:modified xsi:type="dcterms:W3CDTF">2025-11-30T17:12:27Z</dcterms:modified>
</cp:coreProperties>
</file>