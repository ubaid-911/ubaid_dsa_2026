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416" r:id="rId2"/>
    <p:sldId id="452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2" r:id="rId12"/>
    <p:sldId id="463" r:id="rId13"/>
    <p:sldId id="464" r:id="rId14"/>
    <p:sldId id="461" r:id="rId15"/>
    <p:sldId id="465" r:id="rId16"/>
    <p:sldId id="466" r:id="rId17"/>
    <p:sldId id="467" r:id="rId18"/>
    <p:sldId id="468" r:id="rId19"/>
    <p:sldId id="473" r:id="rId20"/>
    <p:sldId id="469" r:id="rId21"/>
    <p:sldId id="474" r:id="rId22"/>
    <p:sldId id="470" r:id="rId23"/>
    <p:sldId id="475" r:id="rId24"/>
    <p:sldId id="471" r:id="rId25"/>
    <p:sldId id="476" r:id="rId26"/>
    <p:sldId id="477" r:id="rId27"/>
    <p:sldId id="478" r:id="rId28"/>
    <p:sldId id="479" r:id="rId29"/>
    <p:sldId id="480" r:id="rId30"/>
    <p:sldId id="481" r:id="rId31"/>
    <p:sldId id="482" r:id="rId32"/>
    <p:sldId id="483" r:id="rId33"/>
    <p:sldId id="484" r:id="rId34"/>
    <p:sldId id="485" r:id="rId35"/>
    <p:sldId id="486" r:id="rId36"/>
    <p:sldId id="487" r:id="rId37"/>
    <p:sldId id="488" r:id="rId38"/>
    <p:sldId id="489" r:id="rId39"/>
    <p:sldId id="490" r:id="rId40"/>
    <p:sldId id="492" r:id="rId41"/>
    <p:sldId id="493" r:id="rId42"/>
    <p:sldId id="491" r:id="rId43"/>
    <p:sldId id="49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AD849-BA98-407D-A2FB-B5B680C37547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9253B-1438-4FF8-AE5C-272ABC27239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70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A981-57E9-1E03-1707-C67BCD39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7E0E-578D-00BE-DE0E-3D4F1465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4677-9677-43D3-B282-D87DC83C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EDD7-87A9-FCA9-8A00-DF2EFCB93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3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D4A58-0CE0-ECB6-B7B2-9A3FAB7C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78253-57E7-4148-3106-BB75504BC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7A256-03E8-2DAD-3410-DB59E1B28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0140D-E4C4-76A8-8962-9CE35F48D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18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EA297-51B8-3054-7F5D-FE91643AD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8E5FC-5555-0DBF-131A-EEFED5A6A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E418E-3F81-0D92-705F-708EEF8BB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86D86-EC5D-C4DE-5F50-387A4D834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836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882E-F49C-7296-A0B0-DA173D001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01D87-431E-D5F6-1680-51A50B47E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74740-6DBB-A49E-1F04-4624A2AD9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EABBB-E61C-2B06-2A32-6D158B718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154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1E0C7-2336-6534-6862-93B29F4A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216C5-45EA-5FF1-22E3-90FEBF21F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5A77C-962D-5537-F51F-A948D35B6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8B376-140F-D6B5-25FE-7C115D506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700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9C26F-5DD1-FDD1-AC29-3C5A6789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8C68F-7BCD-4BA6-E62F-6AC3E1F7B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D570D-1A37-1D81-863B-33F1037DB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08DCC-989A-1188-378D-1B6937697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07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50145-35BA-649C-1EB1-03321AB9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7208B-DEF2-798C-D1C6-A1231EBBF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976A0-9CC4-5461-5789-7A95A9FAB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FD61C-41FF-DFD1-550C-993442424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935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FDE2-4148-B9AC-6FD8-C3A1B3CE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59AA1-A89F-9192-9AE9-69D3E80D0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0FC1F-810B-6210-22FA-0BC664DAA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26B09-D623-45E8-C7CF-5C43D7BFD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222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6887-B1A1-670E-65C6-3F8CF04E2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6BF6A-237E-7E9B-D359-6E1A600E6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6AFFA6-F623-EA6C-3CBC-028203EA1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A1FC0-70D7-E56E-474B-DFB1E3709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421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567E-4385-26E9-1EA7-2AF7E7CC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20B55-962A-59B8-4D0C-46C312F05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1DFB8-2189-8029-43FA-F9380D5D5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5BF7F-5EA1-6C77-1216-C02CF0B03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186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D5FBA-2109-8046-AF53-488CB1AA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80E5E-A0A6-E69A-478C-F68F25E15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40E8A-EBFA-7B99-F242-36AF7BD67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F4D98-658D-FCE6-21C6-E208BA7A9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0997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289F3-2901-61BC-DC86-5242FD7B9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683FD-7725-FB9B-42D2-5C9DEA297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D650C-DDEF-F79C-2DAB-AC7CAC153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D4655-96A4-21F4-D46F-3D7E31314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860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2F1A-E466-F149-99C8-64AD9FBB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8428F-FFEB-49F1-1BBE-3D3779C0C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FD3AE-3E20-4581-CB34-BDA28B830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B76FE-EA9A-C686-917A-DC8EFC407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0586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9D40-63FE-DD14-0A78-36E3789B2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0666C-BF99-3998-C038-A16BCC0EF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2878E-B654-B843-774A-0A3B22792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9ECBC-1405-3321-7F58-C60D5848E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614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9CBC1-0A45-F454-E875-4C504435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DEE2D-48A9-2B57-05E4-460C9D541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A428C-234A-3726-F517-8142EEFB1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BBAC2-ABD8-8772-3E90-52F3E4AB1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678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B661-9804-D650-4847-27275646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04210-18B4-ECCD-4F9A-1D15AB036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37788-3AD2-F430-2204-8FBCDD341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C3DDF-3FC1-BADB-0AC1-F2F257682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1718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EED7-4472-2C78-B0CF-050BA4C0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FBF70-9AF4-60E9-52B5-B35BC0380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3CA8C-3FEE-52D7-6BEF-127D8686B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87893-9815-1ADE-2388-C49624320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9003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19B7-84A3-9A1E-88FA-7FAB9E2B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C6BBF-FDBA-8FA3-3C68-D75632F93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C48F1-6B3D-CED3-F902-28652C0B8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9008F-7657-508E-BD4F-BC5CCD617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5081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C600-BA5C-842F-753B-F56D9A28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71941-2015-7D9A-40E2-A9A600537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C7338-393F-66FC-C23D-341867205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D60D2-7EF2-3F9C-4BF0-C8DC58FEF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467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3B76A-9C15-9A9F-FE62-2627843B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88416-AAEB-EDC1-33AF-9D785B560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1F80E-A534-DB76-3A0A-0AEC649C4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D715E-CE55-F88A-A9CE-973426201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207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B992C-31AF-6685-4736-29368120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6606C-5E5B-0800-81B9-483D89877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C8FFD-7A71-99EC-DE45-AEC61E81A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1951D-FAF8-A493-A673-5F349B952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5638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F76D-4474-7BD4-FB9B-48300773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97FD2-F4AE-31C6-776C-959F1A449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88AB6-FDD0-A0DA-01A1-32CC170CF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0B979-4122-F314-F93C-CF047F006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744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5AC72-1E47-3770-2A69-8C5AB511A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E5604-8E26-0905-FC21-1665D9904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6DABF-8242-0FA2-7920-AA3D4BFAF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265A9-03D4-C0D5-9E26-E25ECE1AC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8858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EFB2-1F3B-8D15-2454-5950C8B1D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6E044-48A8-3217-9735-A8A60AFBD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B8A24-D083-60AD-68D8-C2C89A92F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AF66C-6EBA-D248-5572-C702A33B3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382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6824F-4E2E-DAB4-E34F-09364D70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48DE2-A929-27DA-E814-A011A1653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80815-5468-FF05-BA7F-CBAE61D3F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0B752-A46C-9E41-D6DE-925CA2BFD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519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8BAA6-F952-3EC3-6234-BA9F23FB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CEA03-D02B-D0F0-EBEF-DBD85F95F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585A8-A304-B779-A476-ACD323EE9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9D322-CC54-3CDE-240A-7F2F774AB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2121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5FB9-B5A6-973F-AE40-BA3D4CE9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BB325-A2AD-44A9-0821-6D1D3E271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9EF0E-867A-AB28-F0E3-78EFB3A57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B8F1B-8E69-8978-4944-20B321C4B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3011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8FEE-9158-969C-A75D-F97BDF24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21F9F-3714-E928-35F6-437031558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41F6C-8A42-14F3-8AC0-40588111F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B884F-FC0F-9AB1-BDF3-F005E97D5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3888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78CE-CF5D-E3AE-481F-1F645569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BB54C-A42A-3950-3751-7894DC296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8BB4F-6985-D972-1E25-68A7762AD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97951-CEEA-F92B-1D81-1E8B608D2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1217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AD0C4-46D7-2AD3-E96F-C5FA926E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18519-EB81-2346-621A-22D420314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600AD-4204-0D1B-33F6-1F0010638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668D9-9B8B-966D-BC01-13D361F9A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374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1A766-B6AB-491B-A174-12423263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A8846-0240-3674-985B-BF777EEE8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B19AC-41FB-14B5-8F6F-F0A2B8ECF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C861B-A975-CCCE-C0F6-B7335634D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7007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FA2B-DB00-DC53-9CB5-8DDE2672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58675-903C-B13E-0FD8-75A8CEB4F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F40ED-6E52-BCD4-D4A6-F403555FE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19CAA-FE98-A80F-DEA5-92BDDD30A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1055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AE70-97B1-2137-69FC-E91BF37C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6AC3D-63BC-CA9C-B30C-D70B574BF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E2C7F-6CFF-7C77-BFA8-FD3A33B06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461FE-A17C-C0EC-4796-D41E77B8C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8076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F8AE-AF21-7716-88E0-145E0E17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A6964-B9A1-595E-9E4B-476922079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94964-35C0-1849-381B-1D8EF259F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8D6B0-B508-24A8-7F24-E883CB5C2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8549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560E-3F7E-7BBD-C8B1-CAAB2915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E6B9B-9BB3-3ADE-D4E1-E3DD834F4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D61B4-1FA1-6775-E8D2-C3B39A5C7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A7688-B04F-D8F7-B816-9FDD21FD7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0406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6DCE5-666D-94C0-9D64-0F40DA66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11D11-08CE-A10C-8BCA-91B22042B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1060C-A085-5EB9-AE29-EF0575FAD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D2BB1-4CF4-5A36-3A2F-3B6A51F66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24414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65B4-2D3B-0CFC-7F0A-1FA1210E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545C8-2841-AAC1-ED9D-739DEA863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830C6-79CE-CB13-BB20-3EFA62123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99A02-2B63-EE26-6845-FBB56BC84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3560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27459-3E8A-0C5C-D115-DADE103F7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34EB0-2D1C-E469-FFCE-D92E946B5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334BE-79C4-B3A5-341C-2DDFE6B8F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74EFF-1359-6B28-9E4B-C1FC19B39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4107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FB21-EAB8-FAEC-A47C-CCD833128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B1ECF-CC29-45D7-1C2A-779A94352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F22D9-F3D1-D10E-C45A-289B731AD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6C65D-CAAF-8B14-C089-3401593EA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01464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B06A7-0B74-99A5-1293-50310FC3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644A5-D00E-9282-F4C9-9B88B3A85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735F6-678A-1389-C11E-62B0D0E78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4CF74-4463-1860-FA01-23CAD490C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5344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C7F39-DECA-60AA-32AC-DB6613FC2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551AC-FF8C-A3FA-23CB-767CA6C61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B59AD-B350-62ED-C7BE-7B7F4EFE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27D62-D060-2CF8-1E29-7C12A5C20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8092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FFE6-AEFE-2E59-E3AC-997BC1BF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8F6DE-38CE-EA73-CA9F-6FDC86F84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63772-1B86-7806-CC04-9F8A91650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85F13-D2F9-EC21-86C4-9268EC66F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541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2BD4-3A6A-DD85-33EE-3031C0C7C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AA679-3E36-8F03-4E67-8D1B7F6F9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D4938-68B5-9FA2-571F-E772A7B3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8E037-C0A6-7EDD-5753-846CD9F7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15D52-90A9-4805-67FC-CED702B0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615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0845-8EF4-0B15-1055-4D9E61D3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0450-0297-DE44-F316-65DD1AE88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D6FA0-BA42-E87D-327B-E3042D87B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76638-0087-B3C9-0F29-69116E18A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3D109-FEEB-F4F9-204A-34D9FFCD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47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DDAD-BE36-FAE1-09D2-B5F226F9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F73C3-2860-0D8E-25AF-A356773F6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3BC84-2400-026D-C65A-F1456A261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99868-F0DD-FC3A-106B-2E28BD81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22918-225E-18C6-F54A-BA1E72C1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5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E536-3B77-117D-BEB2-178B22A0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9A257-2E2E-1BED-CDC1-0EC43BFC5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7D060-5666-F08D-3B1F-7FF6EC4D4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A607A-B09E-9606-968D-C6B486FA3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496CD-8B58-9C92-F782-A0C32D50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AFBB2-D565-B1CD-17F5-982E977D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564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48FB-0554-82AF-8F6A-A0243CD7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F36F4-9FDD-BF64-EB73-C992B2B26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1ADDB-4DD9-B68D-7C80-EEFE28E09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54EF6-7040-61B9-4F5E-0822F626D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39828-66A0-F21A-633F-60EA4512E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5898BE-64F7-F5CD-F819-7BC4E439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D11A4-1AC4-F59D-26D3-5FE92B62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BA3D24-51B9-5E5E-EE37-5E324642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2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CFD1-A732-BA2D-5669-CDCA621C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FA6A4-21B0-687C-25D5-91A8E9231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38B47-B353-1940-0900-AF87CD2A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A4599-B2E2-760E-8225-CF5F7547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33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AB688F-ABFC-8D76-29C4-345910BC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F5FAD-003F-7A06-B623-C12AE8AB9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C8B57-57DD-E222-D891-01F33702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533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9361-D2E4-2719-8546-6E0EE611D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2C655-5130-D058-D428-AD42057A3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9B8B2-22A8-6197-AE2B-18898A5B2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A192A-5448-C1B2-2721-4ED5799D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8478B-7516-72EC-0786-E864530E3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FA5C7-3C77-D791-1ABD-474B90B9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23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76C7-AA65-7C52-58C2-78888B5C5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E9F7B-E37E-1C62-FE52-7E94CA804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23DDF-4838-4F9A-7024-8BDC2AA80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58F22-5D4C-80B0-65DF-00D6CCA0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72D71-9E2E-7AB2-F1FE-E47BE6E4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33BB9-2C45-15B9-07D1-8E53E791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96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2439-86EA-F932-6B74-DE8C6CB8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E763E-697A-6FDC-9D3A-7CE33D891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19229-CDE9-518D-39B5-E3045F55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B78D4-E012-66EB-52E2-70A182E5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76FFE-2C26-D041-F8A9-E596E97A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158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0675E-09CF-4FB6-6423-978C244AB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FBF22-F4C5-754D-752F-D098C426C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5144E-64E9-8A2A-3B47-D3E438EA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6193-D493-B558-A7DE-6BF6CCDD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1C01D-2F12-71E2-694F-261A20DA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02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452A9-01C2-194F-1C38-02FBB3EA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104F4-76AE-6FAC-B5F8-B37796F71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CB442-BE9D-5DE0-D1FE-12717CE2E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0010F-4304-4366-B803-C0C37B01C89C}" type="datetimeFigureOut">
              <a:rPr lang="en-IN" smtClean="0"/>
              <a:t>01-12-2025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2CF6-2D12-1C1C-D050-E05504805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F51B-DAD7-13D6-3EB2-2DB2CC484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2DA00-1EEC-4483-AED7-80D2AF5A798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168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-1196823" y="2878111"/>
            <a:ext cx="145856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7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CF4E-6554-243A-3EB0-609A544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2AD91-8B9D-4B13-823D-C1908809FA4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5923C-F9C3-3EA7-F206-6EAE98B70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855650"/>
              </p:ext>
            </p:extLst>
          </p:nvPr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F060D-C80A-1CBE-5509-79AA64B5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867611"/>
              </p:ext>
            </p:extLst>
          </p:nvPr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327198-6DCB-E21D-8AAD-5A62FFDF3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082180"/>
              </p:ext>
            </p:extLst>
          </p:nvPr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5FAFD-F4D4-5830-229A-8CD83DAA5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48375"/>
              </p:ext>
            </p:extLst>
          </p:nvPr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5E4C1-D633-DACF-7723-45D53498E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47181"/>
              </p:ext>
            </p:extLst>
          </p:nvPr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5BC12F-41B7-F28D-9F40-F09DD7819113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DC71F-D770-A459-DC6F-198CB574B8DC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67F1C6-C2E2-AC9F-EBE4-8A5903CE66EB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4E6A2-4CE2-599D-6C35-A1AE294BFBCF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B6D63B-5A26-7665-8D28-DFE8D705DCB5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9F6022-D519-89E3-247D-9634811EEB8A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C2BE5-535B-BF6F-71CA-795DCC0A78BD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DAE55A1-AA2C-FA0D-E4C7-A432577BF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504196"/>
              </p:ext>
            </p:extLst>
          </p:nvPr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E87AAF-F323-125A-4B01-489F23ABB429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28096F-8DCB-B649-D107-4C2D7448592E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7EE9-DBDE-8770-7BBD-E1121A43D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7FD667-4E4A-5A04-566C-C9686B098E8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6B2458-1830-669B-DB1A-2EBD54AEE180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3E5493-5DCF-DD3F-3464-CD69743F9A0E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AE7178-13BE-F8C0-EE8A-C66B04E0C78D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7616C8-11C2-D52E-9026-C819364887EF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57864A-6431-5660-F60E-7E45945AD133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010F02-E621-874D-10DD-68064977C376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228B82-C9BC-712C-DA2B-A35594A45E6D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1BB577-A7B0-4C0B-42CF-7727F6EEFDC0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280D9F-E16A-2584-DCAF-024B9B71A226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0AFBEC7-28A1-1A39-6399-2C506BA3912F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A7B5DB-A792-6D29-F7FF-4B05CB175445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74E66-960A-80C8-F8AA-A65DF28DEECA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B189B00-6609-5BA2-800B-5291C2F2F9AD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2F13A7-5543-8EE2-645D-B2BC8790A9C7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1CE849-E981-CFE8-014B-A1EB487E862B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43A8DE7-7997-FC9A-F27F-9A0CA3816FF5}"/>
              </a:ext>
            </a:extLst>
          </p:cNvPr>
          <p:cNvSpPr txBox="1"/>
          <p:nvPr/>
        </p:nvSpPr>
        <p:spPr>
          <a:xfrm>
            <a:off x="-1595765" y="635662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17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1919-BF1E-9EB0-3074-F59F8120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1B05A7-4CEA-C568-5664-08F9CF2B958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4B89DA-8926-894A-B267-E68039342515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07D324-218C-56CA-3637-228E23075007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05615F-1D7C-A922-1820-B61219132F74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F11F5B-1E58-936C-FEE0-7087307335B7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2D22CA-7683-BE8C-F838-7D9B099F2C61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428CDD-D7CF-6B59-D983-A65F3ECBF321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5B353B-7883-ECF3-2374-D07199F06EE1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08B520-9E8D-44E4-B584-D3FD96B376C9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B0759D-96CA-210B-E97E-E6D1EDE27BAB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22C97E-A340-85A4-66CA-E40A2D7B9513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A05187-93ED-C5D5-A57A-1FB7B01EFB24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D0128-4D83-207B-88D8-B6441AF2FB8D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A3A78D-07B1-2DCE-82BD-9DEE07B3068D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69BB81-F554-FFED-36CD-6DCE2D232A6B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DE3CA0-59CD-FC97-62A9-4347C6A6A0F3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91E4791-3FB9-2B46-FFB8-4163768A79FD}"/>
              </a:ext>
            </a:extLst>
          </p:cNvPr>
          <p:cNvSpPr txBox="1"/>
          <p:nvPr/>
        </p:nvSpPr>
        <p:spPr>
          <a:xfrm>
            <a:off x="-1595765" y="635662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0BD2F1-17BA-1A4F-73C9-F2367BC2ADF9}"/>
              </a:ext>
            </a:extLst>
          </p:cNvPr>
          <p:cNvCxnSpPr>
            <a:cxnSpLocks/>
          </p:cNvCxnSpPr>
          <p:nvPr/>
        </p:nvCxnSpPr>
        <p:spPr>
          <a:xfrm flipV="1">
            <a:off x="-13176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E467A4E-CDD9-A535-793C-58326F4B6DFA}"/>
              </a:ext>
            </a:extLst>
          </p:cNvPr>
          <p:cNvCxnSpPr>
            <a:cxnSpLocks/>
          </p:cNvCxnSpPr>
          <p:nvPr/>
        </p:nvCxnSpPr>
        <p:spPr>
          <a:xfrm flipV="1">
            <a:off x="2001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C546E9-B1C9-57B9-43D2-823A103F70D9}"/>
              </a:ext>
            </a:extLst>
          </p:cNvPr>
          <p:cNvCxnSpPr/>
          <p:nvPr/>
        </p:nvCxnSpPr>
        <p:spPr>
          <a:xfrm>
            <a:off x="-13176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194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3E8F-6EBF-0ABE-B379-43CFD598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0606F0-63FB-F19E-B170-7FB2596C7A5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A93413-2804-F43E-9E59-0BB3ACB01D5B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27DE5F-C65F-6F91-202C-6DA0B07370DD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C5900E-3AE8-18F6-29F4-C9274B21ADF5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5E5C36-2452-674C-B226-8C5958976865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E27716-E7FF-D465-0013-0DE3A1BDA6C9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0A0E20-9E55-6D4A-B690-B6B2717C2BD6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219CC5-132C-0978-C164-995C1FD113FA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711080-DB55-75A9-EBA4-C8DBFF2D28E0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76EF2A-0B09-EF49-1084-AC2E138A465A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85F5F48-8450-9B67-9EEC-13A3CD209ED8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EDECF8-E29B-DD7C-23D9-2B71B30D1478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11AAA-BCF3-A0F6-E575-203C0A550FDF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F6BB131-8145-F227-14CF-9FB59E0F6E5E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59AC4A-FA92-D188-A875-E8A82233B28A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C2C4BE-ADA5-62C1-35D9-1507AC32B5B7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F743C00-9E94-A878-DE69-703DFA9E82DB}"/>
              </a:ext>
            </a:extLst>
          </p:cNvPr>
          <p:cNvSpPr txBox="1"/>
          <p:nvPr/>
        </p:nvSpPr>
        <p:spPr>
          <a:xfrm>
            <a:off x="-1595765" y="635662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3E4FA6-D0F3-0C00-CF38-D39AA54531CA}"/>
              </a:ext>
            </a:extLst>
          </p:cNvPr>
          <p:cNvCxnSpPr>
            <a:cxnSpLocks/>
          </p:cNvCxnSpPr>
          <p:nvPr/>
        </p:nvCxnSpPr>
        <p:spPr>
          <a:xfrm flipV="1">
            <a:off x="-13176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F36481-C823-CD6A-4978-FED6DD6CD841}"/>
              </a:ext>
            </a:extLst>
          </p:cNvPr>
          <p:cNvCxnSpPr>
            <a:cxnSpLocks/>
          </p:cNvCxnSpPr>
          <p:nvPr/>
        </p:nvCxnSpPr>
        <p:spPr>
          <a:xfrm flipV="1">
            <a:off x="2001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4773EA7-0FD4-3A6D-89F7-C5D7BE6E943F}"/>
              </a:ext>
            </a:extLst>
          </p:cNvPr>
          <p:cNvCxnSpPr/>
          <p:nvPr/>
        </p:nvCxnSpPr>
        <p:spPr>
          <a:xfrm>
            <a:off x="-13176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DECA74-6661-0E46-D75F-7F2D3C1C2D12}"/>
              </a:ext>
            </a:extLst>
          </p:cNvPr>
          <p:cNvCxnSpPr>
            <a:cxnSpLocks/>
          </p:cNvCxnSpPr>
          <p:nvPr/>
        </p:nvCxnSpPr>
        <p:spPr>
          <a:xfrm>
            <a:off x="858840" y="4215242"/>
            <a:ext cx="0" cy="72251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32DAC0A-6BB3-9DB4-3AFD-868F47BD9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442675"/>
              </p:ext>
            </p:extLst>
          </p:nvPr>
        </p:nvGraphicFramePr>
        <p:xfrm>
          <a:off x="-1000440" y="51991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6BFA0A6-9B4D-6F24-5CAD-F477BFF20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486922"/>
              </p:ext>
            </p:extLst>
          </p:nvPr>
        </p:nvGraphicFramePr>
        <p:xfrm>
          <a:off x="1178880" y="52123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04DE088-3A60-B64B-59C3-AD80EA69BF45}"/>
              </a:ext>
            </a:extLst>
          </p:cNvPr>
          <p:cNvCxnSpPr/>
          <p:nvPr/>
        </p:nvCxnSpPr>
        <p:spPr>
          <a:xfrm>
            <a:off x="267180" y="55809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590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4AD97-41C7-185D-7F9F-85CE2EECE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34C201-F543-A668-3BF9-5D2461F28EB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E30E75-B07B-1BB5-1BBB-D1A3C9070DC4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6A43CF-687F-A0F0-99AE-200DDA9469D5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9E352F-AC91-214D-D6FD-89E73B0724CD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327612-FC44-643A-9117-180B052FD8B6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11B163-F55B-0F3D-FF1F-20C86F787805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6CE190-CF19-4C10-5BB8-A1117DC813C6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55A6DA-31A9-47E2-AE47-3E87C36ABB71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5C4F04-E8BB-F63F-9573-0A335AFF4902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997BB7-A00A-49EF-DF80-1394EF8C7EEE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B4FC34-B481-936E-A4A9-7B4DF765F8A3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9F0033-E7B9-9679-1660-B62107D52D19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0D8C3-EFED-5756-4BF7-6C55DD650DCB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4818CE1-E9D5-D3E8-1640-F72AADE98309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B6ECBD-E128-2056-0A7A-02148D6D1746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2EDC7B-68F2-FF87-4B37-63DDB344F482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C8F400-C461-5B25-BDE6-330C07CE5EB3}"/>
              </a:ext>
            </a:extLst>
          </p:cNvPr>
          <p:cNvSpPr txBox="1"/>
          <p:nvPr/>
        </p:nvSpPr>
        <p:spPr>
          <a:xfrm>
            <a:off x="-1595765" y="635662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571975-8E33-ECEE-2F9C-13537DF4EDAC}"/>
              </a:ext>
            </a:extLst>
          </p:cNvPr>
          <p:cNvCxnSpPr>
            <a:cxnSpLocks/>
          </p:cNvCxnSpPr>
          <p:nvPr/>
        </p:nvCxnSpPr>
        <p:spPr>
          <a:xfrm flipV="1">
            <a:off x="-13176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38D019-DCB8-D00E-46D0-27AA1955831B}"/>
              </a:ext>
            </a:extLst>
          </p:cNvPr>
          <p:cNvCxnSpPr>
            <a:cxnSpLocks/>
          </p:cNvCxnSpPr>
          <p:nvPr/>
        </p:nvCxnSpPr>
        <p:spPr>
          <a:xfrm flipV="1">
            <a:off x="2001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68DEA3-BF37-252F-4463-9B74CD232B13}"/>
              </a:ext>
            </a:extLst>
          </p:cNvPr>
          <p:cNvCxnSpPr/>
          <p:nvPr/>
        </p:nvCxnSpPr>
        <p:spPr>
          <a:xfrm>
            <a:off x="-13176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FA0CD5-2950-FE8F-0B4E-95757CF829BE}"/>
              </a:ext>
            </a:extLst>
          </p:cNvPr>
          <p:cNvCxnSpPr>
            <a:cxnSpLocks/>
          </p:cNvCxnSpPr>
          <p:nvPr/>
        </p:nvCxnSpPr>
        <p:spPr>
          <a:xfrm>
            <a:off x="858840" y="4215242"/>
            <a:ext cx="0" cy="72251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73376AB-74F9-B23D-7BB6-806F025E3228}"/>
              </a:ext>
            </a:extLst>
          </p:cNvPr>
          <p:cNvGraphicFramePr>
            <a:graphicFrameLocks noGrp="1"/>
          </p:cNvGraphicFramePr>
          <p:nvPr/>
        </p:nvGraphicFramePr>
        <p:xfrm>
          <a:off x="-1000440" y="51991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092A5D7-9E16-35BF-C959-7F67890C06AB}"/>
              </a:ext>
            </a:extLst>
          </p:cNvPr>
          <p:cNvGraphicFramePr>
            <a:graphicFrameLocks noGrp="1"/>
          </p:cNvGraphicFramePr>
          <p:nvPr/>
        </p:nvGraphicFramePr>
        <p:xfrm>
          <a:off x="1178880" y="52123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453451-6623-FE92-1711-D7641A6B569B}"/>
              </a:ext>
            </a:extLst>
          </p:cNvPr>
          <p:cNvCxnSpPr/>
          <p:nvPr/>
        </p:nvCxnSpPr>
        <p:spPr>
          <a:xfrm>
            <a:off x="267180" y="55809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30B336-8BA5-B10C-C7C1-19493D16F824}"/>
              </a:ext>
            </a:extLst>
          </p:cNvPr>
          <p:cNvCxnSpPr>
            <a:cxnSpLocks/>
          </p:cNvCxnSpPr>
          <p:nvPr/>
        </p:nvCxnSpPr>
        <p:spPr>
          <a:xfrm flipV="1">
            <a:off x="4287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FF2FA-0B12-429F-7BCD-011BB2630CFF}"/>
              </a:ext>
            </a:extLst>
          </p:cNvPr>
          <p:cNvCxnSpPr>
            <a:cxnSpLocks/>
          </p:cNvCxnSpPr>
          <p:nvPr/>
        </p:nvCxnSpPr>
        <p:spPr>
          <a:xfrm flipV="1">
            <a:off x="64214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46E338-4C2A-3528-B363-EE48CE853873}"/>
              </a:ext>
            </a:extLst>
          </p:cNvPr>
          <p:cNvCxnSpPr/>
          <p:nvPr/>
        </p:nvCxnSpPr>
        <p:spPr>
          <a:xfrm>
            <a:off x="428784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79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D87D-3FE6-F355-BDF5-FC2DAFC5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4E5373-8375-5EA0-2DE0-5F87B1013E2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319684-2E9D-145C-D374-F95593FC96F8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150E32-8A7B-C405-832A-C2325FD14FA6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D0B0AF-E372-711D-7F33-9099E7C7AABB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84AEAE-11B1-7447-3105-E2C9EFE37C9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7A4EEE-4F0B-6164-E3A0-7158295DA5D7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8864DF-AF97-9707-8D3F-7269E014CC83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231ED0-DFA6-9C8B-3A82-4FCD961E32F5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2D5CD1-5811-7942-327D-3F666E2ED70F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C9E82D-4A0F-DE17-956A-415C7CC9D2EA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292E7-5C21-0170-FA80-306864943A21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449747-6ADE-A9E8-4C27-6276976E102E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D8F03-CE76-D460-A54B-D144C2A7C444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55EB6CC-568D-D736-B789-12C5514413BE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75F31B-9284-CDF1-8C68-0ACEFB256935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A062680-EE7B-8644-8B01-46F5253045D4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C6E116-9E53-E0FC-C26D-A5AC58FE5074}"/>
              </a:ext>
            </a:extLst>
          </p:cNvPr>
          <p:cNvSpPr txBox="1"/>
          <p:nvPr/>
        </p:nvSpPr>
        <p:spPr>
          <a:xfrm>
            <a:off x="-1595765" y="635662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02DE01-8670-753A-9CFE-98F2B2D6A78D}"/>
              </a:ext>
            </a:extLst>
          </p:cNvPr>
          <p:cNvCxnSpPr>
            <a:cxnSpLocks/>
          </p:cNvCxnSpPr>
          <p:nvPr/>
        </p:nvCxnSpPr>
        <p:spPr>
          <a:xfrm flipV="1">
            <a:off x="-13176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C8BFFE-244B-7FE8-67BA-FF67F5D4178E}"/>
              </a:ext>
            </a:extLst>
          </p:cNvPr>
          <p:cNvCxnSpPr>
            <a:cxnSpLocks/>
          </p:cNvCxnSpPr>
          <p:nvPr/>
        </p:nvCxnSpPr>
        <p:spPr>
          <a:xfrm flipV="1">
            <a:off x="2001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69587B-0B8E-95FC-F774-3AECA1BE131C}"/>
              </a:ext>
            </a:extLst>
          </p:cNvPr>
          <p:cNvCxnSpPr/>
          <p:nvPr/>
        </p:nvCxnSpPr>
        <p:spPr>
          <a:xfrm>
            <a:off x="-13176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823511-E349-0727-38C3-1555944208D2}"/>
              </a:ext>
            </a:extLst>
          </p:cNvPr>
          <p:cNvCxnSpPr>
            <a:cxnSpLocks/>
          </p:cNvCxnSpPr>
          <p:nvPr/>
        </p:nvCxnSpPr>
        <p:spPr>
          <a:xfrm>
            <a:off x="858840" y="4215242"/>
            <a:ext cx="0" cy="72251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4964C08-69D2-645D-0CA9-D838479B1DB9}"/>
              </a:ext>
            </a:extLst>
          </p:cNvPr>
          <p:cNvGraphicFramePr>
            <a:graphicFrameLocks noGrp="1"/>
          </p:cNvGraphicFramePr>
          <p:nvPr/>
        </p:nvGraphicFramePr>
        <p:xfrm>
          <a:off x="-1000440" y="51991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FAD4D83-FF8B-67E7-0D33-E79231480CD6}"/>
              </a:ext>
            </a:extLst>
          </p:cNvPr>
          <p:cNvGraphicFramePr>
            <a:graphicFrameLocks noGrp="1"/>
          </p:cNvGraphicFramePr>
          <p:nvPr/>
        </p:nvGraphicFramePr>
        <p:xfrm>
          <a:off x="1178880" y="52123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037E8A-6E54-F5A1-A8CB-382139851B00}"/>
              </a:ext>
            </a:extLst>
          </p:cNvPr>
          <p:cNvCxnSpPr/>
          <p:nvPr/>
        </p:nvCxnSpPr>
        <p:spPr>
          <a:xfrm>
            <a:off x="267180" y="55809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9545AA-8C52-6DA5-C1C1-0727C24792F0}"/>
              </a:ext>
            </a:extLst>
          </p:cNvPr>
          <p:cNvCxnSpPr>
            <a:cxnSpLocks/>
          </p:cNvCxnSpPr>
          <p:nvPr/>
        </p:nvCxnSpPr>
        <p:spPr>
          <a:xfrm flipV="1">
            <a:off x="4287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A04D32-71AA-68BF-9158-3565FCDE897F}"/>
              </a:ext>
            </a:extLst>
          </p:cNvPr>
          <p:cNvCxnSpPr>
            <a:cxnSpLocks/>
          </p:cNvCxnSpPr>
          <p:nvPr/>
        </p:nvCxnSpPr>
        <p:spPr>
          <a:xfrm flipV="1">
            <a:off x="64214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4FA711B-76D1-9E47-2371-0275756C19EF}"/>
              </a:ext>
            </a:extLst>
          </p:cNvPr>
          <p:cNvCxnSpPr/>
          <p:nvPr/>
        </p:nvCxnSpPr>
        <p:spPr>
          <a:xfrm>
            <a:off x="428784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D69D0ED-D088-4E29-FD45-DD34FD1ABE7E}"/>
              </a:ext>
            </a:extLst>
          </p:cNvPr>
          <p:cNvCxnSpPr>
            <a:cxnSpLocks/>
          </p:cNvCxnSpPr>
          <p:nvPr/>
        </p:nvCxnSpPr>
        <p:spPr>
          <a:xfrm>
            <a:off x="5339400" y="4215242"/>
            <a:ext cx="0" cy="72251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5645D7A-0B33-7F49-3469-04F5A0656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352428"/>
              </p:ext>
            </p:extLst>
          </p:nvPr>
        </p:nvGraphicFramePr>
        <p:xfrm>
          <a:off x="3459480" y="51752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82C89BF-F176-8B95-9519-C92B6C035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723084"/>
              </p:ext>
            </p:extLst>
          </p:nvPr>
        </p:nvGraphicFramePr>
        <p:xfrm>
          <a:off x="5638800" y="51752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AC77D7-02F8-F2F7-FD9B-333D12D3035E}"/>
              </a:ext>
            </a:extLst>
          </p:cNvPr>
          <p:cNvCxnSpPr>
            <a:cxnSpLocks/>
          </p:cNvCxnSpPr>
          <p:nvPr/>
        </p:nvCxnSpPr>
        <p:spPr>
          <a:xfrm>
            <a:off x="2550480" y="55723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B3B648-027F-29F5-98B2-6C6B33EFE1EC}"/>
              </a:ext>
            </a:extLst>
          </p:cNvPr>
          <p:cNvCxnSpPr/>
          <p:nvPr/>
        </p:nvCxnSpPr>
        <p:spPr>
          <a:xfrm>
            <a:off x="4757580" y="55570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83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9082-7758-3CDC-F46A-36461EF7E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70D011-E692-9FA7-C2FF-EAD57AF8183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183F7A-F5BE-000A-E585-FC91677AEBCA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D16E94-1D26-FDA6-84D9-64F684039B8E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BD7ABE-F883-7060-233C-07477B4B9F2A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5AC354-CC0C-A858-A3D7-5437647F182D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F7B887-D2AF-7E87-6982-DD50F43D2E11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9D85F4-5CB8-0949-50A2-91B38366AC86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B7C75D-EBD2-7BDE-8755-86EE027035A0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D3D504-2FB5-454F-F407-484763CB07B0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4C3135-1FEF-FB11-8054-BE90969B16C6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BDBD643-42CC-69AE-B17B-3CF2737072CE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C47669-6FE6-B5BD-F532-58355B45C6DE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B181C-43BE-B5A1-008F-45E659C8C777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76BF299-07B5-697E-0273-AEEA5DFB43FB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62AF98-92E3-0F97-F118-263E744321A2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C65E99-4914-8026-3625-20DBFA4C13A6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6B1BAAF-1EC4-9788-F813-48EED7D4144C}"/>
              </a:ext>
            </a:extLst>
          </p:cNvPr>
          <p:cNvSpPr txBox="1"/>
          <p:nvPr/>
        </p:nvSpPr>
        <p:spPr>
          <a:xfrm>
            <a:off x="-1595765" y="635662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65EA26-D0A3-F590-676C-54C9323998C0}"/>
              </a:ext>
            </a:extLst>
          </p:cNvPr>
          <p:cNvCxnSpPr>
            <a:cxnSpLocks/>
          </p:cNvCxnSpPr>
          <p:nvPr/>
        </p:nvCxnSpPr>
        <p:spPr>
          <a:xfrm flipV="1">
            <a:off x="-13176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B56D526-D608-4436-6D95-49A4C171308A}"/>
              </a:ext>
            </a:extLst>
          </p:cNvPr>
          <p:cNvCxnSpPr>
            <a:cxnSpLocks/>
          </p:cNvCxnSpPr>
          <p:nvPr/>
        </p:nvCxnSpPr>
        <p:spPr>
          <a:xfrm flipV="1">
            <a:off x="2001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D7822A9-02AD-F847-C069-728F532DD8B2}"/>
              </a:ext>
            </a:extLst>
          </p:cNvPr>
          <p:cNvCxnSpPr/>
          <p:nvPr/>
        </p:nvCxnSpPr>
        <p:spPr>
          <a:xfrm>
            <a:off x="-13176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E89E42-9669-ABE6-C19E-E0C3695FB166}"/>
              </a:ext>
            </a:extLst>
          </p:cNvPr>
          <p:cNvCxnSpPr>
            <a:cxnSpLocks/>
          </p:cNvCxnSpPr>
          <p:nvPr/>
        </p:nvCxnSpPr>
        <p:spPr>
          <a:xfrm>
            <a:off x="858840" y="4215242"/>
            <a:ext cx="0" cy="72251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856F0CC-9634-F3A8-0D77-03D208ED7249}"/>
              </a:ext>
            </a:extLst>
          </p:cNvPr>
          <p:cNvGraphicFramePr>
            <a:graphicFrameLocks noGrp="1"/>
          </p:cNvGraphicFramePr>
          <p:nvPr/>
        </p:nvGraphicFramePr>
        <p:xfrm>
          <a:off x="-1000440" y="51991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8BE8761-ADE8-0B08-1DDF-8A32CEFE94AD}"/>
              </a:ext>
            </a:extLst>
          </p:cNvPr>
          <p:cNvGraphicFramePr>
            <a:graphicFrameLocks noGrp="1"/>
          </p:cNvGraphicFramePr>
          <p:nvPr/>
        </p:nvGraphicFramePr>
        <p:xfrm>
          <a:off x="1178880" y="52123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8B8BC9-DD03-4237-A212-50562EEB1CFF}"/>
              </a:ext>
            </a:extLst>
          </p:cNvPr>
          <p:cNvCxnSpPr/>
          <p:nvPr/>
        </p:nvCxnSpPr>
        <p:spPr>
          <a:xfrm>
            <a:off x="267180" y="55809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C1DA70-916D-551E-3CFA-B23FDB4E7A4E}"/>
              </a:ext>
            </a:extLst>
          </p:cNvPr>
          <p:cNvCxnSpPr>
            <a:cxnSpLocks/>
          </p:cNvCxnSpPr>
          <p:nvPr/>
        </p:nvCxnSpPr>
        <p:spPr>
          <a:xfrm flipV="1">
            <a:off x="4287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2511D2-28E0-D707-0709-09D0BE8CF2B6}"/>
              </a:ext>
            </a:extLst>
          </p:cNvPr>
          <p:cNvCxnSpPr>
            <a:cxnSpLocks/>
          </p:cNvCxnSpPr>
          <p:nvPr/>
        </p:nvCxnSpPr>
        <p:spPr>
          <a:xfrm flipV="1">
            <a:off x="64214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96563AF-0AD6-B924-8771-E0F5D8CFED7E}"/>
              </a:ext>
            </a:extLst>
          </p:cNvPr>
          <p:cNvCxnSpPr/>
          <p:nvPr/>
        </p:nvCxnSpPr>
        <p:spPr>
          <a:xfrm>
            <a:off x="428784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D49A8A-04DD-E692-D175-75E4EEA24759}"/>
              </a:ext>
            </a:extLst>
          </p:cNvPr>
          <p:cNvCxnSpPr>
            <a:cxnSpLocks/>
          </p:cNvCxnSpPr>
          <p:nvPr/>
        </p:nvCxnSpPr>
        <p:spPr>
          <a:xfrm>
            <a:off x="5339400" y="4215242"/>
            <a:ext cx="0" cy="72251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714D7BF-3815-2A56-10CE-0672B9C82782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51752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4D8F3E7-51FF-4167-50BA-2EA27F10EDD4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51752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4BB727-7F33-BE56-E35F-48524F6AD405}"/>
              </a:ext>
            </a:extLst>
          </p:cNvPr>
          <p:cNvCxnSpPr>
            <a:cxnSpLocks/>
          </p:cNvCxnSpPr>
          <p:nvPr/>
        </p:nvCxnSpPr>
        <p:spPr>
          <a:xfrm>
            <a:off x="2550480" y="55723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C3C94AA-401A-D86C-64D8-653FC3F15BE8}"/>
              </a:ext>
            </a:extLst>
          </p:cNvPr>
          <p:cNvCxnSpPr/>
          <p:nvPr/>
        </p:nvCxnSpPr>
        <p:spPr>
          <a:xfrm>
            <a:off x="4757580" y="55570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06CC21-06A4-C556-B3D3-97CEC5D49878}"/>
              </a:ext>
            </a:extLst>
          </p:cNvPr>
          <p:cNvCxnSpPr>
            <a:cxnSpLocks/>
          </p:cNvCxnSpPr>
          <p:nvPr/>
        </p:nvCxnSpPr>
        <p:spPr>
          <a:xfrm flipV="1">
            <a:off x="866172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F33BEB6-9367-3ADB-9A78-73069D5E3F13}"/>
              </a:ext>
            </a:extLst>
          </p:cNvPr>
          <p:cNvCxnSpPr>
            <a:cxnSpLocks/>
          </p:cNvCxnSpPr>
          <p:nvPr/>
        </p:nvCxnSpPr>
        <p:spPr>
          <a:xfrm flipV="1">
            <a:off x="1079532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5D3E49-5CFA-718C-C2CB-53EA2A559BA7}"/>
              </a:ext>
            </a:extLst>
          </p:cNvPr>
          <p:cNvCxnSpPr/>
          <p:nvPr/>
        </p:nvCxnSpPr>
        <p:spPr>
          <a:xfrm>
            <a:off x="866172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5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420E-72E2-FC60-D560-2286A96A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56CFCD-4CDA-A0F2-6E4A-AD42CC4553E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C22D14-0A08-BC0D-C6CF-8EA598E18E43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8F5519-FE3A-8B86-DD79-CE74B8390D8D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05B1A3-FD0A-8795-420C-E0FD5933B4A7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5E7566-EF34-A99E-9B14-0CDDED578515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419E29-74E0-1109-2ED3-44F81D1260D0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541C05-9D79-2334-7C2F-2831FEDE3E17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1AA007-4DDB-87D3-BCE8-EF2EE65106C0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6FBCF7-A9D3-3CAB-026A-E24F33989B0C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740E00-C198-B1A4-C327-EBB346CCA5F1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DEE6CAF-B710-7479-038C-41C77395C243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242B84-C142-91E4-C468-8AE0EE1EEF32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9BDBD-A5ED-F154-2074-ED673EDF408D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235770D-6A6F-2E75-B335-0A0AB4C93B8C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3A895A-D694-EC36-A84C-3C2E724C1AEE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F58231-AE28-6DF6-A941-0E9612AA21CA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9B084B-CF35-B5E3-C346-FF9FBF00796F}"/>
              </a:ext>
            </a:extLst>
          </p:cNvPr>
          <p:cNvSpPr txBox="1"/>
          <p:nvPr/>
        </p:nvSpPr>
        <p:spPr>
          <a:xfrm>
            <a:off x="-1595765" y="635662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C41CCD-8C15-AE76-67F5-0DA7EA4A88D0}"/>
              </a:ext>
            </a:extLst>
          </p:cNvPr>
          <p:cNvCxnSpPr>
            <a:cxnSpLocks/>
          </p:cNvCxnSpPr>
          <p:nvPr/>
        </p:nvCxnSpPr>
        <p:spPr>
          <a:xfrm flipV="1">
            <a:off x="-13176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E16815-DA34-73D2-1BF5-AD3739245BAD}"/>
              </a:ext>
            </a:extLst>
          </p:cNvPr>
          <p:cNvCxnSpPr>
            <a:cxnSpLocks/>
          </p:cNvCxnSpPr>
          <p:nvPr/>
        </p:nvCxnSpPr>
        <p:spPr>
          <a:xfrm flipV="1">
            <a:off x="2001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3E9421-26B3-6736-6B98-B14FC75DEE45}"/>
              </a:ext>
            </a:extLst>
          </p:cNvPr>
          <p:cNvCxnSpPr/>
          <p:nvPr/>
        </p:nvCxnSpPr>
        <p:spPr>
          <a:xfrm>
            <a:off x="-13176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BC9A03-7502-6DE2-4276-A21B1B307C0A}"/>
              </a:ext>
            </a:extLst>
          </p:cNvPr>
          <p:cNvCxnSpPr>
            <a:cxnSpLocks/>
          </p:cNvCxnSpPr>
          <p:nvPr/>
        </p:nvCxnSpPr>
        <p:spPr>
          <a:xfrm>
            <a:off x="858840" y="4215242"/>
            <a:ext cx="0" cy="72251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2CF2C14-889F-D6D1-F642-9E98D9350FF5}"/>
              </a:ext>
            </a:extLst>
          </p:cNvPr>
          <p:cNvGraphicFramePr>
            <a:graphicFrameLocks noGrp="1"/>
          </p:cNvGraphicFramePr>
          <p:nvPr/>
        </p:nvGraphicFramePr>
        <p:xfrm>
          <a:off x="-1000440" y="51991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5611DC1-97C4-0DB4-A7F6-45940CF3D770}"/>
              </a:ext>
            </a:extLst>
          </p:cNvPr>
          <p:cNvGraphicFramePr>
            <a:graphicFrameLocks noGrp="1"/>
          </p:cNvGraphicFramePr>
          <p:nvPr/>
        </p:nvGraphicFramePr>
        <p:xfrm>
          <a:off x="1178880" y="52123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32E324-2E0D-2DC0-B74E-EE5D798E2BDB}"/>
              </a:ext>
            </a:extLst>
          </p:cNvPr>
          <p:cNvCxnSpPr/>
          <p:nvPr/>
        </p:nvCxnSpPr>
        <p:spPr>
          <a:xfrm>
            <a:off x="267180" y="55809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57F7F7-2212-17EB-1975-63DB22619DB0}"/>
              </a:ext>
            </a:extLst>
          </p:cNvPr>
          <p:cNvCxnSpPr>
            <a:cxnSpLocks/>
          </p:cNvCxnSpPr>
          <p:nvPr/>
        </p:nvCxnSpPr>
        <p:spPr>
          <a:xfrm flipV="1">
            <a:off x="42878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F2BD82-A838-F66B-6EFC-D4755082865F}"/>
              </a:ext>
            </a:extLst>
          </p:cNvPr>
          <p:cNvCxnSpPr>
            <a:cxnSpLocks/>
          </p:cNvCxnSpPr>
          <p:nvPr/>
        </p:nvCxnSpPr>
        <p:spPr>
          <a:xfrm flipV="1">
            <a:off x="642144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101C7B-A5EF-527D-8556-3E8AD7F79137}"/>
              </a:ext>
            </a:extLst>
          </p:cNvPr>
          <p:cNvCxnSpPr/>
          <p:nvPr/>
        </p:nvCxnSpPr>
        <p:spPr>
          <a:xfrm>
            <a:off x="428784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32F5C3F-D402-7F8B-C8B6-3765385D651A}"/>
              </a:ext>
            </a:extLst>
          </p:cNvPr>
          <p:cNvCxnSpPr>
            <a:cxnSpLocks/>
          </p:cNvCxnSpPr>
          <p:nvPr/>
        </p:nvCxnSpPr>
        <p:spPr>
          <a:xfrm>
            <a:off x="5339400" y="4215242"/>
            <a:ext cx="0" cy="72251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3F9EFA4-7334-AEE8-E83F-56C9B7C11647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51752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315FA84-800E-B201-3FFE-097E7C5F45BC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51752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3A67E9E-9183-B03D-E901-757466D0656E}"/>
              </a:ext>
            </a:extLst>
          </p:cNvPr>
          <p:cNvCxnSpPr>
            <a:cxnSpLocks/>
          </p:cNvCxnSpPr>
          <p:nvPr/>
        </p:nvCxnSpPr>
        <p:spPr>
          <a:xfrm>
            <a:off x="2550480" y="55723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ED24CA2-15CD-3357-CDC5-F020F6182956}"/>
              </a:ext>
            </a:extLst>
          </p:cNvPr>
          <p:cNvCxnSpPr/>
          <p:nvPr/>
        </p:nvCxnSpPr>
        <p:spPr>
          <a:xfrm>
            <a:off x="4757580" y="55570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4248F6-BE04-EC6A-A45C-DCFA2D2DEB4D}"/>
              </a:ext>
            </a:extLst>
          </p:cNvPr>
          <p:cNvCxnSpPr>
            <a:cxnSpLocks/>
          </p:cNvCxnSpPr>
          <p:nvPr/>
        </p:nvCxnSpPr>
        <p:spPr>
          <a:xfrm flipV="1">
            <a:off x="866172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82AE4E-57B9-B326-F25D-C9C78BC6D67E}"/>
              </a:ext>
            </a:extLst>
          </p:cNvPr>
          <p:cNvCxnSpPr>
            <a:cxnSpLocks/>
          </p:cNvCxnSpPr>
          <p:nvPr/>
        </p:nvCxnSpPr>
        <p:spPr>
          <a:xfrm flipV="1">
            <a:off x="10795320" y="3246120"/>
            <a:ext cx="0" cy="9691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124129-3E48-762A-5DB5-DCB58FA1C080}"/>
              </a:ext>
            </a:extLst>
          </p:cNvPr>
          <p:cNvCxnSpPr/>
          <p:nvPr/>
        </p:nvCxnSpPr>
        <p:spPr>
          <a:xfrm>
            <a:off x="8661720" y="4215242"/>
            <a:ext cx="21336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4F0E9A1-CB25-6D48-1861-737B8C0BE523}"/>
              </a:ext>
            </a:extLst>
          </p:cNvPr>
          <p:cNvCxnSpPr>
            <a:cxnSpLocks/>
          </p:cNvCxnSpPr>
          <p:nvPr/>
        </p:nvCxnSpPr>
        <p:spPr>
          <a:xfrm>
            <a:off x="9789480" y="4215242"/>
            <a:ext cx="0" cy="72251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58EEA48-0F1C-22C0-3F89-8E6F5EA67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985550"/>
              </p:ext>
            </p:extLst>
          </p:nvPr>
        </p:nvGraphicFramePr>
        <p:xfrm>
          <a:off x="7829367" y="519234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811D14D-2762-9A6E-92CA-1D08D3D2138A}"/>
              </a:ext>
            </a:extLst>
          </p:cNvPr>
          <p:cNvCxnSpPr/>
          <p:nvPr/>
        </p:nvCxnSpPr>
        <p:spPr>
          <a:xfrm>
            <a:off x="6932907" y="558938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9024C0E-EDA4-47FC-BD71-B593AA556B68}"/>
              </a:ext>
            </a:extLst>
          </p:cNvPr>
          <p:cNvSpPr txBox="1"/>
          <p:nvPr/>
        </p:nvSpPr>
        <p:spPr>
          <a:xfrm>
            <a:off x="12351691" y="4836222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F80954C-4158-3B24-8075-EE298B2CB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337057"/>
              </p:ext>
            </p:extLst>
          </p:nvPr>
        </p:nvGraphicFramePr>
        <p:xfrm>
          <a:off x="10067836" y="521120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D48D92-430F-5FCB-8C66-50F6936422E0}"/>
              </a:ext>
            </a:extLst>
          </p:cNvPr>
          <p:cNvCxnSpPr>
            <a:cxnSpLocks/>
          </p:cNvCxnSpPr>
          <p:nvPr/>
        </p:nvCxnSpPr>
        <p:spPr>
          <a:xfrm>
            <a:off x="9109527" y="5574141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4E114CE-D387-59AA-3522-842E0B58D432}"/>
              </a:ext>
            </a:extLst>
          </p:cNvPr>
          <p:cNvCxnSpPr>
            <a:cxnSpLocks/>
          </p:cNvCxnSpPr>
          <p:nvPr/>
        </p:nvCxnSpPr>
        <p:spPr>
          <a:xfrm>
            <a:off x="11410767" y="5589381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382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45FC-E0D5-DD01-3A7A-24F6E8824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A4ADB3-F5BC-656C-65C2-C04977AC8C6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78963F-073F-0E59-1730-EF7DFE5D1039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991275-BFB0-7445-B23B-6381DCCEEEED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0B35C5-8704-D60B-8146-70E1781D646B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CD09F3-CCDF-5792-C7D2-6EAF752B9A7C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3E7C83-49CE-E9F0-823A-DAE1A255B2C7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35F9C9-71F6-3149-7CBE-5E3800A4012D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5875A7-F79D-3685-C663-F4107F312E5B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ACD7DF-1DC1-195D-E8E0-242763D00A76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E1C5A4-12E1-6CA0-4C70-10CD5841BB1A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F61EB18-AA10-19FC-0045-598C801158B3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C2C85B-7982-D5F1-4124-9A268FBE83F8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56AF6-5545-FCD2-3CF3-BE1009DE1C67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004CFB2-3FC6-AF68-83EA-20CF9D613371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621031-70F7-BE60-CED5-111DDE69C565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3C0817-8813-E097-3B02-B16B62DEC6D5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74A1DDC-D6C4-5030-CE1F-05DDE303C52C}"/>
              </a:ext>
            </a:extLst>
          </p:cNvPr>
          <p:cNvSpPr txBox="1"/>
          <p:nvPr/>
        </p:nvSpPr>
        <p:spPr>
          <a:xfrm>
            <a:off x="-1595765" y="635662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419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A89D-AC60-4DBB-7C29-CDB6CCF1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3A720C-51FF-2CBC-6E03-BF51C1CD699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F0118A-C672-63FB-26CA-755D1F77045E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2D47FE-F28E-93C3-71E1-5EC3182C0DC6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DC91AA-DE9C-317C-7CA7-FEE4A6C3C4B6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430371-7F7A-DDC7-0AC1-3F89206E75AF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B51719-BD38-C80C-2E02-DD42D98DF1F7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68C7FA-E5C8-6887-38FC-DFF6DAEB3402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5C6A57-31F9-310F-6C6C-F9A10588220D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8F627D-66CA-F1EA-BEF6-DA656CF5FF4F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773A34-D3F7-9B0A-AB6A-48759EAC4C73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058DB78-FA52-0342-5BA2-4A76E0D63B82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CF4D76-2097-C2B3-7C27-10FB76F63FB2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681B2-ABE8-6F83-3A2E-4514C6EFD90E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39FD7D7-8CD9-6C64-A748-09CF1B2C9A9F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4904B1-A7CE-D51C-1A80-41E7BE527BBC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D65CB3-E9D5-F0E4-9B2C-2B4477A070C4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A17911D-2B20-AB1C-F0EE-03744168E28E}"/>
              </a:ext>
            </a:extLst>
          </p:cNvPr>
          <p:cNvSpPr txBox="1"/>
          <p:nvPr/>
        </p:nvSpPr>
        <p:spPr>
          <a:xfrm>
            <a:off x="-1595765" y="635662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5FF489-ABE6-C945-11D7-AEDC4551B719}"/>
              </a:ext>
            </a:extLst>
          </p:cNvPr>
          <p:cNvSpPr txBox="1"/>
          <p:nvPr/>
        </p:nvSpPr>
        <p:spPr>
          <a:xfrm>
            <a:off x="2072640" y="4029598"/>
            <a:ext cx="8214360" cy="485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7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15C8-7E4E-0F97-B0E9-660B41C3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A49D89-B92E-A13A-3949-2BD390D5273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EACF0A-798A-4C4B-9BF7-71DDD61E2667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11E601-6B24-65DE-4F7C-96ACF9FBC7A8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8F9621-6BEF-F7E5-4B3E-B16201D7C9E5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98B847-D372-1D7F-6516-0AD6E65F92DA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A61235-C579-F62B-AA9D-BFC35F777F72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127A1A-FF48-99D5-2AC3-B0A483CF9BE7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73D1DF-1CE0-57D7-551E-F5679A0AE204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CBF650-9E92-BB02-1084-6CB257298429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70F766-7F17-90F0-B881-B2A30C92CC25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AFD169-AEBF-5DF3-9087-9DD514A6C167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B4D4D5-5602-170F-4A33-3877705260F5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59FCE-0ED4-E79A-8B82-C73EFE276E4A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B250E59-447E-7697-D889-AC76A70A30F7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3D27CB-F183-49C3-9727-ED97A172C2AF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DB0C56-5DD2-F28F-4958-1A5520F5BACA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3E8ADF6-F3C6-F6CF-1CD2-6121C91E2462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786BBB-6D4B-5322-D7FC-B29C1C2DF266}"/>
              </a:ext>
            </a:extLst>
          </p:cNvPr>
          <p:cNvSpPr txBox="1"/>
          <p:nvPr/>
        </p:nvSpPr>
        <p:spPr>
          <a:xfrm>
            <a:off x="2072640" y="4029598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47103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FF72D-F285-02DF-E244-1E443603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D40E24-073D-CBFE-1FA3-C26DF8CC481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0E2BAB-C507-9FD3-7398-A25BD5889E10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0FA540-0F8D-98D9-5AC5-7CF6B05E93BD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A8B979-4ECC-3DD1-3659-01653DA18E84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D90738-2976-1228-9EEF-D2B83CB64B26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A2DD7F-A644-01B2-41F2-B8EC23958D03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BC6903-0ED4-447D-62F9-7026D41CFD06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7988C6-53B3-C860-67AA-59709ECA8202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ECDE52-B259-D9F2-6CA9-7D234522C7CC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8BFFBB-B201-C48F-9537-380C8AAB5F53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2485615-AD5D-BA7E-F6C0-55042FC2C58F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B8DF65-6348-E172-B54A-3DF8E860A57B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9115CD-9CDB-B011-3068-DAE3210EE5F1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B41AF5A-68CD-32B3-3631-69DF7C7EB94D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856EAE-66A5-A0E0-66C8-BFE4F42B2341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4D0568-4E18-367F-24EA-509302EA1A59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6BCEB19-DA6C-90CC-DC5A-019DC308F0DA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564F35-D5AB-C97E-119A-7DEFD2B21A54}"/>
              </a:ext>
            </a:extLst>
          </p:cNvPr>
          <p:cNvSpPr txBox="1"/>
          <p:nvPr/>
        </p:nvSpPr>
        <p:spPr>
          <a:xfrm>
            <a:off x="2072640" y="4029598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E2C248-1EBC-7511-2C0E-1CB35620FE86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2EAB67F-5BFA-AC51-95F6-5FAECE7BAE33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</p:spTree>
    <p:extLst>
      <p:ext uri="{BB962C8B-B14F-4D97-AF65-F5344CB8AC3E}">
        <p14:creationId xmlns:p14="http://schemas.microsoft.com/office/powerpoint/2010/main" val="249641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2820F-D963-1768-1010-24444A23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E2824B-0A22-6CF5-0C01-BAA34F00D6D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243560F-D8AD-BA62-4A58-35146CFB1655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3AC70A-A0D5-A50E-52A9-D0F34C2A4B07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6E9AD-F273-80EE-A2B8-93FE02358740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5406A8-25DB-B6A9-980D-D142BB86BB49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762E57-F924-363B-9D4C-9D4EB3DDBECE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BCDF60-E169-74BE-2641-86B7B3E26307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05EC95-772C-C01F-8A5D-2DE2EEF4DE4B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7B054B-EAF5-B1A7-1099-B5F3DCF6E97B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46100A-8DA3-4CD6-20E7-1763A71905CD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0EF8E11-9F30-AE7A-5457-5E350F0136CF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F91A7C-2610-D8B5-54F7-136F81C6555F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C2926-AA32-F83C-EF00-D616A8F2BA56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F85CD2E-C45F-5601-9F70-639C9F8C8DE7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4CBFA9-9B57-8D1B-C3EB-B138B12B938C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DFE298-1B24-03F9-C546-78CA35AAA8F3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8F90E4-262B-FD46-49C6-835509D45FE6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252A7F-41DA-F1B9-BDC3-132225BE671E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76565C-59BB-75CB-FE72-58AD78CB7DDE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1E214A-2254-EE5F-9C9C-AE21D72FEA9B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</p:spTree>
    <p:extLst>
      <p:ext uri="{BB962C8B-B14F-4D97-AF65-F5344CB8AC3E}">
        <p14:creationId xmlns:p14="http://schemas.microsoft.com/office/powerpoint/2010/main" val="1441112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47BD5-2C09-4DF4-A575-558CAF5E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C32FEF-66E6-AAB4-EB97-FFC5A187580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2DDFE7-0920-1EE5-9AD2-431F92C561D0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E6A582-352C-3882-92D9-849664CB716A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060687-1A59-C7E7-3F08-0AC55E2FBA3F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18DDC1-5A68-2645-AD08-142406BF029A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167BAD-506E-5842-83E5-C12333FB0355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7A1D31-145B-C21D-A06B-8FFD6BB9C3E0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B80DE0-45E7-12BC-D988-20198ABC0A05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8B0A9B-8D87-0350-7C2A-FB341E736D1D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F7E127-1009-0A2B-A4D1-A1919DCA0A3D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E16007-0F22-CAA5-13C0-0E80CBF05DFE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829C-4858-453E-0416-05010E4DD197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28C11-437D-55FF-D49B-5C3F426B2F35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B3915B9-C29F-E967-14AB-BBDD1F274BBF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038C42-A487-E7D1-0128-E6423DD8D6B8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FBB10A-9677-A834-8B4C-77D009C2A307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B1B3B85-6B84-E102-96B2-3DB15A832B80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0E6F7-5612-4C63-FC27-A1939A85CAF8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72CD34-4AE1-54BD-D3FD-BB4122333560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901B1A-23F9-C99A-597F-F52EB21EBBA6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38C4AD-9964-D875-524B-448D71890348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981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13F6-7327-B0DB-2E67-A14AC0D6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E45D52-7646-3446-BAA3-0F7BB6765D6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7E134F-8D24-A374-D449-4A4CD88F3EE6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50EA23-28B3-C634-52C7-0C70D85C5332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CBB29C-64F8-DD74-52DE-977DB8FDF7E5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ADC208-6B3E-4767-57EE-7094FAEE3119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56E068-94F6-127E-C9E5-BF789E8F985F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8B8172-6575-C537-4C54-0D99BB159E84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AAF275-BC18-D2CF-7857-7234A3FB7665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80AF9C-3444-EDCC-4E09-07F31D3561C0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614122-F9D4-360C-CE2D-2BC8F3B3C9AD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2C90BA-0F10-4D0F-592B-ECF9031AC8F8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08FB4A-B1C7-8D3E-F800-A19F1B87B9F3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12169-2C0E-58ED-41A3-55BF6B72C52A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74B538C-40B9-BE5F-DDFA-1CD2528CE86D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F63A54-E0AC-4FE5-0C76-4877D763F536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FB3FAD-73D8-C24D-7411-3C8C927495E8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A4803C0-7BBD-DE9B-6F32-79A26FE68DAD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7D311C-32FC-AC56-2287-0C1C3361D1C3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BEF939-B64E-EE12-38D6-42A213FB9697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7F29236-E242-931F-2602-7CFC244AF06E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EADC47-2DB1-B945-0493-6F564CB1B822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06A3A2-0233-0F50-75AD-B652826F1625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223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6884-2448-2E72-6FBD-7691AB70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5E840E-CE4A-858D-46B5-5FE0227278A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18221E-7DD8-8AAA-BE79-82DC10026EC4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E80FC8-2C27-FD7F-6DFA-1B15542B0BDF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E1BF81-05CE-3E23-E903-480EDEA705F4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D05DA8-09AE-9BF0-894D-759D7D18CA9C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C3E65C-8EE6-ED4A-1F2A-B681A6086817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D38C1C-F31C-E366-5853-E71AF20F92E5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E71D68-B010-D098-0772-6BB4D6CFD616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EEFE89-0033-D902-E43C-E2FCFC4B2C01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FA2E56-2443-0EA3-988D-15E9B7718F6E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05C1F2-CF7D-F613-B710-8BC574521A22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D4E65-7818-BF3E-541B-75044827147C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B9BCE0-70F9-4726-3CF6-F933FC68E954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F365CAE-68BD-6932-EEFF-1C8A614C96EA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756595-35BE-FBEF-FAC2-58FF88BD6E97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897B6E-D656-5E3A-74D6-32432A9D4122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81A0A2-DF0B-08E5-3C92-2E157CD1272F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C903DE-0D0A-9395-8E46-001683029279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63EFE0-39BD-88C1-D3C9-85CD8F81536F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BDC7BC-CBBA-EE6F-0418-9714D2536254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B5E503-C71D-154F-E557-FC7E83A6E4BB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222802-7A50-B587-660F-5FCD7642E635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(curr != NULL &amp;&amp; count &lt; k)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144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E1BC-A262-A41F-B59C-E319D6E7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1EA452-B6F3-4F37-128C-CBAF18BC0AE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0D53E1-C1DB-6CA3-F34B-D6C6914D64F0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578672-45F3-B3D3-0D33-0E93F652A186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C10B2B-AB3A-E071-A99E-CB2B84824FC6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69D914-02B3-1E4A-42FA-887A5D0C6ECC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5F3B36-091A-4391-3930-C58CCE74639F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0D3B34-0EA9-559B-311E-7B28BC108AFE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F367C-1247-275E-5FEB-7C77FA10C2DE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2EE8F0-3232-983F-1DD4-CB4AFDD6E81E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8925F7-BE51-DE29-DE48-2FA80D600B84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22B81D-056A-3C70-CD64-65C790CE9C88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96865A-D59F-2892-9A26-2D6BE90EBCE7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259F3-FFD2-2A1E-ECCF-BB28C449DF30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1AA65C5-AD6F-B380-EBEA-B460CCCDDB4F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AE834C-5C7C-A55C-2277-DFCF572AEAFD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6BB6C4-5F73-329F-A782-3D3768A473CB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F46237-479D-A235-D85D-1390F430696B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954C32-B411-8751-404D-4030B2531039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5BA03-80D4-4488-25DA-25874C0A602A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E4CFA8-F2E8-D3C8-E434-C8A6C046FB38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F66F1E-543F-A782-61C4-B02062901880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1D1553-227B-B2F1-39C5-990FA7BE3B3F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next = curr-&gt;next;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783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D9E2A-8E07-DDE6-7D21-7DFC46EB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6897278-1209-1AA2-A3E0-62795451450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90AF38-52FE-D06A-45D4-16B590D20B9C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E05BB6-73A4-A9E4-7556-CD6028524047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CE72A3-0220-72A7-90C4-4CB7A8C178CB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DDD2C6-3FD2-5085-4B6C-6158418F76A4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F3A359-278D-1A74-97E7-06D1D5BD6171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7299A5-AD52-B580-4B35-6A272473E67C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FD9899-BB3E-759E-BF72-A3C6DC7B785B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38CD64-696D-915E-5F59-E7BCF1C36D04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3449EB-D0CA-3803-4C86-3DDCD62D5978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028460-67C5-D045-0E84-45226AFD64BB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18EDB4-458B-1F02-1A74-B8A1FB4AAFF5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E921B-CCBE-0335-F5F0-C32328E10E79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0F128B2-7CF5-E951-6697-5AD6731C2DC9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F96EDF-1232-2B96-716E-80489FA742F7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A3DA7F-ACC1-BE8C-5EFD-244939326344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44201D-56E8-D173-3ECE-243C0485EA1C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7F656-667E-8477-EF07-8CB79DD8D073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18A660-DF04-230D-D197-6C56966CB1F3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56162BD-B64B-49B0-B617-D786595C627E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822618-84EF-BA46-1A8E-B5DEC9B00C5B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CBAC7-7C50-AAE8-9466-3B082590C4F8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next = curr-&gt;next;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1B2361-902C-DA66-45CB-2B6F14BE2C17}"/>
              </a:ext>
            </a:extLst>
          </p:cNvPr>
          <p:cNvCxnSpPr>
            <a:cxnSpLocks/>
          </p:cNvCxnSpPr>
          <p:nvPr/>
        </p:nvCxnSpPr>
        <p:spPr>
          <a:xfrm flipH="1">
            <a:off x="2055806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0DC589F-CD83-5D7B-5317-5EB8433E50D9}"/>
              </a:ext>
            </a:extLst>
          </p:cNvPr>
          <p:cNvSpPr txBox="1"/>
          <p:nvPr/>
        </p:nvSpPr>
        <p:spPr>
          <a:xfrm>
            <a:off x="1727811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4232139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DCDD-77B2-2357-7DF4-B6A8E80FD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5B80E0-D727-6209-60D5-FAFA80190CB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8C6FCE-730A-F0BE-54DD-616F9157561F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646BB5-9A13-CDC2-7F23-873822AEE274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808951-A3C8-1AC3-F584-59E91EFA8F8D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176785-8C18-E7C8-1010-761AC114F554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07225-72BD-BB16-D7FB-002E1D1BFC58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9D7033-4951-C9B8-85E4-FAC8E61F9E19}"/>
              </a:ext>
            </a:extLst>
          </p:cNvPr>
          <p:cNvCxnSpPr/>
          <p:nvPr/>
        </p:nvCxnSpPr>
        <p:spPr>
          <a:xfrm>
            <a:off x="36846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083D66-16F0-78DD-2B4D-7577296FC563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EE4A18B-3027-8D99-5466-A28733A38F3E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23A8BE-C61C-6C93-D8AA-7B7B0D0F3D87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80056E-B2E9-8C7C-3E8A-CCE48E638CBC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A58A28-1833-00A3-785E-CE39BDC98B48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35775-E27E-8B08-7C84-F4F77915DD0A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784BB6D-B605-C10E-CDF2-D48CC05892CC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DE70B6-8797-1C34-574C-17242679BDD6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3F5258-ABF8-FC16-648B-85DD7398E644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66B8875-9D60-2D9B-0192-13BDAD742F6D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BA1D2-2827-AD6E-5600-FC9EA87892CA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6F70FA1-B2CA-7A3A-4720-60FC61E63531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8E304CB-4EF4-F991-63A7-82013FA5A1CD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7C3BF3-B04B-6AC7-C1E9-AA34AB50E9D9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993DE3-54BA-8740-23FB-C822A6E4BD2B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curr-&gt;next = prev;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3D6A6C-BFAA-D402-FA6E-FBBE28C98863}"/>
              </a:ext>
            </a:extLst>
          </p:cNvPr>
          <p:cNvCxnSpPr>
            <a:cxnSpLocks/>
          </p:cNvCxnSpPr>
          <p:nvPr/>
        </p:nvCxnSpPr>
        <p:spPr>
          <a:xfrm flipH="1">
            <a:off x="2055806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693412-C070-85B0-CC68-FEF2971DAF17}"/>
              </a:ext>
            </a:extLst>
          </p:cNvPr>
          <p:cNvSpPr txBox="1"/>
          <p:nvPr/>
        </p:nvSpPr>
        <p:spPr>
          <a:xfrm>
            <a:off x="1727811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267780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6BCF-3808-3962-DA4F-1D27B4DE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222E05-B9EC-8493-5A79-EE39A4AAC43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E5C6C3-C45B-68F5-BEE2-0249C37434E5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8FDCF8-488B-44D6-CB24-B052387C227D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0B1C6C-8990-158B-7413-6C16B38164FF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791186-333D-F36F-C183-DC937EC7C4CF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3B3953-B29D-DE71-FE83-2DD0394BEA60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C0F45B-31FA-4E48-7695-9B5373AB19A7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2C9C7C-ADB8-7A58-6900-68F64AB5216F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4A53E3-475B-8B28-1E7D-8C78A2EC3CCB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98F48E-AA39-6DF1-97E8-9B5080704431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BEA098-454E-0A48-837B-351052F7FDAE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E1DFC4-6C0B-E2E4-E79B-E2CB96F8D075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FD732-DBBB-EA9E-72EA-6D9C3407F3BB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CC15EB0-73E6-EB30-3274-45E4F9864E79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9FCC46-D1AA-2D1D-B7B9-D54541044E37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F1420C-4F94-0AEB-8482-FAE5A2DC97C9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C10172-3D8E-7E01-A35F-58A4E27E463D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9548AE-BB8E-B9B5-6D79-EEC6995DFC51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A445E8-2978-398A-5CC3-5FDF33C38D4B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856D7E-5954-4646-F602-A10170534C3D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60C68F-8C8A-56BB-9734-0F3A86A40FB1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38EDDB-0A85-DCA6-23DF-9AF0EB8660D4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curr-&gt;next = prev;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6FFE60-F831-1C8A-A1E5-4FB38F85B918}"/>
              </a:ext>
            </a:extLst>
          </p:cNvPr>
          <p:cNvCxnSpPr>
            <a:cxnSpLocks/>
          </p:cNvCxnSpPr>
          <p:nvPr/>
        </p:nvCxnSpPr>
        <p:spPr>
          <a:xfrm flipH="1">
            <a:off x="2055806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F28EFD5-5AB5-BE03-5356-038CCE2A8914}"/>
              </a:ext>
            </a:extLst>
          </p:cNvPr>
          <p:cNvSpPr txBox="1"/>
          <p:nvPr/>
        </p:nvSpPr>
        <p:spPr>
          <a:xfrm>
            <a:off x="1727811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660812-CAA5-971B-02A1-B09B092776E4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</p:spTree>
    <p:extLst>
      <p:ext uri="{BB962C8B-B14F-4D97-AF65-F5344CB8AC3E}">
        <p14:creationId xmlns:p14="http://schemas.microsoft.com/office/powerpoint/2010/main" val="368581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F83B8-1F39-29D5-A17C-8BA8AD78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5B80AF-E2DF-C19B-BCA7-616CD552965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23317E6-3650-9145-ACC3-9DC37ED1F4FE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C10958-89AF-361A-BB4A-612A678914DC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1FF7DD-A8C9-0C8F-EB6D-728D183BCBE1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B9AACC-4AFD-6EAD-028B-035364368856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DBD088-A352-606C-5964-DD8611CAAF0E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FE4D7A-8323-1640-882D-337A6B8757B1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2B4D03-1D39-F154-4C55-47E10D5A9F55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20096A-37EA-7B09-5712-0591661D83BC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FDB562D-F161-8867-3897-B9B0BACBEF6B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FCC4D-956B-935A-0C70-D8FF5453DF42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E0A2E-B1FA-D4EB-B51C-712BEEBE3B23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CFCCF3B-7039-CAFC-6CA5-F3BC179C5BB8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3735CA-53CF-87A3-844C-138EA49F7D28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A7B69F-FC60-23E9-0517-34D2D493F826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FEF85E-5F7D-7E96-A402-35B44CEAD072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BF3CAA-BDB5-BF20-D18F-5AD745AFE39E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7C3202-AE5B-E109-CFCA-DAD93E368025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AA551F8-84D5-070E-B514-C17C5FF9AC3C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BC6766-2CDC-0F35-BB02-A5407BC57C10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A233AF-06F1-B954-24C3-D1A364F4E1C1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prev = curr;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1C916B-EA02-A57A-4E06-6DDA41F8741E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373F8A8-DC0B-3648-8005-783E1141C709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382BD96-9FE6-3FA0-63B1-535C14E50E6D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12292CD-D62C-95C9-FCD7-61794C790BD4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</p:spTree>
    <p:extLst>
      <p:ext uri="{BB962C8B-B14F-4D97-AF65-F5344CB8AC3E}">
        <p14:creationId xmlns:p14="http://schemas.microsoft.com/office/powerpoint/2010/main" val="333750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7B813-98E3-5216-5725-96DFF495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0ED3CD-98AD-0FC2-8DF2-C5C077C6ACE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FF4EFDA-25E1-A318-FFD5-3557BACB31FD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B398C4-2798-BBF8-0C0F-91F3E4F5DE9E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A41116-3C55-08B8-1B71-C45A2F42A23E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5C9E9E-192F-B937-10DE-0B6DEEB696EF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ECA6E1-18DC-468E-134C-5496E6CE417D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BD92B8-E7F6-618D-F506-898D99AC157E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954399-E8A1-F712-2FE5-B37F086D9043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E59C9B-815D-3809-59C3-0F93E483908B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B4E723-75D8-EB93-A70B-888B65F14153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45D371-A744-BA23-2C3E-EE6154F7CB10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8F92B-EADF-F852-A910-1357449AEED3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047C86F-D265-DCEE-F1EB-5A7EC21A0839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4F1E9D-E08D-85E0-0175-B71AAC104304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D57FD7-376C-9650-58DE-C703DFAAEB6C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AFD359-EF89-8E48-5268-F03A97F78CDA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AF162-5CC2-CAA6-5FF8-5DAF0B2535CB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DBF5FB-A150-9FE8-EFD9-351091D233E8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648A7C-8546-D454-8382-D28B615D06BE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B684A4-17F3-1B03-95AF-03DB72BF163C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C2A754-D052-B627-D036-EE5DF4CA8F4A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prev = curr;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9589C8-8675-2E18-567F-DF9BF5E28F8A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40634AE-75C9-EC87-9744-B25EEF071D28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B42F86-87A7-54FB-0096-99DEA555E1AA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34FA988-83FB-6192-F5C4-737299858A6F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</p:spTree>
    <p:extLst>
      <p:ext uri="{BB962C8B-B14F-4D97-AF65-F5344CB8AC3E}">
        <p14:creationId xmlns:p14="http://schemas.microsoft.com/office/powerpoint/2010/main" val="3401929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5F68-1EBA-3FE7-6CD1-2F089F9B9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AC61B6-4BEE-0861-DD04-972995BB20E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050424-E5F8-E04A-67F0-1180879FFCC0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9E70F1-11F2-E265-7660-FA437BE569A6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32C5F0-DD54-FF75-1F68-C59A9C57B8A6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097645-F7CC-1735-0DA8-DE28D963D10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0017F7-64A1-C21F-05D5-390F1B9312B6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8BD9A7-033A-F7A3-A184-BB6440DBFA64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3DA9D9-B3B8-DAA9-CD33-6FCD6EAD0E11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226320-4663-A7C3-51AF-C3B51EFC7C7D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4315D0-CACA-1EB5-061B-5E2C47D6F93F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BB40D2-14E9-DA19-9E86-B6DDB348673A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E608E-79C3-BE01-DDE5-199D73BDE0F4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7D6014F-815E-0BD8-1D30-8D550B115533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D12271-6C0D-4599-A658-D1FBDBF6BE32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74CC87-D386-10AC-91A7-C6D37133CBD6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9A1982-0FAB-F7CC-DA1F-72B690220040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BCE18A-9F10-152F-840D-E994995C9872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5D1BB5-32F4-B284-96F0-BB211DE4FA3B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ADE4A8-53C4-2DFE-A91D-7D4306A36C0C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curr = next;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024D78-0610-1BF5-DF09-182DB87611EF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8DDCC25-B8DD-DFA4-5CDE-998A4E005292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F4FDD5D-4F53-8D2C-9C08-435E85018C4E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410C583-D3DE-B506-30F7-C53F390A0798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BCDC546-FCC8-79A1-5A62-893ED3F35DD8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0E4C90C-D939-561C-FD73-CC29EB554595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296983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6E87D-80B4-FDA9-F865-506FB3038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6DD31E-A3E0-4402-5626-B731CC51953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7CB32A-7F69-0505-1BE2-DC3DCF5FD124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1C81C2-CCDD-4926-4CCB-2533AE390994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5E8BCC-80F1-DC92-C6D0-302A6BF44793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04B83B-6CE5-64C6-A070-E0D50731C211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068419-1E8C-FC93-352B-AC521D738768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0E8AB3-1ED8-729D-062A-A06CE5B52DD8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5C65FC-1051-B35D-DE4A-D19273D19D41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806FB9-E0B8-DD58-18BD-CFF6936AE868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611AB7A-17AA-E831-ED22-C11EFA67CBA1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6E0C56-277B-5294-080E-9B3E7711AD73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6DBB3-E8B4-3D8C-BE26-C9170725B5B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4A7AD1F-6692-479B-159A-5252667D7FF1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5F89C5-8BF5-6EFF-0E3D-15F3B871B076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D0CF50-4B38-5E71-4B0C-AA23B2991ECE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A204B71-3E3C-350F-A622-A17E887EB4A1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535FA3-5D13-528A-6012-5C419F02AC33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EDEFD4-0328-0E54-35B7-5C8A865A2721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987CC2-9EA3-72EB-2EA6-5E90C1CC4C4A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curr = next;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7E6BB9-F1E6-9F5A-E2EE-997C18CD6537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E9B096-4026-0BFF-3584-1A85873648FF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83F9B2-C882-A6B6-B5BE-ECFE1AB97744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C00B2A-77A2-42FA-EDA6-F02394E52102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E4E8564-4E6B-FAFE-B777-DB0BB43A77C5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57EB47F-0501-F8B9-815F-08D7CC0BB5A9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</p:spTree>
    <p:extLst>
      <p:ext uri="{BB962C8B-B14F-4D97-AF65-F5344CB8AC3E}">
        <p14:creationId xmlns:p14="http://schemas.microsoft.com/office/powerpoint/2010/main" val="1589696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8844-C02B-FCF1-5A80-E4366A1FE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38EA3D-2EE7-325E-266F-6ACE9554BAD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4FAB94-4EB7-196B-FA63-9124B2A90603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2AB6FC-3671-3858-6D7E-E0DCD9CB3126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4B162C-CCB6-932F-4C43-7F092B84703E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6CC713-5509-C11D-DAC0-AD0C1B022234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D54553-AC24-8B63-1C6F-3A8A71CEA953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56EF08-FA3D-429B-C094-A7C56549E3C5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283160-352A-1C6F-5B8A-96E6022838CA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FD8252-7F27-2A76-0ED7-740FFEFAF0F9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66C7C1-8F07-4E74-80A7-454672031EAF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8A0241-7DDF-3B42-54F3-A2E7487F5E6A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4443E2-C5AD-C573-FC56-34223E5813EC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1C7936D-0512-08FC-2D6C-64CDD80CAC9C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495D8E-F50E-22FC-CBB8-FF4A1D026CED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14D08C-1C9F-6239-4EE8-1B1482263B92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A77EC68-D39E-ACEF-2ACC-D2D28D30EC2A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0433F1-8820-839B-F65B-D41A146CB7C7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B6225-36B2-1161-19F6-5995D18C4DC8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2A68E6-EF0D-008C-7843-CA4A569A525A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0CBA83D-6E2B-44F2-3CE9-4B4E3C49BFF0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2F090CB-860B-B7AD-35B2-8954519F0AEE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E052004-505A-18FA-8392-718259226882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563B83-236D-D846-73AF-5F85D0793CD8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3DF1B2C-1438-3213-7758-28338D35F63C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587A1B-45BD-A177-FB35-AC435AC488FE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count++;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252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CEC3-0542-A08D-DCF3-0EBA2813A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22341B-AFF8-3025-41A1-BEE911BBF37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2FD4A84-6934-3B62-25A9-23E8B9F621E8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0E23DD-7796-0023-FA70-896D9D8AB72D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253E5F-99F8-E202-08A8-30E7362DD33E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7D5997-95B4-1B42-9A37-BC9B07C158E0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3E128D-8540-F9A6-8CC5-9259818D39F8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9DC9DB-643B-49E1-C208-7B1F8C465A5C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3242F6-FB34-A00A-A292-F7377A962125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646881-8354-5DAD-FAD6-259BBCCEAD0F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E7A480-C9AB-ABB0-EB46-B5EF71B18776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94173A-1016-3F5B-33DF-4E0A6ECA7A6E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F9765-E00A-38CA-4152-8CC63D43B21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F2D4735-1817-EE65-662E-80E62851794F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24CC20-270D-B643-40DE-B788ECDD3FA8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9258E9-F7DC-920E-0E79-91877BB694D8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A390B50-7D70-E5CB-BB4F-F15A2C8EC780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AF095-8A28-7D5E-1741-FB8F524F0C8E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F396A4-0E65-3775-EE89-6D92D41FE161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68E9B5F-BEFC-6264-DF01-2A6DACE8E6A0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68BCFAA-5B4C-00E6-3BCB-70D6971F91FF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F9365C-AD1B-5785-7A51-BC1B7BF37DD3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B5BDA41-79C1-697C-F973-AE760A97E175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26D412-6386-378B-3A25-BF6B4104911D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21F4348-50B9-AB43-EF47-0E8E138373BF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C94CAF-248F-299F-0ED2-D473375F2926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count++;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331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9D2C-9673-D2CC-8FAF-F55A3AFB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BAC848-A0D6-5BAF-CAC9-BE458DAB710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789FB9-C51C-7E27-B418-7E652CFC3823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E3B957-B1EE-071C-F26A-3784DA875AE0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649BC8-227E-8C12-4B9D-20426EFE7F95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F978DF-0020-E640-B918-D788F5CC9AA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4DBFAB-456B-C9C9-99B4-65C748A70959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8A01A-6A38-AD87-1071-766312B59231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F98C97-4832-7B08-BD02-270E809AB882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0EF7B5-76A6-2332-1B89-6BE77A04FB4C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15D3A4-11DA-0E8E-999F-F128CBEF4A11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7CF9E-BE44-9DFC-624C-BCE022FB2B0C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A5116-E4EB-8432-D0D6-EF2453C943F1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A508418-FA5E-EA14-416B-4F6569B4877E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006FEB-D302-77FF-D94F-A2F365F8C456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283D60-BDE5-FA7E-A650-E8F0A237DA0B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1633C81-BEB2-CCF2-2EE8-09096F5338A5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3EE2D3-229F-B00D-C272-B072ABA6D1F7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053CD7-354D-403F-2A53-0B50E20AD3EC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ABD5FE-BC10-0D0F-DD7A-1FBDA7FE9F63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257EA46-5955-50CA-8772-8A5962A8E8CC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187301E-E0E3-46FF-A191-EF050357B6C1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5147E4-9F26-EA23-880D-B54ED00999D5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36C11E-7CBD-8230-FA71-8E6BE227A10A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6889A55-EED0-AA26-1D79-4FB7304AB33E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B787E7-62CC-3F16-AA08-25484D493FED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(curr != NULL &amp;&amp; count &lt; k)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240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8C19-2ACF-B3F4-5ED3-CCDAC62C6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BDC63C-94F5-D4C2-62CF-A01F3B18CC1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E4DFB4-A992-E433-E3C8-10D38BC8BF29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8B7088-2A82-3A7D-B4F4-A579DDA86DCA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BE09C4-4D0A-5111-14A5-590662927019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13ADDD-4B1C-E7FD-3850-81038A4251D0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BBA2D9-D834-4C73-DB7F-5EFCD05FFDEE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8E47E2-316B-0A02-34B6-D3E920FD3187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E03FE0-E98F-B3A1-0D21-97489BCDB6B9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BF6BB9-BD97-6755-4DE8-7B18D8425538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CD5EDB-5DD0-1470-6B46-F3330B2CC610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462C3C-5CB8-A65F-9F2C-0A7F06D17871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1B291E-345E-B31C-91F8-56789AF61B49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042B906-E35A-04C3-C9A2-F026A57CFC20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962A50-385F-158C-E745-225326A4A462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7F10B1-0125-F973-232E-16FDD6352A06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0B3205-F501-0924-8616-FB629325ED05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292B8-08B1-2F30-2D57-8650635721BE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5D0538-F262-D88E-CFF8-F683D26EBC79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E22C8-F9A0-BE30-330E-1682415968F2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57A1D2-3875-E081-0A6D-2AAF779EB2E6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139DE5-1CFC-C680-AAD1-E95086B86505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33C8B86-F390-D4F0-95BB-A32AFA23DB5C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A456BB-1CA7-9FC8-59D3-C2DD45FE99FB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82CC02-EE0C-7187-7068-FF3586B33618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497E6A-A608-D001-3E24-D65600CEC5B9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next = curr-&gt;next;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651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D9CF1-499D-B86F-8251-51913BBC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BEDA0D-ECAF-46D4-F6C8-D54AD986074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110B27-1445-F98B-9291-504A579B9EED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B699A2-47FD-AAB1-8763-9E01D7DB1EB1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BFD1E2-BCBA-C4AA-B489-476DC1E19EB5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A233A3-8D7B-D704-F396-F857DAA13818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D05D76-3053-4BE4-E6CF-0E0A5FC3A4F8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D310B0-B828-1C89-84CB-34CBB0E769EA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069CBE-58C0-550C-BD64-5CE46321C75E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F6EEFE-2B17-704F-B311-6CFA79435D9B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2AE5FF2-2EEA-CECD-9913-28FABE9B6E06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C9D2AD-9D0B-88DE-4702-F4879816CB84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2529A-AB70-25C6-3C52-1B20DC1745EE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BD9485-4318-2932-1FB0-31C8EA6DD4DB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4E0917-D968-AB28-BE23-A6AEA0207A0F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A7A42A-52D3-5BD4-7AC3-4CD81A1BA96C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8CBEB06-7A2F-AAFF-56AC-FA862491897C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D1FDDE-10E4-454F-633F-8B77E25686CC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202C12-0276-0E2E-7872-5169145F0BF7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F37650-2C97-33E1-B056-4F60DDEAF903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A01AF92-A812-0D29-CB75-CA58B943A794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2A2914-5F7C-A786-BF75-867E3288DCBE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1AE9BAA-99DA-86BB-777C-90BB373DD137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404FBB-93D5-E721-7BAD-76CE85F58E67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0C8EC6C-71FD-8B92-29F4-C756171CF4A4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46409B-E1F0-808B-D3B5-0AA733425875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next = curr-&gt;next;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AB65BD-E47D-F3EA-EB3B-7B0FCDD127C6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A894900-A14F-F9C3-64CD-54B222BA393A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739103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F33FC-79BD-F0E0-3D67-11DDB6CE7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780E5C-2409-67C1-97EF-CF6051D7A62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1B0348-8CB8-9937-DCB5-548AB8DB3D46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308EA8-548B-5CD4-9EB3-90F39BDA7DFC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D921BF-AA97-75B8-BA21-C52440F93F23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ABE741-F2E4-35E4-3046-2BCB1B0B2A72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D96288-C20A-3C8D-B345-621AFBE08148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D0CE27-E348-554D-E05F-9418881FF511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1B40DF-4017-E11E-2C9A-73074F87EC0D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B750B4-4FED-A919-5AAB-E34FE9D1C25B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699794-2697-067E-16ED-DDDA7B71E069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661DF2-A3F7-CEB4-3E29-C5F0006BB53C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BCB98-D81E-2880-B486-C2EBC9481387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B04F219-46DD-1C18-DA5D-B6D9E109017B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3A68B5-A703-BD7A-3D7A-49A0C3C14750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CA2C54-20C7-0218-9C3D-54D10F6D880D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5AC348-DC81-49C3-DF89-7C77FE447BDB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1E9B6F-3CBF-CE41-360A-4F027DF9A5C9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2C50C0-7142-B8CE-5016-6EECE20F193C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2EEED0-E3C9-AEE6-EF1F-EF24FB7045AA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8D94E26-FA02-491B-3A92-C445E532D952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C795E4-295D-42BB-DE15-EA9D6A68F97B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A7BAC2-AF5E-F506-DF73-820322F221BC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3F9D30C-C956-3052-27CA-C2D0ECE51F19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37A48B-0FA8-EF48-31BB-538D099E5AD5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52A15D-A3E1-4395-9FFA-B2C6F6D69D3E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007B702-AEC9-A22C-7D64-E8E690D1A1A6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E210E8-A4F3-E692-BB1D-23012EFB220B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curr-&gt;next = prev;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422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0E5DD-7FA7-6384-65AC-E51A852B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0213D0-2FED-BD48-79FE-E6F3A9D2103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F033D6-1C19-7772-8F90-2F80FFDB7977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BE220D-3AC1-EF2E-DF32-C13097CA493D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51A53D-9A6F-8769-85D6-AE3F051BC32B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F1065B-6A17-6D97-21BD-665A7C83618E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323B34-0BF1-2807-4BD0-83BB37461795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93DCA5-9C4F-B94C-9450-E0EBB26AD44E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FA32E9-AF5A-5203-F4AC-D33BEFDFBBC8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B74965-8260-3EAD-8A50-071C1775B0DA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1F1166-B1A7-E198-21CA-8B24D881384A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B65352-F1A9-2C92-6371-02343D5957A4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B144F-EE96-B26E-B768-CEC9A30F0487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1134BC9-86FC-B523-9A5C-76BB7696E489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F15AD8-B06C-0F99-40E4-AD2E6FBC1E6F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782DE5-00C0-C331-D49C-96141F6D3C1A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47E899-B1A6-EF75-F9FC-8DD378B10979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B78E05-947F-37B2-382C-5DDDF69D9ADF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AE234E-80FF-2AA2-CED7-F10D1EA1D593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130FA8-4E89-A245-371C-201B289B5BB7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FFDC223-87AA-F441-16E7-92D73F680B0C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52A2B5-7810-33E8-CE0F-BB531DAC6416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D5FBB3A-BF8D-7C0F-55C5-DA555DEBFCA9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4CEDF33-C8A8-53C2-E24A-A83BD5A2E282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63562A7-3ADA-51F0-6710-991B71CB0AC6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91221A-DCC9-38A9-1C4A-EF96C03CE30D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E0D991-AB99-FA80-DDF3-F4B57A1C993E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0BCDB1-ACF1-2A4D-461A-6508A66E58C1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curr-&gt;next = prev;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1BB007-5801-3C7A-1ADE-52BA0F449528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1484CF-0342-88D1-38F5-A63C18A8987A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0A6B594-821F-6FB6-72E6-C91ACBB1CD56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687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C7C0-3EB3-8E1C-A828-89DD5E0C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E689B0-2DF4-6CA9-6826-039150A3779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57B709-2243-3448-4E9F-B38318CE008D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45E67C-2B3B-94F2-266C-D132AC9A03F3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B7D5C6-B8CA-8344-938F-94D49066D23B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1061DE-F61C-1E43-91FB-19213E349CA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D1DE7B-1E21-B4CE-1D41-3865C6149ECD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5F7049-10CE-73F5-8FC7-FCD1A973FB8C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6D857F-0E81-AC46-A098-4FDDC179793E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DA1595-500E-816A-3D60-66C2EFB8030F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E173747-FE86-88BB-0B84-364BD40C127C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2396E6-81FA-213C-DD46-37498CB5FD88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875F4-59D2-6A3C-2F0E-586F9164E25B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9648FA4-45A4-12D5-BB61-BD90FF5BBD16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98A3D2-D529-DBFF-9BFD-7F28DC752A0D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9E6AAD-0A36-240C-8EBE-CFC7DAF2DFFE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C4AFA93-1EF6-D160-F607-946B6F05C898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6D2D2B-172B-8FEC-1B40-4E264B203996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3FBE87-3AEB-7992-DCD3-131C12221E48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825841-B463-D0BB-0DB7-6B7E924F180D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36C188C-7958-4F6D-11A5-9168CE8F6D25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910DF7-D904-8D9A-293A-B4530622A5CF}"/>
              </a:ext>
            </a:extLst>
          </p:cNvPr>
          <p:cNvCxnSpPr>
            <a:cxnSpLocks/>
          </p:cNvCxnSpPr>
          <p:nvPr/>
        </p:nvCxnSpPr>
        <p:spPr>
          <a:xfrm flipH="1">
            <a:off x="-738805" y="1593552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C584486-6D51-304E-FAD9-1E312C8A2139}"/>
              </a:ext>
            </a:extLst>
          </p:cNvPr>
          <p:cNvSpPr txBox="1"/>
          <p:nvPr/>
        </p:nvSpPr>
        <p:spPr>
          <a:xfrm>
            <a:off x="-1066800" y="118146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D0E377-911E-523C-4AEB-9AA140AF6175}"/>
              </a:ext>
            </a:extLst>
          </p:cNvPr>
          <p:cNvCxnSpPr>
            <a:cxnSpLocks/>
          </p:cNvCxnSpPr>
          <p:nvPr/>
        </p:nvCxnSpPr>
        <p:spPr>
          <a:xfrm flipH="1">
            <a:off x="2055806" y="1667634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3093E61-5578-0389-9149-C70B198AD9AC}"/>
              </a:ext>
            </a:extLst>
          </p:cNvPr>
          <p:cNvSpPr txBox="1"/>
          <p:nvPr/>
        </p:nvSpPr>
        <p:spPr>
          <a:xfrm>
            <a:off x="1727811" y="125554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5FF7B-6801-A8BA-A7E1-4C2932BBC533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467DA14-34DC-5EC3-0D90-E45F24B601B8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CF51AB-0862-BC41-42CE-022E5ED03FC3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BE6879-2316-2336-12A3-782B64DEC75E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A9B835-A5F7-A542-2097-0A42BFF9406B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7C4EDCB-7E9C-4D7E-72D8-B4D0E83E16E2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prev = curr;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997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A3D63-DA2E-7CE1-209C-A8192F3F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9206D4-7D46-9778-3D11-2033CA3D5E1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7532D4-FCE7-3136-F004-4D0750C63EAB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5C32DC-14FB-BCCD-A230-BEF727952516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019156-58FF-98F3-3C8C-0C9975277093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83D211-76DB-50A9-DCE0-14B1A83A562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6E1F22-50A3-905D-8E24-7BE05F278242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C749AC-2D3A-08DF-1735-9D9B8BD23C09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031955-9C84-92B9-29C9-991EB9D6FEC4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7FAFB5-E219-DDF2-F29D-A668EE62A4D1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23D628E-94EC-7591-8303-BA9C91AD9600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43B36B-10AC-733F-6E82-AC0B53311474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B3D50-4E78-4170-A223-74D278B74F10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936124E-34B7-A826-9F4C-347AE2934072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DF654B-AA86-8534-E955-DC553FCDB590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B487ED-46E1-6388-2A9C-B6BFAFE34753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478400-FD77-7F5F-19BA-3980E54BAC38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921FA-D144-B724-546F-01FEC7375087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A219C7-5F83-B6DD-8059-95EE803B2317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A5BF8F-27CC-F55D-F0E7-22A4601C2AC3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0AE6BEF-C788-9F51-AFAD-37F285C60274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7A82E50-CFA7-F854-E544-C5847EE91750}"/>
              </a:ext>
            </a:extLst>
          </p:cNvPr>
          <p:cNvCxnSpPr>
            <a:cxnSpLocks/>
          </p:cNvCxnSpPr>
          <p:nvPr/>
        </p:nvCxnSpPr>
        <p:spPr>
          <a:xfrm flipH="1">
            <a:off x="2086231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CB2C6E7-B572-995B-A6F8-023565DDECD1}"/>
              </a:ext>
            </a:extLst>
          </p:cNvPr>
          <p:cNvSpPr txBox="1"/>
          <p:nvPr/>
        </p:nvSpPr>
        <p:spPr>
          <a:xfrm>
            <a:off x="1758236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5172ED-D0D7-A2B8-8FFC-4FFDFBBFC933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1210D34-7CB0-C07B-15E0-2C535BE9B2BA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EE4F28-63A3-091F-1A90-336CCA573A4A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E14BA15-2001-92C7-463E-A80264C7DB9E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EAD5756-63B5-2BDE-73DF-A85047B5A7F2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07C5D7C-3235-2CBA-D4B5-0AEB485F49AD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prev = curr;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2801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DBDA-9962-6757-AA1D-7BC2723B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9A6F1D-0FB8-490C-5716-B7012F771AA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1B16D1A-A6A9-9732-3B71-421132E94015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36C8EC-635D-E29E-BD6A-F5D61CE80A36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94F540-38C9-3F42-8879-132ADFEA274F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0ABDE7-D656-1EBC-76B2-1E42B00BE154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CE2085-C6F6-BFE4-CA5B-22B20AC505B2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CC753E-F99C-37B4-0001-748F44590D2E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05CFAF-64B5-8996-2518-6C93BA0D054D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40B533-674F-EBED-6213-D058B1B83A90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ECF7DFE-A01C-6FA9-F564-035CD6F9DC1F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33A7A1-D8DA-F851-B9BD-04F824669966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7CDC5-0C93-67B0-A828-F384AFCE983A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C5B66C2-BEF2-8D99-A2BD-0349A888747E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C352FB-52E4-7F96-62E1-0C19055F349F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7F9B41-C16C-47F4-386E-CA74CBB407B2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85EAD80-BB0C-68BE-A2DA-ED31E27C6D15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71B39-5E3F-AD38-81CC-3C6FD4796A0F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B14767-7602-039D-2B89-64D66DDB200E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E148CF-2A4B-1766-A802-8EC374A57CB4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4E7A949-9D81-294A-7373-F1A04533A176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763264D-1F6A-8DAA-224E-AAD234377836}"/>
              </a:ext>
            </a:extLst>
          </p:cNvPr>
          <p:cNvCxnSpPr>
            <a:cxnSpLocks/>
          </p:cNvCxnSpPr>
          <p:nvPr/>
        </p:nvCxnSpPr>
        <p:spPr>
          <a:xfrm flipH="1">
            <a:off x="2086231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F2FBF3A-94E0-90E1-4C18-AC6495859F7E}"/>
              </a:ext>
            </a:extLst>
          </p:cNvPr>
          <p:cNvSpPr txBox="1"/>
          <p:nvPr/>
        </p:nvSpPr>
        <p:spPr>
          <a:xfrm>
            <a:off x="1758236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51FD6C-9175-82ED-A3D1-8981C9165742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18D21B9-13EE-175D-87E6-65FFCC10E984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384713-4E4D-F2DD-2224-3A92CD384595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42E2B9A-5A5E-8F3C-B1BB-7D6F0646069F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9440BE-DCCA-118C-24A1-C0A4D8523973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E8567B-168C-0209-DD07-4EFCFE93B86A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curr = next;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64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B2226-BA54-CBD6-CF77-CB45095E5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6438E4-6774-530B-9479-8A0405333B3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D7B498-87CB-B976-48A0-9A0B8DCC28DA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2FB8F0-98B3-C085-51EE-68618F1DBAED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2EF67F-F938-FF96-50A2-23EF6A37FC7F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B81FBF-5A8C-7553-1FD5-4803F3107834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EAABC3-2696-E7D4-9A03-23285346EA04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39EFEB-3C5E-41AF-0634-5F9F476FB2BC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9F60A2-C64F-BDAB-AAA8-18D1079870DD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1B3D3E-A6A2-FA7E-D1F3-A38BAFD60F3F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5519FC-316D-2AF0-4FB2-87057F8E359D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A046CF-FF79-644B-3311-B6FA7EB75622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5BC4D-709D-1883-3A69-C1316336B20D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7425CD7-D08D-2A85-465F-B9AF3D6C29E6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D875B3-F730-0746-098D-75E2F9F19BC5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FDEA1A-25BD-92B4-7D26-9A3B5FB17F97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C56DFAC-71C2-80E2-496A-BB4E109FE362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FAC4EA-F499-862E-41AF-C8497099B9A2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BA60BF-81EA-4C25-4576-00753FB78892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EDBD0F-90BC-C3EA-3FEF-CC5DF1596580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0F3254-2C4D-50D2-E2EB-19325B8EABBB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22509B-4767-2F6B-9667-A3100AE60A4F}"/>
              </a:ext>
            </a:extLst>
          </p:cNvPr>
          <p:cNvCxnSpPr>
            <a:cxnSpLocks/>
          </p:cNvCxnSpPr>
          <p:nvPr/>
        </p:nvCxnSpPr>
        <p:spPr>
          <a:xfrm flipH="1">
            <a:off x="2086231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829C156-68A0-12A2-AF58-652FB8738E07}"/>
              </a:ext>
            </a:extLst>
          </p:cNvPr>
          <p:cNvSpPr txBox="1"/>
          <p:nvPr/>
        </p:nvSpPr>
        <p:spPr>
          <a:xfrm>
            <a:off x="1758236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E315A4-7C51-6E9A-7D88-7C80ADA12623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71B3D0-FEE2-CB37-791F-7F4628A73011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5C0C6C-B930-C3CA-3D71-92607E49FFD4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724774F-4F59-6BD5-1801-A89A3B68830D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51957F5-8C1E-B7DD-5677-C924C71FC4B7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4129E2B-DC21-1AB7-3FBC-BEB0EF3BA51E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curr = next;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5050A4-E3D7-EFA0-1E44-635C4452246B}"/>
              </a:ext>
            </a:extLst>
          </p:cNvPr>
          <p:cNvCxnSpPr>
            <a:cxnSpLocks/>
          </p:cNvCxnSpPr>
          <p:nvPr/>
        </p:nvCxnSpPr>
        <p:spPr>
          <a:xfrm flipH="1">
            <a:off x="4889529" y="1676647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93167D1-B5AA-7FEF-CA60-8450956BC0EF}"/>
              </a:ext>
            </a:extLst>
          </p:cNvPr>
          <p:cNvSpPr txBox="1"/>
          <p:nvPr/>
        </p:nvSpPr>
        <p:spPr>
          <a:xfrm>
            <a:off x="4561534" y="126456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740458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0185-FCD4-A214-3E56-1AA049BF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96B382-E04C-7F87-CFB3-06A11094CB3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E6C96D2-A031-8688-84BD-2E1547440435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DDB99A-3AE2-971F-FD4F-36800916B160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532513-474A-353B-0B8B-89CB1847FE90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9FD805-24D1-C172-EB52-A302CEB31047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89F180-D08F-A20F-0411-20F4044D9682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9097ED-13F3-56F6-3369-A5D28047AC0C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3C5E1-2BAD-1B4F-5C46-E52C84C0C102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5E5A91-6B92-0CD6-057C-749A110F229E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4EC932-F980-6A83-6CDF-92D2A9EEDC3E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BEE71E-1DC0-DFF1-76E6-93CF0B2D1836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FC6D7A-AEC4-F250-BEAF-7413E1D87C99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D42DE39-87C6-3C16-4F52-73CB2B97BD09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3914F3-3679-BE9B-0253-72ECD83F1F2B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812F4B-C37E-90F8-ED6D-F420528C5F68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A6F6772-ECEB-D594-D89A-14723C4AA700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3FC85B-C96F-CAE2-B5E5-FD0A00749F61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C7F7ED-976B-C190-98B0-EEFF943BE6EE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1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39BE72-4D77-BA34-B394-6BFED5A7E171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4B9202-F129-CEC6-CDFA-8B7AA5F12FFC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CCD959C-3391-DA9B-5D3E-E90B0E61C128}"/>
              </a:ext>
            </a:extLst>
          </p:cNvPr>
          <p:cNvCxnSpPr>
            <a:cxnSpLocks/>
          </p:cNvCxnSpPr>
          <p:nvPr/>
        </p:nvCxnSpPr>
        <p:spPr>
          <a:xfrm flipH="1">
            <a:off x="2086231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72307C4-7268-51F7-BF98-8759B9F5F3A7}"/>
              </a:ext>
            </a:extLst>
          </p:cNvPr>
          <p:cNvSpPr txBox="1"/>
          <p:nvPr/>
        </p:nvSpPr>
        <p:spPr>
          <a:xfrm>
            <a:off x="1758236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F7E3E4-5A6F-89C7-CC10-BCB54BD5D028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7640FC-06DB-9D8A-3BA6-11AF49994EDF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A6F011-8FCC-8B65-9209-AB5ED8DD1B09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5DE17F-108C-4BEC-DEEE-7E82C95B3E7C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3C45CAC-C2A4-B188-FA56-C8DD2F71A96F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908F247-1482-62D0-FA92-7BF000BF0733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count++;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B8FF1F-BE89-28E1-C4CD-D5F65A4BABDF}"/>
              </a:ext>
            </a:extLst>
          </p:cNvPr>
          <p:cNvCxnSpPr>
            <a:cxnSpLocks/>
          </p:cNvCxnSpPr>
          <p:nvPr/>
        </p:nvCxnSpPr>
        <p:spPr>
          <a:xfrm flipH="1">
            <a:off x="4889529" y="1676647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2E36193-A24B-EA9E-491B-9BFD29DB47DD}"/>
              </a:ext>
            </a:extLst>
          </p:cNvPr>
          <p:cNvSpPr txBox="1"/>
          <p:nvPr/>
        </p:nvSpPr>
        <p:spPr>
          <a:xfrm>
            <a:off x="4561534" y="126456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0446139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A8029-92A3-D968-6EE7-70544F21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AA970D-70A9-2560-097A-E343B10EDBB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926081-845E-DF10-50CC-6F10D7286008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263E04-A6DB-A9AE-9D65-7B6E37211879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2C8E4E-4003-CD1C-A660-330F0D0BB815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60141E-1E86-ED2A-07F7-116728396FBD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8340E1-B89A-48B5-75A8-326EAB0DA260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56BB6F-FA85-7A15-1B01-E33840BA53DF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C9E770-3E07-960D-9377-C94AF3CBCFA2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E3AC8B-4DF7-E445-8537-8643B9F9DBA4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9ED064-932A-9D07-C3CD-52DBCECEB9B8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84FEE-8E47-ABCE-5944-28D39D2F63C1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A5531-4160-FDE5-B96D-62CE654A42E7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3791E53-AAA0-D46B-8A74-D81D4A8CD3AB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4ECF38-5EE4-7499-EF7F-4273CFC63ACC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F3FA43-6414-A2E9-D1C8-BB6264A3C11A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4568A5A-BE98-C71C-91FD-01806300B2BF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648C18-D87B-1ED4-3E62-2DD86CC7D37E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1420E7-07FA-E3D9-D8AC-394D1C816999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430378-507C-7C6E-AB73-50ACD82D58D7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D1ACD44-4F74-B544-FFEC-CCD0CB547E06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EC0F79B-2A11-BEF6-6FD2-018F0B1238FB}"/>
              </a:ext>
            </a:extLst>
          </p:cNvPr>
          <p:cNvCxnSpPr>
            <a:cxnSpLocks/>
          </p:cNvCxnSpPr>
          <p:nvPr/>
        </p:nvCxnSpPr>
        <p:spPr>
          <a:xfrm flipH="1">
            <a:off x="2086231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36A349-B499-D589-220C-0C20CB13D1F3}"/>
              </a:ext>
            </a:extLst>
          </p:cNvPr>
          <p:cNvSpPr txBox="1"/>
          <p:nvPr/>
        </p:nvSpPr>
        <p:spPr>
          <a:xfrm>
            <a:off x="1758236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E3E85E-88B1-9E56-A552-E93CB6880D5A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C740E54-7BFB-03AB-9AD0-BCB2D54CD130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F3E0BB-4F2D-582C-7B28-6356872ACAB0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277512-F0E4-F32C-298C-E97501B1EC2A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5BA29EF-934C-D864-6865-829909ADA9E1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97D70FD-F5A9-5F96-E2EE-583502CF561F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        count++;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6E4CA2-1439-41E3-4981-FE4CE848DD55}"/>
              </a:ext>
            </a:extLst>
          </p:cNvPr>
          <p:cNvCxnSpPr>
            <a:cxnSpLocks/>
          </p:cNvCxnSpPr>
          <p:nvPr/>
        </p:nvCxnSpPr>
        <p:spPr>
          <a:xfrm flipH="1">
            <a:off x="4889529" y="1676647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230CFB9-33D9-1560-5408-FE3998BE09F0}"/>
              </a:ext>
            </a:extLst>
          </p:cNvPr>
          <p:cNvSpPr txBox="1"/>
          <p:nvPr/>
        </p:nvSpPr>
        <p:spPr>
          <a:xfrm>
            <a:off x="4561534" y="126456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7661065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9067-0016-589D-81CB-0B21A9FF2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2D0BB7-79BC-09F8-77F3-538B4C736A2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AFB83C-2D26-9F52-AD31-0AA36B19E4D1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628265-1D73-F39D-8737-D29ADA39B007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A76807-C8DF-F77C-CF83-5C9F40C0E9E9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567577-C0B6-9D2A-16EF-D34146462251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3F65CC-BB0D-0511-512A-DF0FD01FD86B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B6E307-EBBD-324B-138F-BCD2F235208F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24930F-C3D2-88BC-86DC-DA8AE1DADB42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4D2250-05FA-C0B8-EA5A-87A5335F47CC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F224CF7-C857-8447-EEDA-4E8BF873AED9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875C75-9882-B666-B416-5382F74045FD}"/>
              </a:ext>
            </a:extLst>
          </p:cNvPr>
          <p:cNvSpPr txBox="1"/>
          <p:nvPr/>
        </p:nvSpPr>
        <p:spPr>
          <a:xfrm>
            <a:off x="-649343" y="19005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89DF5-0661-50D8-E90F-97B9DB6D67F7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DED9DDF-016A-B209-72D9-6FE02853F9D8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27C9F9-0AE6-47B8-E0DF-CA7E1643E4C1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F19F41-98F5-5CAF-6BF7-E3DACC003C7A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EE3D75-F710-5C7E-F555-F25795B260AE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0050DB-F47E-EEB4-4842-0D9AFA84DBE7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D8CBED-5B46-429C-4904-DDF1A57FE2E9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25B578-E90A-3C95-5FF8-DF300AAB1F8E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4CCD330-05F8-7B1B-D438-D19132AD086F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62C5C5-2E91-44F0-D397-C2D8642FF5A6}"/>
              </a:ext>
            </a:extLst>
          </p:cNvPr>
          <p:cNvCxnSpPr>
            <a:cxnSpLocks/>
          </p:cNvCxnSpPr>
          <p:nvPr/>
        </p:nvCxnSpPr>
        <p:spPr>
          <a:xfrm flipH="1">
            <a:off x="2086231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5BF522E-83C5-CD51-78CF-C2FEA5747DD9}"/>
              </a:ext>
            </a:extLst>
          </p:cNvPr>
          <p:cNvSpPr txBox="1"/>
          <p:nvPr/>
        </p:nvSpPr>
        <p:spPr>
          <a:xfrm>
            <a:off x="1758236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1C0B13-3A25-B945-F2A4-A8A7E76934E7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DF84DE5-9469-E15C-A99F-510395AC5BAA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6DEA06-28AC-FB07-4939-9861A4E8CC27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71EF16-5077-7AD9-0310-E9F3A1D45C67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EE0CAE6-BC7C-B2D4-E6BC-E21F8CC1EFDE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F886DC9-6057-8F1A-C77E-D8C5CD3784EC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(curr != NULL &amp;&amp; count &lt; k)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6331A5-7105-B261-D9F4-07111BFA28FF}"/>
              </a:ext>
            </a:extLst>
          </p:cNvPr>
          <p:cNvCxnSpPr>
            <a:cxnSpLocks/>
          </p:cNvCxnSpPr>
          <p:nvPr/>
        </p:nvCxnSpPr>
        <p:spPr>
          <a:xfrm flipH="1">
            <a:off x="4889529" y="1676647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6415627-F101-1F6C-C3EA-E7E86CD64900}"/>
              </a:ext>
            </a:extLst>
          </p:cNvPr>
          <p:cNvSpPr txBox="1"/>
          <p:nvPr/>
        </p:nvSpPr>
        <p:spPr>
          <a:xfrm>
            <a:off x="4561534" y="126456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8474839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24D7F-8323-DF3E-2A12-15EC0465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6B3E30F-976D-FDAA-5599-5FB626E745D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7B9AB50-81A4-7C84-626B-77D2B5BEC54A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F26403-FFF0-39E2-A40A-B382C167D984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2E6198-6DD6-378B-3221-C1BDE691850D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5D69BB-581C-93A7-DE1A-567E39646608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3365D7-A9E0-702A-7887-5103EE7D7076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E5FA22-AE6A-E8D0-1322-923088C1219C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89305E-F5FA-8DCF-F3F7-2EEA5F38ABE1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F57AD5-4774-5778-D28A-325798FB16D6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21D2909-E580-3F9C-37D6-5D05A732C1D7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0D8DCB-E929-C3DA-E1F0-C4AFB1347419}"/>
              </a:ext>
            </a:extLst>
          </p:cNvPr>
          <p:cNvSpPr txBox="1"/>
          <p:nvPr/>
        </p:nvSpPr>
        <p:spPr>
          <a:xfrm>
            <a:off x="2115703" y="201983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27216-4AC3-5C70-CA7E-3C33F0F0F074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B2B5F69-6128-8D20-1417-0FBB1B3E8DBE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EE6C6E-BBC5-04A1-2481-4D00C5B83CA1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E3C954-6642-F225-15D0-DA1B01692170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F01018-D4A5-1DC7-9C84-350FC8D23C1F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74D1C6-28A7-74E2-FB6E-DC284FA72934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97575C-DDB3-0C14-33F2-1B5EC92D4F51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26F31B-D488-A999-33BD-CC622E61C1AE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19496BC-2F0F-C355-8B77-F6287C1FCAFA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53F7B71-F13B-83F4-3A72-B3BE161255F1}"/>
              </a:ext>
            </a:extLst>
          </p:cNvPr>
          <p:cNvCxnSpPr>
            <a:cxnSpLocks/>
          </p:cNvCxnSpPr>
          <p:nvPr/>
        </p:nvCxnSpPr>
        <p:spPr>
          <a:xfrm flipH="1">
            <a:off x="2086231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4ABAEAE-1499-6C76-4718-97C1C643FB4A}"/>
              </a:ext>
            </a:extLst>
          </p:cNvPr>
          <p:cNvSpPr txBox="1"/>
          <p:nvPr/>
        </p:nvSpPr>
        <p:spPr>
          <a:xfrm>
            <a:off x="1758236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DEB377-FFA8-2413-3951-02DFF003DD4D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7DCB160-3A68-7B7D-3C3F-97B9A34744A4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0D8ABE-7E9D-3432-619A-5FC2C2B3753B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7A02211-BFC3-DABB-C8BA-257B1038DB11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D7C8C2-FF17-1104-3497-477E1D11AB91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49F597D-87D7-A64D-1926-9253CC46E5E2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(curr != NULL &amp;&amp; count &lt; k)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EDF384-2BD0-BD78-1E87-E64E1495AD66}"/>
              </a:ext>
            </a:extLst>
          </p:cNvPr>
          <p:cNvCxnSpPr>
            <a:cxnSpLocks/>
          </p:cNvCxnSpPr>
          <p:nvPr/>
        </p:nvCxnSpPr>
        <p:spPr>
          <a:xfrm flipH="1">
            <a:off x="4889529" y="1676647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41074D8-536A-77B5-1E85-7CDA79708C59}"/>
              </a:ext>
            </a:extLst>
          </p:cNvPr>
          <p:cNvSpPr txBox="1"/>
          <p:nvPr/>
        </p:nvSpPr>
        <p:spPr>
          <a:xfrm>
            <a:off x="4561534" y="126456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025235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F0CA-F2BC-B390-2C62-AA33056D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3272D1-AE6B-8407-8E60-F3D9BAF0E8C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02F99A-F872-5567-4118-DD55E5502EC8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6D1D4B-8195-BC2B-6DE2-7C5493DEADA7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EC0AFF-5D8B-3E33-B22E-C8338C6892B2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E0AB3C-6227-BC17-6F4D-1CED019A765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C3B926-EF70-CF14-E34F-C6C2712F6D93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14E968-8223-9474-FBC3-7FA97A8693DA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9C6848-1015-9A5C-4EEC-DDD411470D20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EA8B39-C6A2-5B04-88E0-87F4B674784D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992069-BD7E-7C3E-E2EC-60A4E1E66862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030F79-1EF7-9D4E-CDA7-D482707A40A2}"/>
              </a:ext>
            </a:extLst>
          </p:cNvPr>
          <p:cNvSpPr txBox="1"/>
          <p:nvPr/>
        </p:nvSpPr>
        <p:spPr>
          <a:xfrm>
            <a:off x="2115703" y="201983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3B24E-0242-AC58-7B17-C2873D7E813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30A0FE-E1C4-09ED-0940-6E0CEA44C3C2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BFDDA6-215D-66DA-66BE-FDE1570CC428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65D434-7B55-7B1E-DC6B-28F8146C9462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379C240-0D7E-C3EA-8B4B-B40D95F111A2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5B523-424A-A4D7-FFA8-E532FD6B730D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A50FEC-3366-D351-07E1-0E8C84BD4A39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E82DF7-D26D-8FE9-AEB8-4813D8C65404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FBC8E73-7567-05A2-1139-013D6D1B896B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30F29CE-B2BD-19E2-5B56-EFC62AB362BC}"/>
              </a:ext>
            </a:extLst>
          </p:cNvPr>
          <p:cNvCxnSpPr>
            <a:cxnSpLocks/>
          </p:cNvCxnSpPr>
          <p:nvPr/>
        </p:nvCxnSpPr>
        <p:spPr>
          <a:xfrm flipH="1">
            <a:off x="2086231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497A922-ADE8-6D19-7E79-D82B9C5383F5}"/>
              </a:ext>
            </a:extLst>
          </p:cNvPr>
          <p:cNvSpPr txBox="1"/>
          <p:nvPr/>
        </p:nvSpPr>
        <p:spPr>
          <a:xfrm>
            <a:off x="1758236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DB3C6-E9D5-FCC5-98CC-B4F5D558516A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DC9FD7-6EB8-6F20-FBCC-232BEF536B86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8D5376-D0CE-4297-C63A-94FEF878CE27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3E2CBB-694A-6050-E21F-C9C6A843E59C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FC76355-056D-A9CE-C050-E95563A2AC1B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DD00951-AE9C-44BF-54E9-7C13691F154E}"/>
              </a:ext>
            </a:extLst>
          </p:cNvPr>
          <p:cNvSpPr txBox="1"/>
          <p:nvPr/>
        </p:nvSpPr>
        <p:spPr>
          <a:xfrm>
            <a:off x="6614590" y="4635703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(curr != NULL &amp;&amp; count &lt; k)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58192C-85CC-6AD9-87D0-34F899481AFD}"/>
              </a:ext>
            </a:extLst>
          </p:cNvPr>
          <p:cNvCxnSpPr>
            <a:cxnSpLocks/>
          </p:cNvCxnSpPr>
          <p:nvPr/>
        </p:nvCxnSpPr>
        <p:spPr>
          <a:xfrm flipH="1">
            <a:off x="4889529" y="1676647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E38291-AC53-BEA1-C588-61DDE266A70E}"/>
              </a:ext>
            </a:extLst>
          </p:cNvPr>
          <p:cNvSpPr txBox="1"/>
          <p:nvPr/>
        </p:nvSpPr>
        <p:spPr>
          <a:xfrm>
            <a:off x="4561534" y="126456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82F1789-9167-581A-7250-57B9B2948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006390"/>
              </p:ext>
            </p:extLst>
          </p:nvPr>
        </p:nvGraphicFramePr>
        <p:xfrm>
          <a:off x="-1935673" y="656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3B30537-7E6E-B623-7A04-24A73C203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065086"/>
              </p:ext>
            </p:extLst>
          </p:nvPr>
        </p:nvGraphicFramePr>
        <p:xfrm>
          <a:off x="77312" y="65656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8EE0B0-08D4-39BD-A9C6-6E515E71F671}"/>
              </a:ext>
            </a:extLst>
          </p:cNvPr>
          <p:cNvCxnSpPr>
            <a:cxnSpLocks/>
          </p:cNvCxnSpPr>
          <p:nvPr/>
        </p:nvCxnSpPr>
        <p:spPr>
          <a:xfrm>
            <a:off x="-625229" y="6929921"/>
            <a:ext cx="833377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F96EFAF-25B0-08C4-CCD1-E24089D6867C}"/>
              </a:ext>
            </a:extLst>
          </p:cNvPr>
          <p:cNvSpPr txBox="1"/>
          <p:nvPr/>
        </p:nvSpPr>
        <p:spPr>
          <a:xfrm>
            <a:off x="-1458947" y="611920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14934374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9D21-41E0-F155-5C23-59333028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1FD322-D854-4046-AEF7-EEE4B574BE9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1A084DC-8230-B586-7F21-93CC58B9E443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D6E78B-BD36-DD19-28B9-47968FBF8C73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AAE7B8-7FF2-F02E-A6C6-B095D313395E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012D94-AD2C-58AB-48F9-8CF8FE747A2D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3B4437-CF38-9F8D-32A3-C95B9C1D4E6B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8C3250-DA10-1E1C-0752-7CC36EBA9956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B78086-6D64-9D0D-2B87-AAEF34A867A2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0F0ADA-E8FF-9EAF-F67D-2228C2EF3989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2EFD30D-CC9E-FBD9-2F98-C685BF680BF5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F5528C-7938-AF6A-5A71-55C16D2EB8AD}"/>
              </a:ext>
            </a:extLst>
          </p:cNvPr>
          <p:cNvSpPr txBox="1"/>
          <p:nvPr/>
        </p:nvSpPr>
        <p:spPr>
          <a:xfrm>
            <a:off x="2142452" y="199793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9B485-582D-EED9-EBC9-56CF8F50AA2F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72E4FAD-4424-395B-227A-B30910EF9DD5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49A552-5454-A731-4B55-EF582CE46622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1046BD-1230-14E5-4CAF-6350B8B3CAC3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A7731E7-711D-EA2E-3B6A-A3076039BC00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4EF409-2C48-FB6B-BB40-38305EB1A889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1D22BE-E9F1-BB45-EA34-52D8B465681F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7CABEC-722A-0816-FEB5-B1409538ECD8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DA22E25-3263-379C-9021-AA6822257944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1D2F58-7B48-6805-5A5E-87852ADDE9FC}"/>
              </a:ext>
            </a:extLst>
          </p:cNvPr>
          <p:cNvCxnSpPr>
            <a:cxnSpLocks/>
          </p:cNvCxnSpPr>
          <p:nvPr/>
        </p:nvCxnSpPr>
        <p:spPr>
          <a:xfrm flipH="1">
            <a:off x="2086231" y="1656059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04E481-0106-5087-E57C-2CC35F829016}"/>
              </a:ext>
            </a:extLst>
          </p:cNvPr>
          <p:cNvSpPr txBox="1"/>
          <p:nvPr/>
        </p:nvSpPr>
        <p:spPr>
          <a:xfrm>
            <a:off x="1758236" y="1243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prev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19136E-BBF4-2815-622F-019295BCC19B}"/>
              </a:ext>
            </a:extLst>
          </p:cNvPr>
          <p:cNvCxnSpPr>
            <a:cxnSpLocks/>
          </p:cNvCxnSpPr>
          <p:nvPr/>
        </p:nvCxnSpPr>
        <p:spPr>
          <a:xfrm flipH="1">
            <a:off x="4181204" y="1675343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94DB3F-FFDB-82D3-B1A0-F82928CEE38E}"/>
              </a:ext>
            </a:extLst>
          </p:cNvPr>
          <p:cNvSpPr txBox="1"/>
          <p:nvPr/>
        </p:nvSpPr>
        <p:spPr>
          <a:xfrm>
            <a:off x="3853209" y="12632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404604-FA4D-2E5F-E813-B5428F96DB3F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064BE5-EA6D-FF97-79E6-ACFEFE38AC83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75617A-4AD9-8251-78D1-C2D024D0EAD5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9A2DB13-98A2-6A0C-E777-C8D12E39A3A3}"/>
              </a:ext>
            </a:extLst>
          </p:cNvPr>
          <p:cNvSpPr txBox="1"/>
          <p:nvPr/>
        </p:nvSpPr>
        <p:spPr>
          <a:xfrm>
            <a:off x="6649314" y="4062868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424C7E-E5E0-4C2B-50A2-DBA6AF2983F0}"/>
              </a:ext>
            </a:extLst>
          </p:cNvPr>
          <p:cNvSpPr txBox="1"/>
          <p:nvPr/>
        </p:nvSpPr>
        <p:spPr>
          <a:xfrm>
            <a:off x="7864896" y="6336428"/>
            <a:ext cx="5936174" cy="101111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rgbClr val="FDDAA6"/>
                </a:solidFill>
                <a:latin typeface="Consolas" panose="020B0609020204030204" pitchFamily="49" charset="0"/>
              </a:rPr>
              <a:t>    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reverseK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5B11E3-D6A4-FD13-0116-BF54BED05849}"/>
              </a:ext>
            </a:extLst>
          </p:cNvPr>
          <p:cNvCxnSpPr>
            <a:cxnSpLocks/>
          </p:cNvCxnSpPr>
          <p:nvPr/>
        </p:nvCxnSpPr>
        <p:spPr>
          <a:xfrm flipH="1">
            <a:off x="4889529" y="1676647"/>
            <a:ext cx="30480" cy="7686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86D29D0-ADA5-89EA-493E-AAFB75AA7E4D}"/>
              </a:ext>
            </a:extLst>
          </p:cNvPr>
          <p:cNvSpPr txBox="1"/>
          <p:nvPr/>
        </p:nvSpPr>
        <p:spPr>
          <a:xfrm>
            <a:off x="4561534" y="126456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633FEB0F-687C-7796-4339-36375417A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068820"/>
              </p:ext>
            </p:extLst>
          </p:nvPr>
        </p:nvGraphicFramePr>
        <p:xfrm>
          <a:off x="-1935673" y="656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4C22C2D-7E88-1294-7B97-F8234C53F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293844"/>
              </p:ext>
            </p:extLst>
          </p:nvPr>
        </p:nvGraphicFramePr>
        <p:xfrm>
          <a:off x="77312" y="65656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8A0D36C-8B2B-6FBC-4274-6CE064287EDC}"/>
              </a:ext>
            </a:extLst>
          </p:cNvPr>
          <p:cNvCxnSpPr>
            <a:cxnSpLocks/>
          </p:cNvCxnSpPr>
          <p:nvPr/>
        </p:nvCxnSpPr>
        <p:spPr>
          <a:xfrm>
            <a:off x="-625229" y="6929921"/>
            <a:ext cx="833377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D42A62E-9037-7352-2751-C5DF483A3B66}"/>
              </a:ext>
            </a:extLst>
          </p:cNvPr>
          <p:cNvSpPr txBox="1"/>
          <p:nvPr/>
        </p:nvSpPr>
        <p:spPr>
          <a:xfrm>
            <a:off x="-1458947" y="611920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2705551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8D2F-8153-F018-28C8-B9C88F61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C19495-7024-4647-2714-ABAC9A071D9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75D042-790B-F70B-CE4B-B0D9B2383983}"/>
              </a:ext>
            </a:extLst>
          </p:cNvPr>
          <p:cNvGraphicFramePr>
            <a:graphicFrameLocks noGrp="1"/>
          </p:cNvGraphicFramePr>
          <p:nvPr/>
        </p:nvGraphicFramePr>
        <p:xfrm>
          <a:off x="-899160" y="244660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145C65-F204-E19B-EB38-5B26BA8C2856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24598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C81649-2CD1-4C3E-3E2D-62A1FA6EBD1F}"/>
              </a:ext>
            </a:extLst>
          </p:cNvPr>
          <p:cNvGraphicFramePr>
            <a:graphicFrameLocks noGrp="1"/>
          </p:cNvGraphicFramePr>
          <p:nvPr/>
        </p:nvGraphicFramePr>
        <p:xfrm>
          <a:off x="3459480" y="244660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E83EFE-4F86-8C57-17E0-F29EAB47D6B5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44660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3FA0D2-541B-DD0D-0EED-2E33880C7CEC}"/>
              </a:ext>
            </a:extLst>
          </p:cNvPr>
          <p:cNvGraphicFramePr>
            <a:graphicFrameLocks noGrp="1"/>
          </p:cNvGraphicFramePr>
          <p:nvPr/>
        </p:nvGraphicFramePr>
        <p:xfrm>
          <a:off x="7818120" y="244660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778A00-1288-E614-2F1B-97830C88DBBF}"/>
              </a:ext>
            </a:extLst>
          </p:cNvPr>
          <p:cNvCxnSpPr>
            <a:cxnSpLocks/>
          </p:cNvCxnSpPr>
          <p:nvPr/>
        </p:nvCxnSpPr>
        <p:spPr>
          <a:xfrm>
            <a:off x="2550480" y="2843642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6CE17D-1155-3657-1CA3-F8206D1C7DD9}"/>
              </a:ext>
            </a:extLst>
          </p:cNvPr>
          <p:cNvCxnSpPr/>
          <p:nvPr/>
        </p:nvCxnSpPr>
        <p:spPr>
          <a:xfrm>
            <a:off x="4757580" y="282840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C2545B-8ACC-3B4F-536A-FBE91B44E032}"/>
              </a:ext>
            </a:extLst>
          </p:cNvPr>
          <p:cNvCxnSpPr/>
          <p:nvPr/>
        </p:nvCxnSpPr>
        <p:spPr>
          <a:xfrm>
            <a:off x="6921660" y="2843642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B98502-1E00-C81C-BC71-7F9F0D078EEC}"/>
              </a:ext>
            </a:extLst>
          </p:cNvPr>
          <p:cNvSpPr txBox="1"/>
          <p:nvPr/>
        </p:nvSpPr>
        <p:spPr>
          <a:xfrm>
            <a:off x="12340444" y="209048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1850F9-FD2C-1222-EC4C-EDCA8F80FF20}"/>
              </a:ext>
            </a:extLst>
          </p:cNvPr>
          <p:cNvSpPr txBox="1"/>
          <p:nvPr/>
        </p:nvSpPr>
        <p:spPr>
          <a:xfrm>
            <a:off x="2142452" y="199793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0D9DDA-794F-71FB-9D48-EDF4CF85F459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a Linked List in K group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D3FAA26-5D09-32F3-7B75-D63D900C7ED5}"/>
              </a:ext>
            </a:extLst>
          </p:cNvPr>
          <p:cNvGraphicFramePr>
            <a:graphicFrameLocks noGrp="1"/>
          </p:cNvGraphicFramePr>
          <p:nvPr/>
        </p:nvGraphicFramePr>
        <p:xfrm>
          <a:off x="10056589" y="246547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5C5956-986B-896F-314E-ADF1392C3A80}"/>
              </a:ext>
            </a:extLst>
          </p:cNvPr>
          <p:cNvCxnSpPr>
            <a:cxnSpLocks/>
          </p:cNvCxnSpPr>
          <p:nvPr/>
        </p:nvCxnSpPr>
        <p:spPr>
          <a:xfrm>
            <a:off x="9098280" y="2828402"/>
            <a:ext cx="118872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C2370B-8642-F04C-4D5F-AF0B760D649F}"/>
              </a:ext>
            </a:extLst>
          </p:cNvPr>
          <p:cNvCxnSpPr>
            <a:cxnSpLocks/>
          </p:cNvCxnSpPr>
          <p:nvPr/>
        </p:nvCxnSpPr>
        <p:spPr>
          <a:xfrm>
            <a:off x="11399520" y="2843642"/>
            <a:ext cx="792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C6844A0-E12D-E841-210A-BD432D4BF1E9}"/>
              </a:ext>
            </a:extLst>
          </p:cNvPr>
          <p:cNvSpPr txBox="1"/>
          <p:nvPr/>
        </p:nvSpPr>
        <p:spPr>
          <a:xfrm>
            <a:off x="2072640" y="4029598"/>
            <a:ext cx="821436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6AE3FE-B849-FF9E-700C-CC0423BFEDB7}"/>
              </a:ext>
            </a:extLst>
          </p:cNvPr>
          <p:cNvSpPr txBox="1"/>
          <p:nvPr/>
        </p:nvSpPr>
        <p:spPr>
          <a:xfrm>
            <a:off x="-2087109" y="-206778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 = 2</a:t>
            </a:r>
            <a:endParaRPr lang="en-IN" sz="32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B3B251-49AE-D2D7-4C83-C4E1192C248E}"/>
              </a:ext>
            </a:extLst>
          </p:cNvPr>
          <p:cNvSpPr txBox="1"/>
          <p:nvPr/>
        </p:nvSpPr>
        <p:spPr>
          <a:xfrm>
            <a:off x="3155184" y="5607481"/>
            <a:ext cx="216138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3FA89"/>
                </a:solidFill>
                <a:latin typeface="Consolas" panose="020B0609020204030204" pitchFamily="49" charset="0"/>
              </a:rPr>
              <a:t>0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ED5E32-A635-D047-F8EF-8ACEA8EDAC3A}"/>
              </a:ext>
            </a:extLst>
          </p:cNvPr>
          <p:cNvCxnSpPr>
            <a:cxnSpLocks/>
          </p:cNvCxnSpPr>
          <p:nvPr/>
        </p:nvCxnSpPr>
        <p:spPr>
          <a:xfrm>
            <a:off x="275863" y="2932574"/>
            <a:ext cx="0" cy="73660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47A964E-7D41-CDA2-D1BA-2AD44B3375F7}"/>
              </a:ext>
            </a:extLst>
          </p:cNvPr>
          <p:cNvSpPr txBox="1"/>
          <p:nvPr/>
        </p:nvSpPr>
        <p:spPr>
          <a:xfrm>
            <a:off x="-115943" y="3234687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53F046-0E2A-BCC7-FADB-9FA8201919D5}"/>
              </a:ext>
            </a:extLst>
          </p:cNvPr>
          <p:cNvCxnSpPr>
            <a:cxnSpLocks/>
          </p:cNvCxnSpPr>
          <p:nvPr/>
        </p:nvCxnSpPr>
        <p:spPr>
          <a:xfrm>
            <a:off x="287437" y="1900541"/>
            <a:ext cx="0" cy="4616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C4A5F3B-E2C6-BB2B-DCD8-41E32E88FA93}"/>
              </a:ext>
            </a:extLst>
          </p:cNvPr>
          <p:cNvCxnSpPr>
            <a:cxnSpLocks/>
          </p:cNvCxnSpPr>
          <p:nvPr/>
        </p:nvCxnSpPr>
        <p:spPr>
          <a:xfrm>
            <a:off x="1643605" y="1900541"/>
            <a:ext cx="0" cy="46896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FA0F6E-78EA-B109-6DAC-7C6CE454C488}"/>
              </a:ext>
            </a:extLst>
          </p:cNvPr>
          <p:cNvCxnSpPr>
            <a:cxnSpLocks/>
          </p:cNvCxnSpPr>
          <p:nvPr/>
        </p:nvCxnSpPr>
        <p:spPr>
          <a:xfrm flipH="1">
            <a:off x="287437" y="1900541"/>
            <a:ext cx="135616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0A29001-BCA1-0600-224A-3649404F3677}"/>
              </a:ext>
            </a:extLst>
          </p:cNvPr>
          <p:cNvSpPr txBox="1"/>
          <p:nvPr/>
        </p:nvSpPr>
        <p:spPr>
          <a:xfrm>
            <a:off x="6649314" y="4062868"/>
            <a:ext cx="7529287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EC7169-4040-4EE9-89C2-1DFB27AB6433}"/>
              </a:ext>
            </a:extLst>
          </p:cNvPr>
          <p:cNvSpPr txBox="1"/>
          <p:nvPr/>
        </p:nvSpPr>
        <p:spPr>
          <a:xfrm>
            <a:off x="7864896" y="6336428"/>
            <a:ext cx="5936174" cy="101111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rgbClr val="FDDAA6"/>
                </a:solidFill>
                <a:latin typeface="Consolas" panose="020B0609020204030204" pitchFamily="49" charset="0"/>
              </a:rPr>
              <a:t>    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reverseK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9B043A8-61C4-DDEC-93B7-F068EF684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510804"/>
              </p:ext>
            </p:extLst>
          </p:nvPr>
        </p:nvGraphicFramePr>
        <p:xfrm>
          <a:off x="-899160" y="51203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F2D6812-69C1-3191-EC2E-0805710EA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062627"/>
              </p:ext>
            </p:extLst>
          </p:nvPr>
        </p:nvGraphicFramePr>
        <p:xfrm>
          <a:off x="1296246" y="5242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F51BA99-CFDB-D324-795F-09A0E540C82D}"/>
              </a:ext>
            </a:extLst>
          </p:cNvPr>
          <p:cNvCxnSpPr>
            <a:cxnSpLocks/>
          </p:cNvCxnSpPr>
          <p:nvPr/>
        </p:nvCxnSpPr>
        <p:spPr>
          <a:xfrm>
            <a:off x="417457" y="870866"/>
            <a:ext cx="1087252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AE748C1-2162-77A2-6292-48A6D43D39D5}"/>
              </a:ext>
            </a:extLst>
          </p:cNvPr>
          <p:cNvSpPr txBox="1"/>
          <p:nvPr/>
        </p:nvSpPr>
        <p:spPr>
          <a:xfrm>
            <a:off x="-245963" y="6831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15E5D56-5565-31CB-96E3-2C69E5BDD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160274"/>
              </p:ext>
            </p:extLst>
          </p:nvPr>
        </p:nvGraphicFramePr>
        <p:xfrm>
          <a:off x="3459480" y="5120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E82F54-4961-1FBF-E884-BAF9AA9C78BE}"/>
              </a:ext>
            </a:extLst>
          </p:cNvPr>
          <p:cNvCxnSpPr>
            <a:cxnSpLocks/>
          </p:cNvCxnSpPr>
          <p:nvPr/>
        </p:nvCxnSpPr>
        <p:spPr>
          <a:xfrm>
            <a:off x="2574539" y="870866"/>
            <a:ext cx="1131481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72CBC93-E377-F85B-8A2B-C710D68C4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620683"/>
              </p:ext>
            </p:extLst>
          </p:nvPr>
        </p:nvGraphicFramePr>
        <p:xfrm>
          <a:off x="5633205" y="5100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76FB5D0-8BBF-7B78-8F59-E917AA813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386531"/>
              </p:ext>
            </p:extLst>
          </p:nvPr>
        </p:nvGraphicFramePr>
        <p:xfrm>
          <a:off x="7818120" y="48650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60470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32B1098-A917-EF90-E360-F3B8ACDFD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801111"/>
              </p:ext>
            </p:extLst>
          </p:nvPr>
        </p:nvGraphicFramePr>
        <p:xfrm>
          <a:off x="10056589" y="52391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70B832F-F2FB-16A6-B39A-E018615E414E}"/>
              </a:ext>
            </a:extLst>
          </p:cNvPr>
          <p:cNvCxnSpPr>
            <a:cxnSpLocks/>
          </p:cNvCxnSpPr>
          <p:nvPr/>
        </p:nvCxnSpPr>
        <p:spPr>
          <a:xfrm>
            <a:off x="4757580" y="875560"/>
            <a:ext cx="108204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DDCD82B-9273-E271-EAB6-571FEEFFE447}"/>
              </a:ext>
            </a:extLst>
          </p:cNvPr>
          <p:cNvCxnSpPr>
            <a:cxnSpLocks/>
          </p:cNvCxnSpPr>
          <p:nvPr/>
        </p:nvCxnSpPr>
        <p:spPr>
          <a:xfrm>
            <a:off x="6921660" y="880254"/>
            <a:ext cx="108204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0BEE421-6627-5F4F-96DD-5E9D4669171F}"/>
              </a:ext>
            </a:extLst>
          </p:cNvPr>
          <p:cNvCxnSpPr>
            <a:cxnSpLocks/>
          </p:cNvCxnSpPr>
          <p:nvPr/>
        </p:nvCxnSpPr>
        <p:spPr>
          <a:xfrm>
            <a:off x="9151620" y="859612"/>
            <a:ext cx="108204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1CE44B-7B28-52A9-780B-4601C5935D44}"/>
              </a:ext>
            </a:extLst>
          </p:cNvPr>
          <p:cNvCxnSpPr>
            <a:cxnSpLocks/>
          </p:cNvCxnSpPr>
          <p:nvPr/>
        </p:nvCxnSpPr>
        <p:spPr>
          <a:xfrm>
            <a:off x="11399520" y="880254"/>
            <a:ext cx="707599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A124E62-4AF1-0D1B-52B1-CC4732551292}"/>
              </a:ext>
            </a:extLst>
          </p:cNvPr>
          <p:cNvSpPr txBox="1"/>
          <p:nvPr/>
        </p:nvSpPr>
        <p:spPr>
          <a:xfrm>
            <a:off x="12129062" y="13610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</p:spTree>
    <p:extLst>
      <p:ext uri="{BB962C8B-B14F-4D97-AF65-F5344CB8AC3E}">
        <p14:creationId xmlns:p14="http://schemas.microsoft.com/office/powerpoint/2010/main" val="457441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3832</Words>
  <Application>Microsoft Office PowerPoint</Application>
  <PresentationFormat>Widescreen</PresentationFormat>
  <Paragraphs>1396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Berlin Sans FB Demi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2025-12-01T01:16:47Z</dcterms:created>
  <dcterms:modified xsi:type="dcterms:W3CDTF">2025-12-01T09:57:53Z</dcterms:modified>
</cp:coreProperties>
</file>