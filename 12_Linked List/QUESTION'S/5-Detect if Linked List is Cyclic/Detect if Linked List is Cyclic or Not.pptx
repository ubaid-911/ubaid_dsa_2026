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416" r:id="rId2"/>
    <p:sldId id="452" r:id="rId3"/>
    <p:sldId id="454" r:id="rId4"/>
    <p:sldId id="455" r:id="rId5"/>
    <p:sldId id="453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816FF-E0B5-4477-AF14-506585AF5908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16BAD5-C39E-4DC5-8FC0-14C3B5FAC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134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C368-1BEC-B5F5-F567-6AAFEBA3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8D7D6-F9A6-E92C-5403-38436D4B5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42FF7-3821-C301-F0AC-CE68BF533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F7A0E-1462-6C60-FD08-B07B2B687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780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7AE97-F99D-A590-915B-6A14D302F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E96D1-85EB-3B76-7E8E-6F1E2ADF3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69C9C-3B98-5C3C-AAD8-4B19C01730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FC98C-9A66-2695-D30F-652EB0AA6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384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0563-50C0-F25F-9655-63EAD5C2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443B1-82DB-6797-75A8-13CB74EA4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D1FF7A-6B3D-2FBE-FF6D-0AAAC4DB1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6A6F0-1979-8381-4CE0-12242167F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767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C646-8DB8-3F2E-AB0D-29D3FBB66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93C12-6A4F-51C1-61F0-DCF7002F9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69C5F3-6568-E128-B31F-3B9F5FDAE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9A9E4-C572-96D0-A9D6-D92EAC8F1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5852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C47D9-31F3-3B10-9B22-0186ED67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AB01A-F08B-278E-3925-B4CE008E1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B0A29-4C5F-BBA6-53A2-4BDBB6BA5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34FD9-8264-4A8E-C28B-66DB7C6A8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3526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4CE3-6D75-E9AD-F107-A2E5F1B0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78D23-0680-4633-3EE1-95B1F96BC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2217D-0D3C-D0A5-C600-796040681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B57D6-0832-237B-6E7F-17F6FC54E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353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C581-89F2-FB7A-A221-E5FE0440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406BC-5DDE-16B9-2262-36A81D721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099AF-189A-31E1-2531-907F8F90C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35088-3C72-1A74-D0E2-ACD45CA7A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493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2CAB2-A4E3-17CC-10A1-96C2F5B5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543E2-54DF-F53E-D103-DB4BDC845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2A2A3-060B-D0BA-2F14-C9A0EE616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3BC69-5918-2C71-6B6B-12F85B95F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8223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B1547-640F-A492-4568-D8E2B0084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D0544-29B1-A33D-242F-2F04BEE57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7F708-A16D-EF6F-E7D9-FD48C9321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5944E-B308-A591-9F33-5E1F7DD75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1028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E18C8-04D4-FE45-B9E5-E90F60DB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DC053-44C7-C237-62F4-FA7F85EF9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3066E-BB4F-9AC8-8C6D-7665071FC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1055-0A85-69FD-1BA2-5B84BE03B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938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EB1D-C61D-77F2-D97C-02ACA1E5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30755-A119-A916-CD0E-1E5891AED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42D29-C6F5-52FA-E84D-5DCC2956E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E88D7-36A8-4C58-5B5C-689C808BD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455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6AEA-4CE7-28EA-E0C8-3326D419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64D5D-CD15-A874-0C25-496E630EB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C9F0F-C6C7-30D8-98D5-050ACF472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6614D-8138-95C5-F3A5-22C602B72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68108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943A-CD6D-6694-45A7-2DA664BE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6B16F3-3B95-3731-0734-5C62A8F44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8F7A5-6CF3-B2ED-A432-0882D2A49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A8FA2-36FF-3EF0-13BB-406084762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8670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9EDDD-FA59-9808-E709-8692B711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59548-9E76-3131-A6AA-32136A4A4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36382-683C-EB22-5BA0-251324869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EE539-814F-512A-2C35-C0C482FC0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460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A13E4-C232-67DF-C7B5-A07AD0CD3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F5D5F-E3DA-529D-CF6A-8F546B27A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27FFB-581C-5F70-B790-44BB559FF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8236D-CAF2-32F9-AA1F-E30B23AB4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775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18CF-2110-949C-2134-DAD0D512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02F02-E5A7-C976-BD1A-3C6CFABCB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5EAC1F-A2A0-9E09-BEC3-F34C28247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9EBB8-6B44-042C-13A9-DF5ED1F7D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0548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EAB2-A7BF-4A8E-3763-79D483B2E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E3DA8-6041-DC7E-20FD-2391F257A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1C292-72BF-5FAA-B11A-144F2CB23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20227-2BFD-9CAB-406F-53314F263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189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E5657-CA7C-D6D7-798C-4882D85EE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86F6A-075B-E96A-8652-868182B5AB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66DBC-58CC-3C50-810E-7957137B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F59B7-FBE8-EAE5-2EA3-0354354E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5C08C-96D2-FF4C-3B07-7861DF8E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38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0ED4E-584D-E2D9-6D19-3D7A4543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9CC9C-2756-487F-C2CF-D278DEED5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B5761-8FAA-8655-6B88-7A4CE6A2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C4006-114A-9D15-B951-FA56B387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BE2D-70A8-2C33-BA9F-0A6DD0F74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53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320B2-DA3E-C278-0FCF-CCD4F15B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1BDEC-3F2D-2515-2245-29C3C4B0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023BD-FD58-1D1A-CE61-2DA307A78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F8C99-BCD8-2E88-692C-70957E26F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A8ACA-2519-04D4-0769-C1E83E40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777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3AA87-D569-B408-E23A-1ADBB461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3D3E5-CAEA-8ACC-0B70-B35186900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F88CC8-AD67-EBDD-DA3D-B583E8E1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8ABE9-52E6-960C-21B3-E90656CB2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E0CE9-B59E-0F42-6D13-B536199D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6DF74-6A0F-8E25-0D83-F2DEE787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42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8068D-AF4F-0C5F-A20C-85915EBC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AD1DF-139E-C27B-7F43-0DAC0434A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52030-539F-BAF8-D71A-9B447260A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8D6E7-C7A9-5FBA-69F6-9158CC6FE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D2917-09D0-5F2D-1E2F-BF8DC2D20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4DFA3-A0D8-35BF-C43C-03A6C560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9AA7CE-9701-6F38-2065-33F66BED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816257-FF82-FE09-C227-BB00E291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482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9B5D-3A74-E85F-A8B5-F0D5152E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80844-85AD-ED55-A979-894B4E4A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F5AA2-B70C-494C-BCC6-5B3F88F6C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AAB4B-BC92-D71D-B8F4-BFECA4365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6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69ED13-0E86-3BD5-2E3A-023D1BAE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1B089-2E1E-E6AF-5F71-6368A7FB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9DB89-3F19-7B58-8ED8-87BA1B71D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06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3951-F008-95E9-5B26-26C97480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13F5D-D76B-86B3-8DB5-86E58DFE0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2FB895-F8A8-F77D-CE0B-D17B39DCB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FE5F5-0463-CE05-85E5-2B50960C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5DEDD-5963-183C-AFF4-EF9E51441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6C7DD-EDB4-B399-94B5-10F91791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910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D622D-9CA5-0EF7-E4F4-9E41304A6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B3E9E-9FD4-7238-890D-0A783C30AB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52EF9-FA23-92DA-F63B-72B8FC1B3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A43E2-33B4-1A2B-DD5A-7774D135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8690F-834C-6579-C8E7-948B36338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64A3C-F727-33DD-6891-2023D683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389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87C2-79EF-2B19-69E3-1919F178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4DD63-BDB4-774B-54A8-DD7CB392E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EF36F-9292-8F94-F63D-065F1043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4CF3B-054B-F65E-3943-7CF421890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B72D7-1E7D-EB87-6375-F7C831C1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079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EFFEA8-F447-4BCB-3A01-CACE1466E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9FA2B-707F-0DE1-E7C7-DEB9072E1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7D645-CB62-FE7A-4AD1-74FDD987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C3294-D58D-EEC5-5467-18DD1C5C1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D5214-FDD0-D17C-7A86-82B2A82AF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54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55F0D-CA58-D9AF-9134-B6BB6471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C6806-D648-A16F-07A4-E833AC8A6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4003C-C81E-2912-0FCE-081D50F873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8F9A1-3BCE-4829-A678-13BD1E6726FD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2A80E-A443-6C72-1BBA-19D67CC80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2B25B-298F-C0F6-ED93-B1FBE81E9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E9F46-91EF-43CE-92E1-A721F152F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82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-1447801" y="2828835"/>
            <a:ext cx="145856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Detect if Linked List is Cyclic or Not</a:t>
            </a:r>
            <a:endParaRPr lang="en-IN" sz="7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891444"/>
              </p:ext>
            </p:extLst>
          </p:nvPr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71113"/>
              </p:ext>
            </p:extLst>
          </p:nvPr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265939"/>
              </p:ext>
            </p:extLst>
          </p:nvPr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5FAFD-F4D4-5830-229A-8CD83DAA5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697532"/>
              </p:ext>
            </p:extLst>
          </p:nvPr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5E4C1-D633-DACF-7723-45D53498E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831952"/>
              </p:ext>
            </p:extLst>
          </p:nvPr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4E6A2-4CE2-599D-6C35-A1AE294BFBCF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DAE55A1-AA2C-FA0D-E4C7-A432577BF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383347"/>
              </p:ext>
            </p:extLst>
          </p:nvPr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87AAF-F323-125A-4B01-489F23ABB429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16EA4D4-CC12-5268-ED2B-B3630FEA6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439750"/>
              </p:ext>
            </p:extLst>
          </p:nvPr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2F23B4-ABEB-E1D3-DB02-18F5EB156FE4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929778-4E1E-BDE5-2B99-19B4DA250A5B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9679D-3A06-9208-8926-ECE388942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ECE70E-5821-B8EE-6ABB-AF0DA222561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F3043F-0470-06C5-6880-21EAA69E57BA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E1C452-9AC9-9FAD-2580-7E88E471EA23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814B95-C566-69FC-B839-E310434977A8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2CCE7B-F182-D0B1-73A7-583549F67E74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CDC8CE-7B2D-DF1A-2AB0-88206AC07D34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287324-3A91-8827-3080-7728E6C5A49E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FD67A2-198E-37CF-F63D-837B75705D4A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1553B2-1E7F-82A8-0F51-DE14DF87F68D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863B04-1281-8F3D-753B-22B1EA75CCC5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2BA70B-CA47-4034-9A6D-E11210EF3C16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CA6458E-A56E-F3E9-A070-BBBE6AB06C00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8DE7DF-5E1B-A598-2DA9-F9DB085F23AA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C64EE94-8F87-138F-3255-9C2F1BD06428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C3BCE5-C3DF-7A97-A882-0F142F304527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986A72-7B8A-8443-D1D5-E559C775F26F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98C622D-5121-10E0-FAE9-15F0D64027EB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</p:spTree>
    <p:extLst>
      <p:ext uri="{BB962C8B-B14F-4D97-AF65-F5344CB8AC3E}">
        <p14:creationId xmlns:p14="http://schemas.microsoft.com/office/powerpoint/2010/main" val="2822391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9E37F-B252-F112-290D-9FFD9155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6D5B8C5-4D2E-4C3D-1400-C1E3DC1E4BE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D6F7D47-1B7C-B7BA-365C-AB6E14B0FE72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2E7F73-DAFF-7CB1-F031-1A8981F4DC59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DCEF2C-AE07-C63C-4838-0443CBA68A31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4521EC-DCE4-ECB5-7E9F-D8FD629A2781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64C994-2551-C5B1-F354-C9840256195A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A7BE2F-66DD-704F-DEC8-EAAD009C9D13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32C24E-BFE9-1F70-095C-CFDE591D0E1C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59AA51-9B75-4B7B-22EB-9778CF936FA2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7DB896-3571-6483-1270-5E290494CA2A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4FE6D1D-98EB-7AF4-9CA6-889989B404DD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93C8407-DD8E-9CFB-AD50-4BDC005539A5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00464D-C4C1-2F91-9B46-A99FCCB5D06D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495B879-946E-CA94-BAA6-1741B814725B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12B436-355B-F8AC-1CA5-96722841834E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971BDC-ED7F-93CD-7FED-B84A7EB6CD5A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BCF656-8DB8-E0FE-7237-5024E609B0BA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D80052-F7CD-3F46-7D9E-F1BA3A224D0D}"/>
              </a:ext>
            </a:extLst>
          </p:cNvPr>
          <p:cNvCxnSpPr>
            <a:cxnSpLocks/>
          </p:cNvCxnSpPr>
          <p:nvPr/>
        </p:nvCxnSpPr>
        <p:spPr>
          <a:xfrm>
            <a:off x="1284552" y="411480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AF6094B-DCE9-08F6-D289-E2804CB4EB64}"/>
              </a:ext>
            </a:extLst>
          </p:cNvPr>
          <p:cNvSpPr txBox="1"/>
          <p:nvPr/>
        </p:nvSpPr>
        <p:spPr>
          <a:xfrm>
            <a:off x="770632" y="-79874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035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DC75-7101-F02E-D5E7-4AD1B7D28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C04E943-B8C8-3541-A409-D1A3824A1F5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A6ADF9D-252B-2177-8428-4A7CE914138D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C02278-3660-348E-AD9F-63E96EFFFB87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9526E7-9602-1406-FBED-A483D28DA46B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6D9BC0-D054-F6AA-2AD5-769F4D2F234B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3AA736-0C5C-694F-C89E-684AE5B66A27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66E670-2DB7-E96D-65D4-F0C564AE57AF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AEAFB4-A1C4-4E01-A624-36D5F4C15B3F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A68F15-E3D4-C8B7-4025-96B4BA5A07AA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73BBE0-5EA2-9A36-DFDD-3AFA959E41BF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A0AC252-293D-6971-4DA3-463A74C2511D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4B497CC-2C9A-2B51-74ED-EE88E44F5B74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ECBCFC-FD71-FC6A-75A0-9C83A93FE44C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7D07834-7B70-0F6B-ABA3-2B784AB3F7A0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C5F1AB-66C4-EBFB-8E7D-9A2ABD139CD9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6E248D-297E-C2EE-211B-D3E810724FFB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773B3B-C06B-E0AA-1098-63D1EC5A8A3E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D7E6AC-5FCD-BA6C-6762-F449F40E3613}"/>
              </a:ext>
            </a:extLst>
          </p:cNvPr>
          <p:cNvCxnSpPr>
            <a:cxnSpLocks/>
          </p:cNvCxnSpPr>
          <p:nvPr/>
        </p:nvCxnSpPr>
        <p:spPr>
          <a:xfrm>
            <a:off x="1284552" y="411480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A90D2E-8A06-05A9-AEDE-1BE3DE2A826F}"/>
              </a:ext>
            </a:extLst>
          </p:cNvPr>
          <p:cNvSpPr txBox="1"/>
          <p:nvPr/>
        </p:nvSpPr>
        <p:spPr>
          <a:xfrm>
            <a:off x="770632" y="-79874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591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D1FB7-A99F-0BFC-48AC-84F72ECD9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D2BA44-337E-97C6-5FB4-214C5F7268F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84312D-EBE7-596F-131A-1FE8A537BC56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7D9B34-B169-090F-9EAB-460E3B815B58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67D289-F281-ACD0-675A-2D729BC424EE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1F4E93-77A4-B47A-0A85-FFA2BB11E91F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DA3E0D-FD79-16EF-450E-63E414D54BA9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9BC9B2-E9DC-74BC-AB79-14F53CE92E62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592858-E391-FE18-D3D3-6DC95CC7C98F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16458E-0BBF-D2C2-A525-242CA228E848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F7020DD-5EB7-2812-CE86-62D8985EFC50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40F17A8-F65C-5C28-616B-6DD621B208A1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D6F0EF7-3B09-BEE8-64DC-C01DFF0C8F9A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A18FF0-EE28-43B2-5AAA-B06291766C27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DE136B0-2A66-7752-B66A-687C283628BA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FD93AC7-44EB-E72E-A044-862F48C3211B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AFF166A-2A7B-2614-2939-655B6259CA73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9833EB2-7D91-C9B1-A2B6-0787FDB034C0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48B748-A0D9-F90A-4611-9A30A13BCD46}"/>
              </a:ext>
            </a:extLst>
          </p:cNvPr>
          <p:cNvCxnSpPr>
            <a:cxnSpLocks/>
          </p:cNvCxnSpPr>
          <p:nvPr/>
        </p:nvCxnSpPr>
        <p:spPr>
          <a:xfrm>
            <a:off x="1284552" y="411480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DBE762A-CDEC-F086-063C-9BAB6541FD09}"/>
              </a:ext>
            </a:extLst>
          </p:cNvPr>
          <p:cNvSpPr txBox="1"/>
          <p:nvPr/>
        </p:nvSpPr>
        <p:spPr>
          <a:xfrm>
            <a:off x="770632" y="-79874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7758CD-B0F6-D0C3-E069-13F35D11AAAF}"/>
              </a:ext>
            </a:extLst>
          </p:cNvPr>
          <p:cNvCxnSpPr>
            <a:cxnSpLocks/>
          </p:cNvCxnSpPr>
          <p:nvPr/>
        </p:nvCxnSpPr>
        <p:spPr>
          <a:xfrm>
            <a:off x="50514" y="395998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C81148-B214-5B75-CA75-319C419EE610}"/>
              </a:ext>
            </a:extLst>
          </p:cNvPr>
          <p:cNvSpPr txBox="1"/>
          <p:nvPr/>
        </p:nvSpPr>
        <p:spPr>
          <a:xfrm>
            <a:off x="-463406" y="-95356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92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E47E3-6BAF-6591-B7AE-FD081AB96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4E3AC43-3C67-B3C4-A5C8-C46DD4BE980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238959D-C882-DC3D-23D8-E7445FA053E8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C2681A-E74B-BADA-0B4B-E40D7F9458B4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97FEFF-1FD0-6766-C3CB-4CD790BE3F0A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6992F0-12E1-25E3-5A96-7D7FF1A58AAF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2BF0C0-3E75-9573-B784-FE84A695F098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A4D4EE-45B7-894D-849E-D1508566D2D0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06F702-E78D-2504-F80A-1C1B8D97FFEB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471517-1F40-0D2D-C6DD-DE667A3E8ED6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DBC37E-6AA9-2B79-160D-D609CB4218D4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5E0F3D-92B3-5296-8A58-AE3246760DCF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21CE1F3-A8BA-22EB-AC32-B754A80B28DA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ED7FCC-E668-10E7-C53D-780810D84D88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61840AD-CDE5-15ED-CF3D-7ED06049471D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78B657-934B-BD52-AC5E-51C29387BEEF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AA8ACC1-E8D3-0568-6B8A-E6A2AA7B639B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DB0314-3B92-F623-EBE7-2E0F1B18E3C3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A085C9-008D-1A19-C90E-6526EEC0F7C2}"/>
              </a:ext>
            </a:extLst>
          </p:cNvPr>
          <p:cNvCxnSpPr>
            <a:cxnSpLocks/>
          </p:cNvCxnSpPr>
          <p:nvPr/>
        </p:nvCxnSpPr>
        <p:spPr>
          <a:xfrm>
            <a:off x="1284552" y="411480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CB6A80-5704-8995-4E86-923BD492D8D1}"/>
              </a:ext>
            </a:extLst>
          </p:cNvPr>
          <p:cNvSpPr txBox="1"/>
          <p:nvPr/>
        </p:nvSpPr>
        <p:spPr>
          <a:xfrm>
            <a:off x="770632" y="-79874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AF71BA-09FC-211F-D8B4-1E2A026289E2}"/>
              </a:ext>
            </a:extLst>
          </p:cNvPr>
          <p:cNvCxnSpPr>
            <a:cxnSpLocks/>
          </p:cNvCxnSpPr>
          <p:nvPr/>
        </p:nvCxnSpPr>
        <p:spPr>
          <a:xfrm>
            <a:off x="50514" y="395998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1E1258A-5818-746E-E5E1-B4B4B50486FB}"/>
              </a:ext>
            </a:extLst>
          </p:cNvPr>
          <p:cNvSpPr txBox="1"/>
          <p:nvPr/>
        </p:nvSpPr>
        <p:spPr>
          <a:xfrm>
            <a:off x="-463406" y="-95356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57196-B762-6641-5981-AF137B5D9B3F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3DF5D6-2ACF-3104-34AE-4747BE3455A1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48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07CC-F181-1D1C-318E-29E9A761C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191DBC-EC3B-AF8C-C064-B76242AEC0F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72375E-2A10-2B34-7B26-1C8EE4635976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12FEF0-B4C6-99EE-6255-85B168C033E0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4D02D2-0E31-4F69-6194-1E568BBCA2BB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F6413E-C4EE-6C7F-7583-3709A6C9C201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F89BF9-C8AD-2EDC-368C-3FC10FB5439C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00201E-5249-859B-34F7-547031561C2C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11D199-A711-E99A-96E1-6CE29B18A755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5C2D97-A288-75D4-B690-92EF3B998E61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CA1560-78CE-0EAB-85B2-AE7E700CE71C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B0C59AD-AC01-7F83-2873-646194CC9E2C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C284B0F-EB0E-3B2C-F69F-303326DE6BAB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8398E2-057B-64A6-0CB9-13C7AD7E2794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922B03D-0E88-E34C-B2E3-EE3027B10F17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0990F1-4744-1AAE-928A-4B644187D913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8C2ABF8-FA66-5E54-E755-E58A746C411F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CEC6BC-95D7-3A56-7BB2-C7C3D9FF0BF9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C8AB9B3-5C0B-738A-0CBE-505AA6D28B67}"/>
              </a:ext>
            </a:extLst>
          </p:cNvPr>
          <p:cNvCxnSpPr>
            <a:cxnSpLocks/>
          </p:cNvCxnSpPr>
          <p:nvPr/>
        </p:nvCxnSpPr>
        <p:spPr>
          <a:xfrm>
            <a:off x="2952652" y="412609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B6302CF-92D8-4CAA-E315-5B1F20A55550}"/>
              </a:ext>
            </a:extLst>
          </p:cNvPr>
          <p:cNvSpPr txBox="1"/>
          <p:nvPr/>
        </p:nvSpPr>
        <p:spPr>
          <a:xfrm>
            <a:off x="2438732" y="-78745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683B9F-CAAF-61F3-F2FD-E1C130D7EF30}"/>
              </a:ext>
            </a:extLst>
          </p:cNvPr>
          <p:cNvCxnSpPr>
            <a:cxnSpLocks/>
          </p:cNvCxnSpPr>
          <p:nvPr/>
        </p:nvCxnSpPr>
        <p:spPr>
          <a:xfrm>
            <a:off x="50514" y="395998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EF59EF-00AD-132A-ACC7-798671FCAD9D}"/>
              </a:ext>
            </a:extLst>
          </p:cNvPr>
          <p:cNvSpPr txBox="1"/>
          <p:nvPr/>
        </p:nvSpPr>
        <p:spPr>
          <a:xfrm>
            <a:off x="-463406" y="-95356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87B6FD-8566-6234-990F-AE14A6CD6419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C5F667-6561-A593-A68E-92A51E121DD2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673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F31E-CDD6-1927-4BB1-5DCA3D340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21136E6-1939-EF2C-3AE3-93D7BF4708B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736F33-2E29-5FE0-F56D-B47FCD578321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84DDF8F-35E4-D88A-C81E-CE94AD98C6A5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A72775-4C1D-123A-7335-E5287C46ADF4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6D8966-4D10-309E-EC71-DDB971B5A16D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8FE0AF-6DEA-B76D-B783-2988D00A43E2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7F8749-9092-7540-D0C4-F1A26CD2B92B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A4808F-864C-F563-EE36-CBF3B056DA61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0DFD36-659B-3812-B544-BE2C7B060595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AFFF3F-8BE5-088E-8612-813DCCFC7ECD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855C0EF-699B-B087-B8FA-CB28C39D099D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22741F8-2043-E321-BEA5-5AF44E2A2578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D60E3D-4AD4-9940-4CBE-F26B4F834CE8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9C9C90C-3370-10D3-CB12-657DDB8EE85B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098047-D7C5-02A8-C34F-214671B56AAA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DDA1B9-C194-DA9A-A45C-A1C78EB108A5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CFC9C73-D661-2262-F4BA-212699E58F3E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046FE7-8111-C30A-758B-784D52992347}"/>
              </a:ext>
            </a:extLst>
          </p:cNvPr>
          <p:cNvCxnSpPr>
            <a:cxnSpLocks/>
          </p:cNvCxnSpPr>
          <p:nvPr/>
        </p:nvCxnSpPr>
        <p:spPr>
          <a:xfrm>
            <a:off x="2952652" y="412609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063E5D3-CF32-425D-6068-2EEECB6F7A41}"/>
              </a:ext>
            </a:extLst>
          </p:cNvPr>
          <p:cNvSpPr txBox="1"/>
          <p:nvPr/>
        </p:nvSpPr>
        <p:spPr>
          <a:xfrm>
            <a:off x="2438732" y="-78745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BEC452-8C85-796B-56D6-F058683CFA63}"/>
              </a:ext>
            </a:extLst>
          </p:cNvPr>
          <p:cNvCxnSpPr>
            <a:cxnSpLocks/>
          </p:cNvCxnSpPr>
          <p:nvPr/>
        </p:nvCxnSpPr>
        <p:spPr>
          <a:xfrm>
            <a:off x="5627849" y="429014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89A7A85-8478-033D-E848-5BFCA5766F7C}"/>
              </a:ext>
            </a:extLst>
          </p:cNvPr>
          <p:cNvSpPr txBox="1"/>
          <p:nvPr/>
        </p:nvSpPr>
        <p:spPr>
          <a:xfrm>
            <a:off x="5113929" y="-62340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2166CA-AAA1-9755-5D42-737A66020227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CCEDF1-956B-3997-D6D3-6A1371C5D531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98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267E5-CDD1-DCF0-A552-A56D346F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DA9EE1-D1D1-0A44-13C7-401F66CC500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2D8A5EA-E6A6-623F-F527-CE4A48C742AB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FBCE09-FDC2-235E-A0B6-4A5F4CB6B2B2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E9491F-684B-4701-44F0-C9D05BEE9B1A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B05EF7-6976-019D-9CAD-8820728779A7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62AF98-0FAC-EFC1-96ED-C9EB189F87B6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EE829A-D477-669B-1E5D-46BC8665C628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7F1619-7C4E-FAF3-01B5-A06D736AFC14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9C491B-7DE5-4A3F-23F1-ABBF058CA1DB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F578C4-0FD4-52F3-AF44-5B4A280696DD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AA3761C-76DA-947A-B789-39F4B066C888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91778C0-D172-0831-274F-B6A571F91995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78FFE3-C42B-D279-994D-0995B3D13D5C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DF9ABE1-7C71-19CE-DC40-B65EF91CD024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E3382A-CB97-85BA-9A9A-1D8C0C54CAF1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00F70B-23E3-F0E5-99E8-0BD0F0A1EC70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166427A-C09E-1213-85DE-5ACC5DF1273E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76B82B-E476-7EFC-8F33-DF1249C919B7}"/>
              </a:ext>
            </a:extLst>
          </p:cNvPr>
          <p:cNvCxnSpPr>
            <a:cxnSpLocks/>
          </p:cNvCxnSpPr>
          <p:nvPr/>
        </p:nvCxnSpPr>
        <p:spPr>
          <a:xfrm>
            <a:off x="4600009" y="384434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283E12F-8C7B-CA92-A90A-325FA70336C9}"/>
              </a:ext>
            </a:extLst>
          </p:cNvPr>
          <p:cNvSpPr txBox="1"/>
          <p:nvPr/>
        </p:nvSpPr>
        <p:spPr>
          <a:xfrm>
            <a:off x="4086089" y="-106920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32B24D-9F1E-9C41-7827-9E05ED08ED9C}"/>
              </a:ext>
            </a:extLst>
          </p:cNvPr>
          <p:cNvCxnSpPr>
            <a:cxnSpLocks/>
          </p:cNvCxnSpPr>
          <p:nvPr/>
        </p:nvCxnSpPr>
        <p:spPr>
          <a:xfrm>
            <a:off x="5627849" y="429014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442C6A-9821-CE81-E6F8-7891B71A5800}"/>
              </a:ext>
            </a:extLst>
          </p:cNvPr>
          <p:cNvSpPr txBox="1"/>
          <p:nvPr/>
        </p:nvSpPr>
        <p:spPr>
          <a:xfrm>
            <a:off x="5113929" y="-62340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5FCDB7-D5BB-3920-3E3C-721C67E46A4D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C3DE9F6-9A47-16A3-366B-45D1FCC85346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990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46686-D9B6-1116-F2B4-DB4CFF7A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BA76B0-3720-CC3E-B0DC-0D86E51DCD5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C5E649-87F8-B52C-A046-F7E6E297C936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6749DB-817C-4326-40F5-9C49D7039679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60F2C8-31AE-FD48-BC5E-1C742359C07C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0ECE5F-496E-68A2-FC1F-83431FE493B9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87F004-A973-7FF5-B449-F6CEF73AFBC4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E75082-CCEC-5887-CE2F-DE4D8AA83257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0D9738-AFB2-76D2-CC50-2225EAA05562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A939E8-5BFE-141E-6E16-2DFB804267C4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2FF064-C922-9E7A-46F6-651568613A4C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D36B7E9-9814-C7D6-02A1-A72074691087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1C217EB-8F7E-93A0-8DC2-49B2BACE7C81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E75872-28E8-5EFB-4121-CB3064BECDD3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414B9E4-D1CB-FFB7-9F9F-E597FC99B203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C5D419-E8E7-94F7-A64C-F2A5E4C8C41B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8A7B62-FDCE-BA9F-B0E0-A8509542E21F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BAD26FA-DEAE-DF66-D46B-DF13CC462387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61AC8E-957F-8DBE-9738-683AB76780AE}"/>
              </a:ext>
            </a:extLst>
          </p:cNvPr>
          <p:cNvCxnSpPr>
            <a:cxnSpLocks/>
          </p:cNvCxnSpPr>
          <p:nvPr/>
        </p:nvCxnSpPr>
        <p:spPr>
          <a:xfrm>
            <a:off x="4600009" y="384434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53736EC-5A52-2C34-EFFF-41E2236F8B25}"/>
              </a:ext>
            </a:extLst>
          </p:cNvPr>
          <p:cNvSpPr txBox="1"/>
          <p:nvPr/>
        </p:nvSpPr>
        <p:spPr>
          <a:xfrm>
            <a:off x="4086089" y="-106920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872F52-F506-0173-B1DA-F96E32CF3EF0}"/>
              </a:ext>
            </a:extLst>
          </p:cNvPr>
          <p:cNvCxnSpPr>
            <a:cxnSpLocks/>
          </p:cNvCxnSpPr>
          <p:nvPr/>
        </p:nvCxnSpPr>
        <p:spPr>
          <a:xfrm>
            <a:off x="10047449" y="346213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882CDC-38BA-D90A-33B7-23302611D3DF}"/>
              </a:ext>
            </a:extLst>
          </p:cNvPr>
          <p:cNvSpPr txBox="1"/>
          <p:nvPr/>
        </p:nvSpPr>
        <p:spPr>
          <a:xfrm>
            <a:off x="9533529" y="-145141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F4935-4837-D531-EE0D-FD9801E62ED4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918E8E-A7F8-92C2-93B1-264C095B8C88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241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21E2D-2642-4E42-3591-C6AFCC35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165919-BA55-A357-06CE-C7B891F3963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AAAE08-84F4-104F-EA3E-3E717FC597DF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60DF29-7E17-AA04-01DD-5ECC5365783D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1DD917-1B94-9E30-D1E5-A23DFFB82850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7182DF-A8CF-0A9D-EFF5-7CB311420A8F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3F467A-1B3C-F468-1EF7-535486511345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563C04-AE6B-B37B-56E9-385B2390D3D3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6905349-363B-234B-3CF4-7A7AD91E00C3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C48791-51B3-F425-A91A-BC70E4DCE988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9973AC-5F3D-FA41-302C-E7B060232C6E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3F7B4E9-5159-CB29-1BC5-21C1D3AF93C8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723ED37-5E35-C47D-2CBE-9C766DC0269A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6A0610-4CD1-7886-486A-B19B5254594B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0C47D5A-E754-5784-6F8A-7AAF4F147038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8E1AC3-ECBC-6F1F-913B-23D72439CA92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DB91CB-A68C-7386-5D81-64C557EC2DAE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64AEFD-F15F-5CB5-9C89-A5942272F5C1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633959-2086-A3AD-811C-0F60A28D05DC}"/>
              </a:ext>
            </a:extLst>
          </p:cNvPr>
          <p:cNvCxnSpPr>
            <a:cxnSpLocks/>
          </p:cNvCxnSpPr>
          <p:nvPr/>
        </p:nvCxnSpPr>
        <p:spPr>
          <a:xfrm>
            <a:off x="7323832" y="343771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6F74F7-455B-C863-D2C9-A18F263EB5B2}"/>
              </a:ext>
            </a:extLst>
          </p:cNvPr>
          <p:cNvSpPr txBox="1"/>
          <p:nvPr/>
        </p:nvSpPr>
        <p:spPr>
          <a:xfrm>
            <a:off x="6809912" y="-147583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12EE23-7F08-44D2-DEED-0D94C18A3791}"/>
              </a:ext>
            </a:extLst>
          </p:cNvPr>
          <p:cNvCxnSpPr>
            <a:cxnSpLocks/>
          </p:cNvCxnSpPr>
          <p:nvPr/>
        </p:nvCxnSpPr>
        <p:spPr>
          <a:xfrm>
            <a:off x="10047449" y="346213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1507146-4344-3D06-3186-4550AA7BFFC4}"/>
              </a:ext>
            </a:extLst>
          </p:cNvPr>
          <p:cNvSpPr txBox="1"/>
          <p:nvPr/>
        </p:nvSpPr>
        <p:spPr>
          <a:xfrm>
            <a:off x="9533529" y="-145141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206307-7E50-3496-2855-7ADBC315496B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4C2BB3-9784-15F2-2800-A0AF77E6B789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102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601A2-B49F-799E-687A-CB54E10D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04529A-7ADF-33CA-6DBD-8E73D16A02C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49EBB7-42A6-0018-EF09-5D9EAC6FE55A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F669F0-C829-D480-053E-CF5D6BE49437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C79063-70E2-E6B6-D924-D8DA1229A2BA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D0BC091-98C8-23A6-2D91-EBE6A3D59AFF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45354DD-DBD8-D446-C2AE-3332A4FCEFFD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29AAA4-AB82-E1B2-F7EE-A01DA9707008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7FBB9B-EF80-ECEB-D681-D04DF065421B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321FBB-E041-D271-8B67-8437B8D58015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29B223-881F-8A98-5BCA-072A032BD521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4163962-490E-E171-65A9-B790DF3E9553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3D8C916-B734-0276-63D2-165805ED77EF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8CDB33-EA10-CF6D-20A9-8BDD1DF54324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A5DCD45-BC79-7A09-DF11-6FDB1706EA69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08F4736-E16F-ED31-3A2E-AC6C3A78CCBE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FE6F070-8A9A-4E51-57A5-7006EC25D477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323D685-8EEB-1DE8-452B-DD9F4F78DF30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695678-FFB2-7B30-C839-C85614E456CA}"/>
              </a:ext>
            </a:extLst>
          </p:cNvPr>
          <p:cNvCxnSpPr>
            <a:cxnSpLocks/>
          </p:cNvCxnSpPr>
          <p:nvPr/>
        </p:nvCxnSpPr>
        <p:spPr>
          <a:xfrm>
            <a:off x="7323832" y="343771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0D5624-2408-D615-BE3A-0907C050947D}"/>
              </a:ext>
            </a:extLst>
          </p:cNvPr>
          <p:cNvSpPr txBox="1"/>
          <p:nvPr/>
        </p:nvSpPr>
        <p:spPr>
          <a:xfrm>
            <a:off x="6809912" y="-147583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C87301-A7E1-8C81-A278-C8231F01921D}"/>
              </a:ext>
            </a:extLst>
          </p:cNvPr>
          <p:cNvCxnSpPr>
            <a:cxnSpLocks/>
          </p:cNvCxnSpPr>
          <p:nvPr/>
        </p:nvCxnSpPr>
        <p:spPr>
          <a:xfrm>
            <a:off x="4262960" y="3368206"/>
            <a:ext cx="0" cy="433686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76A45C-5E10-D23E-7FDE-F24BD74CFE15}"/>
              </a:ext>
            </a:extLst>
          </p:cNvPr>
          <p:cNvSpPr txBox="1"/>
          <p:nvPr/>
        </p:nvSpPr>
        <p:spPr>
          <a:xfrm>
            <a:off x="3749040" y="2876852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BB02FF-E352-EA99-820B-319CB36C3C83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740C80-1915-F000-96B3-0B34F1E8900D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DC70512-F3EE-FEB4-C0C1-F021403544C2}"/>
              </a:ext>
            </a:extLst>
          </p:cNvPr>
          <p:cNvCxnSpPr>
            <a:cxnSpLocks/>
          </p:cNvCxnSpPr>
          <p:nvPr/>
        </p:nvCxnSpPr>
        <p:spPr>
          <a:xfrm flipH="1">
            <a:off x="4231372" y="3840480"/>
            <a:ext cx="856659" cy="0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136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B160-BB5A-BB91-3DB7-7D16D5B35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06C3E64-6719-FA3D-6364-B3E4416DE44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C155BB-2420-DB58-4E39-C3B0A4F9409D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72A55A-74D4-9A4E-2038-D845A317FC28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F3D088-9F33-7B86-3156-3453CCE34F0A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95C7B3-0F87-4670-CA58-058279314F85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8F387B-EE5A-19F6-A75F-9774F157E7C7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1C4155-76C0-6E60-8664-3E61FE2A2D7E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D8B649-E4FF-7AE5-A578-255D50180E8F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12D6F8-E136-3966-0278-D0D1C39CB857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F00724-8049-B329-5149-1C75F085D3B2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FF1E500-EC59-32C3-30C1-10543482FAAC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051E9E3-E055-77BB-7E1B-19B429D85EEC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989617-04E0-3108-01C3-0CA737562041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C97453E-8774-B304-78A9-04BD102E3BCA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BDB4865-B57A-0470-5CA8-D57096AEB489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42DABA3-C666-3C51-4F18-6A44DDF8B1A6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CCE3F46-3083-F014-0529-622DF4C25E6E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A4532B-3F36-AF5D-77AF-006923ED3F6D}"/>
              </a:ext>
            </a:extLst>
          </p:cNvPr>
          <p:cNvCxnSpPr>
            <a:cxnSpLocks/>
          </p:cNvCxnSpPr>
          <p:nvPr/>
        </p:nvCxnSpPr>
        <p:spPr>
          <a:xfrm>
            <a:off x="9464192" y="384433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DA860F-2B90-05F0-4393-37069E263B66}"/>
              </a:ext>
            </a:extLst>
          </p:cNvPr>
          <p:cNvSpPr txBox="1"/>
          <p:nvPr/>
        </p:nvSpPr>
        <p:spPr>
          <a:xfrm>
            <a:off x="8950272" y="-106921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7B8232-BB03-9C09-17DF-3FCF416B492D}"/>
              </a:ext>
            </a:extLst>
          </p:cNvPr>
          <p:cNvCxnSpPr>
            <a:cxnSpLocks/>
          </p:cNvCxnSpPr>
          <p:nvPr/>
        </p:nvCxnSpPr>
        <p:spPr>
          <a:xfrm>
            <a:off x="4262960" y="3368206"/>
            <a:ext cx="0" cy="433686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E7A7B8-9741-3004-89F8-5D29ECE51F22}"/>
              </a:ext>
            </a:extLst>
          </p:cNvPr>
          <p:cNvSpPr txBox="1"/>
          <p:nvPr/>
        </p:nvSpPr>
        <p:spPr>
          <a:xfrm>
            <a:off x="3749040" y="2876852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4C083B-9FE1-AE20-3837-7DE38EC38059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2EFD8D-17BB-5C96-5C73-45C547C49EFB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D9EF3C-850E-E360-F969-BA6C12BC7663}"/>
              </a:ext>
            </a:extLst>
          </p:cNvPr>
          <p:cNvCxnSpPr>
            <a:cxnSpLocks/>
          </p:cNvCxnSpPr>
          <p:nvPr/>
        </p:nvCxnSpPr>
        <p:spPr>
          <a:xfrm flipH="1">
            <a:off x="4231372" y="3840480"/>
            <a:ext cx="856659" cy="0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733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AE34-CDE1-F009-7F7E-1E4D65929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06E9A7-42E8-90CA-33D6-4F98BA5D2C0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4C5962E-F29F-A6CE-B4AD-4811BA5D2E05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B9E909-F838-CDED-D9F3-4FE71BD42E94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CD4204-7C04-62B8-E31E-78B68C03A98F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D2122C-D551-942F-E83E-A8DD8478D78C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9BDF07-3403-A977-675A-99488052AC60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E9F472-E78F-1911-93C4-A880A88DC7EE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ED7A45-7A24-93D6-AD0B-4B5E570B5AE2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88CB69-04A7-46BF-12E9-F6ABB26EF0DD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E17101-A1A5-A2D5-08CF-4FCBABBBE4C4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C21CDF3-D49F-0E9D-ED6B-3256BC2F107B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C1DBF9-EA2E-15B2-B209-8D2BAB35013C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AB9E7F-0F22-57CB-C952-8AD87EFFD239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465B3E8-699A-327B-FB0C-8A9F02D0F0C5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B2C860-F922-CE97-5B1B-0E2065E506C9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53AF82-3419-4A18-E949-54D2FB80C7C0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200F55-B031-46BF-83E7-D71DB78F8C36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D1FCE0-BA6C-DB02-F76C-FB3411AAAD00}"/>
              </a:ext>
            </a:extLst>
          </p:cNvPr>
          <p:cNvCxnSpPr>
            <a:cxnSpLocks/>
          </p:cNvCxnSpPr>
          <p:nvPr/>
        </p:nvCxnSpPr>
        <p:spPr>
          <a:xfrm>
            <a:off x="9464192" y="384433"/>
            <a:ext cx="0" cy="923713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F19246-CDAA-4D40-B6BE-D0A41D589B04}"/>
              </a:ext>
            </a:extLst>
          </p:cNvPr>
          <p:cNvSpPr txBox="1"/>
          <p:nvPr/>
        </p:nvSpPr>
        <p:spPr>
          <a:xfrm>
            <a:off x="8950272" y="-106921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2E228E-28F8-DEDF-D0AB-1972BB0EBFA3}"/>
              </a:ext>
            </a:extLst>
          </p:cNvPr>
          <p:cNvCxnSpPr>
            <a:cxnSpLocks/>
          </p:cNvCxnSpPr>
          <p:nvPr/>
        </p:nvCxnSpPr>
        <p:spPr>
          <a:xfrm>
            <a:off x="7389184" y="577595"/>
            <a:ext cx="0" cy="761834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5D40481-8984-A658-2211-C04677942953}"/>
              </a:ext>
            </a:extLst>
          </p:cNvPr>
          <p:cNvSpPr txBox="1"/>
          <p:nvPr/>
        </p:nvSpPr>
        <p:spPr>
          <a:xfrm>
            <a:off x="6875264" y="86241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FF650E-43E5-634A-1B20-847A55CA830F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59B17-D6C3-CDAD-3CFD-105A338FFE2F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769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A8EC0-0F86-0739-3FE1-A7463688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019055-A1DC-E53B-C3DC-271F8663368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D07273-1E11-B643-D876-70414D2D942E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2CD8A6-C1BE-B0AD-8A42-CFEB900C2F1B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093901-573D-D486-30F8-60B6E7ACB4B3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2F7B16-A68D-B394-4DEB-88744C492516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5D8B50-3F8D-747A-E2E7-28E4D90615D6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431C1D-E638-AB47-847E-28D2189DAC1B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4A6E82C-2852-18B6-E904-6221FEEBA510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BDEA65B-F33B-7D69-03AE-9CAEE1A47DD5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117DA9A-E262-3D3D-9986-EE7F7CB85E4C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42C515-165C-0067-29A7-FE7DAE3F1F5D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670F0E3-B841-FF23-C366-FBC54562CAE7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4F7F63-9B82-08A2-30C5-E230D0F48956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86F6A02-E8B1-4BE4-6BA9-CBC86AFD76F7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D3A9E44-9200-9378-3D78-01600CCE7B11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D5ACDCD-8046-4167-C017-04AA529D286C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443BAAB-606B-467E-DCA5-F832BE2E6854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C694B6-8074-907D-0B71-C7CBB698EAB8}"/>
              </a:ext>
            </a:extLst>
          </p:cNvPr>
          <p:cNvSpPr txBox="1"/>
          <p:nvPr/>
        </p:nvSpPr>
        <p:spPr>
          <a:xfrm>
            <a:off x="10761551" y="2809828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150EF7-A95C-DA6D-6507-7D9BBF9078A5}"/>
              </a:ext>
            </a:extLst>
          </p:cNvPr>
          <p:cNvCxnSpPr>
            <a:cxnSpLocks/>
          </p:cNvCxnSpPr>
          <p:nvPr/>
        </p:nvCxnSpPr>
        <p:spPr>
          <a:xfrm>
            <a:off x="7389184" y="577595"/>
            <a:ext cx="0" cy="761834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02286F5-36EC-018F-2672-1BB727B40E7E}"/>
              </a:ext>
            </a:extLst>
          </p:cNvPr>
          <p:cNvSpPr txBox="1"/>
          <p:nvPr/>
        </p:nvSpPr>
        <p:spPr>
          <a:xfrm>
            <a:off x="6875264" y="86241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79725A-A7DB-2744-F333-9E70F09F6789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55F5FF-DF2A-E022-9202-5556531AF46E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BB41E7-F601-0A98-C86E-C7C5DD5C2FBD}"/>
              </a:ext>
            </a:extLst>
          </p:cNvPr>
          <p:cNvCxnSpPr>
            <a:cxnSpLocks/>
          </p:cNvCxnSpPr>
          <p:nvPr/>
        </p:nvCxnSpPr>
        <p:spPr>
          <a:xfrm>
            <a:off x="11275471" y="3284874"/>
            <a:ext cx="0" cy="433686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E6DFDE8-C0B6-A226-B001-749D8BC43D86}"/>
              </a:ext>
            </a:extLst>
          </p:cNvPr>
          <p:cNvCxnSpPr>
            <a:cxnSpLocks/>
          </p:cNvCxnSpPr>
          <p:nvPr/>
        </p:nvCxnSpPr>
        <p:spPr>
          <a:xfrm flipH="1">
            <a:off x="10418812" y="3780842"/>
            <a:ext cx="856659" cy="0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239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1FB3-0339-4C35-BA93-3A869390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894E45-1C88-C823-8209-75FBC19E0D2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49121B5-87C0-68B4-0E21-FFAAC90C5539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221980-020F-5266-405B-5B2904979567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C24147-9ADB-ACE8-F43B-BF65AC5C560E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32A9F0-2B49-3283-618F-4CFD53F268D5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16A6F6-DD14-8440-0D3E-64FB63B699EE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07CB532-4202-18FF-0B62-B02E36BF38F6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185601-0E64-D26E-4713-533CC7C9CD2F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106D5A-C80A-670E-9F27-85EAA5422610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E73EDE-0A15-3189-BD21-4CD8D47A97C4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59C1C85-7472-5356-F32B-F5282715E8A5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D8606A4-555E-6965-4A0E-22B75A163DD2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CEA409-C0BB-A869-AEBA-E9AE912310F3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6F99BF4-E987-ECFE-7EBF-64D33050E942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F9E56E-EE98-A2EB-6740-7D34068B9173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B36F94-ED7C-9407-8D05-568F540AEABD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174B504-3866-C92E-00C6-1C3624F760A6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AC971-D8F3-FEB8-3CD7-3B74FC10C5DC}"/>
              </a:ext>
            </a:extLst>
          </p:cNvPr>
          <p:cNvSpPr txBox="1"/>
          <p:nvPr/>
        </p:nvSpPr>
        <p:spPr>
          <a:xfrm>
            <a:off x="10761551" y="2809828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2307F2-99B6-279E-197B-FFBC0022E86D}"/>
              </a:ext>
            </a:extLst>
          </p:cNvPr>
          <p:cNvCxnSpPr>
            <a:cxnSpLocks/>
          </p:cNvCxnSpPr>
          <p:nvPr/>
        </p:nvCxnSpPr>
        <p:spPr>
          <a:xfrm>
            <a:off x="10418812" y="3049651"/>
            <a:ext cx="0" cy="761834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A08E210-5229-BF17-8465-AFCFB1DF00B1}"/>
              </a:ext>
            </a:extLst>
          </p:cNvPr>
          <p:cNvSpPr txBox="1"/>
          <p:nvPr/>
        </p:nvSpPr>
        <p:spPr>
          <a:xfrm>
            <a:off x="9904892" y="2558297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9AC61F-ECD4-4B30-30C2-5E719E08E640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058880-A4D2-795C-2EB9-9BAA656308DA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AFC4B1-2B0B-4780-D657-A4C98BD15062}"/>
              </a:ext>
            </a:extLst>
          </p:cNvPr>
          <p:cNvCxnSpPr>
            <a:cxnSpLocks/>
          </p:cNvCxnSpPr>
          <p:nvPr/>
        </p:nvCxnSpPr>
        <p:spPr>
          <a:xfrm>
            <a:off x="11275471" y="3284874"/>
            <a:ext cx="0" cy="433686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405BB1-B946-4F30-5CE1-DEB0C5479E05}"/>
              </a:ext>
            </a:extLst>
          </p:cNvPr>
          <p:cNvCxnSpPr>
            <a:cxnSpLocks/>
          </p:cNvCxnSpPr>
          <p:nvPr/>
        </p:nvCxnSpPr>
        <p:spPr>
          <a:xfrm flipH="1">
            <a:off x="10418812" y="3780842"/>
            <a:ext cx="856659" cy="0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509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84F65-5943-2D8D-33F6-F5FEAA405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C51CF5-C8A9-7C88-C6DA-09B48679F7C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AC1C1A-EDDD-FA6E-00FB-3963DAC2BC78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54566E-F884-9438-9A42-6CC7C8B8A7A7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4056B9-3246-7314-D4C1-3CBB90666905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0ACC6E-5F70-446F-852A-F3BB90B3C3B8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BF83F11-B5AC-E5F3-3FC5-72196DB9D874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C66ABC-C179-230B-45A3-DE20738AE51E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C1CD871-2D3D-E853-31CC-9CF1A28113DB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298943-272D-3228-02EF-C2932E0FE2FD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17DB52-DE42-6665-BB87-B1E41272817D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AF64472-556D-0CFB-63E6-62F71CE2E4FD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7764833-598D-7B05-C97D-A89E8D159C66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35A3F3-C6A2-BA41-581F-49D71B7AD980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4B39737-3BA9-BB87-4B49-3F905FE22284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7D4ADD-C3EB-65CA-4E6E-F24F9C38C2B6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E536CA-A20E-9ED3-FA00-97EBC1644208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078468E-8000-68DD-78F0-70DE899B3200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008F04-1238-FC2E-9576-9B2C9514863D}"/>
              </a:ext>
            </a:extLst>
          </p:cNvPr>
          <p:cNvSpPr txBox="1"/>
          <p:nvPr/>
        </p:nvSpPr>
        <p:spPr>
          <a:xfrm>
            <a:off x="10761551" y="2809828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22CD19D-85FF-7BD6-9DD8-4EFF39932EBE}"/>
              </a:ext>
            </a:extLst>
          </p:cNvPr>
          <p:cNvCxnSpPr>
            <a:cxnSpLocks/>
          </p:cNvCxnSpPr>
          <p:nvPr/>
        </p:nvCxnSpPr>
        <p:spPr>
          <a:xfrm>
            <a:off x="10418812" y="3049651"/>
            <a:ext cx="0" cy="761834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148244-DEF8-1ECE-3F9A-12FBC80F7671}"/>
              </a:ext>
            </a:extLst>
          </p:cNvPr>
          <p:cNvSpPr txBox="1"/>
          <p:nvPr/>
        </p:nvSpPr>
        <p:spPr>
          <a:xfrm>
            <a:off x="9904892" y="2558297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122E76-E68C-D213-2CC3-5B6FC785FA97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4B61F4D-7305-A288-5373-09B522EFC89A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232761-0FBA-EBA6-68BF-3407502AC3AC}"/>
              </a:ext>
            </a:extLst>
          </p:cNvPr>
          <p:cNvCxnSpPr>
            <a:cxnSpLocks/>
          </p:cNvCxnSpPr>
          <p:nvPr/>
        </p:nvCxnSpPr>
        <p:spPr>
          <a:xfrm>
            <a:off x="11275471" y="3284874"/>
            <a:ext cx="0" cy="433686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E8612E-9C3A-2BBB-1FB9-2E06D35680C5}"/>
              </a:ext>
            </a:extLst>
          </p:cNvPr>
          <p:cNvCxnSpPr>
            <a:cxnSpLocks/>
          </p:cNvCxnSpPr>
          <p:nvPr/>
        </p:nvCxnSpPr>
        <p:spPr>
          <a:xfrm flipH="1">
            <a:off x="10418812" y="3780842"/>
            <a:ext cx="856659" cy="0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C08266-3B8A-10B3-FED7-3B73F0E7B743}"/>
              </a:ext>
            </a:extLst>
          </p:cNvPr>
          <p:cNvCxnSpPr>
            <a:cxnSpLocks/>
          </p:cNvCxnSpPr>
          <p:nvPr/>
        </p:nvCxnSpPr>
        <p:spPr>
          <a:xfrm>
            <a:off x="6965644" y="4833630"/>
            <a:ext cx="0" cy="2742682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BEC961F-6AD2-8510-A238-12876FECE577}"/>
              </a:ext>
            </a:extLst>
          </p:cNvPr>
          <p:cNvSpPr txBox="1"/>
          <p:nvPr/>
        </p:nvSpPr>
        <p:spPr>
          <a:xfrm>
            <a:off x="6919924" y="5579528"/>
            <a:ext cx="8420100" cy="103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57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7F1A-CB10-9B5F-4585-E66A5F3C2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5D083B-432D-9DA1-9728-280030F667C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751644-EC89-8EE9-4020-25CC7A14DED4}"/>
              </a:ext>
            </a:extLst>
          </p:cNvPr>
          <p:cNvGraphicFramePr>
            <a:graphicFrameLocks noGrp="1"/>
          </p:cNvGraphicFramePr>
          <p:nvPr/>
        </p:nvGraphicFramePr>
        <p:xfrm>
          <a:off x="16932" y="141959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4153CC-8386-EC08-A2DE-B9C563F7DF02}"/>
              </a:ext>
            </a:extLst>
          </p:cNvPr>
          <p:cNvGraphicFramePr>
            <a:graphicFrameLocks noGrp="1"/>
          </p:cNvGraphicFramePr>
          <p:nvPr/>
        </p:nvGraphicFramePr>
        <p:xfrm>
          <a:off x="2196252" y="143280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12F983-210A-124A-D92A-0FE4792D1382}"/>
              </a:ext>
            </a:extLst>
          </p:cNvPr>
          <p:cNvGraphicFramePr>
            <a:graphicFrameLocks noGrp="1"/>
          </p:cNvGraphicFramePr>
          <p:nvPr/>
        </p:nvGraphicFramePr>
        <p:xfrm>
          <a:off x="4375572" y="141959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41BE1D-E4A4-037A-4AD0-770BBA6D51A3}"/>
              </a:ext>
            </a:extLst>
          </p:cNvPr>
          <p:cNvGraphicFramePr>
            <a:graphicFrameLocks noGrp="1"/>
          </p:cNvGraphicFramePr>
          <p:nvPr/>
        </p:nvGraphicFramePr>
        <p:xfrm>
          <a:off x="6554892" y="1419591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10CA6A-F9C4-5DC3-CD10-0A810D89E486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1419590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4CA0BC-5174-EF8C-B8FB-7FB1FCF4C34E}"/>
              </a:ext>
            </a:extLst>
          </p:cNvPr>
          <p:cNvCxnSpPr/>
          <p:nvPr/>
        </p:nvCxnSpPr>
        <p:spPr>
          <a:xfrm>
            <a:off x="128455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0DB52B-5BD1-1F35-0D05-F6C60BACA416}"/>
              </a:ext>
            </a:extLst>
          </p:cNvPr>
          <p:cNvCxnSpPr>
            <a:cxnSpLocks/>
          </p:cNvCxnSpPr>
          <p:nvPr/>
        </p:nvCxnSpPr>
        <p:spPr>
          <a:xfrm>
            <a:off x="3466572" y="1816629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77F9E6E-3517-E977-55D8-BA477141A2BD}"/>
              </a:ext>
            </a:extLst>
          </p:cNvPr>
          <p:cNvCxnSpPr/>
          <p:nvPr/>
        </p:nvCxnSpPr>
        <p:spPr>
          <a:xfrm>
            <a:off x="5673672" y="180138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AC8D57-2669-DEC9-F8DA-2C6789E1D753}"/>
              </a:ext>
            </a:extLst>
          </p:cNvPr>
          <p:cNvCxnSpPr/>
          <p:nvPr/>
        </p:nvCxnSpPr>
        <p:spPr>
          <a:xfrm>
            <a:off x="7837752" y="1816629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3C4B4C-4986-F364-0CF0-B0F95E0CCE6A}"/>
              </a:ext>
            </a:extLst>
          </p:cNvPr>
          <p:cNvSpPr txBox="1"/>
          <p:nvPr/>
        </p:nvSpPr>
        <p:spPr>
          <a:xfrm>
            <a:off x="266749" y="873528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0A01A22-A277-AB60-1F52-4CB2C072D38A}"/>
              </a:ext>
            </a:extLst>
          </p:cNvPr>
          <p:cNvGraphicFramePr>
            <a:graphicFrameLocks noGrp="1"/>
          </p:cNvGraphicFramePr>
          <p:nvPr/>
        </p:nvGraphicFramePr>
        <p:xfrm>
          <a:off x="8734212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1AF63F-DCBB-5B4B-9EA0-69714B1CA37A}"/>
              </a:ext>
            </a:extLst>
          </p:cNvPr>
          <p:cNvCxnSpPr>
            <a:cxnSpLocks/>
          </p:cNvCxnSpPr>
          <p:nvPr/>
        </p:nvCxnSpPr>
        <p:spPr>
          <a:xfrm>
            <a:off x="9916831" y="1905241"/>
            <a:ext cx="0" cy="1813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2DD6740-4B77-3067-2CA1-B66FF374F22C}"/>
              </a:ext>
            </a:extLst>
          </p:cNvPr>
          <p:cNvGraphicFramePr>
            <a:graphicFrameLocks noGrp="1"/>
          </p:cNvGraphicFramePr>
          <p:nvPr/>
        </p:nvGraphicFramePr>
        <p:xfrm>
          <a:off x="5202924" y="3429000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B6D7222-BFC2-57AF-5A0D-A479AE0A4545}"/>
              </a:ext>
            </a:extLst>
          </p:cNvPr>
          <p:cNvCxnSpPr>
            <a:cxnSpLocks/>
          </p:cNvCxnSpPr>
          <p:nvPr/>
        </p:nvCxnSpPr>
        <p:spPr>
          <a:xfrm flipH="1">
            <a:off x="6468021" y="3780842"/>
            <a:ext cx="2482251" cy="443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9DD460-4480-7AB3-28D3-6E6E18E57A2E}"/>
              </a:ext>
            </a:extLst>
          </p:cNvPr>
          <p:cNvCxnSpPr>
            <a:cxnSpLocks/>
          </p:cNvCxnSpPr>
          <p:nvPr/>
        </p:nvCxnSpPr>
        <p:spPr>
          <a:xfrm flipV="1">
            <a:off x="5533812" y="2133600"/>
            <a:ext cx="0" cy="11830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9A247A4-E423-716A-C20C-313B02A5B975}"/>
              </a:ext>
            </a:extLst>
          </p:cNvPr>
          <p:cNvSpPr txBox="1"/>
          <p:nvPr/>
        </p:nvSpPr>
        <p:spPr>
          <a:xfrm>
            <a:off x="-2773631" y="4002839"/>
            <a:ext cx="8214360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7B4DE3-331F-9DC3-00B9-FD57224A58DE}"/>
              </a:ext>
            </a:extLst>
          </p:cNvPr>
          <p:cNvSpPr txBox="1"/>
          <p:nvPr/>
        </p:nvSpPr>
        <p:spPr>
          <a:xfrm>
            <a:off x="10761551" y="2809828"/>
            <a:ext cx="1027840" cy="506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AA3B12-A78E-2579-C851-732B8045F019}"/>
              </a:ext>
            </a:extLst>
          </p:cNvPr>
          <p:cNvCxnSpPr>
            <a:cxnSpLocks/>
          </p:cNvCxnSpPr>
          <p:nvPr/>
        </p:nvCxnSpPr>
        <p:spPr>
          <a:xfrm>
            <a:off x="10418812" y="3049651"/>
            <a:ext cx="0" cy="761834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16DB84A-E4DF-540E-4FC7-1D4E715906C6}"/>
              </a:ext>
            </a:extLst>
          </p:cNvPr>
          <p:cNvSpPr txBox="1"/>
          <p:nvPr/>
        </p:nvSpPr>
        <p:spPr>
          <a:xfrm>
            <a:off x="9904892" y="2558297"/>
            <a:ext cx="1027840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dirty="0">
                <a:solidFill>
                  <a:srgbClr val="DDAAFF"/>
                </a:solidFill>
                <a:latin typeface="Consolas" panose="020B0609020204030204" pitchFamily="49" charset="0"/>
              </a:rPr>
              <a:t>fast</a:t>
            </a:r>
            <a:endParaRPr lang="en-US" sz="28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904EBC-93E3-563C-A8FE-EBE36E6A3CD6}"/>
              </a:ext>
            </a:extLst>
          </p:cNvPr>
          <p:cNvSpPr txBox="1"/>
          <p:nvPr/>
        </p:nvSpPr>
        <p:spPr>
          <a:xfrm>
            <a:off x="-2773631" y="5357893"/>
            <a:ext cx="9945154" cy="1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endParaRPr lang="en-US" sz="2800" dirty="0">
              <a:solidFill>
                <a:srgbClr val="FDDAA6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A4E570-DD8C-ABEA-3B3D-392890C0BA54}"/>
              </a:ext>
            </a:extLst>
          </p:cNvPr>
          <p:cNvCxnSpPr/>
          <p:nvPr/>
        </p:nvCxnSpPr>
        <p:spPr>
          <a:xfrm>
            <a:off x="-2361236" y="4833630"/>
            <a:ext cx="16412515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2C74E8-9352-671B-CF25-6F053FC80103}"/>
              </a:ext>
            </a:extLst>
          </p:cNvPr>
          <p:cNvCxnSpPr>
            <a:cxnSpLocks/>
          </p:cNvCxnSpPr>
          <p:nvPr/>
        </p:nvCxnSpPr>
        <p:spPr>
          <a:xfrm>
            <a:off x="11275471" y="3284874"/>
            <a:ext cx="0" cy="433686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84A6AE-67BE-9BAC-22FF-BD0870421006}"/>
              </a:ext>
            </a:extLst>
          </p:cNvPr>
          <p:cNvCxnSpPr>
            <a:cxnSpLocks/>
          </p:cNvCxnSpPr>
          <p:nvPr/>
        </p:nvCxnSpPr>
        <p:spPr>
          <a:xfrm flipH="1">
            <a:off x="10418812" y="3780842"/>
            <a:ext cx="856659" cy="0"/>
          </a:xfrm>
          <a:prstGeom prst="straightConnector1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726228-FB0B-58E2-F324-C2B6C7699A61}"/>
              </a:ext>
            </a:extLst>
          </p:cNvPr>
          <p:cNvCxnSpPr>
            <a:cxnSpLocks/>
          </p:cNvCxnSpPr>
          <p:nvPr/>
        </p:nvCxnSpPr>
        <p:spPr>
          <a:xfrm>
            <a:off x="6965644" y="4833630"/>
            <a:ext cx="0" cy="2742682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4C8BB32-F449-F703-73C4-98C88E16980D}"/>
              </a:ext>
            </a:extLst>
          </p:cNvPr>
          <p:cNvSpPr txBox="1"/>
          <p:nvPr/>
        </p:nvSpPr>
        <p:spPr>
          <a:xfrm>
            <a:off x="6919924" y="5579528"/>
            <a:ext cx="8420100" cy="103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A8A75E-C10C-E8DD-BB60-E04696D43A9E}"/>
              </a:ext>
            </a:extLst>
          </p:cNvPr>
          <p:cNvCxnSpPr>
            <a:cxnSpLocks/>
          </p:cNvCxnSpPr>
          <p:nvPr/>
        </p:nvCxnSpPr>
        <p:spPr>
          <a:xfrm>
            <a:off x="7011365" y="6737730"/>
            <a:ext cx="7039914" cy="0"/>
          </a:xfrm>
          <a:prstGeom prst="line">
            <a:avLst/>
          </a:prstGeom>
          <a:ln>
            <a:solidFill>
              <a:schemeClr val="bg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8F57C51-5E5F-5A67-B1CF-85E6A44899EB}"/>
              </a:ext>
            </a:extLst>
          </p:cNvPr>
          <p:cNvSpPr txBox="1"/>
          <p:nvPr/>
        </p:nvSpPr>
        <p:spPr>
          <a:xfrm>
            <a:off x="8001000" y="7152110"/>
            <a:ext cx="9060180" cy="332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3200" b="0" dirty="0">
                <a:solidFill>
                  <a:srgbClr val="FFE066"/>
                </a:solidFill>
                <a:effectLst/>
                <a:latin typeface="Consolas" panose="020B0609020204030204" pitchFamily="49" charset="0"/>
              </a:rPr>
              <a:t>Linked List is Cyclic</a:t>
            </a:r>
            <a:endParaRPr lang="en-IN" sz="32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10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1251</Words>
  <Application>Microsoft Office PowerPoint</Application>
  <PresentationFormat>Widescreen</PresentationFormat>
  <Paragraphs>486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2025-12-01T16:54:06Z</dcterms:created>
  <dcterms:modified xsi:type="dcterms:W3CDTF">2025-12-01T17:45:53Z</dcterms:modified>
</cp:coreProperties>
</file>