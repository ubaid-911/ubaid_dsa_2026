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416" r:id="rId2"/>
    <p:sldId id="452" r:id="rId3"/>
    <p:sldId id="453" r:id="rId4"/>
    <p:sldId id="454" r:id="rId5"/>
    <p:sldId id="455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4" r:id="rId15"/>
    <p:sldId id="467" r:id="rId16"/>
    <p:sldId id="465" r:id="rId17"/>
    <p:sldId id="468" r:id="rId18"/>
    <p:sldId id="469" r:id="rId19"/>
    <p:sldId id="470" r:id="rId20"/>
    <p:sldId id="471" r:id="rId21"/>
    <p:sldId id="4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241C0-59AF-40AF-9B23-959C816A1DD9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C5483-8862-49C0-B23C-BAE01C0E8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706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167D-18DE-7EB9-83F9-E4674585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2A81C-875A-2443-49C6-C445DAEA0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276C8-2EB4-55AE-6034-DA4DCD5E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7F5B-CE20-A165-9339-0CC6DB4C6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675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A981-57E9-1E03-1707-C67BCD39F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37E0E-578D-00BE-DE0E-3D4F14658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94677-9677-43D3-B282-D87DC83C4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8EDD7-87A9-FCA9-8A00-DF2EFCB93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330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9E430-79DC-1CD4-52FD-4AB22AC4D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99743-4D62-DAFA-628B-576461F0A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6DAC4-E12B-6ABE-32D3-3DBAC9EDB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90B19-9099-0713-BB48-DABDC005A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3491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01CA4-AACA-609B-4F7A-5C1F9A8E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74333-BE76-8274-2F9D-A7B7E4950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32501-3A0A-5BCC-D6B6-FE5526FCB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5FAB2-3277-D8F6-2F4E-E1ED14AC0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7096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3220D-D749-281D-78E7-C977AB06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95D60-6C9C-55B0-F308-F0D678F7F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CB976-F6B2-1729-0B3D-D7F62D512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89F17-E0EB-0FAC-3EEA-B5DC4D87F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828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EC58D-DA81-13F8-0417-9843B10A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21596-2E6D-7C64-E5E5-578683D80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59767-D5C3-1D77-1D53-0AD18E65F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EE25F-B348-DD09-FC64-38EA84164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694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E386C-CC63-6787-555A-429D9C473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D7408-FDBA-4DA5-0CAA-43D851B71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4EA3C-172B-F0BD-13AE-09E7D5ACE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A27CE-CDE5-2284-002D-AAE893BFA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8516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1EDD0-4295-8E1F-55CD-42E790B0D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1AA9F-335F-50CD-4889-656D60147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1CDD9-EFF1-63AD-2209-B3705B8A3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70C94-C674-BB21-CE9F-B75AC3F35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989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54947-91C8-098E-F013-0200BB89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EC173-9346-3476-8B59-081FB5D33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6E8A9-BB6B-6EF6-E082-2C37EAEA3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BFB66-3B4F-A934-1AB2-AC9982C40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9034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68DC-A85F-EA4A-5B1F-44CCA391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5DCA1-D88D-E829-2CBD-20855060A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8D736-0CB0-BBEE-6ED7-09AE2072D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97468-08F5-6BAB-6BE7-A3592591B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3366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CEEBC-DE22-B9E5-BE1C-51BC5FFA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8B31A-9C93-1F55-FA72-9AEB605C3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242AC-71BE-2E21-4574-B3926D8D2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1EB8C-EE47-C5F2-A734-C4A40BB4E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631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18B4-8275-3120-DFDB-8679819F8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D00EE-5B26-3149-CAEE-6A5C63D3D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F639F-5979-D6BC-968E-411B46484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A35F6-31BB-76FA-44CC-4BBE9EF7C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9549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F2CD9-0A10-51FF-4464-D323C6AD6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00463-906A-7FDF-80CA-75AAF1DCD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89EB8-69A1-1ADF-7A4A-B3C3EC94A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FEFAC-27FA-5781-4487-BE89C5F80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43467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38E3E-28CD-20E2-B9DC-146C060A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4F9435-2FA8-493F-C7CA-73B6B50D7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EF817-9D2F-1DA6-6BA3-B0F2558E6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CBE5F-0945-C39C-D183-6E31BEA13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2342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F3B09-230F-BE4F-61A3-C6B7E6FD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D6E5F-0A3F-0691-A784-32C07BE22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CB94A-6BB5-EED7-C4E8-78D8766CE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1D859-0D0B-6D5A-5779-76F295693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7999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CCF21-2DB7-F3B2-07B9-20FEA99E3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6F633-4D39-AA54-48DB-730028B17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3533D-EAB0-59C1-F0BC-9FBB13929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E5D6-5108-435A-8073-00E933EA0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3461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C55C0-C2C2-CA8A-E703-EA6FB93C1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B69C0-4DCC-AB17-6DAC-C3DF7F8DB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29998-137F-0BB1-9CD6-2DD35590B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8B978-52AC-17B2-043E-3C5152AE6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507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218E-282E-EA7B-A2FD-22F592C3A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87892-F7E5-937F-152F-2A7D9C0E8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6149E6-69C7-473E-BD83-DEBA3B661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08B43-ABE5-FA17-BF40-0F24F89B6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90416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0CBC3-B60E-B0D8-1033-CBE67C643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C5A6A-8669-D7F9-1029-C07104857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DB172-AA57-000C-6F68-9B5683FCA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1D3AE-EDB8-4326-3CFE-FF140985A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4884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A4EC5-399B-86DE-00BA-928D8D55B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DF752-047A-1B45-F466-F6B8B06A2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CC485-3ACD-9017-410B-56E19E1FB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594DC-A4D7-40E6-6325-04214DF40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0514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B05CB-168E-A506-EDAE-9BD4FCD55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02ADDF-1C19-4A43-0EFA-7B9446FC5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29604-379F-D629-F1C6-6034FC211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5EFAB-1344-723C-AC84-8665544AE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0081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12D99-C343-5F66-9B34-14A874AFC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C07EE-810F-73FB-74D7-874890BB6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4CB98-61AF-E6A2-C371-A040497D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63FA8-B733-414C-9BCD-861169748BE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6BF56-AA7B-9847-B57F-7C1CBC046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2C1F4-97E6-F0FA-9788-F6608B37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89A0C-4D37-49A3-A73A-791DAECB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28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8D4E-2529-99C6-6E87-068BE756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8D779-4ACC-6A37-33B6-D64A2D743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6F8D3-255E-22AC-1C1C-DFF5D457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63FA8-B733-414C-9BCD-861169748BE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D88FB-BBAE-D4CE-2861-DC707E84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0455F-75D8-9EF1-AB8A-19A89603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89A0C-4D37-49A3-A73A-791DAECB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528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4E52B-94F0-58AC-63FC-752758150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23F6E-EA73-FA32-41DC-FD5CD90BC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3CA8F-D1BD-34A3-B05F-5ECBB39A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63FA8-B733-414C-9BCD-861169748BE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16888-A77C-A54D-8DE0-F9690FB4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68831-5D44-E6EA-EE5A-4CB0AE0FB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89A0C-4D37-49A3-A73A-791DAECB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986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61B0E-60EC-811F-CDF2-353BA05A4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A18ED-779C-D634-4803-D287D39F3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9315A-08F9-9291-8C8E-44F43DBB9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950D4-884B-FC35-B3B6-7B159E761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63FA8-B733-414C-9BCD-861169748BE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45ABF-77D6-27E0-3FC3-4F826D726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CB64A-BE6B-4F48-465E-6AE3A57B1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89A0C-4D37-49A3-A73A-791DAECB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71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0657-899B-5640-312D-1E9276223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226D0-23E3-F082-2F69-7F5D58AA0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A3996-1A0A-C375-53E5-0512B1CC2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8EBF8-1F07-3A91-8CCD-4576B72CD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65CF8-2447-C6C7-6CFF-C45FB86FD0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772172-DA50-3CDD-C403-F0D49F140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63FA8-B733-414C-9BCD-861169748BE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6627AC-6CCC-120E-BE45-FF87752BC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EEF35F-2ACD-027C-3FE0-89AC67DA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89A0C-4D37-49A3-A73A-791DAECB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02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6AA1B-4C44-ED67-4F16-0637837E0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50493B-4899-7D54-9057-FAF1CACB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63FA8-B733-414C-9BCD-861169748BE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C3E51-C7B6-6F00-B4E6-9AF353DC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B3331-437A-7625-8477-F0F53032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89A0C-4D37-49A3-A73A-791DAECB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471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5932D0-676C-C38E-E8CD-5486B4339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63FA8-B733-414C-9BCD-861169748BE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6B3A3-460A-0693-5493-D1293F91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F677A-1E9F-40E3-E55E-99E8CD86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89A0C-4D37-49A3-A73A-791DAECB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375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39936-E945-79CE-E58D-D8BE660E8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265D7-17DA-B00E-4A58-AEFB3042C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4919DE-2032-D7AE-53E6-01BAD08F7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D55AA-D435-661B-FF08-5FE8288C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63FA8-B733-414C-9BCD-861169748BE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E8EE0-878B-0FBD-78D4-D8B43DCC6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27184-7C3E-F688-E087-1899137D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89A0C-4D37-49A3-A73A-791DAECB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091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1CFC-9F3E-C3F5-CF81-8230F30C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43BCA-91A4-D4E9-383F-CD30B27CE8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4C41FD-9922-F0E0-5DD6-AB61B3F1F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7D9B7-0147-CE02-41BC-6A40B3CE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63FA8-B733-414C-9BCD-861169748BE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B9FDD-7CE7-03B1-992E-18141009C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E8743-0F64-F4B0-5D88-D940AB711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89A0C-4D37-49A3-A73A-791DAECB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422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A32C2-42A5-B5F1-527B-04FA36304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69E3C-E973-5674-250E-FD0D09293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2682D-9BAD-4DDA-F653-568C10E88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63FA8-B733-414C-9BCD-861169748BE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97D8D-8FC1-64A2-33F2-1B269FD4D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0756D-A3E1-1B45-ECA1-50E248D1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89A0C-4D37-49A3-A73A-791DAECB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02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60052-AF70-6E0E-EFCC-1319178D9E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27767-9D9A-890A-8A6A-3A4EE6076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4F1AD-8AC2-490E-F4CD-59AA4A527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63FA8-B733-414C-9BCD-861169748BE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7B714-37D6-7D3A-2AC2-2ABCDDB5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15AA5-405C-E9BA-6820-6C4170DC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89A0C-4D37-49A3-A73A-791DAECB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74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E88C48-AFDF-5467-A21B-0AC2B687B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FED62-2537-F699-2A7D-4DED43FD4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FF327-3B19-E777-4D6C-15A0AB965F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63FA8-B733-414C-9BCD-861169748BE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1906A-FE0C-DF1F-AE51-E05CFA0AE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03A7E-DC39-50E2-67EE-EB0429C1D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A89A0C-4D37-49A3-A73A-791DAECB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631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E544-DC5C-F594-46AE-90033DC3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66638B-22A2-248F-7BA6-B317750367F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BA283-0889-AFDB-4087-CC1A6C9BD25B}"/>
              </a:ext>
            </a:extLst>
          </p:cNvPr>
          <p:cNvSpPr txBox="1"/>
          <p:nvPr/>
        </p:nvSpPr>
        <p:spPr>
          <a:xfrm>
            <a:off x="-511023" y="2274838"/>
            <a:ext cx="132140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Remove Duplicates From Sorted     					Linked List </a:t>
            </a:r>
            <a:endParaRPr lang="en-IN" sz="7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57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CF4E-6554-243A-3EB0-609A5447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62AD91-8B9D-4B13-823D-C1908809FA4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F5923C-F9C3-3EA7-F206-6EAE98B70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142320"/>
              </p:ext>
            </p:extLst>
          </p:nvPr>
        </p:nvGraphicFramePr>
        <p:xfrm>
          <a:off x="-441960" y="257297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5F060D-C80A-1CBE-5509-79AA64B54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06326"/>
              </p:ext>
            </p:extLst>
          </p:nvPr>
        </p:nvGraphicFramePr>
        <p:xfrm>
          <a:off x="1737360" y="258618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327198-6DCB-E21D-8AAD-5A62FFDF3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111015"/>
              </p:ext>
            </p:extLst>
          </p:nvPr>
        </p:nvGraphicFramePr>
        <p:xfrm>
          <a:off x="3916680" y="25729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C5FAFD-F4D4-5830-229A-8CD83DAA5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368872"/>
              </p:ext>
            </p:extLst>
          </p:nvPr>
        </p:nvGraphicFramePr>
        <p:xfrm>
          <a:off x="6096000" y="25729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75E4C1-D633-DACF-7723-45D53498E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572628"/>
              </p:ext>
            </p:extLst>
          </p:nvPr>
        </p:nvGraphicFramePr>
        <p:xfrm>
          <a:off x="8275320" y="257297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5BC12F-41B7-F28D-9F40-F09DD7819113}"/>
              </a:ext>
            </a:extLst>
          </p:cNvPr>
          <p:cNvCxnSpPr/>
          <p:nvPr/>
        </p:nvCxnSpPr>
        <p:spPr>
          <a:xfrm>
            <a:off x="825660" y="29547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3DC71F-D770-A459-DC6F-198CB574B8DC}"/>
              </a:ext>
            </a:extLst>
          </p:cNvPr>
          <p:cNvCxnSpPr>
            <a:cxnSpLocks/>
          </p:cNvCxnSpPr>
          <p:nvPr/>
        </p:nvCxnSpPr>
        <p:spPr>
          <a:xfrm>
            <a:off x="3007680" y="297001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67F1C6-C2E2-AC9F-EBE4-8A5903CE66EB}"/>
              </a:ext>
            </a:extLst>
          </p:cNvPr>
          <p:cNvCxnSpPr/>
          <p:nvPr/>
        </p:nvCxnSpPr>
        <p:spPr>
          <a:xfrm>
            <a:off x="5214780" y="295477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74E6A2-4CE2-599D-6C35-A1AE294BFBCF}"/>
              </a:ext>
            </a:extLst>
          </p:cNvPr>
          <p:cNvCxnSpPr/>
          <p:nvPr/>
        </p:nvCxnSpPr>
        <p:spPr>
          <a:xfrm>
            <a:off x="7378860" y="29700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E9F6022-D519-89E3-247D-9634811EEB8A}"/>
              </a:ext>
            </a:extLst>
          </p:cNvPr>
          <p:cNvSpPr txBox="1"/>
          <p:nvPr/>
        </p:nvSpPr>
        <p:spPr>
          <a:xfrm>
            <a:off x="-192143" y="202691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DAE55A1-AA2C-FA0D-E4C7-A432577BF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045178"/>
              </p:ext>
            </p:extLst>
          </p:nvPr>
        </p:nvGraphicFramePr>
        <p:xfrm>
          <a:off x="10454640" y="257579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E87AAF-F323-125A-4B01-489F23ABB429}"/>
              </a:ext>
            </a:extLst>
          </p:cNvPr>
          <p:cNvCxnSpPr>
            <a:cxnSpLocks/>
          </p:cNvCxnSpPr>
          <p:nvPr/>
        </p:nvCxnSpPr>
        <p:spPr>
          <a:xfrm>
            <a:off x="9576313" y="297025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976E71-8339-1D15-2B8A-C31786FBF863}"/>
              </a:ext>
            </a:extLst>
          </p:cNvPr>
          <p:cNvCxnSpPr>
            <a:cxnSpLocks/>
          </p:cNvCxnSpPr>
          <p:nvPr/>
        </p:nvCxnSpPr>
        <p:spPr>
          <a:xfrm>
            <a:off x="11762623" y="295536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DA41DFD-176D-BFF8-788A-C096A05827AD}"/>
              </a:ext>
            </a:extLst>
          </p:cNvPr>
          <p:cNvSpPr txBox="1"/>
          <p:nvPr/>
        </p:nvSpPr>
        <p:spPr>
          <a:xfrm>
            <a:off x="12859903" y="270929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4171004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CE391-9B49-33C1-1D31-56EB01DA3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AD32B9C-15CF-DFB2-4C4A-5000638E63D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5229608-A3B6-F4C7-45B5-AAE1C3186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159645"/>
              </p:ext>
            </p:extLst>
          </p:nvPr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6B39ED-DE7D-BF41-ACBE-BC1AF055A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081445"/>
              </p:ext>
            </p:extLst>
          </p:nvPr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80A2B9-F408-0487-C41C-7558FD4B2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956856"/>
              </p:ext>
            </p:extLst>
          </p:nvPr>
        </p:nvGraphicFramePr>
        <p:xfrm>
          <a:off x="3715860" y="154630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C7A455-5766-FDED-53CA-6F0996469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32883"/>
              </p:ext>
            </p:extLst>
          </p:nvPr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4B41FB-F164-A49D-7B6E-D5BF42526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63627"/>
              </p:ext>
            </p:extLst>
          </p:nvPr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DF7832A-8906-7569-8525-367580D6D0D4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91F15F-BB95-C920-6569-D12887BC069E}"/>
              </a:ext>
            </a:extLst>
          </p:cNvPr>
          <p:cNvCxnSpPr>
            <a:cxnSpLocks/>
          </p:cNvCxnSpPr>
          <p:nvPr/>
        </p:nvCxnSpPr>
        <p:spPr>
          <a:xfrm>
            <a:off x="2806860" y="194333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4CFEA06-99A6-43D7-E5DD-A7C0D8E44F7D}"/>
              </a:ext>
            </a:extLst>
          </p:cNvPr>
          <p:cNvCxnSpPr/>
          <p:nvPr/>
        </p:nvCxnSpPr>
        <p:spPr>
          <a:xfrm>
            <a:off x="501396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E982F0-72C3-11D9-311A-192A3CC26052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16913D5-099C-A843-0881-FD23B04B8BCB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367B390-0FC0-FE11-5524-E3C4ACBBF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670564"/>
              </p:ext>
            </p:extLst>
          </p:nvPr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4B4EB1-CA37-7B95-4DE4-74096271B8B4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8BEAC8C-2C5B-2EA2-47B7-4F56EFF36D72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5DF4F4-2747-1F72-9530-EA98AB8096E8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C22C6F-D1BE-67BC-1D95-3383853F9E0E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15CB73F-94F8-657A-9AEE-25EBA4252FEC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241042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7A2C-7AF7-876C-7EC9-0E8E0D8C6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AC5C85-DBE1-41B4-50DB-D1EAE17E026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221E9D1-6DC9-D1E2-AAC5-D3E7F3DE433A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987806-2029-3CA6-76A2-B7C9278BD58D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01AEC2-8B7E-F06D-548E-177FF8820678}"/>
              </a:ext>
            </a:extLst>
          </p:cNvPr>
          <p:cNvGraphicFramePr>
            <a:graphicFrameLocks noGrp="1"/>
          </p:cNvGraphicFramePr>
          <p:nvPr/>
        </p:nvGraphicFramePr>
        <p:xfrm>
          <a:off x="3715860" y="154630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48C433-6392-DD66-0393-8D81BA1119A6}"/>
              </a:ext>
            </a:extLst>
          </p:cNvPr>
          <p:cNvGraphicFramePr>
            <a:graphicFrameLocks noGrp="1"/>
          </p:cNvGraphicFramePr>
          <p:nvPr/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883A22-02A1-01E4-98C2-A6185E4FE2FF}"/>
              </a:ext>
            </a:extLst>
          </p:cNvPr>
          <p:cNvGraphicFramePr>
            <a:graphicFrameLocks noGrp="1"/>
          </p:cNvGraphicFramePr>
          <p:nvPr/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7139B6-1813-C81D-2096-8BB9AB68536B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DEA3B4-D385-FD62-B4F1-C4052ACFC7FB}"/>
              </a:ext>
            </a:extLst>
          </p:cNvPr>
          <p:cNvCxnSpPr>
            <a:cxnSpLocks/>
          </p:cNvCxnSpPr>
          <p:nvPr/>
        </p:nvCxnSpPr>
        <p:spPr>
          <a:xfrm>
            <a:off x="2806860" y="194333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8A11EC-EED7-3126-F2B5-85C0FD72EDEC}"/>
              </a:ext>
            </a:extLst>
          </p:cNvPr>
          <p:cNvCxnSpPr/>
          <p:nvPr/>
        </p:nvCxnSpPr>
        <p:spPr>
          <a:xfrm>
            <a:off x="501396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EB5CD2-1E36-72DB-2723-4CD36CB3B506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377AE66-D3A3-1565-D9E7-23744AE8CE7A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A401745-F669-6514-0DB3-58A1F8ABFEFC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81C078-432B-5B66-D3EC-5CB6B763B8E4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30DA2B-F166-4CD5-90E0-F51DDDB8CCE0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EF50D6-82A2-B62D-5216-AF5DD5F42744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D13293-B95A-7C2E-FBD6-B77D08243739}"/>
              </a:ext>
            </a:extLst>
          </p:cNvPr>
          <p:cNvCxnSpPr>
            <a:cxnSpLocks/>
          </p:cNvCxnSpPr>
          <p:nvPr/>
        </p:nvCxnSpPr>
        <p:spPr>
          <a:xfrm flipV="1">
            <a:off x="690042" y="579120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1A892E3-BC8A-920B-C62E-90DF22A9776A}"/>
              </a:ext>
            </a:extLst>
          </p:cNvPr>
          <p:cNvSpPr txBox="1"/>
          <p:nvPr/>
        </p:nvSpPr>
        <p:spPr>
          <a:xfrm>
            <a:off x="76777" y="269023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0A17412-441C-C129-1117-3D4E0D0893C9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96D0730-EF47-7D28-6023-B05065225DA4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729846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6C33E-B9A8-E185-1151-5948C548B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18B11-639D-E5C2-B1E5-64DA23FC7AE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FCA54D-4B65-C9E9-11DB-031FD9B30081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596BD0-5AE9-CCC0-7894-4D0E79FE2FC7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39B449-0AAA-0FC6-DF7C-B2AF5555E369}"/>
              </a:ext>
            </a:extLst>
          </p:cNvPr>
          <p:cNvGraphicFramePr>
            <a:graphicFrameLocks noGrp="1"/>
          </p:cNvGraphicFramePr>
          <p:nvPr/>
        </p:nvGraphicFramePr>
        <p:xfrm>
          <a:off x="3715860" y="154630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11B531-8BDC-52A5-E598-4E45F5E3663D}"/>
              </a:ext>
            </a:extLst>
          </p:cNvPr>
          <p:cNvGraphicFramePr>
            <a:graphicFrameLocks noGrp="1"/>
          </p:cNvGraphicFramePr>
          <p:nvPr/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1FC1BB-5512-E6DA-48A1-13217256A7E6}"/>
              </a:ext>
            </a:extLst>
          </p:cNvPr>
          <p:cNvGraphicFramePr>
            <a:graphicFrameLocks noGrp="1"/>
          </p:cNvGraphicFramePr>
          <p:nvPr/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C4EE9C-20CD-C512-22B7-79FC059D8533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50F288-0751-7310-4142-9BA3D1892D57}"/>
              </a:ext>
            </a:extLst>
          </p:cNvPr>
          <p:cNvCxnSpPr>
            <a:cxnSpLocks/>
          </p:cNvCxnSpPr>
          <p:nvPr/>
        </p:nvCxnSpPr>
        <p:spPr>
          <a:xfrm>
            <a:off x="2806860" y="194333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CD9656A-0E8E-3ACB-6907-DD9CCF1A6B25}"/>
              </a:ext>
            </a:extLst>
          </p:cNvPr>
          <p:cNvCxnSpPr/>
          <p:nvPr/>
        </p:nvCxnSpPr>
        <p:spPr>
          <a:xfrm>
            <a:off x="501396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74C65B-B48A-0AD0-3AB2-64C9601064AF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DC5BE20-D787-8D31-0581-9F8ED9E3DE60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9C94EB0-5502-BFBD-CE8A-424E99B049DA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7116E93-0E4B-912D-A010-4C578DD584FD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67CC5FF-CD92-F715-C346-1860F980B489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F325E8-5DCA-10DE-3F88-9BF19E029380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C1EFBE-6508-DB92-0E10-9B66F86EA226}"/>
              </a:ext>
            </a:extLst>
          </p:cNvPr>
          <p:cNvCxnSpPr>
            <a:cxnSpLocks/>
          </p:cNvCxnSpPr>
          <p:nvPr/>
        </p:nvCxnSpPr>
        <p:spPr>
          <a:xfrm flipV="1">
            <a:off x="690042" y="579120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E23DA2D-87D6-CFCC-74A8-D31D423AD13A}"/>
              </a:ext>
            </a:extLst>
          </p:cNvPr>
          <p:cNvSpPr txBox="1"/>
          <p:nvPr/>
        </p:nvSpPr>
        <p:spPr>
          <a:xfrm>
            <a:off x="76777" y="269023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DBAC9D-2C34-8B15-BD9D-3586521D33EB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CFAEDB-5FFE-7C8B-9446-9E92792596E1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51A73C8-C034-266D-C835-255259023417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029636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5A3E-5D09-41E7-C8E5-ED774A808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AA17E1-242A-53AA-5B2A-B1FB4E9382F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7EDE2E-D11D-5207-119B-033D80F853E6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996528-A58F-AA28-8532-4E313724E826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812FE7-A5AE-23AB-0EE2-CF6D1AFFFF5D}"/>
              </a:ext>
            </a:extLst>
          </p:cNvPr>
          <p:cNvGraphicFramePr>
            <a:graphicFrameLocks noGrp="1"/>
          </p:cNvGraphicFramePr>
          <p:nvPr/>
        </p:nvGraphicFramePr>
        <p:xfrm>
          <a:off x="3715860" y="154630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CCC789-2660-E78D-5961-0E43D13F94FA}"/>
              </a:ext>
            </a:extLst>
          </p:cNvPr>
          <p:cNvGraphicFramePr>
            <a:graphicFrameLocks noGrp="1"/>
          </p:cNvGraphicFramePr>
          <p:nvPr/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CAEFF1-A596-5E4D-8551-651B0D70381A}"/>
              </a:ext>
            </a:extLst>
          </p:cNvPr>
          <p:cNvGraphicFramePr>
            <a:graphicFrameLocks noGrp="1"/>
          </p:cNvGraphicFramePr>
          <p:nvPr/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AAA163-E202-5E15-C6FF-8A8FA72591A1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654E53-2307-1462-BB27-CC3CC73718C5}"/>
              </a:ext>
            </a:extLst>
          </p:cNvPr>
          <p:cNvCxnSpPr>
            <a:cxnSpLocks/>
          </p:cNvCxnSpPr>
          <p:nvPr/>
        </p:nvCxnSpPr>
        <p:spPr>
          <a:xfrm>
            <a:off x="2806860" y="194333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D96E3A-5C7E-3789-B33B-CAA69B4F1E6A}"/>
              </a:ext>
            </a:extLst>
          </p:cNvPr>
          <p:cNvCxnSpPr/>
          <p:nvPr/>
        </p:nvCxnSpPr>
        <p:spPr>
          <a:xfrm>
            <a:off x="501396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E49522-19A9-1C4F-4477-8CB2928386D9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BB0157B-63EF-A799-4C27-D4927E9665A2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48E018D-4092-DCD2-C441-E5DC0AA1BC39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378021-E202-21B3-EF46-594440E292DF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16E86E-14D4-0E58-4A4A-5190180577F5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C503DBB-ED9D-03F3-6935-44E63422751E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B9CFBF-88DD-B18E-D97C-CB5936D56D49}"/>
              </a:ext>
            </a:extLst>
          </p:cNvPr>
          <p:cNvCxnSpPr>
            <a:cxnSpLocks/>
          </p:cNvCxnSpPr>
          <p:nvPr/>
        </p:nvCxnSpPr>
        <p:spPr>
          <a:xfrm flipV="1">
            <a:off x="690042" y="579120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42446BF-CCB5-5381-B993-1F67C097BC50}"/>
              </a:ext>
            </a:extLst>
          </p:cNvPr>
          <p:cNvSpPr txBox="1"/>
          <p:nvPr/>
        </p:nvSpPr>
        <p:spPr>
          <a:xfrm>
            <a:off x="76777" y="269023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7ABCDB-A57B-4762-9CE5-4B20599B8CB9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AE1CC0-0A64-5F6D-FBBD-01B049375CDE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95C28A4-028C-1CB6-3182-5AEFDDB4C882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35911F-93F9-4121-DDEB-28F756BF797F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385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63DBB-1323-862B-461A-6C7E4FB24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70FA8-079D-C49E-9615-9EF6E6B35C1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A978D50-E483-DEF3-D248-B5F7AB4C5F35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D881EC-F5FF-74C6-DFDC-EFBFDD3C7C91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C74257-D225-50CC-FB57-FF4DC1C31D8F}"/>
              </a:ext>
            </a:extLst>
          </p:cNvPr>
          <p:cNvGraphicFramePr>
            <a:graphicFrameLocks noGrp="1"/>
          </p:cNvGraphicFramePr>
          <p:nvPr/>
        </p:nvGraphicFramePr>
        <p:xfrm>
          <a:off x="3715860" y="154630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838CA9-FBE7-B6BE-C0AE-1C8B3B73367A}"/>
              </a:ext>
            </a:extLst>
          </p:cNvPr>
          <p:cNvGraphicFramePr>
            <a:graphicFrameLocks noGrp="1"/>
          </p:cNvGraphicFramePr>
          <p:nvPr/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FAC7E0-5A11-2802-AA14-9B5CEC1AB4D5}"/>
              </a:ext>
            </a:extLst>
          </p:cNvPr>
          <p:cNvGraphicFramePr>
            <a:graphicFrameLocks noGrp="1"/>
          </p:cNvGraphicFramePr>
          <p:nvPr/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62B4BB-DA7B-C0AD-A420-D3163A7F261F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A19435-6D63-D46D-DDE9-0A5C83BACD8A}"/>
              </a:ext>
            </a:extLst>
          </p:cNvPr>
          <p:cNvCxnSpPr>
            <a:cxnSpLocks/>
          </p:cNvCxnSpPr>
          <p:nvPr/>
        </p:nvCxnSpPr>
        <p:spPr>
          <a:xfrm>
            <a:off x="2806860" y="194333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F1D796-ED29-3712-AE86-4778F6014DB5}"/>
              </a:ext>
            </a:extLst>
          </p:cNvPr>
          <p:cNvCxnSpPr/>
          <p:nvPr/>
        </p:nvCxnSpPr>
        <p:spPr>
          <a:xfrm>
            <a:off x="501396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CEC4AA-3FB9-A969-E22E-E92B58A13164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8EC0D03-53D7-AAF7-E305-F78A404DC1C9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18CB827-0E2C-0197-278E-6293B5EF65F7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9FCE56-BDB4-4EA7-1473-F8ABC8F34676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0B43955-B0CF-2A05-A70C-CCCAF35DD592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44EE87-59E1-77CC-A7C4-5AA038DA0032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6927DA-F808-3103-55B7-D70E38A703F5}"/>
              </a:ext>
            </a:extLst>
          </p:cNvPr>
          <p:cNvCxnSpPr>
            <a:cxnSpLocks/>
          </p:cNvCxnSpPr>
          <p:nvPr/>
        </p:nvCxnSpPr>
        <p:spPr>
          <a:xfrm flipV="1">
            <a:off x="690042" y="579120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2500DF9-8305-2255-5762-B0B0B9E4A044}"/>
              </a:ext>
            </a:extLst>
          </p:cNvPr>
          <p:cNvSpPr txBox="1"/>
          <p:nvPr/>
        </p:nvSpPr>
        <p:spPr>
          <a:xfrm>
            <a:off x="76777" y="269023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9EF739-D670-9E14-3F82-F5BB60716746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1110296-54E0-3002-2687-21BC91875E25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389B46A-56B8-5D28-CF51-7CA64D85210A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5330BE-1B5C-D6DD-1713-3AF735E4B582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A383BE-4EC9-51A0-B67D-0783C49BABC9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719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EE89E-B146-096E-C1CE-E6072A1A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E2018E-0CDC-9063-FE07-4156DABED63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8788BF-CE51-6D7C-EDB6-225BAB8E6F36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8BC5A5-09C3-3CE3-3D93-A3B1E8181A28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F042B4-D964-0A15-7A50-FD55D847F4A9}"/>
              </a:ext>
            </a:extLst>
          </p:cNvPr>
          <p:cNvGraphicFramePr>
            <a:graphicFrameLocks noGrp="1"/>
          </p:cNvGraphicFramePr>
          <p:nvPr/>
        </p:nvGraphicFramePr>
        <p:xfrm>
          <a:off x="3715860" y="154630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4BD4FD-2081-ECB4-0E75-7C4CDB560281}"/>
              </a:ext>
            </a:extLst>
          </p:cNvPr>
          <p:cNvGraphicFramePr>
            <a:graphicFrameLocks noGrp="1"/>
          </p:cNvGraphicFramePr>
          <p:nvPr/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AEDBAD-CAB2-C052-7807-C3BCD44A560D}"/>
              </a:ext>
            </a:extLst>
          </p:cNvPr>
          <p:cNvGraphicFramePr>
            <a:graphicFrameLocks noGrp="1"/>
          </p:cNvGraphicFramePr>
          <p:nvPr/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A6F2DA-F1E5-5FE4-981C-A155C64A6F92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08BA4D-41C7-FB6B-E19D-40DD9C2B2611}"/>
              </a:ext>
            </a:extLst>
          </p:cNvPr>
          <p:cNvCxnSpPr>
            <a:cxnSpLocks/>
          </p:cNvCxnSpPr>
          <p:nvPr/>
        </p:nvCxnSpPr>
        <p:spPr>
          <a:xfrm>
            <a:off x="2806860" y="194333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B3A2ED-EC6F-7CF4-3DB8-3AD225EF2D8F}"/>
              </a:ext>
            </a:extLst>
          </p:cNvPr>
          <p:cNvCxnSpPr/>
          <p:nvPr/>
        </p:nvCxnSpPr>
        <p:spPr>
          <a:xfrm>
            <a:off x="501396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CFB70B-84AC-70EC-8E02-A0DDCEEB751B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5D3463-981D-6E94-DF90-46BB74F90476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1368FC2-2633-8C6C-3D28-7728585E71DB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DB018A-06BC-B07C-F46F-2FD4C83ECEE7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E354030-D172-B18F-467C-9D719E3CE6FA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8E8A5D-0BBB-A2FD-16E8-91AAEEBAD1E1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7CF70B-E4A3-BA47-0241-59FEF7C42154}"/>
              </a:ext>
            </a:extLst>
          </p:cNvPr>
          <p:cNvCxnSpPr>
            <a:cxnSpLocks/>
          </p:cNvCxnSpPr>
          <p:nvPr/>
        </p:nvCxnSpPr>
        <p:spPr>
          <a:xfrm flipV="1">
            <a:off x="2301314" y="557003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2225A14-A54C-BBC8-D0B5-46A9C72A6D66}"/>
              </a:ext>
            </a:extLst>
          </p:cNvPr>
          <p:cNvSpPr txBox="1"/>
          <p:nvPr/>
        </p:nvSpPr>
        <p:spPr>
          <a:xfrm>
            <a:off x="1688049" y="246906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B95A7D-20E2-E32B-EBF4-5D03044C6540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17115C-0F61-5288-DE4A-7953A7A0E508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C868A57-4E73-9619-4CA4-E2FE6E5756A8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ACC592-C5EA-5A0F-4F7B-B3BFB5C7376C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0FAA4F-2BF3-3489-EE24-C08DA8776FD2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468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5BBE9-53D3-1B3F-B28A-F27BEEE4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D1E826-0387-7112-A816-149B4094BC8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DF2D71F-4459-F4CF-F2B8-4B23F30DC5C9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301493-EE81-5D18-AE87-CF8F1DDAD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039984"/>
              </p:ext>
            </p:extLst>
          </p:nvPr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7513A9-7749-0BC7-EDA0-17123CB15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816137"/>
              </p:ext>
            </p:extLst>
          </p:nvPr>
        </p:nvGraphicFramePr>
        <p:xfrm>
          <a:off x="3715860" y="154630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330923-1232-9791-E00E-EA4DCB3A3FE5}"/>
              </a:ext>
            </a:extLst>
          </p:cNvPr>
          <p:cNvGraphicFramePr>
            <a:graphicFrameLocks noGrp="1"/>
          </p:cNvGraphicFramePr>
          <p:nvPr/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260EB9-1335-E53C-2073-1E06727104EB}"/>
              </a:ext>
            </a:extLst>
          </p:cNvPr>
          <p:cNvGraphicFramePr>
            <a:graphicFrameLocks noGrp="1"/>
          </p:cNvGraphicFramePr>
          <p:nvPr/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D30AFE-4B50-BD99-4874-9155888CD568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60B552-CC7F-7D4C-B7DB-50A961F6CDD0}"/>
              </a:ext>
            </a:extLst>
          </p:cNvPr>
          <p:cNvCxnSpPr>
            <a:cxnSpLocks/>
          </p:cNvCxnSpPr>
          <p:nvPr/>
        </p:nvCxnSpPr>
        <p:spPr>
          <a:xfrm>
            <a:off x="2806860" y="194333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8F037C-10B1-5600-EF73-1D41AB4ECB05}"/>
              </a:ext>
            </a:extLst>
          </p:cNvPr>
          <p:cNvCxnSpPr/>
          <p:nvPr/>
        </p:nvCxnSpPr>
        <p:spPr>
          <a:xfrm>
            <a:off x="501396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8AC9F2-B3D2-4473-213A-DCE0F537A0B9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B839AE2-2B32-5BB5-2065-F83A9F50A53A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76B390C-8BE1-7578-D37F-79268886DFD9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264FF7-C099-A9D5-DFD9-4B897034BF13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4E77AB-4BE7-1095-F215-44C32094AC89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B99C0F-0A2D-95DF-F3F0-5F9F0464C077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B15616-2A4C-6284-5004-44BB25601181}"/>
              </a:ext>
            </a:extLst>
          </p:cNvPr>
          <p:cNvCxnSpPr>
            <a:cxnSpLocks/>
          </p:cNvCxnSpPr>
          <p:nvPr/>
        </p:nvCxnSpPr>
        <p:spPr>
          <a:xfrm flipV="1">
            <a:off x="2301314" y="557003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6898B31-FE4A-AD65-AC97-03F333E7CA5A}"/>
              </a:ext>
            </a:extLst>
          </p:cNvPr>
          <p:cNvSpPr txBox="1"/>
          <p:nvPr/>
        </p:nvSpPr>
        <p:spPr>
          <a:xfrm>
            <a:off x="1688049" y="246906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4BFD1-3D2D-0168-D3F7-8E63C6F03EEF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C585F8-8EA6-B313-D994-68716EA552AA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D02EDA3-1465-1313-AD7E-7975C82927A1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7E4E2D-5A38-36EF-C86B-F4120FE0ECA1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756D75-758C-3198-9A6F-9B83C199711F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28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855C-EEA8-2EB6-0A8A-B4302AA4B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6FCD68-7030-824B-8B8D-EDFC123E80F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009699-6005-02BB-39ED-C789B6BB17CC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CD69DE-C4F2-B198-C6DE-8CD0B7F81832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EF210D-E01F-4D31-7743-273D60C13066}"/>
              </a:ext>
            </a:extLst>
          </p:cNvPr>
          <p:cNvGraphicFramePr>
            <a:graphicFrameLocks noGrp="1"/>
          </p:cNvGraphicFramePr>
          <p:nvPr/>
        </p:nvGraphicFramePr>
        <p:xfrm>
          <a:off x="3715860" y="154630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925ED5-F6EE-8EAF-B231-7559FB571ADB}"/>
              </a:ext>
            </a:extLst>
          </p:cNvPr>
          <p:cNvGraphicFramePr>
            <a:graphicFrameLocks noGrp="1"/>
          </p:cNvGraphicFramePr>
          <p:nvPr/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BFE4E3-A3EC-6F17-A947-1D6A0228F6B4}"/>
              </a:ext>
            </a:extLst>
          </p:cNvPr>
          <p:cNvGraphicFramePr>
            <a:graphicFrameLocks noGrp="1"/>
          </p:cNvGraphicFramePr>
          <p:nvPr/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67287D-74E9-C0A3-214B-0556636A8729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55CC3A-41BB-CC3F-5FDA-6D9A766CA86B}"/>
              </a:ext>
            </a:extLst>
          </p:cNvPr>
          <p:cNvCxnSpPr>
            <a:cxnSpLocks/>
          </p:cNvCxnSpPr>
          <p:nvPr/>
        </p:nvCxnSpPr>
        <p:spPr>
          <a:xfrm>
            <a:off x="2806860" y="194333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62FF93-F000-2CCE-786D-B4E0B2EADA9F}"/>
              </a:ext>
            </a:extLst>
          </p:cNvPr>
          <p:cNvCxnSpPr/>
          <p:nvPr/>
        </p:nvCxnSpPr>
        <p:spPr>
          <a:xfrm>
            <a:off x="501396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C79FE3-256A-D4AF-9944-3D1E34E50977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97D50ED-83E1-F2A6-5AF3-9A8DE3F2357D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4527234-4D49-723A-4DA0-CAB72CE7C5BD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2C653C-B91D-9FD3-E002-00CCF678C8E8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3E15669-1349-3EF4-65FE-48E6252D6678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494291-56D3-41DA-A138-C4CFAFA87C6C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3B649F-8643-FA02-AB6C-3CD307B06336}"/>
              </a:ext>
            </a:extLst>
          </p:cNvPr>
          <p:cNvCxnSpPr>
            <a:cxnSpLocks/>
          </p:cNvCxnSpPr>
          <p:nvPr/>
        </p:nvCxnSpPr>
        <p:spPr>
          <a:xfrm flipV="1">
            <a:off x="2301314" y="557003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2660273-F4AB-1267-7124-410E6AEE4C93}"/>
              </a:ext>
            </a:extLst>
          </p:cNvPr>
          <p:cNvSpPr txBox="1"/>
          <p:nvPr/>
        </p:nvSpPr>
        <p:spPr>
          <a:xfrm>
            <a:off x="1688049" y="246906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6AD1D3-67A8-C0AE-953F-A92196F28A9C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46E88D-4882-DBBC-1F1B-6D09C2256111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7315F68-4AC0-B740-662C-7A027AE550F3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A73495-46FD-CB6E-64E6-014425FE34BB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42D635-FF05-B54C-CDDD-21618D1B7009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055432-7B94-20CD-DC38-5014E00F049D}"/>
              </a:ext>
            </a:extLst>
          </p:cNvPr>
          <p:cNvCxnSpPr>
            <a:cxnSpLocks/>
          </p:cNvCxnSpPr>
          <p:nvPr/>
        </p:nvCxnSpPr>
        <p:spPr>
          <a:xfrm flipV="1">
            <a:off x="4542057" y="579119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187AAC9-FAC6-F257-8425-898663515C0B}"/>
              </a:ext>
            </a:extLst>
          </p:cNvPr>
          <p:cNvSpPr txBox="1"/>
          <p:nvPr/>
        </p:nvSpPr>
        <p:spPr>
          <a:xfrm>
            <a:off x="3766654" y="269022"/>
            <a:ext cx="171492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563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8DB19-F2E8-C6B4-AD09-E8A3EEEC5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7650D7-425C-6003-C34D-11EAE866C9A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5FFF7A-6AEC-C09E-B904-47137A7DE610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049AAB-29B6-2252-9827-D93F94C1AA50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C4C318-F8AF-BE38-3AB7-473E8A491722}"/>
              </a:ext>
            </a:extLst>
          </p:cNvPr>
          <p:cNvGraphicFramePr>
            <a:graphicFrameLocks noGrp="1"/>
          </p:cNvGraphicFramePr>
          <p:nvPr/>
        </p:nvGraphicFramePr>
        <p:xfrm>
          <a:off x="3715860" y="154630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30D2D6-4E18-A589-B296-6451C9CB27A7}"/>
              </a:ext>
            </a:extLst>
          </p:cNvPr>
          <p:cNvGraphicFramePr>
            <a:graphicFrameLocks noGrp="1"/>
          </p:cNvGraphicFramePr>
          <p:nvPr/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F78351-4A7C-1126-8F65-0C3567B05CB4}"/>
              </a:ext>
            </a:extLst>
          </p:cNvPr>
          <p:cNvGraphicFramePr>
            <a:graphicFrameLocks noGrp="1"/>
          </p:cNvGraphicFramePr>
          <p:nvPr/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43CA50-EC51-A961-2930-5100E220BFB8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AD75F7-C72C-9412-3698-2BD3B13D1AD5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C62D682-FD13-0A47-42CA-F90B40E10309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8380AD0-5201-FC7E-62D8-678A69C649DA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FD4A30-7A4A-159F-86E8-5FAD253F32C6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1DC32F-F62A-89AE-B20F-EF2533250BF1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9DBF90-C721-8BAA-7045-A70C52BB6F64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69C77-4703-0EA7-68FF-AB4397D7D37E}"/>
              </a:ext>
            </a:extLst>
          </p:cNvPr>
          <p:cNvCxnSpPr>
            <a:cxnSpLocks/>
          </p:cNvCxnSpPr>
          <p:nvPr/>
        </p:nvCxnSpPr>
        <p:spPr>
          <a:xfrm flipV="1">
            <a:off x="2301314" y="557003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6C8F739-5E57-3302-F12C-54B5D69F392A}"/>
              </a:ext>
            </a:extLst>
          </p:cNvPr>
          <p:cNvSpPr txBox="1"/>
          <p:nvPr/>
        </p:nvSpPr>
        <p:spPr>
          <a:xfrm>
            <a:off x="1688049" y="246906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0CE38B-A937-99F2-503D-0E5D9542AE4A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60A92A-C2E1-2587-A62C-F3BBBC10BD3E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B9E9460-91D4-5E16-A207-986D089BCFFF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21081E-D998-8022-7C64-EFA26C397C64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47B88A-E8A5-EB7B-6DE0-6360FE7A3B6D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3E1772-8869-8F4F-9352-E651FC832BFE}"/>
              </a:ext>
            </a:extLst>
          </p:cNvPr>
          <p:cNvCxnSpPr>
            <a:cxnSpLocks/>
          </p:cNvCxnSpPr>
          <p:nvPr/>
        </p:nvCxnSpPr>
        <p:spPr>
          <a:xfrm flipV="1">
            <a:off x="4542057" y="579119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76F738C-C973-43FC-8099-04035CD2D20E}"/>
              </a:ext>
            </a:extLst>
          </p:cNvPr>
          <p:cNvSpPr txBox="1"/>
          <p:nvPr/>
        </p:nvSpPr>
        <p:spPr>
          <a:xfrm>
            <a:off x="3766654" y="269022"/>
            <a:ext cx="171492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D0433F-7230-DFA0-30E8-2DC062EABF19}"/>
              </a:ext>
            </a:extLst>
          </p:cNvPr>
          <p:cNvCxnSpPr>
            <a:cxnSpLocks/>
          </p:cNvCxnSpPr>
          <p:nvPr/>
        </p:nvCxnSpPr>
        <p:spPr>
          <a:xfrm>
            <a:off x="2697480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1A033B9-172D-48C5-6D51-DF47CA416E94}"/>
              </a:ext>
            </a:extLst>
          </p:cNvPr>
          <p:cNvCxnSpPr>
            <a:cxnSpLocks/>
          </p:cNvCxnSpPr>
          <p:nvPr/>
        </p:nvCxnSpPr>
        <p:spPr>
          <a:xfrm flipH="1">
            <a:off x="2697480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E1E69F-F81F-15F2-77A5-010DC9BA9A50}"/>
              </a:ext>
            </a:extLst>
          </p:cNvPr>
          <p:cNvCxnSpPr>
            <a:cxnSpLocks/>
          </p:cNvCxnSpPr>
          <p:nvPr/>
        </p:nvCxnSpPr>
        <p:spPr>
          <a:xfrm>
            <a:off x="6294120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032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DBE64-5DA8-140C-8B3F-0C66FB0D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A5D50-E3F7-4A27-0CA7-134600FEB55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768CD8C-398B-EDAA-F3E3-276818DB06C0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CA2A2B-1A15-10D0-1F46-87DAE37B7D8A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E73D5A-9DF4-740D-0320-B02B0775D4D2}"/>
              </a:ext>
            </a:extLst>
          </p:cNvPr>
          <p:cNvGraphicFramePr>
            <a:graphicFrameLocks noGrp="1"/>
          </p:cNvGraphicFramePr>
          <p:nvPr/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F628B5-4E14-658D-ABC0-74301A7AB21F}"/>
              </a:ext>
            </a:extLst>
          </p:cNvPr>
          <p:cNvGraphicFramePr>
            <a:graphicFrameLocks noGrp="1"/>
          </p:cNvGraphicFramePr>
          <p:nvPr/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AD1B1C-EFBB-B9EE-7F07-FC3591FE032E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F79C6B-E47D-B3B8-D852-B05FB8B4F41B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1E6197D-C93F-F3CE-0AC5-05F2BD24E7D8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6E39781-0B68-E344-65CA-35E5809BD19B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03263E-6337-4671-412E-E5A5E5346012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0043FDA-F8EA-39B7-6FCD-B55F6B18C39A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4CD4D71-DFD4-3141-CD01-19F92ED8C8C9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20C27D-6C18-BCE3-73A9-C836D2BDFF39}"/>
              </a:ext>
            </a:extLst>
          </p:cNvPr>
          <p:cNvCxnSpPr>
            <a:cxnSpLocks/>
          </p:cNvCxnSpPr>
          <p:nvPr/>
        </p:nvCxnSpPr>
        <p:spPr>
          <a:xfrm flipV="1">
            <a:off x="2301314" y="557003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9AB8659-0CF7-953A-6019-9AF29FED5811}"/>
              </a:ext>
            </a:extLst>
          </p:cNvPr>
          <p:cNvSpPr txBox="1"/>
          <p:nvPr/>
        </p:nvSpPr>
        <p:spPr>
          <a:xfrm>
            <a:off x="1688049" y="246906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9C6A0E-265C-0EB7-593F-93D311D5D319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ED0EBB2-75FC-022E-09B0-A9CE517707D7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F1C0345-F99C-8C67-FB65-0766576B0521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EBA331-3040-3CE1-3F27-6DCE6C754019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CAF057-C6CE-6B82-2448-EEF77F3682E2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FD69DFF-DC85-1D01-ED3B-9ED7FF7D2C4B}"/>
              </a:ext>
            </a:extLst>
          </p:cNvPr>
          <p:cNvCxnSpPr>
            <a:cxnSpLocks/>
          </p:cNvCxnSpPr>
          <p:nvPr/>
        </p:nvCxnSpPr>
        <p:spPr>
          <a:xfrm>
            <a:off x="2697480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2C0764-A760-452E-7CC4-F20F51B32B4B}"/>
              </a:ext>
            </a:extLst>
          </p:cNvPr>
          <p:cNvCxnSpPr>
            <a:cxnSpLocks/>
          </p:cNvCxnSpPr>
          <p:nvPr/>
        </p:nvCxnSpPr>
        <p:spPr>
          <a:xfrm flipH="1">
            <a:off x="2697480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74489E6-99CC-D9A7-68C9-F716CC125BF9}"/>
              </a:ext>
            </a:extLst>
          </p:cNvPr>
          <p:cNvCxnSpPr>
            <a:cxnSpLocks/>
          </p:cNvCxnSpPr>
          <p:nvPr/>
        </p:nvCxnSpPr>
        <p:spPr>
          <a:xfrm>
            <a:off x="6294120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713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2228B-DB0D-FD45-8975-3A91B590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D4D96B-F444-94E4-DF03-B75B3FFAF61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4F19279-46B0-1A43-1040-3DED7F369623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6E6A77-BAC3-11D6-D423-C753A7C8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064911"/>
              </p:ext>
            </p:extLst>
          </p:nvPr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IN" sz="32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F2A114-BF37-9714-6C5B-A971E00D1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586800"/>
              </p:ext>
            </p:extLst>
          </p:nvPr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</a:t>
                      </a:r>
                      <a:r>
                        <a:rPr lang="en-IN" sz="32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EF8CB7-5334-E649-B4F6-FBD48BC42380}"/>
              </a:ext>
            </a:extLst>
          </p:cNvPr>
          <p:cNvGraphicFramePr>
            <a:graphicFrameLocks noGrp="1"/>
          </p:cNvGraphicFramePr>
          <p:nvPr/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E49B4D-37DF-C145-E5D0-E3049AF03845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B183A4-759B-33B8-B45E-0475DB9A8ED8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32F85E8-7670-0401-BB7F-2D927FA30B40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EE4A4E3-B682-1AC6-405F-578414AE39F7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86C5CD-F2D4-6B3C-DC9A-2D38D9529C34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A4C01C-1F3F-B37E-F34E-B22F3476D0BC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BB1395-52D0-0E87-FBFA-94982E2E34D6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EA2092-F71A-ACD3-79A3-35B98311FFCF}"/>
              </a:ext>
            </a:extLst>
          </p:cNvPr>
          <p:cNvCxnSpPr>
            <a:cxnSpLocks/>
          </p:cNvCxnSpPr>
          <p:nvPr/>
        </p:nvCxnSpPr>
        <p:spPr>
          <a:xfrm flipV="1">
            <a:off x="2301314" y="557003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7EDAF29-D7BC-FA20-3F12-D153A829EE4C}"/>
              </a:ext>
            </a:extLst>
          </p:cNvPr>
          <p:cNvSpPr txBox="1"/>
          <p:nvPr/>
        </p:nvSpPr>
        <p:spPr>
          <a:xfrm>
            <a:off x="1688049" y="246906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740092-2525-F8D8-B609-E56AE27D296C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A11847-8498-7BA3-942F-2B44E0E40D36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18C3862-952F-1FA3-BCCB-2B35AAD32454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6D38A7-F0A9-16BC-8A7A-04ED4B09F51F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375DD6-DF5C-3C06-1BB7-646850C8F74D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6200AD5-A500-5122-A358-04892B9FC906}"/>
              </a:ext>
            </a:extLst>
          </p:cNvPr>
          <p:cNvCxnSpPr>
            <a:cxnSpLocks/>
          </p:cNvCxnSpPr>
          <p:nvPr/>
        </p:nvCxnSpPr>
        <p:spPr>
          <a:xfrm>
            <a:off x="2697480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F17EB02-D898-A076-7CCE-2A3B34C8DE0B}"/>
              </a:ext>
            </a:extLst>
          </p:cNvPr>
          <p:cNvCxnSpPr>
            <a:cxnSpLocks/>
          </p:cNvCxnSpPr>
          <p:nvPr/>
        </p:nvCxnSpPr>
        <p:spPr>
          <a:xfrm flipH="1">
            <a:off x="2697480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94D30-EF5F-90DD-37A8-C6B44DBA6759}"/>
              </a:ext>
            </a:extLst>
          </p:cNvPr>
          <p:cNvCxnSpPr>
            <a:cxnSpLocks/>
          </p:cNvCxnSpPr>
          <p:nvPr/>
        </p:nvCxnSpPr>
        <p:spPr>
          <a:xfrm>
            <a:off x="6294120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37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80874-3E1A-F331-2CF0-D44F786D3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C37E88-C798-42A0-9BD3-E8F4E511E73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EACC5D8-3E81-52DB-4F27-5ADE6DA22029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671434-153F-5E50-E650-F4AC4BDF1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654369"/>
              </p:ext>
            </p:extLst>
          </p:nvPr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76714C-4075-4F78-3BCD-94B9A664E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144738"/>
              </p:ext>
            </p:extLst>
          </p:nvPr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</a:t>
                      </a: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298809-D13B-CDFC-CDF7-348C282EB872}"/>
              </a:ext>
            </a:extLst>
          </p:cNvPr>
          <p:cNvGraphicFramePr>
            <a:graphicFrameLocks noGrp="1"/>
          </p:cNvGraphicFramePr>
          <p:nvPr/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B6EBB5-4710-096C-4CA7-382095F85491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D18633-5386-5B39-BC94-DEEF4F548D1E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2B7A021-3D2D-3CB0-EED1-D16D7B03906D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0A529A9-14E6-4820-1960-7809F1BD8D46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F1E76B-9884-7348-4778-FDC52F2ABC2E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283C0F0-847E-B41B-C008-BE018E056A13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84153E-52BF-C671-8AE0-C46F5D518154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7D2151-4BE9-819E-2A89-F7C27B591CB5}"/>
              </a:ext>
            </a:extLst>
          </p:cNvPr>
          <p:cNvCxnSpPr>
            <a:cxnSpLocks/>
          </p:cNvCxnSpPr>
          <p:nvPr/>
        </p:nvCxnSpPr>
        <p:spPr>
          <a:xfrm flipV="1">
            <a:off x="6659954" y="546747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8716820-1C59-680A-0E46-138C23D51845}"/>
              </a:ext>
            </a:extLst>
          </p:cNvPr>
          <p:cNvSpPr txBox="1"/>
          <p:nvPr/>
        </p:nvSpPr>
        <p:spPr>
          <a:xfrm>
            <a:off x="6046689" y="236650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2812E8-A43C-CC16-4DA6-5FF36983A048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9166DC-E6BF-ACFC-F61A-2EBBE0C62922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A3EE96D-400C-BF33-3BE9-4276174871B8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5D8EB9-9B03-5A1E-2F1A-2C20078E13C2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0E4E2A-168A-D243-3173-9A212B33EB6B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3C6B74-6240-BCA3-8540-96445B969561}"/>
              </a:ext>
            </a:extLst>
          </p:cNvPr>
          <p:cNvCxnSpPr>
            <a:cxnSpLocks/>
          </p:cNvCxnSpPr>
          <p:nvPr/>
        </p:nvCxnSpPr>
        <p:spPr>
          <a:xfrm>
            <a:off x="2697480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6B7609F-CE48-6F02-0362-0BE5DF38989B}"/>
              </a:ext>
            </a:extLst>
          </p:cNvPr>
          <p:cNvCxnSpPr>
            <a:cxnSpLocks/>
          </p:cNvCxnSpPr>
          <p:nvPr/>
        </p:nvCxnSpPr>
        <p:spPr>
          <a:xfrm flipH="1">
            <a:off x="2697480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AB9E567-9210-3A79-2DF2-BB7E2282CFF1}"/>
              </a:ext>
            </a:extLst>
          </p:cNvPr>
          <p:cNvCxnSpPr>
            <a:cxnSpLocks/>
          </p:cNvCxnSpPr>
          <p:nvPr/>
        </p:nvCxnSpPr>
        <p:spPr>
          <a:xfrm>
            <a:off x="6294120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32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09972-FD8C-B608-BA46-894C6E9D2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8413CC-92C7-0200-156D-D5148C3BF60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A46E0D-F201-8288-11C5-5E18F78FC4A3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0E0D0E-B5DF-461A-DBD0-25909641F864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0DD55E-0776-E98F-74AA-84E39E2CFE39}"/>
              </a:ext>
            </a:extLst>
          </p:cNvPr>
          <p:cNvGraphicFramePr>
            <a:graphicFrameLocks noGrp="1"/>
          </p:cNvGraphicFramePr>
          <p:nvPr/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126675-5DDA-F4CE-2B63-B3DAC21D88CE}"/>
              </a:ext>
            </a:extLst>
          </p:cNvPr>
          <p:cNvGraphicFramePr>
            <a:graphicFrameLocks noGrp="1"/>
          </p:cNvGraphicFramePr>
          <p:nvPr/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2B079E-3D86-69BF-2808-84A90CBF8BA6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FE970E-57C2-90E7-75F2-AC63A76F1067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D69AE8C-E3DD-0802-3ADB-BFEB9B44EAF1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E66FCF0-4A3C-1D6D-D579-72B5E588B752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A7F56CB-4B3D-5ECA-2A97-B25D084357E1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C6AA6C-5176-4AF2-3DFB-24BCD5BE3BA1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E6D81D-1B26-7D14-BEF5-575AAB7A176C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A5A15B-2A55-0774-0893-AC27A794E9CE}"/>
              </a:ext>
            </a:extLst>
          </p:cNvPr>
          <p:cNvCxnSpPr>
            <a:cxnSpLocks/>
          </p:cNvCxnSpPr>
          <p:nvPr/>
        </p:nvCxnSpPr>
        <p:spPr>
          <a:xfrm flipV="1">
            <a:off x="6659954" y="546747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41425C6-F5A5-E398-9232-5DFA1E9079B9}"/>
              </a:ext>
            </a:extLst>
          </p:cNvPr>
          <p:cNvSpPr txBox="1"/>
          <p:nvPr/>
        </p:nvSpPr>
        <p:spPr>
          <a:xfrm>
            <a:off x="6046689" y="236650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D7958B-4468-26F7-DDE9-E030FFC8D411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0080A0-D65C-229C-F381-0820E4B3929E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642760-819E-40E5-05C6-399C2C18183F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97304A-3890-A70B-706D-F159C7766D9E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E4B19F-6AE6-3F70-F038-6A401668F5EB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F5C93B8-78D4-0C6D-7353-84E6C77B6C4E}"/>
              </a:ext>
            </a:extLst>
          </p:cNvPr>
          <p:cNvCxnSpPr>
            <a:cxnSpLocks/>
          </p:cNvCxnSpPr>
          <p:nvPr/>
        </p:nvCxnSpPr>
        <p:spPr>
          <a:xfrm>
            <a:off x="2697480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4A46AC6-D2EF-B508-B684-8650E771988F}"/>
              </a:ext>
            </a:extLst>
          </p:cNvPr>
          <p:cNvCxnSpPr>
            <a:cxnSpLocks/>
          </p:cNvCxnSpPr>
          <p:nvPr/>
        </p:nvCxnSpPr>
        <p:spPr>
          <a:xfrm flipH="1">
            <a:off x="2697480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DAEEA1-4B84-3DFD-1AD9-4F7825B48787}"/>
              </a:ext>
            </a:extLst>
          </p:cNvPr>
          <p:cNvCxnSpPr>
            <a:cxnSpLocks/>
          </p:cNvCxnSpPr>
          <p:nvPr/>
        </p:nvCxnSpPr>
        <p:spPr>
          <a:xfrm>
            <a:off x="6294120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153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9D0E2-9300-7BF1-058D-2E0F1A277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51BAA0-AD36-5167-9309-C38D711CC3F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D159A4C-41C1-8A93-7F6E-79A4EB5FB84C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33412D-8A60-22E0-7C9C-F7F56EAFBE9A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40C4E1-EB78-DB8B-4015-4B96738A7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995460"/>
              </p:ext>
            </p:extLst>
          </p:nvPr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84CDBB-8B27-F602-47C2-5155638F1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265130"/>
              </p:ext>
            </p:extLst>
          </p:nvPr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620747-8CF4-1566-FA08-4A7468A133AC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E66A55-E7EC-79B3-840F-65ECAA8C2274}"/>
              </a:ext>
            </a:extLst>
          </p:cNvPr>
          <p:cNvCxnSpPr/>
          <p:nvPr/>
        </p:nvCxnSpPr>
        <p:spPr>
          <a:xfrm>
            <a:off x="7178040" y="194333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CFABC62-011F-1895-158B-6972434FAF32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13ABE27-A564-144D-4C2D-B0ED176B9489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72130A0-5BC3-9E8E-3DAE-F5AEE903BF74}"/>
              </a:ext>
            </a:extLst>
          </p:cNvPr>
          <p:cNvCxnSpPr>
            <a:cxnSpLocks/>
          </p:cNvCxnSpPr>
          <p:nvPr/>
        </p:nvCxnSpPr>
        <p:spPr>
          <a:xfrm>
            <a:off x="9375493" y="1943578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957504B-0E88-A15A-19E9-76CE7C609BF9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76A866-2D9F-0584-8FD6-E620FC3BC64B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FCAC92-42E7-DB61-D2A4-167C069451C4}"/>
              </a:ext>
            </a:extLst>
          </p:cNvPr>
          <p:cNvCxnSpPr>
            <a:cxnSpLocks/>
          </p:cNvCxnSpPr>
          <p:nvPr/>
        </p:nvCxnSpPr>
        <p:spPr>
          <a:xfrm flipV="1">
            <a:off x="6659954" y="546747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D014CA2-E3E5-0D46-608D-F88B202F5288}"/>
              </a:ext>
            </a:extLst>
          </p:cNvPr>
          <p:cNvSpPr txBox="1"/>
          <p:nvPr/>
        </p:nvSpPr>
        <p:spPr>
          <a:xfrm>
            <a:off x="6046689" y="236650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105384-9006-3F30-5D04-77F1FA37C7AC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4DAE2E-C998-3FA8-90C8-DD902E855A1E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725DEC0-9FAE-7E31-D5EB-457561734542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CC3142-F20E-17B0-3058-FE644AFE78B5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45FAAD-B80A-199D-04CD-CA3BAD33E314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9B90531-F1DF-522D-AF5D-7C4C98A24D8C}"/>
              </a:ext>
            </a:extLst>
          </p:cNvPr>
          <p:cNvCxnSpPr>
            <a:cxnSpLocks/>
          </p:cNvCxnSpPr>
          <p:nvPr/>
        </p:nvCxnSpPr>
        <p:spPr>
          <a:xfrm>
            <a:off x="2697480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A0DDB3B-5A5B-4C06-E044-609AEDDFEA28}"/>
              </a:ext>
            </a:extLst>
          </p:cNvPr>
          <p:cNvCxnSpPr>
            <a:cxnSpLocks/>
          </p:cNvCxnSpPr>
          <p:nvPr/>
        </p:nvCxnSpPr>
        <p:spPr>
          <a:xfrm flipH="1">
            <a:off x="2697480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83F4944-1CE1-A16B-DE70-195E1F11421B}"/>
              </a:ext>
            </a:extLst>
          </p:cNvPr>
          <p:cNvCxnSpPr>
            <a:cxnSpLocks/>
          </p:cNvCxnSpPr>
          <p:nvPr/>
        </p:nvCxnSpPr>
        <p:spPr>
          <a:xfrm>
            <a:off x="6294120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CD645C-C8EA-60D2-07BC-E1F0F194C2FB}"/>
              </a:ext>
            </a:extLst>
          </p:cNvPr>
          <p:cNvCxnSpPr>
            <a:cxnSpLocks/>
          </p:cNvCxnSpPr>
          <p:nvPr/>
        </p:nvCxnSpPr>
        <p:spPr>
          <a:xfrm flipV="1">
            <a:off x="8836636" y="590536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F472EE6-3168-FDE6-2AA5-B7826F1F8375}"/>
              </a:ext>
            </a:extLst>
          </p:cNvPr>
          <p:cNvSpPr txBox="1"/>
          <p:nvPr/>
        </p:nvSpPr>
        <p:spPr>
          <a:xfrm>
            <a:off x="8061233" y="280439"/>
            <a:ext cx="171492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853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F5733-0FB1-19BE-20A2-8FD44422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53C20F-903B-00C6-9110-05DD85B3D69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D11B67-6FAE-BF09-613D-E215A59B46B2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A68FC3-D49E-2AF7-234C-8815FFD943C0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08FBA1-E489-6025-21D3-06AD9C54498B}"/>
              </a:ext>
            </a:extLst>
          </p:cNvPr>
          <p:cNvGraphicFramePr>
            <a:graphicFrameLocks noGrp="1"/>
          </p:cNvGraphicFramePr>
          <p:nvPr/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5E5830-8392-B8FA-93C5-72B45DAB7B18}"/>
              </a:ext>
            </a:extLst>
          </p:cNvPr>
          <p:cNvGraphicFramePr>
            <a:graphicFrameLocks noGrp="1"/>
          </p:cNvGraphicFramePr>
          <p:nvPr/>
        </p:nvGraphicFramePr>
        <p:xfrm>
          <a:off x="8074500" y="1546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37222E-D4BB-9B76-C451-52BE156C95FC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989709B-128A-F714-9F70-D6FEF9FC5D7A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0B12EDE-21E9-D42A-D596-09EB12E13795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5979D4F-9ACD-CCAC-1B2F-9F9F7E74FF64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7E8D43-FBAC-E602-F600-3565893D209E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CBC5284-2F50-235B-A93C-F0024932764A}"/>
              </a:ext>
            </a:extLst>
          </p:cNvPr>
          <p:cNvCxnSpPr>
            <a:cxnSpLocks/>
          </p:cNvCxnSpPr>
          <p:nvPr/>
        </p:nvCxnSpPr>
        <p:spPr>
          <a:xfrm flipV="1">
            <a:off x="6659954" y="546747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C98E98C-DD50-1B0E-8343-505EA6E6DD54}"/>
              </a:ext>
            </a:extLst>
          </p:cNvPr>
          <p:cNvSpPr txBox="1"/>
          <p:nvPr/>
        </p:nvSpPr>
        <p:spPr>
          <a:xfrm>
            <a:off x="6046689" y="236650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F73555-216B-64FC-8B14-B2D1F749A925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00D984-390E-E125-A986-BA13C4F74C19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5B6B286-70BE-7D88-0899-61C7FB49660B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316772-F961-DE9F-FBA3-F0E75735E058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30FA93-25C7-228B-73C3-511455214FA9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28EBA2-6052-B837-08DA-FE83D339CF24}"/>
              </a:ext>
            </a:extLst>
          </p:cNvPr>
          <p:cNvCxnSpPr>
            <a:cxnSpLocks/>
          </p:cNvCxnSpPr>
          <p:nvPr/>
        </p:nvCxnSpPr>
        <p:spPr>
          <a:xfrm>
            <a:off x="2697480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52342CE-A6A5-002C-16EB-902C66817DE9}"/>
              </a:ext>
            </a:extLst>
          </p:cNvPr>
          <p:cNvCxnSpPr>
            <a:cxnSpLocks/>
          </p:cNvCxnSpPr>
          <p:nvPr/>
        </p:nvCxnSpPr>
        <p:spPr>
          <a:xfrm flipH="1">
            <a:off x="2697480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2748446-F457-33B5-2BAB-FBCD1A7C0937}"/>
              </a:ext>
            </a:extLst>
          </p:cNvPr>
          <p:cNvCxnSpPr>
            <a:cxnSpLocks/>
          </p:cNvCxnSpPr>
          <p:nvPr/>
        </p:nvCxnSpPr>
        <p:spPr>
          <a:xfrm>
            <a:off x="6294120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DEACFC-D362-9B43-FFB9-DC11E5F868D9}"/>
              </a:ext>
            </a:extLst>
          </p:cNvPr>
          <p:cNvCxnSpPr>
            <a:cxnSpLocks/>
          </p:cNvCxnSpPr>
          <p:nvPr/>
        </p:nvCxnSpPr>
        <p:spPr>
          <a:xfrm flipV="1">
            <a:off x="8836636" y="590536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89133F-CCAF-2D9E-51C2-15F7E4109FBC}"/>
              </a:ext>
            </a:extLst>
          </p:cNvPr>
          <p:cNvSpPr txBox="1"/>
          <p:nvPr/>
        </p:nvSpPr>
        <p:spPr>
          <a:xfrm>
            <a:off x="8061233" y="280439"/>
            <a:ext cx="171492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D02ECF-75CA-DB9C-1AF3-7DEA927A7262}"/>
              </a:ext>
            </a:extLst>
          </p:cNvPr>
          <p:cNvCxnSpPr>
            <a:cxnSpLocks/>
          </p:cNvCxnSpPr>
          <p:nvPr/>
        </p:nvCxnSpPr>
        <p:spPr>
          <a:xfrm>
            <a:off x="7038316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95CCA6-DE29-2071-8D56-5F42FB6DE25C}"/>
              </a:ext>
            </a:extLst>
          </p:cNvPr>
          <p:cNvCxnSpPr>
            <a:cxnSpLocks/>
          </p:cNvCxnSpPr>
          <p:nvPr/>
        </p:nvCxnSpPr>
        <p:spPr>
          <a:xfrm flipH="1">
            <a:off x="7038316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3CEF7B-EDFE-0080-36F9-F69C6F95CBEE}"/>
              </a:ext>
            </a:extLst>
          </p:cNvPr>
          <p:cNvCxnSpPr>
            <a:cxnSpLocks/>
          </p:cNvCxnSpPr>
          <p:nvPr/>
        </p:nvCxnSpPr>
        <p:spPr>
          <a:xfrm>
            <a:off x="10634956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115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CFCAF-6327-87BC-18D3-F5AB80AAA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386D55-8957-E040-7044-21FB6A481AC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A65617F-473D-48B1-B50F-4E3E88EBE17F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C01F23-879B-D0E5-AC4E-98CC6CDBBD67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A0132A-49D4-82C9-5052-F9B3DF7B0300}"/>
              </a:ext>
            </a:extLst>
          </p:cNvPr>
          <p:cNvGraphicFramePr>
            <a:graphicFrameLocks noGrp="1"/>
          </p:cNvGraphicFramePr>
          <p:nvPr/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8A757B-910C-5514-6A31-75D5F48092A6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86221BB-42B8-2C6D-2311-BAE2349944C3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D5B5E2B-DC3D-0AA2-89D4-9439ADA1B40C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4BD7AEC-073D-03D0-C9EE-85FB3F9648A1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0DD8D3-3B4B-D4F5-A259-B94A2CF4EA9F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E6069B-00D1-241F-85E0-447B44895E2B}"/>
              </a:ext>
            </a:extLst>
          </p:cNvPr>
          <p:cNvCxnSpPr>
            <a:cxnSpLocks/>
          </p:cNvCxnSpPr>
          <p:nvPr/>
        </p:nvCxnSpPr>
        <p:spPr>
          <a:xfrm flipV="1">
            <a:off x="6659954" y="546747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D306E9F-F213-26F1-DD26-BFB191DEE899}"/>
              </a:ext>
            </a:extLst>
          </p:cNvPr>
          <p:cNvSpPr txBox="1"/>
          <p:nvPr/>
        </p:nvSpPr>
        <p:spPr>
          <a:xfrm>
            <a:off x="6046689" y="236650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F46E2C-F6A9-1252-B0E6-0602EF240B92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7DAD58-35D5-7EB8-1587-7536D0DB9F51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4149FE-27CE-D5EB-399E-0A2922F3EDBA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9FE89-D5F5-74C6-0FD0-2E94805ACDB2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D3D350-6C7E-DADE-1900-BB5ABFAA1FE7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34F1279-4761-DAE7-9E1F-2DAA66728A42}"/>
              </a:ext>
            </a:extLst>
          </p:cNvPr>
          <p:cNvCxnSpPr>
            <a:cxnSpLocks/>
          </p:cNvCxnSpPr>
          <p:nvPr/>
        </p:nvCxnSpPr>
        <p:spPr>
          <a:xfrm>
            <a:off x="2697480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61277B-6CF2-73AB-6F72-F9328FEC1F7F}"/>
              </a:ext>
            </a:extLst>
          </p:cNvPr>
          <p:cNvCxnSpPr>
            <a:cxnSpLocks/>
          </p:cNvCxnSpPr>
          <p:nvPr/>
        </p:nvCxnSpPr>
        <p:spPr>
          <a:xfrm flipH="1">
            <a:off x="2697480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9BF14FF-BE46-5717-4FF9-9A95B9371532}"/>
              </a:ext>
            </a:extLst>
          </p:cNvPr>
          <p:cNvCxnSpPr>
            <a:cxnSpLocks/>
          </p:cNvCxnSpPr>
          <p:nvPr/>
        </p:nvCxnSpPr>
        <p:spPr>
          <a:xfrm>
            <a:off x="6294120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087E7A-7A16-5227-48B0-39CD1F8A84A8}"/>
              </a:ext>
            </a:extLst>
          </p:cNvPr>
          <p:cNvCxnSpPr>
            <a:cxnSpLocks/>
          </p:cNvCxnSpPr>
          <p:nvPr/>
        </p:nvCxnSpPr>
        <p:spPr>
          <a:xfrm>
            <a:off x="7038316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78D330-0132-7517-813A-CB4F6837EF26}"/>
              </a:ext>
            </a:extLst>
          </p:cNvPr>
          <p:cNvCxnSpPr>
            <a:cxnSpLocks/>
          </p:cNvCxnSpPr>
          <p:nvPr/>
        </p:nvCxnSpPr>
        <p:spPr>
          <a:xfrm flipH="1">
            <a:off x="7038316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9FC1171-005E-8C26-565C-ACCBDF0C13CE}"/>
              </a:ext>
            </a:extLst>
          </p:cNvPr>
          <p:cNvCxnSpPr>
            <a:cxnSpLocks/>
          </p:cNvCxnSpPr>
          <p:nvPr/>
        </p:nvCxnSpPr>
        <p:spPr>
          <a:xfrm>
            <a:off x="10634956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083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ED743-4AB3-F09B-628F-47BE4B1C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262E990-B498-765B-6F56-BDC2F9127D7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8115FE-D86B-FC0D-E524-442BDCBFF036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444E0F-D78F-419B-73FC-30FEB1C01B20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21257A-D92B-A305-88CB-78568576A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928039"/>
              </p:ext>
            </p:extLst>
          </p:nvPr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</a:t>
                      </a:r>
                      <a:r>
                        <a:rPr lang="en-IN" sz="32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36DB56-7BDF-FA93-ED9D-A1FFC10D808C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5ADE0FA-0230-3D50-EDEB-F34241053129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C1D1D0A-1DAF-F40A-EF99-3D21EDFCB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9303"/>
              </p:ext>
            </p:extLst>
          </p:nvPr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FF0000"/>
                          </a:solidFill>
                        </a:rPr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95216CE-DE75-4FCC-827C-FF9A18EE115B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B6ABBD-BCA8-2C32-1DFD-DB6EF3B88F8E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DEC866-98A4-8527-AC88-D7AF2EEDCBBA}"/>
              </a:ext>
            </a:extLst>
          </p:cNvPr>
          <p:cNvCxnSpPr>
            <a:cxnSpLocks/>
          </p:cNvCxnSpPr>
          <p:nvPr/>
        </p:nvCxnSpPr>
        <p:spPr>
          <a:xfrm flipV="1">
            <a:off x="6659954" y="546747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03EC152-B231-5D29-1CD9-070BEE20E383}"/>
              </a:ext>
            </a:extLst>
          </p:cNvPr>
          <p:cNvSpPr txBox="1"/>
          <p:nvPr/>
        </p:nvSpPr>
        <p:spPr>
          <a:xfrm>
            <a:off x="6046689" y="236650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65AD97-7AB1-D79F-B5D5-75CD5C2905CC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BF3D0A-62D4-C773-F213-F8027737088E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E798819-8B15-4C43-3DA8-8570324549A8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D6F91B-4A6F-E8DB-E9D2-F2E77070E77D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479B47-4404-569B-188D-C3F3B5BC0B22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0665F2-D443-E35F-5573-56615B7953E4}"/>
              </a:ext>
            </a:extLst>
          </p:cNvPr>
          <p:cNvCxnSpPr>
            <a:cxnSpLocks/>
          </p:cNvCxnSpPr>
          <p:nvPr/>
        </p:nvCxnSpPr>
        <p:spPr>
          <a:xfrm>
            <a:off x="2697480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42ACCBA-E94E-F988-24D1-7F12C610BF8D}"/>
              </a:ext>
            </a:extLst>
          </p:cNvPr>
          <p:cNvCxnSpPr>
            <a:cxnSpLocks/>
          </p:cNvCxnSpPr>
          <p:nvPr/>
        </p:nvCxnSpPr>
        <p:spPr>
          <a:xfrm flipH="1">
            <a:off x="2697480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E1B460-BC1A-728A-0E3E-D0904757E10F}"/>
              </a:ext>
            </a:extLst>
          </p:cNvPr>
          <p:cNvCxnSpPr>
            <a:cxnSpLocks/>
          </p:cNvCxnSpPr>
          <p:nvPr/>
        </p:nvCxnSpPr>
        <p:spPr>
          <a:xfrm>
            <a:off x="6294120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D2EAF4-4CF1-7FAB-DE5D-40C0C7BEF11E}"/>
              </a:ext>
            </a:extLst>
          </p:cNvPr>
          <p:cNvCxnSpPr>
            <a:cxnSpLocks/>
          </p:cNvCxnSpPr>
          <p:nvPr/>
        </p:nvCxnSpPr>
        <p:spPr>
          <a:xfrm>
            <a:off x="7038316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1123A1-55CA-BF1F-9B7B-7C9C0D5BE3A0}"/>
              </a:ext>
            </a:extLst>
          </p:cNvPr>
          <p:cNvCxnSpPr>
            <a:cxnSpLocks/>
          </p:cNvCxnSpPr>
          <p:nvPr/>
        </p:nvCxnSpPr>
        <p:spPr>
          <a:xfrm flipH="1">
            <a:off x="7038316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4E0F5D6-98E8-6E73-187E-277695498242}"/>
              </a:ext>
            </a:extLst>
          </p:cNvPr>
          <p:cNvCxnSpPr>
            <a:cxnSpLocks/>
          </p:cNvCxnSpPr>
          <p:nvPr/>
        </p:nvCxnSpPr>
        <p:spPr>
          <a:xfrm>
            <a:off x="10634956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591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0FB6C-5BDF-8D63-EE7B-E9C2DAC99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39265D-01DF-C1E0-279A-2667C247B46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B3520EA-CDF3-491B-5A1C-576466890DC8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7FC6FC-FA60-B9EB-19D3-98365C88E87C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574A48-3072-5080-20BD-5957EDD76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981322"/>
              </p:ext>
            </p:extLst>
          </p:nvPr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</a:t>
                      </a: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95B563-2986-8658-D5D7-F27FCA4E10F1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EB70269-5962-91E3-EC95-25D192A0E344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09D1500-B478-A77A-A547-EE0813B72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35853"/>
              </p:ext>
            </p:extLst>
          </p:nvPr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E16FA9D-CCE7-4A61-1D1E-E34F77AC6CDC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67AF27-F1F1-E7AB-9FA4-03A86FA8CE91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0C7B00-A995-DE8E-81D7-2DBCB034E571}"/>
              </a:ext>
            </a:extLst>
          </p:cNvPr>
          <p:cNvCxnSpPr>
            <a:cxnSpLocks/>
          </p:cNvCxnSpPr>
          <p:nvPr/>
        </p:nvCxnSpPr>
        <p:spPr>
          <a:xfrm flipV="1">
            <a:off x="11018594" y="546747"/>
            <a:ext cx="0" cy="88278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7EE786C-41A1-B6F8-6FDD-799AAAFB91F1}"/>
              </a:ext>
            </a:extLst>
          </p:cNvPr>
          <p:cNvSpPr txBox="1"/>
          <p:nvPr/>
        </p:nvSpPr>
        <p:spPr>
          <a:xfrm>
            <a:off x="10405329" y="236650"/>
            <a:ext cx="140127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9768EC-C29C-BC83-0D37-F17E8624BB05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92184C-369C-EDCB-5E6D-7889FD34B77A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A921C11-9A6D-BF6C-E4BA-20B570C5C6BB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C89269-EA5E-655F-8004-7614A8C94305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E9B2F9-AFF4-E032-E0E3-B01F6E7F0C88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3E31EA8-19AC-3F9D-7DE3-B71A2315BC49}"/>
              </a:ext>
            </a:extLst>
          </p:cNvPr>
          <p:cNvCxnSpPr>
            <a:cxnSpLocks/>
          </p:cNvCxnSpPr>
          <p:nvPr/>
        </p:nvCxnSpPr>
        <p:spPr>
          <a:xfrm>
            <a:off x="2697480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752DAFC-C6CB-7549-75CA-FFDC13687867}"/>
              </a:ext>
            </a:extLst>
          </p:cNvPr>
          <p:cNvCxnSpPr>
            <a:cxnSpLocks/>
          </p:cNvCxnSpPr>
          <p:nvPr/>
        </p:nvCxnSpPr>
        <p:spPr>
          <a:xfrm flipH="1">
            <a:off x="2697480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ACF7CD-CED9-9D25-9CFD-FD8689DAD0D8}"/>
              </a:ext>
            </a:extLst>
          </p:cNvPr>
          <p:cNvCxnSpPr>
            <a:cxnSpLocks/>
          </p:cNvCxnSpPr>
          <p:nvPr/>
        </p:nvCxnSpPr>
        <p:spPr>
          <a:xfrm>
            <a:off x="6294120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C327C5-23CF-F0C6-D6C0-355C9C896890}"/>
              </a:ext>
            </a:extLst>
          </p:cNvPr>
          <p:cNvCxnSpPr>
            <a:cxnSpLocks/>
          </p:cNvCxnSpPr>
          <p:nvPr/>
        </p:nvCxnSpPr>
        <p:spPr>
          <a:xfrm>
            <a:off x="7038316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F5A829-BF54-3201-8C75-94B23871741A}"/>
              </a:ext>
            </a:extLst>
          </p:cNvPr>
          <p:cNvCxnSpPr>
            <a:cxnSpLocks/>
          </p:cNvCxnSpPr>
          <p:nvPr/>
        </p:nvCxnSpPr>
        <p:spPr>
          <a:xfrm flipH="1">
            <a:off x="7038316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8C19FA3-90D8-BD0C-FB1F-BC64E97E1EF9}"/>
              </a:ext>
            </a:extLst>
          </p:cNvPr>
          <p:cNvCxnSpPr>
            <a:cxnSpLocks/>
          </p:cNvCxnSpPr>
          <p:nvPr/>
        </p:nvCxnSpPr>
        <p:spPr>
          <a:xfrm>
            <a:off x="10634956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149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F441A-FF1B-F395-D361-30E068B1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52A0D9-CD8A-BC18-28C5-7F7589939EE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610E88D-50AC-6314-6697-2448C14D8773}"/>
              </a:ext>
            </a:extLst>
          </p:cNvPr>
          <p:cNvGraphicFramePr>
            <a:graphicFrameLocks noGrp="1"/>
          </p:cNvGraphicFramePr>
          <p:nvPr/>
        </p:nvGraphicFramePr>
        <p:xfrm>
          <a:off x="-642780" y="154630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F7C21F-0515-6F45-EECE-E4ECCE091709}"/>
              </a:ext>
            </a:extLst>
          </p:cNvPr>
          <p:cNvGraphicFramePr>
            <a:graphicFrameLocks noGrp="1"/>
          </p:cNvGraphicFramePr>
          <p:nvPr/>
        </p:nvGraphicFramePr>
        <p:xfrm>
          <a:off x="1536540" y="15595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</a:t>
                      </a:r>
                      <a:r>
                        <a:rPr lang="en-IN" sz="32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F6A2C8-922C-0F63-3B84-2FF619E2F135}"/>
              </a:ext>
            </a:extLst>
          </p:cNvPr>
          <p:cNvGraphicFramePr>
            <a:graphicFrameLocks noGrp="1"/>
          </p:cNvGraphicFramePr>
          <p:nvPr/>
        </p:nvGraphicFramePr>
        <p:xfrm>
          <a:off x="5895180" y="154629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</a:t>
                      </a: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5C58F3-895C-36C1-E6F8-D80E650E9261}"/>
              </a:ext>
            </a:extLst>
          </p:cNvPr>
          <p:cNvCxnSpPr/>
          <p:nvPr/>
        </p:nvCxnSpPr>
        <p:spPr>
          <a:xfrm>
            <a:off x="624840" y="192809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84F415D-6A04-608A-6EDC-1F07D07122FC}"/>
              </a:ext>
            </a:extLst>
          </p:cNvPr>
          <p:cNvSpPr txBox="1"/>
          <p:nvPr/>
        </p:nvSpPr>
        <p:spPr>
          <a:xfrm>
            <a:off x="-392963" y="10002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0953835-15C0-C9A8-2D61-9C58290008F9}"/>
              </a:ext>
            </a:extLst>
          </p:cNvPr>
          <p:cNvGraphicFramePr>
            <a:graphicFrameLocks noGrp="1"/>
          </p:cNvGraphicFramePr>
          <p:nvPr/>
        </p:nvGraphicFramePr>
        <p:xfrm>
          <a:off x="10253820" y="1549125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11376EF-FB98-7841-CDD4-26D239F5CC2B}"/>
              </a:ext>
            </a:extLst>
          </p:cNvPr>
          <p:cNvSpPr txBox="1"/>
          <p:nvPr/>
        </p:nvSpPr>
        <p:spPr>
          <a:xfrm>
            <a:off x="-2570640" y="420026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C60EC5E-8619-43FF-008F-0FE91E3AEC47}"/>
              </a:ext>
            </a:extLst>
          </p:cNvPr>
          <p:cNvCxnSpPr/>
          <p:nvPr/>
        </p:nvCxnSpPr>
        <p:spPr>
          <a:xfrm>
            <a:off x="-2361235" y="3764280"/>
            <a:ext cx="16412515" cy="10668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85D4CE1-0FB7-6583-15FF-38ADD55C50AB}"/>
              </a:ext>
            </a:extLst>
          </p:cNvPr>
          <p:cNvSpPr txBox="1"/>
          <p:nvPr/>
        </p:nvSpPr>
        <p:spPr>
          <a:xfrm>
            <a:off x="-2274306" y="4835736"/>
            <a:ext cx="894588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34F652-42CF-62FE-5F99-14BC75754EB4}"/>
              </a:ext>
            </a:extLst>
          </p:cNvPr>
          <p:cNvCxnSpPr>
            <a:cxnSpLocks/>
          </p:cNvCxnSpPr>
          <p:nvPr/>
        </p:nvCxnSpPr>
        <p:spPr>
          <a:xfrm>
            <a:off x="11539573" y="1943337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A88A745-CB8D-073A-C02C-18549BF0801E}"/>
              </a:ext>
            </a:extLst>
          </p:cNvPr>
          <p:cNvSpPr txBox="1"/>
          <p:nvPr/>
        </p:nvSpPr>
        <p:spPr>
          <a:xfrm>
            <a:off x="12636853" y="16972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76EB3E-2CED-587C-A9AC-D3627251CA87}"/>
              </a:ext>
            </a:extLst>
          </p:cNvPr>
          <p:cNvSpPr txBox="1"/>
          <p:nvPr/>
        </p:nvSpPr>
        <p:spPr>
          <a:xfrm>
            <a:off x="-3002504" y="5577647"/>
            <a:ext cx="10180544" cy="156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duplicate</a:t>
            </a:r>
            <a:endParaRPr lang="en-IN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E01467-7C10-B961-D6DF-005EB852696D}"/>
              </a:ext>
            </a:extLst>
          </p:cNvPr>
          <p:cNvSpPr txBox="1"/>
          <p:nvPr/>
        </p:nvSpPr>
        <p:spPr>
          <a:xfrm>
            <a:off x="5268648" y="5769327"/>
            <a:ext cx="8534400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8DBC7A5-AB95-AA12-DBA5-28EEFC6C9D82}"/>
              </a:ext>
            </a:extLst>
          </p:cNvPr>
          <p:cNvCxnSpPr>
            <a:cxnSpLocks/>
          </p:cNvCxnSpPr>
          <p:nvPr/>
        </p:nvCxnSpPr>
        <p:spPr>
          <a:xfrm>
            <a:off x="2697480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F23A70-E6DE-0B15-613B-B3D14FC7A2C4}"/>
              </a:ext>
            </a:extLst>
          </p:cNvPr>
          <p:cNvCxnSpPr>
            <a:cxnSpLocks/>
          </p:cNvCxnSpPr>
          <p:nvPr/>
        </p:nvCxnSpPr>
        <p:spPr>
          <a:xfrm flipH="1">
            <a:off x="2697480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BC75906-7367-F4B8-1E23-E640112CE5F6}"/>
              </a:ext>
            </a:extLst>
          </p:cNvPr>
          <p:cNvCxnSpPr>
            <a:cxnSpLocks/>
          </p:cNvCxnSpPr>
          <p:nvPr/>
        </p:nvCxnSpPr>
        <p:spPr>
          <a:xfrm>
            <a:off x="6294120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22BCA2-4161-5588-9802-ABC219973738}"/>
              </a:ext>
            </a:extLst>
          </p:cNvPr>
          <p:cNvCxnSpPr>
            <a:cxnSpLocks/>
          </p:cNvCxnSpPr>
          <p:nvPr/>
        </p:nvCxnSpPr>
        <p:spPr>
          <a:xfrm>
            <a:off x="7038316" y="194333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B0FE26-9C5A-D34A-09E4-B7D03099EA45}"/>
              </a:ext>
            </a:extLst>
          </p:cNvPr>
          <p:cNvCxnSpPr>
            <a:cxnSpLocks/>
          </p:cNvCxnSpPr>
          <p:nvPr/>
        </p:nvCxnSpPr>
        <p:spPr>
          <a:xfrm flipH="1">
            <a:off x="7038316" y="2788920"/>
            <a:ext cx="3596640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6991BB8-3C58-F15B-D3BF-DEE5006A81EA}"/>
              </a:ext>
            </a:extLst>
          </p:cNvPr>
          <p:cNvCxnSpPr>
            <a:cxnSpLocks/>
          </p:cNvCxnSpPr>
          <p:nvPr/>
        </p:nvCxnSpPr>
        <p:spPr>
          <a:xfrm>
            <a:off x="10634956" y="2004297"/>
            <a:ext cx="0" cy="784623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9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1560</Words>
  <Application>Microsoft Office PowerPoint</Application>
  <PresentationFormat>Widescreen</PresentationFormat>
  <Paragraphs>534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Berlin Sans FB Demi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2025-12-03T03:44:16Z</dcterms:created>
  <dcterms:modified xsi:type="dcterms:W3CDTF">2025-12-03T05:35:02Z</dcterms:modified>
</cp:coreProperties>
</file>